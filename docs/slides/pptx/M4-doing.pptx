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thumbnail" Target="docProps/thumbnail.jpeg"/><Relationship Id="rId4" Type="http://schemas.openxmlformats.org/package/2006/relationships/metadata/core-properties" Target="docProps/core.xml"/><Relationship Id="rId5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660" r:id="rId1"/>
  </p:sldMasterIdLst>
  <p:notesMasterIdLst>
    <p:notesMasterId r:id="rId124"/>
  </p:notesMasterIdLst>
  <p:sldIdLst>
    <p:sldId id="576" r:id="rId22"/>
    <p:sldId id="577" r:id="rId23"/>
    <p:sldId id="578" r:id="rId24"/>
    <p:sldId id="579" r:id="rId25"/>
    <p:sldId id="580" r:id="rId26"/>
    <p:sldId id="581" r:id="rId27"/>
    <p:sldId id="582" r:id="rId28"/>
    <p:sldId id="583" r:id="rId29"/>
    <p:sldId id="584" r:id="rId30"/>
    <p:sldId id="585" r:id="rId31"/>
    <p:sldId id="586" r:id="rId32"/>
    <p:sldId id="587" r:id="rId33"/>
    <p:sldId id="588" r:id="rId34"/>
    <p:sldId id="589" r:id="rId35"/>
    <p:sldId id="590" r:id="rId36"/>
    <p:sldId id="591" r:id="rId37"/>
    <p:sldId id="592" r:id="rId38"/>
    <p:sldId id="593" r:id="rId39"/>
    <p:sldId id="594" r:id="rId40"/>
    <p:sldId id="595" r:id="rId41"/>
    <p:sldId id="596" r:id="rId42"/>
    <p:sldId id="597" r:id="rId43"/>
    <p:sldId id="598" r:id="rId44"/>
    <p:sldId id="599" r:id="rId45"/>
  </p:sldIdLst>
  <p:sldSz cx="12192000" cy="6858000"/>
  <p:notesSz cx="6858000" cy="9144000"/>
  <p:embeddedFontLst>
    <p:embeddedFont>
      <p:font typeface="Consolas" panose="020B0609020204030204" pitchFamily="49" charset="0"/>
      <p:regular r:id="rId125"/>
      <p:bold r:id="rId126"/>
      <p:italic r:id="rId127"/>
      <p:boldItalic r:id="rId128"/>
    </p:embeddedFont>
    <p:embeddedFont>
      <p:font typeface="Ink Free" panose="03080402000500000000" pitchFamily="66" charset="0"/>
      <p:regular r:id="rId129"/>
    </p:embeddedFont>
    <p:embeddedFont>
      <p:font typeface="Segoe UI" panose="020B0502040204020203" pitchFamily="34" charset="0"/>
      <p:regular r:id="rId130"/>
      <p:bold r:id="rId131"/>
      <p:italic r:id="rId132"/>
      <p:boldItalic r:id="rId133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clrMru>
    <a:srgbClr val="017AB4"/>
    <a:srgbClr val="0079B4"/>
    <a:srgbClr val="00A700"/>
    <a:srgbClr val="D31616"/>
    <a:srgbClr val="FFFFFF"/>
    <a:srgbClr val="E88500"/>
    <a:srgbClr val="FFD800"/>
    <a:srgbClr val="007AB5"/>
    <a:srgbClr val="000000"/>
    <a:srgbClr val="502AD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57DBD21-9376-BB4E-B00A-D0B46311259E}" v="32" dt="2026-07-23T19:12:50.08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570" autoAdjust="0"/>
    <p:restoredTop sz="66867" autoAdjust="0"/>
  </p:normalViewPr>
  <p:slideViewPr>
    <p:cSldViewPr snapToGrid="0">
      <p:cViewPr varScale="1">
        <p:scale>
          <a:sx n="101" d="100"/>
          <a:sy n="101" d="100"/>
        </p:scale>
        <p:origin x="200" y="184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25" d="100"/>
        <a:sy n="125" d="100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2" Type="http://schemas.openxmlformats.org/officeDocument/2006/relationships/slide" Target="slides/slide5.xml"/><Relationship Id="rId23" Type="http://schemas.openxmlformats.org/officeDocument/2006/relationships/slide" Target="slides/slide6.xml"/><Relationship Id="rId24" Type="http://schemas.openxmlformats.org/officeDocument/2006/relationships/slide" Target="slides/slide7.xml"/><Relationship Id="rId25" Type="http://schemas.openxmlformats.org/officeDocument/2006/relationships/slide" Target="slides/slide8.xml"/><Relationship Id="rId26" Type="http://schemas.openxmlformats.org/officeDocument/2006/relationships/slide" Target="slides/slide9.xml"/><Relationship Id="rId27" Type="http://schemas.openxmlformats.org/officeDocument/2006/relationships/slide" Target="slides/slide10.xml"/><Relationship Id="rId28" Type="http://schemas.openxmlformats.org/officeDocument/2006/relationships/slide" Target="slides/slide11.xml"/><Relationship Id="rId29" Type="http://schemas.openxmlformats.org/officeDocument/2006/relationships/slide" Target="slides/slide12.xml"/><Relationship Id="rId30" Type="http://schemas.openxmlformats.org/officeDocument/2006/relationships/slide" Target="slides/slide13.xml"/><Relationship Id="rId31" Type="http://schemas.openxmlformats.org/officeDocument/2006/relationships/slide" Target="slides/slide14.xml"/><Relationship Id="rId32" Type="http://schemas.openxmlformats.org/officeDocument/2006/relationships/slide" Target="slides/slide15.xml"/><Relationship Id="rId33" Type="http://schemas.openxmlformats.org/officeDocument/2006/relationships/slide" Target="slides/slide16.xml"/><Relationship Id="rId34" Type="http://schemas.openxmlformats.org/officeDocument/2006/relationships/slide" Target="slides/slide17.xml"/><Relationship Id="rId35" Type="http://schemas.openxmlformats.org/officeDocument/2006/relationships/slide" Target="slides/slide18.xml"/><Relationship Id="rId36" Type="http://schemas.openxmlformats.org/officeDocument/2006/relationships/slide" Target="slides/slide19.xml"/><Relationship Id="rId37" Type="http://schemas.openxmlformats.org/officeDocument/2006/relationships/slide" Target="slides/slide20.xml"/><Relationship Id="rId38" Type="http://schemas.openxmlformats.org/officeDocument/2006/relationships/slide" Target="slides/slide21.xml"/><Relationship Id="rId39" Type="http://schemas.openxmlformats.org/officeDocument/2006/relationships/slide" Target="slides/slide22.xml"/><Relationship Id="rId40" Type="http://schemas.openxmlformats.org/officeDocument/2006/relationships/slide" Target="slides/slide23.xml"/><Relationship Id="rId41" Type="http://schemas.openxmlformats.org/officeDocument/2006/relationships/slide" Target="slides/slide24.xml"/><Relationship Id="rId42" Type="http://schemas.openxmlformats.org/officeDocument/2006/relationships/slide" Target="slides/slide25.xml"/><Relationship Id="rId43" Type="http://schemas.openxmlformats.org/officeDocument/2006/relationships/slide" Target="slides/slide26.xml"/><Relationship Id="rId44" Type="http://schemas.openxmlformats.org/officeDocument/2006/relationships/slide" Target="slides/slide27.xml"/><Relationship Id="rId45" Type="http://schemas.openxmlformats.org/officeDocument/2006/relationships/slide" Target="slides/slide28.xml"/><Relationship Id="rId124" Type="http://schemas.openxmlformats.org/officeDocument/2006/relationships/notesMaster" Target="notesMasters/notesMaster1.xml"/><Relationship Id="rId125" Type="http://schemas.openxmlformats.org/officeDocument/2006/relationships/font" Target="fonts/font1.fntdata"/><Relationship Id="rId126" Type="http://schemas.openxmlformats.org/officeDocument/2006/relationships/font" Target="fonts/font2.fntdata"/><Relationship Id="rId127" Type="http://schemas.openxmlformats.org/officeDocument/2006/relationships/font" Target="fonts/font3.fntdata"/><Relationship Id="rId128" Type="http://schemas.openxmlformats.org/officeDocument/2006/relationships/font" Target="fonts/font4.fntdata"/><Relationship Id="rId129" Type="http://schemas.openxmlformats.org/officeDocument/2006/relationships/font" Target="fonts/font5.fntdata"/><Relationship Id="rId130" Type="http://schemas.openxmlformats.org/officeDocument/2006/relationships/font" Target="fonts/font6.fntdata"/><Relationship Id="rId131" Type="http://schemas.openxmlformats.org/officeDocument/2006/relationships/font" Target="fonts/font7.fntdata"/><Relationship Id="rId132" Type="http://schemas.openxmlformats.org/officeDocument/2006/relationships/font" Target="fonts/font8.fntdata"/><Relationship Id="rId133" Type="http://schemas.openxmlformats.org/officeDocument/2006/relationships/font" Target="fonts/font9.fntdata"/><Relationship Id="rId134" Type="http://schemas.openxmlformats.org/officeDocument/2006/relationships/presProps" Target="presProps.xml"/><Relationship Id="rId135" Type="http://schemas.openxmlformats.org/officeDocument/2006/relationships/viewProps" Target="viewProps.xml"/><Relationship Id="rId136" Type="http://schemas.openxmlformats.org/officeDocument/2006/relationships/theme" Target="theme/theme1.xml"/><Relationship Id="rId137" Type="http://schemas.openxmlformats.org/officeDocument/2006/relationships/tableStyles" Target="tableStyles.xml"/><Relationship Id="rId138" Type="http://schemas.microsoft.com/office/2016/11/relationships/changesInfo" Target="changesInfos/changesInfo1.xml"/><Relationship Id="rId139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. Tower" userId="9d06de10716639e5" providerId="LiveId" clId="{F8931099-75CA-5660-A155-55881DF68D84}"/>
    <pc:docChg chg="undo redo custSel addSld delSld modSld sldOrd modSection">
      <pc:chgData name="J. Tower" userId="9d06de10716639e5" providerId="LiveId" clId="{F8931099-75CA-5660-A155-55881DF68D84}" dt="2026-07-23T19:39:41.331" v="978"/>
      <pc:docMkLst>
        <pc:docMk/>
      </pc:docMkLst>
      <pc:sldChg chg="addSp delSp modSp mod">
        <pc:chgData name="J. Tower" userId="9d06de10716639e5" providerId="LiveId" clId="{F8931099-75CA-5660-A155-55881DF68D84}" dt="2026-07-22T17:34:15.803" v="298" actId="207"/>
        <pc:sldMkLst>
          <pc:docMk/>
          <pc:sldMk cId="1972911589" sldId="305"/>
        </pc:sldMkLst>
        <pc:spChg chg="mod">
          <ac:chgData name="J. Tower" userId="9d06de10716639e5" providerId="LiveId" clId="{F8931099-75CA-5660-A155-55881DF68D84}" dt="2026-07-22T17:34:15.803" v="298" actId="207"/>
          <ac:spMkLst>
            <pc:docMk/>
            <pc:sldMk cId="1972911589" sldId="305"/>
            <ac:spMk id="2" creationId="{E5422206-0EEA-0ED9-B408-CC3FB282F987}"/>
          </ac:spMkLst>
        </pc:spChg>
        <pc:spChg chg="add mod">
          <ac:chgData name="J. Tower" userId="9d06de10716639e5" providerId="LiveId" clId="{F8931099-75CA-5660-A155-55881DF68D84}" dt="2026-07-22T17:33:21.909" v="294" actId="1076"/>
          <ac:spMkLst>
            <pc:docMk/>
            <pc:sldMk cId="1972911589" sldId="305"/>
            <ac:spMk id="7" creationId="{F905BFAC-3397-4195-19D6-77090A9906CD}"/>
          </ac:spMkLst>
        </pc:spChg>
        <pc:spChg chg="del">
          <ac:chgData name="J. Tower" userId="9d06de10716639e5" providerId="LiveId" clId="{F8931099-75CA-5660-A155-55881DF68D84}" dt="2026-07-22T17:33:10.664" v="291" actId="478"/>
          <ac:spMkLst>
            <pc:docMk/>
            <pc:sldMk cId="1972911589" sldId="305"/>
            <ac:spMk id="11" creationId="{AA2DA1B6-C092-83BF-4A05-2991CE858D2C}"/>
          </ac:spMkLst>
        </pc:spChg>
        <pc:spChg chg="del">
          <ac:chgData name="J. Tower" userId="9d06de10716639e5" providerId="LiveId" clId="{F8931099-75CA-5660-A155-55881DF68D84}" dt="2026-07-22T17:33:10.664" v="291" actId="478"/>
          <ac:spMkLst>
            <pc:docMk/>
            <pc:sldMk cId="1972911589" sldId="305"/>
            <ac:spMk id="16" creationId="{01E0B7CA-1332-8CC2-521B-8B5D50A8E646}"/>
          </ac:spMkLst>
        </pc:spChg>
        <pc:spChg chg="add mod">
          <ac:chgData name="J. Tower" userId="9d06de10716639e5" providerId="LiveId" clId="{F8931099-75CA-5660-A155-55881DF68D84}" dt="2026-07-22T17:33:21.909" v="294" actId="1076"/>
          <ac:spMkLst>
            <pc:docMk/>
            <pc:sldMk cId="1972911589" sldId="305"/>
            <ac:spMk id="20" creationId="{A9AFE787-FB0C-EFB4-62F6-5DED5B34E76B}"/>
          </ac:spMkLst>
        </pc:spChg>
        <pc:spChg chg="mod">
          <ac:chgData name="J. Tower" userId="9d06de10716639e5" providerId="LiveId" clId="{F8931099-75CA-5660-A155-55881DF68D84}" dt="2026-07-22T17:33:12.402" v="292"/>
          <ac:spMkLst>
            <pc:docMk/>
            <pc:sldMk cId="1972911589" sldId="305"/>
            <ac:spMk id="23" creationId="{95680D52-7452-D141-3402-93ABDF35AD62}"/>
          </ac:spMkLst>
        </pc:spChg>
        <pc:grpChg chg="add mod">
          <ac:chgData name="J. Tower" userId="9d06de10716639e5" providerId="LiveId" clId="{F8931099-75CA-5660-A155-55881DF68D84}" dt="2026-07-22T17:33:21.909" v="294" actId="1076"/>
          <ac:grpSpMkLst>
            <pc:docMk/>
            <pc:sldMk cId="1972911589" sldId="305"/>
            <ac:grpSpMk id="21" creationId="{BDA97EEF-A042-AB7E-11A3-38DC3B16EAA9}"/>
          </ac:grpSpMkLst>
        </pc:grpChg>
        <pc:picChg chg="del">
          <ac:chgData name="J. Tower" userId="9d06de10716639e5" providerId="LiveId" clId="{F8931099-75CA-5660-A155-55881DF68D84}" dt="2026-07-22T17:33:10.664" v="291" actId="478"/>
          <ac:picMkLst>
            <pc:docMk/>
            <pc:sldMk cId="1972911589" sldId="305"/>
            <ac:picMk id="9" creationId="{E87FC25D-9B5D-6B5A-8D5A-74339A59A965}"/>
          </ac:picMkLst>
        </pc:picChg>
        <pc:picChg chg="mod">
          <ac:chgData name="J. Tower" userId="9d06de10716639e5" providerId="LiveId" clId="{F8931099-75CA-5660-A155-55881DF68D84}" dt="2026-07-22T17:33:12.402" v="292"/>
          <ac:picMkLst>
            <pc:docMk/>
            <pc:sldMk cId="1972911589" sldId="305"/>
            <ac:picMk id="22" creationId="{2574039F-009F-2A08-5BBB-486F5B4F0970}"/>
          </ac:picMkLst>
        </pc:picChg>
        <pc:picChg chg="mod">
          <ac:chgData name="J. Tower" userId="9d06de10716639e5" providerId="LiveId" clId="{F8931099-75CA-5660-A155-55881DF68D84}" dt="2026-07-22T17:33:12.402" v="292"/>
          <ac:picMkLst>
            <pc:docMk/>
            <pc:sldMk cId="1972911589" sldId="305"/>
            <ac:picMk id="24" creationId="{9D3F7610-2E9F-FF65-5DAD-4DA4EF603B46}"/>
          </ac:picMkLst>
        </pc:picChg>
      </pc:sldChg>
      <pc:sldChg chg="modSp mod">
        <pc:chgData name="J. Tower" userId="9d06de10716639e5" providerId="LiveId" clId="{F8931099-75CA-5660-A155-55881DF68D84}" dt="2026-07-22T17:30:12.011" v="226" actId="27636"/>
        <pc:sldMkLst>
          <pc:docMk/>
          <pc:sldMk cId="2598884527" sldId="456"/>
        </pc:sldMkLst>
        <pc:spChg chg="mod">
          <ac:chgData name="J. Tower" userId="9d06de10716639e5" providerId="LiveId" clId="{F8931099-75CA-5660-A155-55881DF68D84}" dt="2026-07-22T17:30:12.011" v="226" actId="27636"/>
          <ac:spMkLst>
            <pc:docMk/>
            <pc:sldMk cId="2598884527" sldId="456"/>
            <ac:spMk id="3" creationId="{158609D8-DD0B-4760-B11D-907664E37EB5}"/>
          </ac:spMkLst>
        </pc:spChg>
      </pc:sldChg>
      <pc:sldChg chg="addSp delSp modSp mod">
        <pc:chgData name="J. Tower" userId="9d06de10716639e5" providerId="LiveId" clId="{F8931099-75CA-5660-A155-55881DF68D84}" dt="2026-07-22T17:33:32.313" v="296"/>
        <pc:sldMkLst>
          <pc:docMk/>
          <pc:sldMk cId="934945236" sldId="540"/>
        </pc:sldMkLst>
        <pc:spChg chg="del">
          <ac:chgData name="J. Tower" userId="9d06de10716639e5" providerId="LiveId" clId="{F8931099-75CA-5660-A155-55881DF68D84}" dt="2026-07-22T17:33:31.967" v="295" actId="478"/>
          <ac:spMkLst>
            <pc:docMk/>
            <pc:sldMk cId="934945236" sldId="540"/>
            <ac:spMk id="2" creationId="{AD6CF2A6-BA24-E952-9C0B-429ECE9FD407}"/>
          </ac:spMkLst>
        </pc:spChg>
        <pc:spChg chg="del">
          <ac:chgData name="J. Tower" userId="9d06de10716639e5" providerId="LiveId" clId="{F8931099-75CA-5660-A155-55881DF68D84}" dt="2026-07-22T17:33:31.967" v="295" actId="478"/>
          <ac:spMkLst>
            <pc:docMk/>
            <pc:sldMk cId="934945236" sldId="540"/>
            <ac:spMk id="3" creationId="{B9981E71-45C3-1D3D-B7C9-4446DCE49357}"/>
          </ac:spMkLst>
        </pc:spChg>
        <pc:spChg chg="add mod">
          <ac:chgData name="J. Tower" userId="9d06de10716639e5" providerId="LiveId" clId="{F8931099-75CA-5660-A155-55881DF68D84}" dt="2026-07-22T17:33:32.313" v="296"/>
          <ac:spMkLst>
            <pc:docMk/>
            <pc:sldMk cId="934945236" sldId="540"/>
            <ac:spMk id="5" creationId="{32F59F01-13CA-A538-EB00-C420909FADC1}"/>
          </ac:spMkLst>
        </pc:spChg>
        <pc:spChg chg="add mod">
          <ac:chgData name="J. Tower" userId="9d06de10716639e5" providerId="LiveId" clId="{F8931099-75CA-5660-A155-55881DF68D84}" dt="2026-07-22T17:33:32.313" v="296"/>
          <ac:spMkLst>
            <pc:docMk/>
            <pc:sldMk cId="934945236" sldId="540"/>
            <ac:spMk id="7" creationId="{33E869C9-146B-DC31-A97B-A2F632A01FAF}"/>
          </ac:spMkLst>
        </pc:spChg>
        <pc:spChg chg="mod">
          <ac:chgData name="J. Tower" userId="9d06de10716639e5" providerId="LiveId" clId="{F8931099-75CA-5660-A155-55881DF68D84}" dt="2026-07-22T17:30:42.196" v="242" actId="20577"/>
          <ac:spMkLst>
            <pc:docMk/>
            <pc:sldMk cId="934945236" sldId="540"/>
            <ac:spMk id="9" creationId="{2CCFC013-6D9F-96DA-4013-3CA85BB1D357}"/>
          </ac:spMkLst>
        </pc:spChg>
        <pc:spChg chg="mod">
          <ac:chgData name="J. Tower" userId="9d06de10716639e5" providerId="LiveId" clId="{F8931099-75CA-5660-A155-55881DF68D84}" dt="2026-07-22T17:33:32.313" v="296"/>
          <ac:spMkLst>
            <pc:docMk/>
            <pc:sldMk cId="934945236" sldId="540"/>
            <ac:spMk id="22" creationId="{78756400-64DF-EB40-AC83-0458252B366C}"/>
          </ac:spMkLst>
        </pc:spChg>
        <pc:grpChg chg="add mod">
          <ac:chgData name="J. Tower" userId="9d06de10716639e5" providerId="LiveId" clId="{F8931099-75CA-5660-A155-55881DF68D84}" dt="2026-07-22T17:33:32.313" v="296"/>
          <ac:grpSpMkLst>
            <pc:docMk/>
            <pc:sldMk cId="934945236" sldId="540"/>
            <ac:grpSpMk id="13" creationId="{1B72D920-5FAD-6C7C-92E5-D7A6CD7728CE}"/>
          </ac:grpSpMkLst>
        </pc:grpChg>
        <pc:picChg chg="del">
          <ac:chgData name="J. Tower" userId="9d06de10716639e5" providerId="LiveId" clId="{F8931099-75CA-5660-A155-55881DF68D84}" dt="2026-07-22T17:33:31.967" v="295" actId="478"/>
          <ac:picMkLst>
            <pc:docMk/>
            <pc:sldMk cId="934945236" sldId="540"/>
            <ac:picMk id="4" creationId="{549E6445-9FE7-EBA8-1501-297CFEE7AE93}"/>
          </ac:picMkLst>
        </pc:picChg>
        <pc:picChg chg="mod">
          <ac:chgData name="J. Tower" userId="9d06de10716639e5" providerId="LiveId" clId="{F8931099-75CA-5660-A155-55881DF68D84}" dt="2026-07-22T17:33:32.313" v="296"/>
          <ac:picMkLst>
            <pc:docMk/>
            <pc:sldMk cId="934945236" sldId="540"/>
            <ac:picMk id="14" creationId="{587C4335-ECF3-9DD0-6A79-CCBE00793FFA}"/>
          </ac:picMkLst>
        </pc:picChg>
        <pc:picChg chg="mod">
          <ac:chgData name="J. Tower" userId="9d06de10716639e5" providerId="LiveId" clId="{F8931099-75CA-5660-A155-55881DF68D84}" dt="2026-07-22T17:33:32.313" v="296"/>
          <ac:picMkLst>
            <pc:docMk/>
            <pc:sldMk cId="934945236" sldId="540"/>
            <ac:picMk id="23" creationId="{2811BA38-866A-6911-EB15-652F44639437}"/>
          </ac:picMkLst>
        </pc:picChg>
      </pc:sldChg>
      <pc:sldChg chg="modSp mod">
        <pc:chgData name="J. Tower" userId="9d06de10716639e5" providerId="LiveId" clId="{F8931099-75CA-5660-A155-55881DF68D84}" dt="2026-07-22T17:35:04.115" v="302" actId="207"/>
        <pc:sldMkLst>
          <pc:docMk/>
          <pc:sldMk cId="2221029909" sldId="575"/>
        </pc:sldMkLst>
        <pc:spChg chg="mod">
          <ac:chgData name="J. Tower" userId="9d06de10716639e5" providerId="LiveId" clId="{F8931099-75CA-5660-A155-55881DF68D84}" dt="2026-07-22T17:35:04.115" v="302" actId="207"/>
          <ac:spMkLst>
            <pc:docMk/>
            <pc:sldMk cId="2221029909" sldId="575"/>
            <ac:spMk id="3" creationId="{4B92320E-39A1-8619-9101-65DEAF8C0097}"/>
          </ac:spMkLst>
        </pc:spChg>
      </pc:sldChg>
      <pc:sldChg chg="modNotesTx">
        <pc:chgData name="J. Tower" userId="9d06de10716639e5" providerId="LiveId" clId="{F8931099-75CA-5660-A155-55881DF68D84}" dt="2026-07-23T14:06:44.692" v="586" actId="20577"/>
        <pc:sldMkLst>
          <pc:docMk/>
          <pc:sldMk cId="4246035593" sldId="729"/>
        </pc:sldMkLst>
      </pc:sldChg>
      <pc:sldChg chg="modNotesTx">
        <pc:chgData name="J. Tower" userId="9d06de10716639e5" providerId="LiveId" clId="{F8931099-75CA-5660-A155-55881DF68D84}" dt="2026-07-23T14:05:53.736" v="576" actId="20577"/>
        <pc:sldMkLst>
          <pc:docMk/>
          <pc:sldMk cId="3205008461" sldId="855"/>
        </pc:sldMkLst>
      </pc:sldChg>
      <pc:sldChg chg="modNotesTx">
        <pc:chgData name="J. Tower" userId="9d06de10716639e5" providerId="LiveId" clId="{F8931099-75CA-5660-A155-55881DF68D84}" dt="2026-07-23T14:07:14.275" v="587" actId="113"/>
        <pc:sldMkLst>
          <pc:docMk/>
          <pc:sldMk cId="2736099825" sldId="856"/>
        </pc:sldMkLst>
      </pc:sldChg>
      <pc:sldChg chg="modNotesTx">
        <pc:chgData name="J. Tower" userId="9d06de10716639e5" providerId="LiveId" clId="{F8931099-75CA-5660-A155-55881DF68D84}" dt="2026-07-23T14:08:34.199" v="588" actId="113"/>
        <pc:sldMkLst>
          <pc:docMk/>
          <pc:sldMk cId="3447172628" sldId="863"/>
        </pc:sldMkLst>
      </pc:sldChg>
      <pc:sldChg chg="modSp mod">
        <pc:chgData name="J. Tower" userId="9d06de10716639e5" providerId="LiveId" clId="{F8931099-75CA-5660-A155-55881DF68D84}" dt="2026-07-22T17:28:07.252" v="128" actId="20577"/>
        <pc:sldMkLst>
          <pc:docMk/>
          <pc:sldMk cId="2032269521" sldId="880"/>
        </pc:sldMkLst>
        <pc:spChg chg="mod">
          <ac:chgData name="J. Tower" userId="9d06de10716639e5" providerId="LiveId" clId="{F8931099-75CA-5660-A155-55881DF68D84}" dt="2026-07-22T17:28:07.252" v="128" actId="20577"/>
          <ac:spMkLst>
            <pc:docMk/>
            <pc:sldMk cId="2032269521" sldId="880"/>
            <ac:spMk id="2" creationId="{A1DF4B6A-6893-86B6-9386-A995392A099A}"/>
          </ac:spMkLst>
        </pc:spChg>
      </pc:sldChg>
      <pc:sldChg chg="del">
        <pc:chgData name="J. Tower" userId="9d06de10716639e5" providerId="LiveId" clId="{F8931099-75CA-5660-A155-55881DF68D84}" dt="2026-07-23T19:25:07.127" v="924"/>
        <pc:sldMkLst>
          <pc:docMk/>
          <pc:sldMk cId="1885011996" sldId="881"/>
        </pc:sldMkLst>
      </pc:sldChg>
      <pc:sldChg chg="del">
        <pc:chgData name="J. Tower" userId="9d06de10716639e5" providerId="LiveId" clId="{F8931099-75CA-5660-A155-55881DF68D84}" dt="2026-07-23T14:43:21.676" v="890"/>
        <pc:sldMkLst>
          <pc:docMk/>
          <pc:sldMk cId="613446173" sldId="884"/>
        </pc:sldMkLst>
      </pc:sldChg>
      <pc:sldChg chg="del">
        <pc:chgData name="J. Tower" userId="9d06de10716639e5" providerId="LiveId" clId="{F8931099-75CA-5660-A155-55881DF68D84}" dt="2026-07-22T15:08:23.414" v="1"/>
        <pc:sldMkLst>
          <pc:docMk/>
          <pc:sldMk cId="3443821648" sldId="885"/>
        </pc:sldMkLst>
      </pc:sldChg>
      <pc:sldChg chg="del">
        <pc:chgData name="J. Tower" userId="9d06de10716639e5" providerId="LiveId" clId="{F8931099-75CA-5660-A155-55881DF68D84}" dt="2026-07-22T15:09:41.854" v="15"/>
        <pc:sldMkLst>
          <pc:docMk/>
          <pc:sldMk cId="2014264951" sldId="887"/>
        </pc:sldMkLst>
      </pc:sldChg>
      <pc:sldChg chg="del">
        <pc:chgData name="J. Tower" userId="9d06de10716639e5" providerId="LiveId" clId="{F8931099-75CA-5660-A155-55881DF68D84}" dt="2026-07-23T14:30:31.405" v="873"/>
        <pc:sldMkLst>
          <pc:docMk/>
          <pc:sldMk cId="2852340909" sldId="888"/>
        </pc:sldMkLst>
      </pc:sldChg>
      <pc:sldChg chg="del">
        <pc:chgData name="J. Tower" userId="9d06de10716639e5" providerId="LiveId" clId="{F8931099-75CA-5660-A155-55881DF68D84}" dt="2026-07-23T14:21:44.892" v="679"/>
        <pc:sldMkLst>
          <pc:docMk/>
          <pc:sldMk cId="2504112812" sldId="893"/>
        </pc:sldMkLst>
      </pc:sldChg>
      <pc:sldChg chg="del modNotesTx">
        <pc:chgData name="J. Tower" userId="9d06de10716639e5" providerId="LiveId" clId="{F8931099-75CA-5660-A155-55881DF68D84}" dt="2026-07-23T14:23:21.348" v="681"/>
        <pc:sldMkLst>
          <pc:docMk/>
          <pc:sldMk cId="2275922530" sldId="894"/>
        </pc:sldMkLst>
      </pc:sldChg>
      <pc:sldChg chg="del modNotesTx">
        <pc:chgData name="J. Tower" userId="9d06de10716639e5" providerId="LiveId" clId="{F8931099-75CA-5660-A155-55881DF68D84}" dt="2026-07-23T19:27:32.955" v="934"/>
        <pc:sldMkLst>
          <pc:docMk/>
          <pc:sldMk cId="555985146" sldId="896"/>
        </pc:sldMkLst>
      </pc:sldChg>
      <pc:sldChg chg="del">
        <pc:chgData name="J. Tower" userId="9d06de10716639e5" providerId="LiveId" clId="{F8931099-75CA-5660-A155-55881DF68D84}" dt="2026-07-23T19:28:36.102" v="940"/>
        <pc:sldMkLst>
          <pc:docMk/>
          <pc:sldMk cId="3480799871" sldId="897"/>
        </pc:sldMkLst>
      </pc:sldChg>
      <pc:sldChg chg="modSp">
        <pc:chgData name="J. Tower" userId="9d06de10716639e5" providerId="LiveId" clId="{F8931099-75CA-5660-A155-55881DF68D84}" dt="2026-07-23T14:14:09.789" v="641"/>
        <pc:sldMkLst>
          <pc:docMk/>
          <pc:sldMk cId="210841800" sldId="912"/>
        </pc:sldMkLst>
        <pc:spChg chg="mod">
          <ac:chgData name="J. Tower" userId="9d06de10716639e5" providerId="LiveId" clId="{F8931099-75CA-5660-A155-55881DF68D84}" dt="2026-07-23T14:14:09.789" v="641"/>
          <ac:spMkLst>
            <pc:docMk/>
            <pc:sldMk cId="210841800" sldId="912"/>
            <ac:spMk id="5" creationId="{12B2B7EF-28ED-3EF2-9492-8F584C9853E9}"/>
          </ac:spMkLst>
        </pc:spChg>
      </pc:sldChg>
      <pc:sldChg chg="modSp">
        <pc:chgData name="J. Tower" userId="9d06de10716639e5" providerId="LiveId" clId="{F8931099-75CA-5660-A155-55881DF68D84}" dt="2026-07-23T14:14:17.090" v="643"/>
        <pc:sldMkLst>
          <pc:docMk/>
          <pc:sldMk cId="553172039" sldId="913"/>
        </pc:sldMkLst>
        <pc:spChg chg="mod">
          <ac:chgData name="J. Tower" userId="9d06de10716639e5" providerId="LiveId" clId="{F8931099-75CA-5660-A155-55881DF68D84}" dt="2026-07-23T14:14:17.090" v="643"/>
          <ac:spMkLst>
            <pc:docMk/>
            <pc:sldMk cId="553172039" sldId="913"/>
            <ac:spMk id="5" creationId="{20EE34FD-0B17-CA36-6A6E-D8B546AA7554}"/>
          </ac:spMkLst>
        </pc:spChg>
      </pc:sldChg>
      <pc:sldChg chg="del">
        <pc:chgData name="J. Tower" userId="9d06de10716639e5" providerId="LiveId" clId="{F8931099-75CA-5660-A155-55881DF68D84}" dt="2026-07-22T17:35:36.639" v="303" actId="2696"/>
        <pc:sldMkLst>
          <pc:docMk/>
          <pc:sldMk cId="2460954310" sldId="914"/>
        </pc:sldMkLst>
      </pc:sldChg>
      <pc:sldChg chg="modSp">
        <pc:chgData name="J. Tower" userId="9d06de10716639e5" providerId="LiveId" clId="{F8931099-75CA-5660-A155-55881DF68D84}" dt="2026-07-23T14:15:47.668" v="673"/>
        <pc:sldMkLst>
          <pc:docMk/>
          <pc:sldMk cId="4249165283" sldId="916"/>
        </pc:sldMkLst>
        <pc:spChg chg="mod">
          <ac:chgData name="J. Tower" userId="9d06de10716639e5" providerId="LiveId" clId="{F8931099-75CA-5660-A155-55881DF68D84}" dt="2026-07-23T14:14:40.700" v="652"/>
          <ac:spMkLst>
            <pc:docMk/>
            <pc:sldMk cId="4249165283" sldId="916"/>
            <ac:spMk id="5" creationId="{8430E2AB-A6A0-879A-7940-5EE33DC3DCBC}"/>
          </ac:spMkLst>
        </pc:spChg>
        <pc:spChg chg="mod">
          <ac:chgData name="J. Tower" userId="9d06de10716639e5" providerId="LiveId" clId="{F8931099-75CA-5660-A155-55881DF68D84}" dt="2026-07-23T14:15:47.668" v="673"/>
          <ac:spMkLst>
            <pc:docMk/>
            <pc:sldMk cId="4249165283" sldId="916"/>
            <ac:spMk id="7" creationId="{69EDB736-88A0-F0D8-6696-4C639DADC2B4}"/>
          </ac:spMkLst>
        </pc:spChg>
      </pc:sldChg>
      <pc:sldChg chg="modNotesTx">
        <pc:chgData name="J. Tower" userId="9d06de10716639e5" providerId="LiveId" clId="{F8931099-75CA-5660-A155-55881DF68D84}" dt="2026-07-23T14:12:15.972" v="639" actId="20577"/>
        <pc:sldMkLst>
          <pc:docMk/>
          <pc:sldMk cId="2166782429" sldId="917"/>
        </pc:sldMkLst>
      </pc:sldChg>
      <pc:sldChg chg="modNotesTx">
        <pc:chgData name="J. Tower" userId="9d06de10716639e5" providerId="LiveId" clId="{F8931099-75CA-5660-A155-55881DF68D84}" dt="2026-07-23T14:12:48.353" v="640" actId="20577"/>
        <pc:sldMkLst>
          <pc:docMk/>
          <pc:sldMk cId="3030128795" sldId="918"/>
        </pc:sldMkLst>
      </pc:sldChg>
      <pc:sldChg chg="modSp">
        <pc:chgData name="J. Tower" userId="9d06de10716639e5" providerId="LiveId" clId="{F8931099-75CA-5660-A155-55881DF68D84}" dt="2026-07-23T14:14:13.543" v="642"/>
        <pc:sldMkLst>
          <pc:docMk/>
          <pc:sldMk cId="4102950063" sldId="920"/>
        </pc:sldMkLst>
        <pc:spChg chg="mod">
          <ac:chgData name="J. Tower" userId="9d06de10716639e5" providerId="LiveId" clId="{F8931099-75CA-5660-A155-55881DF68D84}" dt="2026-07-23T14:14:13.543" v="642"/>
          <ac:spMkLst>
            <pc:docMk/>
            <pc:sldMk cId="4102950063" sldId="920"/>
            <ac:spMk id="5" creationId="{4BCAD4E9-452A-7D8F-4017-609F3B2E6724}"/>
          </ac:spMkLst>
        </pc:spChg>
      </pc:sldChg>
      <pc:sldChg chg="modSp">
        <pc:chgData name="J. Tower" userId="9d06de10716639e5" providerId="LiveId" clId="{F8931099-75CA-5660-A155-55881DF68D84}" dt="2026-07-23T14:14:20.420" v="644"/>
        <pc:sldMkLst>
          <pc:docMk/>
          <pc:sldMk cId="3104105461" sldId="921"/>
        </pc:sldMkLst>
        <pc:spChg chg="mod">
          <ac:chgData name="J. Tower" userId="9d06de10716639e5" providerId="LiveId" clId="{F8931099-75CA-5660-A155-55881DF68D84}" dt="2026-07-23T14:14:20.420" v="644"/>
          <ac:spMkLst>
            <pc:docMk/>
            <pc:sldMk cId="3104105461" sldId="921"/>
            <ac:spMk id="5" creationId="{E81B21E8-72CE-E7C0-D716-20D2F9E8D740}"/>
          </ac:spMkLst>
        </pc:spChg>
      </pc:sldChg>
      <pc:sldChg chg="modSp">
        <pc:chgData name="J. Tower" userId="9d06de10716639e5" providerId="LiveId" clId="{F8931099-75CA-5660-A155-55881DF68D84}" dt="2026-07-23T14:14:23.910" v="645"/>
        <pc:sldMkLst>
          <pc:docMk/>
          <pc:sldMk cId="3892859101" sldId="922"/>
        </pc:sldMkLst>
        <pc:spChg chg="mod">
          <ac:chgData name="J. Tower" userId="9d06de10716639e5" providerId="LiveId" clId="{F8931099-75CA-5660-A155-55881DF68D84}" dt="2026-07-23T14:14:23.910" v="645"/>
          <ac:spMkLst>
            <pc:docMk/>
            <pc:sldMk cId="3892859101" sldId="922"/>
            <ac:spMk id="5" creationId="{75DBBF1D-963D-B40B-84D5-08FF7C205663}"/>
          </ac:spMkLst>
        </pc:spChg>
      </pc:sldChg>
      <pc:sldChg chg="modSp">
        <pc:chgData name="J. Tower" userId="9d06de10716639e5" providerId="LiveId" clId="{F8931099-75CA-5660-A155-55881DF68D84}" dt="2026-07-23T14:14:26.285" v="646"/>
        <pc:sldMkLst>
          <pc:docMk/>
          <pc:sldMk cId="394936117" sldId="923"/>
        </pc:sldMkLst>
        <pc:spChg chg="mod">
          <ac:chgData name="J. Tower" userId="9d06de10716639e5" providerId="LiveId" clId="{F8931099-75CA-5660-A155-55881DF68D84}" dt="2026-07-23T14:14:26.285" v="646"/>
          <ac:spMkLst>
            <pc:docMk/>
            <pc:sldMk cId="394936117" sldId="923"/>
            <ac:spMk id="5" creationId="{9332DA04-E04C-ABD2-04C1-FBFFDDF1A2F2}"/>
          </ac:spMkLst>
        </pc:spChg>
      </pc:sldChg>
      <pc:sldChg chg="modSp mod">
        <pc:chgData name="J. Tower" userId="9d06de10716639e5" providerId="LiveId" clId="{F8931099-75CA-5660-A155-55881DF68D84}" dt="2026-07-23T14:14:30.559" v="649"/>
        <pc:sldMkLst>
          <pc:docMk/>
          <pc:sldMk cId="44498495" sldId="925"/>
        </pc:sldMkLst>
        <pc:spChg chg="mod">
          <ac:chgData name="J. Tower" userId="9d06de10716639e5" providerId="LiveId" clId="{F8931099-75CA-5660-A155-55881DF68D84}" dt="2026-07-23T14:14:30.559" v="649"/>
          <ac:spMkLst>
            <pc:docMk/>
            <pc:sldMk cId="44498495" sldId="925"/>
            <ac:spMk id="5" creationId="{499B2C90-7514-5A97-1D62-64AAAEA6D7F1}"/>
          </ac:spMkLst>
        </pc:spChg>
      </pc:sldChg>
      <pc:sldChg chg="modSp">
        <pc:chgData name="J. Tower" userId="9d06de10716639e5" providerId="LiveId" clId="{F8931099-75CA-5660-A155-55881DF68D84}" dt="2026-07-23T14:14:33.850" v="650"/>
        <pc:sldMkLst>
          <pc:docMk/>
          <pc:sldMk cId="2363967969" sldId="926"/>
        </pc:sldMkLst>
        <pc:spChg chg="mod">
          <ac:chgData name="J. Tower" userId="9d06de10716639e5" providerId="LiveId" clId="{F8931099-75CA-5660-A155-55881DF68D84}" dt="2026-07-23T14:14:33.850" v="650"/>
          <ac:spMkLst>
            <pc:docMk/>
            <pc:sldMk cId="2363967969" sldId="926"/>
            <ac:spMk id="5" creationId="{01C770F8-4241-734F-2A97-5194B9D0DCD3}"/>
          </ac:spMkLst>
        </pc:spChg>
      </pc:sldChg>
      <pc:sldChg chg="modSp mod">
        <pc:chgData name="J. Tower" userId="9d06de10716639e5" providerId="LiveId" clId="{F8931099-75CA-5660-A155-55881DF68D84}" dt="2026-07-23T14:15:41.904" v="672" actId="20577"/>
        <pc:sldMkLst>
          <pc:docMk/>
          <pc:sldMk cId="454019570" sldId="927"/>
        </pc:sldMkLst>
        <pc:spChg chg="mod">
          <ac:chgData name="J. Tower" userId="9d06de10716639e5" providerId="LiveId" clId="{F8931099-75CA-5660-A155-55881DF68D84}" dt="2026-07-23T14:14:37.352" v="651"/>
          <ac:spMkLst>
            <pc:docMk/>
            <pc:sldMk cId="454019570" sldId="927"/>
            <ac:spMk id="5" creationId="{ABD02729-B4ED-687A-671E-C067EBA4B5BD}"/>
          </ac:spMkLst>
        </pc:spChg>
        <pc:spChg chg="mod">
          <ac:chgData name="J. Tower" userId="9d06de10716639e5" providerId="LiveId" clId="{F8931099-75CA-5660-A155-55881DF68D84}" dt="2026-07-23T14:15:41.904" v="672" actId="20577"/>
          <ac:spMkLst>
            <pc:docMk/>
            <pc:sldMk cId="454019570" sldId="927"/>
            <ac:spMk id="7" creationId="{013BF725-4253-78ED-B328-4710A7D019B2}"/>
          </ac:spMkLst>
        </pc:spChg>
      </pc:sldChg>
      <pc:sldChg chg="del">
        <pc:chgData name="J. Tower" userId="9d06de10716639e5" providerId="LiveId" clId="{F8931099-75CA-5660-A155-55881DF68D84}" dt="2026-07-23T19:26:49.032" v="930"/>
        <pc:sldMkLst>
          <pc:docMk/>
          <pc:sldMk cId="1511208586" sldId="931"/>
        </pc:sldMkLst>
      </pc:sldChg>
      <pc:sldChg chg="del">
        <pc:chgData name="J. Tower" userId="9d06de10716639e5" providerId="LiveId" clId="{F8931099-75CA-5660-A155-55881DF68D84}" dt="2026-07-23T19:27:11.316" v="932"/>
        <pc:sldMkLst>
          <pc:docMk/>
          <pc:sldMk cId="1254007352" sldId="932"/>
        </pc:sldMkLst>
      </pc:sldChg>
      <pc:sldChg chg="del">
        <pc:chgData name="J. Tower" userId="9d06de10716639e5" providerId="LiveId" clId="{F8931099-75CA-5660-A155-55881DF68D84}" dt="2026-07-23T19:26:07.661" v="926"/>
        <pc:sldMkLst>
          <pc:docMk/>
          <pc:sldMk cId="4087115035" sldId="933"/>
        </pc:sldMkLst>
      </pc:sldChg>
      <pc:sldChg chg="del">
        <pc:chgData name="J. Tower" userId="9d06de10716639e5" providerId="LiveId" clId="{F8931099-75CA-5660-A155-55881DF68D84}" dt="2026-07-23T19:26:28.663" v="928"/>
        <pc:sldMkLst>
          <pc:docMk/>
          <pc:sldMk cId="1838424444" sldId="935"/>
        </pc:sldMkLst>
      </pc:sldChg>
      <pc:sldChg chg="del">
        <pc:chgData name="J. Tower" userId="9d06de10716639e5" providerId="LiveId" clId="{F8931099-75CA-5660-A155-55881DF68D84}" dt="2026-07-23T19:29:42.597" v="946"/>
        <pc:sldMkLst>
          <pc:docMk/>
          <pc:sldMk cId="3681607655" sldId="936"/>
        </pc:sldMkLst>
      </pc:sldChg>
      <pc:sldChg chg="del">
        <pc:chgData name="J. Tower" userId="9d06de10716639e5" providerId="LiveId" clId="{F8931099-75CA-5660-A155-55881DF68D84}" dt="2026-07-23T19:30:02.075" v="948"/>
        <pc:sldMkLst>
          <pc:docMk/>
          <pc:sldMk cId="2296336208" sldId="937"/>
        </pc:sldMkLst>
      </pc:sldChg>
      <pc:sldChg chg="modSp del mod">
        <pc:chgData name="J. Tower" userId="9d06de10716639e5" providerId="LiveId" clId="{F8931099-75CA-5660-A155-55881DF68D84}" dt="2026-07-23T19:31:23.827" v="954"/>
        <pc:sldMkLst>
          <pc:docMk/>
          <pc:sldMk cId="51673440" sldId="938"/>
        </pc:sldMkLst>
        <pc:spChg chg="mod">
          <ac:chgData name="J. Tower" userId="9d06de10716639e5" providerId="LiveId" clId="{F8931099-75CA-5660-A155-55881DF68D84}" dt="2026-07-22T15:13:49.002" v="23" actId="20577"/>
          <ac:spMkLst>
            <pc:docMk/>
            <pc:sldMk cId="51673440" sldId="938"/>
            <ac:spMk id="2" creationId="{D1C651DE-92FE-AD5B-D925-9C24CB3059D2}"/>
          </ac:spMkLst>
        </pc:spChg>
      </pc:sldChg>
      <pc:sldChg chg="del">
        <pc:chgData name="J. Tower" userId="9d06de10716639e5" providerId="LiveId" clId="{F8931099-75CA-5660-A155-55881DF68D84}" dt="2026-07-23T19:31:44.788" v="956"/>
        <pc:sldMkLst>
          <pc:docMk/>
          <pc:sldMk cId="586042726" sldId="939"/>
        </pc:sldMkLst>
      </pc:sldChg>
      <pc:sldChg chg="del">
        <pc:chgData name="J. Tower" userId="9d06de10716639e5" providerId="LiveId" clId="{F8931099-75CA-5660-A155-55881DF68D84}" dt="2026-07-23T19:32:25.231" v="960"/>
        <pc:sldMkLst>
          <pc:docMk/>
          <pc:sldMk cId="1798226156" sldId="940"/>
        </pc:sldMkLst>
      </pc:sldChg>
      <pc:sldChg chg="del">
        <pc:chgData name="J. Tower" userId="9d06de10716639e5" providerId="LiveId" clId="{F8931099-75CA-5660-A155-55881DF68D84}" dt="2026-07-23T19:32:44.639" v="962"/>
        <pc:sldMkLst>
          <pc:docMk/>
          <pc:sldMk cId="1072179456" sldId="941"/>
        </pc:sldMkLst>
      </pc:sldChg>
      <pc:sldChg chg="del">
        <pc:chgData name="J. Tower" userId="9d06de10716639e5" providerId="LiveId" clId="{F8931099-75CA-5660-A155-55881DF68D84}" dt="2026-07-23T19:34:24.749" v="972"/>
        <pc:sldMkLst>
          <pc:docMk/>
          <pc:sldMk cId="3761668633" sldId="942"/>
        </pc:sldMkLst>
      </pc:sldChg>
      <pc:sldChg chg="del">
        <pc:chgData name="J. Tower" userId="9d06de10716639e5" providerId="LiveId" clId="{F8931099-75CA-5660-A155-55881DF68D84}" dt="2026-07-23T19:34:47.087" v="974"/>
        <pc:sldMkLst>
          <pc:docMk/>
          <pc:sldMk cId="2400402955" sldId="943"/>
        </pc:sldMkLst>
      </pc:sldChg>
      <pc:sldChg chg="addSp delSp modSp mod">
        <pc:chgData name="J. Tower" userId="9d06de10716639e5" providerId="LiveId" clId="{F8931099-75CA-5660-A155-55881DF68D84}" dt="2026-07-22T17:38:03.579" v="382" actId="478"/>
        <pc:sldMkLst>
          <pc:docMk/>
          <pc:sldMk cId="3598741161" sldId="945"/>
        </pc:sldMkLst>
        <pc:spChg chg="add del mod">
          <ac:chgData name="J. Tower" userId="9d06de10716639e5" providerId="LiveId" clId="{F8931099-75CA-5660-A155-55881DF68D84}" dt="2026-07-22T17:38:03.579" v="382" actId="478"/>
          <ac:spMkLst>
            <pc:docMk/>
            <pc:sldMk cId="3598741161" sldId="945"/>
            <ac:spMk id="3" creationId="{8BEF8152-310C-70C0-921E-0730CD159ABF}"/>
          </ac:spMkLst>
        </pc:spChg>
        <pc:spChg chg="add del mod">
          <ac:chgData name="J. Tower" userId="9d06de10716639e5" providerId="LiveId" clId="{F8931099-75CA-5660-A155-55881DF68D84}" dt="2026-07-22T17:38:03.579" v="382" actId="478"/>
          <ac:spMkLst>
            <pc:docMk/>
            <pc:sldMk cId="3598741161" sldId="945"/>
            <ac:spMk id="4" creationId="{BF1DBF5B-2B7F-C558-ACA9-5D80F89B633C}"/>
          </ac:spMkLst>
        </pc:spChg>
        <pc:spChg chg="del">
          <ac:chgData name="J. Tower" userId="9d06de10716639e5" providerId="LiveId" clId="{F8931099-75CA-5660-A155-55881DF68D84}" dt="2026-07-22T17:36:32.146" v="309" actId="478"/>
          <ac:spMkLst>
            <pc:docMk/>
            <pc:sldMk cId="3598741161" sldId="945"/>
            <ac:spMk id="5" creationId="{00D21D3C-2501-9042-1C96-DAFD27E404F0}"/>
          </ac:spMkLst>
        </pc:spChg>
        <pc:spChg chg="mod">
          <ac:chgData name="J. Tower" userId="9d06de10716639e5" providerId="LiveId" clId="{F8931099-75CA-5660-A155-55881DF68D84}" dt="2026-07-22T17:38:00.580" v="381" actId="166"/>
          <ac:spMkLst>
            <pc:docMk/>
            <pc:sldMk cId="3598741161" sldId="945"/>
            <ac:spMk id="6" creationId="{06D4D8DF-EB84-5687-5C0C-4B201BC481B4}"/>
          </ac:spMkLst>
        </pc:spChg>
        <pc:spChg chg="add del mod">
          <ac:chgData name="J. Tower" userId="9d06de10716639e5" providerId="LiveId" clId="{F8931099-75CA-5660-A155-55881DF68D84}" dt="2026-07-22T17:38:03.579" v="382" actId="478"/>
          <ac:spMkLst>
            <pc:docMk/>
            <pc:sldMk cId="3598741161" sldId="945"/>
            <ac:spMk id="7" creationId="{F64060AE-9F0E-A3B5-695C-9969730AB62C}"/>
          </ac:spMkLst>
        </pc:spChg>
        <pc:spChg chg="del">
          <ac:chgData name="J. Tower" userId="9d06de10716639e5" providerId="LiveId" clId="{F8931099-75CA-5660-A155-55881DF68D84}" dt="2026-07-22T17:36:32.146" v="309" actId="478"/>
          <ac:spMkLst>
            <pc:docMk/>
            <pc:sldMk cId="3598741161" sldId="945"/>
            <ac:spMk id="8" creationId="{C2B8B17A-7DE8-2FFC-4A66-13ACFB64DA52}"/>
          </ac:spMkLst>
        </pc:spChg>
        <pc:spChg chg="del">
          <ac:chgData name="J. Tower" userId="9d06de10716639e5" providerId="LiveId" clId="{F8931099-75CA-5660-A155-55881DF68D84}" dt="2026-07-22T17:36:32.146" v="309" actId="478"/>
          <ac:spMkLst>
            <pc:docMk/>
            <pc:sldMk cId="3598741161" sldId="945"/>
            <ac:spMk id="9" creationId="{CE4A4DB6-9B12-F287-406F-1608298B942F}"/>
          </ac:spMkLst>
        </pc:spChg>
        <pc:spChg chg="add mod">
          <ac:chgData name="J. Tower" userId="9d06de10716639e5" providerId="LiveId" clId="{F8931099-75CA-5660-A155-55881DF68D84}" dt="2026-07-22T17:37:50.004" v="354"/>
          <ac:spMkLst>
            <pc:docMk/>
            <pc:sldMk cId="3598741161" sldId="945"/>
            <ac:spMk id="10" creationId="{9C5B75E4-C547-A9E6-5387-F99815D4B279}"/>
          </ac:spMkLst>
        </pc:spChg>
        <pc:spChg chg="add mod">
          <ac:chgData name="J. Tower" userId="9d06de10716639e5" providerId="LiveId" clId="{F8931099-75CA-5660-A155-55881DF68D84}" dt="2026-07-22T17:37:50.004" v="354"/>
          <ac:spMkLst>
            <pc:docMk/>
            <pc:sldMk cId="3598741161" sldId="945"/>
            <ac:spMk id="11" creationId="{4188B749-D505-527F-9CBD-23806A33CDB5}"/>
          </ac:spMkLst>
        </pc:spChg>
        <pc:spChg chg="add mod">
          <ac:chgData name="J. Tower" userId="9d06de10716639e5" providerId="LiveId" clId="{F8931099-75CA-5660-A155-55881DF68D84}" dt="2026-07-22T17:37:50.004" v="354"/>
          <ac:spMkLst>
            <pc:docMk/>
            <pc:sldMk cId="3598741161" sldId="945"/>
            <ac:spMk id="12" creationId="{8C98A068-0AA9-53CF-B830-64312EEC0F83}"/>
          </ac:spMkLst>
        </pc:spChg>
      </pc:sldChg>
      <pc:sldChg chg="addSp delSp modSp mod">
        <pc:chgData name="J. Tower" userId="9d06de10716639e5" providerId="LiveId" clId="{F8931099-75CA-5660-A155-55881DF68D84}" dt="2026-07-23T14:16:12.622" v="675" actId="478"/>
        <pc:sldMkLst>
          <pc:docMk/>
          <pc:sldMk cId="3303466725" sldId="946"/>
        </pc:sldMkLst>
        <pc:spChg chg="add del mod">
          <ac:chgData name="J. Tower" userId="9d06de10716639e5" providerId="LiveId" clId="{F8931099-75CA-5660-A155-55881DF68D84}" dt="2026-07-23T14:16:12.622" v="675" actId="478"/>
          <ac:spMkLst>
            <pc:docMk/>
            <pc:sldMk cId="3303466725" sldId="946"/>
            <ac:spMk id="3" creationId="{4638176F-53C9-4DDA-9D1F-1BDB5E7DE626}"/>
          </ac:spMkLst>
        </pc:spChg>
        <pc:spChg chg="add del mod">
          <ac:chgData name="J. Tower" userId="9d06de10716639e5" providerId="LiveId" clId="{F8931099-75CA-5660-A155-55881DF68D84}" dt="2026-07-23T14:16:12.622" v="675" actId="478"/>
          <ac:spMkLst>
            <pc:docMk/>
            <pc:sldMk cId="3303466725" sldId="946"/>
            <ac:spMk id="4" creationId="{58DF62FD-74AF-9FDE-E1BD-3063E2E47C4E}"/>
          </ac:spMkLst>
        </pc:spChg>
        <pc:spChg chg="del mod">
          <ac:chgData name="J. Tower" userId="9d06de10716639e5" providerId="LiveId" clId="{F8931099-75CA-5660-A155-55881DF68D84}" dt="2026-07-22T17:37:41.076" v="353" actId="478"/>
          <ac:spMkLst>
            <pc:docMk/>
            <pc:sldMk cId="3303466725" sldId="946"/>
            <ac:spMk id="5" creationId="{B06B6615-1789-3F9C-F197-850126F601AE}"/>
          </ac:spMkLst>
        </pc:spChg>
        <pc:spChg chg="del mod">
          <ac:chgData name="J. Tower" userId="9d06de10716639e5" providerId="LiveId" clId="{F8931099-75CA-5660-A155-55881DF68D84}" dt="2026-07-23T14:16:12.622" v="675" actId="478"/>
          <ac:spMkLst>
            <pc:docMk/>
            <pc:sldMk cId="3303466725" sldId="946"/>
            <ac:spMk id="6" creationId="{5839A565-8096-18D9-D4AC-59AA63887D20}"/>
          </ac:spMkLst>
        </pc:spChg>
        <pc:spChg chg="add del mod">
          <ac:chgData name="J. Tower" userId="9d06de10716639e5" providerId="LiveId" clId="{F8931099-75CA-5660-A155-55881DF68D84}" dt="2026-07-23T14:16:12.622" v="675" actId="478"/>
          <ac:spMkLst>
            <pc:docMk/>
            <pc:sldMk cId="3303466725" sldId="946"/>
            <ac:spMk id="7" creationId="{8C6D485C-C8C0-0726-FF75-5F9F1325506D}"/>
          </ac:spMkLst>
        </pc:spChg>
        <pc:spChg chg="del mod">
          <ac:chgData name="J. Tower" userId="9d06de10716639e5" providerId="LiveId" clId="{F8931099-75CA-5660-A155-55881DF68D84}" dt="2026-07-22T17:37:41.076" v="353" actId="478"/>
          <ac:spMkLst>
            <pc:docMk/>
            <pc:sldMk cId="3303466725" sldId="946"/>
            <ac:spMk id="8" creationId="{40BB0544-355C-8F69-E4FC-588C7D91976C}"/>
          </ac:spMkLst>
        </pc:spChg>
        <pc:spChg chg="del mod">
          <ac:chgData name="J. Tower" userId="9d06de10716639e5" providerId="LiveId" clId="{F8931099-75CA-5660-A155-55881DF68D84}" dt="2026-07-22T17:37:41.076" v="353" actId="478"/>
          <ac:spMkLst>
            <pc:docMk/>
            <pc:sldMk cId="3303466725" sldId="946"/>
            <ac:spMk id="9" creationId="{03B1D67A-D89E-607F-B96A-9D2C126433A4}"/>
          </ac:spMkLst>
        </pc:spChg>
      </pc:sldChg>
      <pc:sldChg chg="addSp delSp modSp mod">
        <pc:chgData name="J. Tower" userId="9d06de10716639e5" providerId="LiveId" clId="{F8931099-75CA-5660-A155-55881DF68D84}" dt="2026-07-22T17:37:13.320" v="318" actId="166"/>
        <pc:sldMkLst>
          <pc:docMk/>
          <pc:sldMk cId="2295188133" sldId="947"/>
        </pc:sldMkLst>
        <pc:spChg chg="mod">
          <ac:chgData name="J. Tower" userId="9d06de10716639e5" providerId="LiveId" clId="{F8931099-75CA-5660-A155-55881DF68D84}" dt="2026-07-22T17:37:04.227" v="316" actId="688"/>
          <ac:spMkLst>
            <pc:docMk/>
            <pc:sldMk cId="2295188133" sldId="947"/>
            <ac:spMk id="3" creationId="{A61B9C13-7DD9-0BAE-1BE5-351D72546389}"/>
          </ac:spMkLst>
        </pc:spChg>
        <pc:spChg chg="add mod">
          <ac:chgData name="J. Tower" userId="9d06de10716639e5" providerId="LiveId" clId="{F8931099-75CA-5660-A155-55881DF68D84}" dt="2026-07-22T17:36:49.419" v="313"/>
          <ac:spMkLst>
            <pc:docMk/>
            <pc:sldMk cId="2295188133" sldId="947"/>
            <ac:spMk id="4" creationId="{D9864F9A-EDFB-7C75-99F5-6CF5F390CBC3}"/>
          </ac:spMkLst>
        </pc:spChg>
        <pc:spChg chg="del">
          <ac:chgData name="J. Tower" userId="9d06de10716639e5" providerId="LiveId" clId="{F8931099-75CA-5660-A155-55881DF68D84}" dt="2026-07-22T17:36:48.373" v="312" actId="478"/>
          <ac:spMkLst>
            <pc:docMk/>
            <pc:sldMk cId="2295188133" sldId="947"/>
            <ac:spMk id="5" creationId="{A4DE312F-CBB1-9C39-4AC4-034F3DD4AE6F}"/>
          </ac:spMkLst>
        </pc:spChg>
        <pc:spChg chg="add mod">
          <ac:chgData name="J. Tower" userId="9d06de10716639e5" providerId="LiveId" clId="{F8931099-75CA-5660-A155-55881DF68D84}" dt="2026-07-22T17:36:49.419" v="313"/>
          <ac:spMkLst>
            <pc:docMk/>
            <pc:sldMk cId="2295188133" sldId="947"/>
            <ac:spMk id="6" creationId="{8C5C6D94-006C-5585-A368-C78AEFCD8E0B}"/>
          </ac:spMkLst>
        </pc:spChg>
        <pc:spChg chg="add mod">
          <ac:chgData name="J. Tower" userId="9d06de10716639e5" providerId="LiveId" clId="{F8931099-75CA-5660-A155-55881DF68D84}" dt="2026-07-22T17:36:49.419" v="313"/>
          <ac:spMkLst>
            <pc:docMk/>
            <pc:sldMk cId="2295188133" sldId="947"/>
            <ac:spMk id="7" creationId="{DC1454EC-3BDA-9C37-83B6-032E76C2936A}"/>
          </ac:spMkLst>
        </pc:spChg>
        <pc:spChg chg="del">
          <ac:chgData name="J. Tower" userId="9d06de10716639e5" providerId="LiveId" clId="{F8931099-75CA-5660-A155-55881DF68D84}" dt="2026-07-22T17:36:48.373" v="312" actId="478"/>
          <ac:spMkLst>
            <pc:docMk/>
            <pc:sldMk cId="2295188133" sldId="947"/>
            <ac:spMk id="8" creationId="{90F54E44-4A20-F9C9-6366-D61B770DC7C4}"/>
          </ac:spMkLst>
        </pc:spChg>
        <pc:spChg chg="del">
          <ac:chgData name="J. Tower" userId="9d06de10716639e5" providerId="LiveId" clId="{F8931099-75CA-5660-A155-55881DF68D84}" dt="2026-07-22T17:36:48.373" v="312" actId="478"/>
          <ac:spMkLst>
            <pc:docMk/>
            <pc:sldMk cId="2295188133" sldId="947"/>
            <ac:spMk id="9" creationId="{0461C04A-977F-49D6-E0D1-3F34C680902C}"/>
          </ac:spMkLst>
        </pc:spChg>
        <pc:spChg chg="add mod">
          <ac:chgData name="J. Tower" userId="9d06de10716639e5" providerId="LiveId" clId="{F8931099-75CA-5660-A155-55881DF68D84}" dt="2026-07-22T17:36:59.183" v="315" actId="1076"/>
          <ac:spMkLst>
            <pc:docMk/>
            <pc:sldMk cId="2295188133" sldId="947"/>
            <ac:spMk id="10" creationId="{925A8223-3C52-A57C-9788-83E2847D0611}"/>
          </ac:spMkLst>
        </pc:spChg>
        <pc:spChg chg="add mod">
          <ac:chgData name="J. Tower" userId="9d06de10716639e5" providerId="LiveId" clId="{F8931099-75CA-5660-A155-55881DF68D84}" dt="2026-07-22T17:36:59.183" v="315" actId="1076"/>
          <ac:spMkLst>
            <pc:docMk/>
            <pc:sldMk cId="2295188133" sldId="947"/>
            <ac:spMk id="11" creationId="{B9080E2F-A4EE-FBFA-A94B-0751848C4549}"/>
          </ac:spMkLst>
        </pc:spChg>
        <pc:spChg chg="add mod">
          <ac:chgData name="J. Tower" userId="9d06de10716639e5" providerId="LiveId" clId="{F8931099-75CA-5660-A155-55881DF68D84}" dt="2026-07-22T17:36:59.183" v="315" actId="1076"/>
          <ac:spMkLst>
            <pc:docMk/>
            <pc:sldMk cId="2295188133" sldId="947"/>
            <ac:spMk id="12" creationId="{48B58109-7957-B3E3-E7EC-EA86BDAF5E30}"/>
          </ac:spMkLst>
        </pc:spChg>
        <pc:spChg chg="mod">
          <ac:chgData name="J. Tower" userId="9d06de10716639e5" providerId="LiveId" clId="{F8931099-75CA-5660-A155-55881DF68D84}" dt="2026-07-22T17:37:08.151" v="317" actId="688"/>
          <ac:spMkLst>
            <pc:docMk/>
            <pc:sldMk cId="2295188133" sldId="947"/>
            <ac:spMk id="15" creationId="{308E5376-C49C-AF05-8DCD-D14ADC6FA5FB}"/>
          </ac:spMkLst>
        </pc:spChg>
        <pc:spChg chg="mod">
          <ac:chgData name="J. Tower" userId="9d06de10716639e5" providerId="LiveId" clId="{F8931099-75CA-5660-A155-55881DF68D84}" dt="2026-07-22T17:37:13.320" v="318" actId="166"/>
          <ac:spMkLst>
            <pc:docMk/>
            <pc:sldMk cId="2295188133" sldId="947"/>
            <ac:spMk id="16" creationId="{8E168570-A169-1439-8CAD-0F83C2738163}"/>
          </ac:spMkLst>
        </pc:spChg>
      </pc:sldChg>
      <pc:sldChg chg="addSp delSp modSp mod">
        <pc:chgData name="J. Tower" userId="9d06de10716639e5" providerId="LiveId" clId="{F8931099-75CA-5660-A155-55881DF68D84}" dt="2026-07-22T17:38:53.942" v="474" actId="1038"/>
        <pc:sldMkLst>
          <pc:docMk/>
          <pc:sldMk cId="2554511693" sldId="948"/>
        </pc:sldMkLst>
        <pc:spChg chg="mod">
          <ac:chgData name="J. Tower" userId="9d06de10716639e5" providerId="LiveId" clId="{F8931099-75CA-5660-A155-55881DF68D84}" dt="2026-07-22T17:38:32.408" v="386" actId="688"/>
          <ac:spMkLst>
            <pc:docMk/>
            <pc:sldMk cId="2554511693" sldId="948"/>
            <ac:spMk id="3" creationId="{04ECA20F-40B9-4004-B45A-A1CE1FBCD449}"/>
          </ac:spMkLst>
        </pc:spChg>
        <pc:spChg chg="mod">
          <ac:chgData name="J. Tower" userId="9d06de10716639e5" providerId="LiveId" clId="{F8931099-75CA-5660-A155-55881DF68D84}" dt="2026-07-22T17:38:53.942" v="474" actId="1038"/>
          <ac:spMkLst>
            <pc:docMk/>
            <pc:sldMk cId="2554511693" sldId="948"/>
            <ac:spMk id="4" creationId="{D5969FCE-C23F-2F98-5F09-867D803AD13E}"/>
          </ac:spMkLst>
        </pc:spChg>
        <pc:spChg chg="del">
          <ac:chgData name="J. Tower" userId="9d06de10716639e5" providerId="LiveId" clId="{F8931099-75CA-5660-A155-55881DF68D84}" dt="2026-07-22T17:38:22.286" v="383" actId="478"/>
          <ac:spMkLst>
            <pc:docMk/>
            <pc:sldMk cId="2554511693" sldId="948"/>
            <ac:spMk id="5" creationId="{3D5CF3B1-AF33-B624-0A15-23EC78D2462D}"/>
          </ac:spMkLst>
        </pc:spChg>
        <pc:spChg chg="mod">
          <ac:chgData name="J. Tower" userId="9d06de10716639e5" providerId="LiveId" clId="{F8931099-75CA-5660-A155-55881DF68D84}" dt="2026-07-22T17:38:53.942" v="474" actId="1038"/>
          <ac:spMkLst>
            <pc:docMk/>
            <pc:sldMk cId="2554511693" sldId="948"/>
            <ac:spMk id="6" creationId="{C2233E55-8D3F-6774-FBE2-0874E5028E71}"/>
          </ac:spMkLst>
        </pc:spChg>
        <pc:spChg chg="add mod">
          <ac:chgData name="J. Tower" userId="9d06de10716639e5" providerId="LiveId" clId="{F8931099-75CA-5660-A155-55881DF68D84}" dt="2026-07-22T17:38:22.658" v="384"/>
          <ac:spMkLst>
            <pc:docMk/>
            <pc:sldMk cId="2554511693" sldId="948"/>
            <ac:spMk id="7" creationId="{F6309353-74B2-360A-2D77-BA64572EF343}"/>
          </ac:spMkLst>
        </pc:spChg>
        <pc:spChg chg="del">
          <ac:chgData name="J. Tower" userId="9d06de10716639e5" providerId="LiveId" clId="{F8931099-75CA-5660-A155-55881DF68D84}" dt="2026-07-22T17:38:22.286" v="383" actId="478"/>
          <ac:spMkLst>
            <pc:docMk/>
            <pc:sldMk cId="2554511693" sldId="948"/>
            <ac:spMk id="8" creationId="{D54EC427-A312-BFD9-1F8F-9B9367639C30}"/>
          </ac:spMkLst>
        </pc:spChg>
        <pc:spChg chg="del">
          <ac:chgData name="J. Tower" userId="9d06de10716639e5" providerId="LiveId" clId="{F8931099-75CA-5660-A155-55881DF68D84}" dt="2026-07-22T17:38:22.286" v="383" actId="478"/>
          <ac:spMkLst>
            <pc:docMk/>
            <pc:sldMk cId="2554511693" sldId="948"/>
            <ac:spMk id="9" creationId="{F5922088-1A64-31C3-9EBB-07719C01EDA3}"/>
          </ac:spMkLst>
        </pc:spChg>
        <pc:spChg chg="add mod">
          <ac:chgData name="J. Tower" userId="9d06de10716639e5" providerId="LiveId" clId="{F8931099-75CA-5660-A155-55881DF68D84}" dt="2026-07-22T17:38:22.658" v="384"/>
          <ac:spMkLst>
            <pc:docMk/>
            <pc:sldMk cId="2554511693" sldId="948"/>
            <ac:spMk id="10" creationId="{2194168D-5925-17D9-318D-E4C58F9D4245}"/>
          </ac:spMkLst>
        </pc:spChg>
        <pc:spChg chg="add mod">
          <ac:chgData name="J. Tower" userId="9d06de10716639e5" providerId="LiveId" clId="{F8931099-75CA-5660-A155-55881DF68D84}" dt="2026-07-22T17:38:22.658" v="384"/>
          <ac:spMkLst>
            <pc:docMk/>
            <pc:sldMk cId="2554511693" sldId="948"/>
            <ac:spMk id="11" creationId="{80A04B14-1627-6D8D-2EBB-0D8925F7389C}"/>
          </ac:spMkLst>
        </pc:spChg>
        <pc:spChg chg="mod">
          <ac:chgData name="J. Tower" userId="9d06de10716639e5" providerId="LiveId" clId="{F8931099-75CA-5660-A155-55881DF68D84}" dt="2026-07-22T17:38:36.297" v="387" actId="688"/>
          <ac:spMkLst>
            <pc:docMk/>
            <pc:sldMk cId="2554511693" sldId="948"/>
            <ac:spMk id="15" creationId="{36D9602C-67DA-7FF2-597B-C846809EA735}"/>
          </ac:spMkLst>
        </pc:spChg>
        <pc:spChg chg="mod">
          <ac:chgData name="J. Tower" userId="9d06de10716639e5" providerId="LiveId" clId="{F8931099-75CA-5660-A155-55881DF68D84}" dt="2026-07-22T17:38:28.927" v="385" actId="166"/>
          <ac:spMkLst>
            <pc:docMk/>
            <pc:sldMk cId="2554511693" sldId="948"/>
            <ac:spMk id="16" creationId="{DDA5FB28-6503-8AA5-7248-4452B37E9A91}"/>
          </ac:spMkLst>
        </pc:spChg>
      </pc:sldChg>
      <pc:sldChg chg="del">
        <pc:chgData name="J. Tower" userId="9d06de10716639e5" providerId="LiveId" clId="{F8931099-75CA-5660-A155-55881DF68D84}" dt="2026-07-23T14:31:23.295" v="875"/>
        <pc:sldMkLst>
          <pc:docMk/>
          <pc:sldMk cId="3016990468" sldId="949"/>
        </pc:sldMkLst>
      </pc:sldChg>
      <pc:sldChg chg="del">
        <pc:chgData name="J. Tower" userId="9d06de10716639e5" providerId="LiveId" clId="{F8931099-75CA-5660-A155-55881DF68D84}" dt="2026-07-23T14:32:01.081" v="877"/>
        <pc:sldMkLst>
          <pc:docMk/>
          <pc:sldMk cId="2588110502" sldId="950"/>
        </pc:sldMkLst>
      </pc:sldChg>
      <pc:sldChg chg="del">
        <pc:chgData name="J. Tower" userId="9d06de10716639e5" providerId="LiveId" clId="{F8931099-75CA-5660-A155-55881DF68D84}" dt="2026-07-23T14:49:56.254" v="914"/>
        <pc:sldMkLst>
          <pc:docMk/>
          <pc:sldMk cId="9999961" sldId="951"/>
        </pc:sldMkLst>
      </pc:sldChg>
      <pc:sldChg chg="del">
        <pc:chgData name="J. Tower" userId="9d06de10716639e5" providerId="LiveId" clId="{F8931099-75CA-5660-A155-55881DF68D84}" dt="2026-07-23T14:50:32.874" v="916"/>
        <pc:sldMkLst>
          <pc:docMk/>
          <pc:sldMk cId="688783251" sldId="952"/>
        </pc:sldMkLst>
      </pc:sldChg>
      <pc:sldChg chg="del">
        <pc:chgData name="J. Tower" userId="9d06de10716639e5" providerId="LiveId" clId="{F8931099-75CA-5660-A155-55881DF68D84}" dt="2026-07-23T14:51:52.914" v="922"/>
        <pc:sldMkLst>
          <pc:docMk/>
          <pc:sldMk cId="2372623074" sldId="955"/>
        </pc:sldMkLst>
      </pc:sldChg>
      <pc:sldChg chg="del">
        <pc:chgData name="J. Tower" userId="9d06de10716639e5" providerId="LiveId" clId="{F8931099-75CA-5660-A155-55881DF68D84}" dt="2026-07-23T19:30:21" v="950"/>
        <pc:sldMkLst>
          <pc:docMk/>
          <pc:sldMk cId="1930113288" sldId="956"/>
        </pc:sldMkLst>
      </pc:sldChg>
      <pc:sldChg chg="del">
        <pc:chgData name="J. Tower" userId="9d06de10716639e5" providerId="LiveId" clId="{F8931099-75CA-5660-A155-55881DF68D84}" dt="2026-07-23T19:30:45.569" v="952"/>
        <pc:sldMkLst>
          <pc:docMk/>
          <pc:sldMk cId="349432613" sldId="957"/>
        </pc:sldMkLst>
      </pc:sldChg>
      <pc:sldChg chg="del">
        <pc:chgData name="J. Tower" userId="9d06de10716639e5" providerId="LiveId" clId="{F8931099-75CA-5660-A155-55881DF68D84}" dt="2026-07-23T19:32:03.488" v="958"/>
        <pc:sldMkLst>
          <pc:docMk/>
          <pc:sldMk cId="869461942" sldId="958"/>
        </pc:sldMkLst>
      </pc:sldChg>
      <pc:sldChg chg="del">
        <pc:chgData name="J. Tower" userId="9d06de10716639e5" providerId="LiveId" clId="{F8931099-75CA-5660-A155-55881DF68D84}" dt="2026-07-22T15:18:49.288" v="25"/>
        <pc:sldMkLst>
          <pc:docMk/>
          <pc:sldMk cId="970239318" sldId="959"/>
        </pc:sldMkLst>
      </pc:sldChg>
      <pc:sldChg chg="del">
        <pc:chgData name="J. Tower" userId="9d06de10716639e5" providerId="LiveId" clId="{F8931099-75CA-5660-A155-55881DF68D84}" dt="2026-07-23T19:33:23.998" v="966"/>
        <pc:sldMkLst>
          <pc:docMk/>
          <pc:sldMk cId="559650111" sldId="960"/>
        </pc:sldMkLst>
      </pc:sldChg>
      <pc:sldChg chg="del">
        <pc:chgData name="J. Tower" userId="9d06de10716639e5" providerId="LiveId" clId="{F8931099-75CA-5660-A155-55881DF68D84}" dt="2026-07-23T19:33:43.470" v="968"/>
        <pc:sldMkLst>
          <pc:docMk/>
          <pc:sldMk cId="1380243444" sldId="964"/>
        </pc:sldMkLst>
      </pc:sldChg>
      <pc:sldChg chg="modSp del mod">
        <pc:chgData name="J. Tower" userId="9d06de10716639e5" providerId="LiveId" clId="{F8931099-75CA-5660-A155-55881DF68D84}" dt="2026-07-23T19:34:03.191" v="970"/>
        <pc:sldMkLst>
          <pc:docMk/>
          <pc:sldMk cId="3375524048" sldId="965"/>
        </pc:sldMkLst>
        <pc:spChg chg="mod">
          <ac:chgData name="J. Tower" userId="9d06de10716639e5" providerId="LiveId" clId="{F8931099-75CA-5660-A155-55881DF68D84}" dt="2026-07-22T17:23:57.475" v="112" actId="20577"/>
          <ac:spMkLst>
            <pc:docMk/>
            <pc:sldMk cId="3375524048" sldId="965"/>
            <ac:spMk id="2" creationId="{38ED83D5-57EB-0B9B-E148-8C9D75C6438B}"/>
          </ac:spMkLst>
        </pc:spChg>
      </pc:sldChg>
      <pc:sldChg chg="del">
        <pc:chgData name="J. Tower" userId="9d06de10716639e5" providerId="LiveId" clId="{F8931099-75CA-5660-A155-55881DF68D84}" dt="2026-07-23T14:24:38.935" v="827"/>
        <pc:sldMkLst>
          <pc:docMk/>
          <pc:sldMk cId="3053302117" sldId="968"/>
        </pc:sldMkLst>
      </pc:sldChg>
      <pc:sldChg chg="del">
        <pc:chgData name="J. Tower" userId="9d06de10716639e5" providerId="LiveId" clId="{F8931099-75CA-5660-A155-55881DF68D84}" dt="2026-07-23T14:26:18.111" v="844"/>
        <pc:sldMkLst>
          <pc:docMk/>
          <pc:sldMk cId="501613534" sldId="969"/>
        </pc:sldMkLst>
      </pc:sldChg>
      <pc:sldChg chg="add del">
        <pc:chgData name="J. Tower" userId="9d06de10716639e5" providerId="LiveId" clId="{F8931099-75CA-5660-A155-55881DF68D84}" dt="2026-07-22T15:12:41.198" v="21"/>
        <pc:sldMkLst>
          <pc:docMk/>
          <pc:sldMk cId="2877731959" sldId="970"/>
        </pc:sldMkLst>
      </pc:sldChg>
      <pc:sldChg chg="del">
        <pc:chgData name="J. Tower" userId="9d06de10716639e5" providerId="LiveId" clId="{F8931099-75CA-5660-A155-55881DF68D84}" dt="2026-07-22T15:09:47.137" v="17"/>
        <pc:sldMkLst>
          <pc:docMk/>
          <pc:sldMk cId="3764582370" sldId="971"/>
        </pc:sldMkLst>
      </pc:sldChg>
      <pc:sldChg chg="del">
        <pc:chgData name="J. Tower" userId="9d06de10716639e5" providerId="LiveId" clId="{F8931099-75CA-5660-A155-55881DF68D84}" dt="2026-07-23T14:32:22.216" v="879"/>
        <pc:sldMkLst>
          <pc:docMk/>
          <pc:sldMk cId="2731366515" sldId="972"/>
        </pc:sldMkLst>
      </pc:sldChg>
      <pc:sldChg chg="del">
        <pc:chgData name="J. Tower" userId="9d06de10716639e5" providerId="LiveId" clId="{F8931099-75CA-5660-A155-55881DF68D84}" dt="2026-07-23T14:43:57.944" v="892"/>
        <pc:sldMkLst>
          <pc:docMk/>
          <pc:sldMk cId="2625973047" sldId="973"/>
        </pc:sldMkLst>
      </pc:sldChg>
      <pc:sldChg chg="del">
        <pc:chgData name="J. Tower" userId="9d06de10716639e5" providerId="LiveId" clId="{F8931099-75CA-5660-A155-55881DF68D84}" dt="2026-07-23T14:44:21.981" v="894"/>
        <pc:sldMkLst>
          <pc:docMk/>
          <pc:sldMk cId="1276698067" sldId="974"/>
        </pc:sldMkLst>
      </pc:sldChg>
      <pc:sldChg chg="del">
        <pc:chgData name="J. Tower" userId="9d06de10716639e5" providerId="LiveId" clId="{F8931099-75CA-5660-A155-55881DF68D84}" dt="2026-07-23T14:44:45.419" v="896"/>
        <pc:sldMkLst>
          <pc:docMk/>
          <pc:sldMk cId="1681806958" sldId="975"/>
        </pc:sldMkLst>
      </pc:sldChg>
      <pc:sldChg chg="del">
        <pc:chgData name="J. Tower" userId="9d06de10716639e5" providerId="LiveId" clId="{F8931099-75CA-5660-A155-55881DF68D84}" dt="2026-07-23T14:45:08.911" v="898"/>
        <pc:sldMkLst>
          <pc:docMk/>
          <pc:sldMk cId="2835129121" sldId="976"/>
        </pc:sldMkLst>
      </pc:sldChg>
      <pc:sldChg chg="del">
        <pc:chgData name="J. Tower" userId="9d06de10716639e5" providerId="LiveId" clId="{F8931099-75CA-5660-A155-55881DF68D84}" dt="2026-07-22T15:08:32.619" v="3"/>
        <pc:sldMkLst>
          <pc:docMk/>
          <pc:sldMk cId="3326777995" sldId="977"/>
        </pc:sldMkLst>
      </pc:sldChg>
      <pc:sldChg chg="del">
        <pc:chgData name="J. Tower" userId="9d06de10716639e5" providerId="LiveId" clId="{F8931099-75CA-5660-A155-55881DF68D84}" dt="2026-07-22T15:08:40.099" v="5"/>
        <pc:sldMkLst>
          <pc:docMk/>
          <pc:sldMk cId="1272709593" sldId="978"/>
        </pc:sldMkLst>
      </pc:sldChg>
      <pc:sldChg chg="del">
        <pc:chgData name="J. Tower" userId="9d06de10716639e5" providerId="LiveId" clId="{F8931099-75CA-5660-A155-55881DF68D84}" dt="2026-07-22T15:08:44.684" v="7"/>
        <pc:sldMkLst>
          <pc:docMk/>
          <pc:sldMk cId="4177593595" sldId="979"/>
        </pc:sldMkLst>
      </pc:sldChg>
      <pc:sldChg chg="del">
        <pc:chgData name="J. Tower" userId="9d06de10716639e5" providerId="LiveId" clId="{F8931099-75CA-5660-A155-55881DF68D84}" dt="2026-07-22T15:08:57.585" v="9"/>
        <pc:sldMkLst>
          <pc:docMk/>
          <pc:sldMk cId="2732213289" sldId="980"/>
        </pc:sldMkLst>
      </pc:sldChg>
      <pc:sldChg chg="del">
        <pc:chgData name="J. Tower" userId="9d06de10716639e5" providerId="LiveId" clId="{F8931099-75CA-5660-A155-55881DF68D84}" dt="2026-07-22T15:09:07.506" v="11"/>
        <pc:sldMkLst>
          <pc:docMk/>
          <pc:sldMk cId="2060202290" sldId="981"/>
        </pc:sldMkLst>
      </pc:sldChg>
      <pc:sldChg chg="del">
        <pc:chgData name="J. Tower" userId="9d06de10716639e5" providerId="LiveId" clId="{F8931099-75CA-5660-A155-55881DF68D84}" dt="2026-07-22T15:09:10.862" v="13"/>
        <pc:sldMkLst>
          <pc:docMk/>
          <pc:sldMk cId="2817854769" sldId="982"/>
        </pc:sldMkLst>
      </pc:sldChg>
      <pc:sldChg chg="del">
        <pc:chgData name="J. Tower" userId="9d06de10716639e5" providerId="LiveId" clId="{F8931099-75CA-5660-A155-55881DF68D84}" dt="2026-07-23T14:50:53.735" v="918"/>
        <pc:sldMkLst>
          <pc:docMk/>
          <pc:sldMk cId="845922992" sldId="983"/>
        </pc:sldMkLst>
      </pc:sldChg>
      <pc:sldChg chg="del">
        <pc:chgData name="J. Tower" userId="9d06de10716639e5" providerId="LiveId" clId="{F8931099-75CA-5660-A155-55881DF68D84}" dt="2026-07-23T14:51:32.291" v="920"/>
        <pc:sldMkLst>
          <pc:docMk/>
          <pc:sldMk cId="307283080" sldId="984"/>
        </pc:sldMkLst>
      </pc:sldChg>
      <pc:sldChg chg="del">
        <pc:chgData name="J. Tower" userId="9d06de10716639e5" providerId="LiveId" clId="{F8931099-75CA-5660-A155-55881DF68D84}" dt="2026-07-23T19:27:54.865" v="936"/>
        <pc:sldMkLst>
          <pc:docMk/>
          <pc:sldMk cId="2862623153" sldId="985"/>
        </pc:sldMkLst>
      </pc:sldChg>
      <pc:sldChg chg="del">
        <pc:chgData name="J. Tower" userId="9d06de10716639e5" providerId="LiveId" clId="{F8931099-75CA-5660-A155-55881DF68D84}" dt="2026-07-23T19:28:15.271" v="938"/>
        <pc:sldMkLst>
          <pc:docMk/>
          <pc:sldMk cId="959080444" sldId="986"/>
        </pc:sldMkLst>
      </pc:sldChg>
      <pc:sldChg chg="del">
        <pc:chgData name="J. Tower" userId="9d06de10716639e5" providerId="LiveId" clId="{F8931099-75CA-5660-A155-55881DF68D84}" dt="2026-07-23T19:28:55.725" v="942"/>
        <pc:sldMkLst>
          <pc:docMk/>
          <pc:sldMk cId="426978608" sldId="987"/>
        </pc:sldMkLst>
      </pc:sldChg>
      <pc:sldChg chg="del">
        <pc:chgData name="J. Tower" userId="9d06de10716639e5" providerId="LiveId" clId="{F8931099-75CA-5660-A155-55881DF68D84}" dt="2026-07-23T19:29:15.361" v="944"/>
        <pc:sldMkLst>
          <pc:docMk/>
          <pc:sldMk cId="2026769911" sldId="988"/>
        </pc:sldMkLst>
      </pc:sldChg>
      <pc:sldChg chg="del">
        <pc:chgData name="J. Tower" userId="9d06de10716639e5" providerId="LiveId" clId="{F8931099-75CA-5660-A155-55881DF68D84}" dt="2026-07-23T14:23:45.938" v="684" actId="2696"/>
        <pc:sldMkLst>
          <pc:docMk/>
          <pc:sldMk cId="589922249" sldId="990"/>
        </pc:sldMkLst>
      </pc:sldChg>
      <pc:sldChg chg="add del">
        <pc:chgData name="J. Tower" userId="9d06de10716639e5" providerId="LiveId" clId="{F8931099-75CA-5660-A155-55881DF68D84}" dt="2026-07-23T14:46:12.751" v="900"/>
        <pc:sldMkLst>
          <pc:docMk/>
          <pc:sldMk cId="798412512" sldId="993"/>
        </pc:sldMkLst>
      </pc:sldChg>
      <pc:sldChg chg="add del">
        <pc:chgData name="J. Tower" userId="9d06de10716639e5" providerId="LiveId" clId="{F8931099-75CA-5660-A155-55881DF68D84}" dt="2026-07-23T14:46:44.792" v="902"/>
        <pc:sldMkLst>
          <pc:docMk/>
          <pc:sldMk cId="3197260045" sldId="994"/>
        </pc:sldMkLst>
      </pc:sldChg>
      <pc:sldChg chg="add del">
        <pc:chgData name="J. Tower" userId="9d06de10716639e5" providerId="LiveId" clId="{F8931099-75CA-5660-A155-55881DF68D84}" dt="2026-07-23T14:47:11.206" v="904"/>
        <pc:sldMkLst>
          <pc:docMk/>
          <pc:sldMk cId="2928582378" sldId="995"/>
        </pc:sldMkLst>
      </pc:sldChg>
      <pc:sldChg chg="add del">
        <pc:chgData name="J. Tower" userId="9d06de10716639e5" providerId="LiveId" clId="{F8931099-75CA-5660-A155-55881DF68D84}" dt="2026-07-23T14:47:56.519" v="906"/>
        <pc:sldMkLst>
          <pc:docMk/>
          <pc:sldMk cId="956334858" sldId="996"/>
        </pc:sldMkLst>
      </pc:sldChg>
      <pc:sldChg chg="add del">
        <pc:chgData name="J. Tower" userId="9d06de10716639e5" providerId="LiveId" clId="{F8931099-75CA-5660-A155-55881DF68D84}" dt="2026-07-23T14:48:21.567" v="908"/>
        <pc:sldMkLst>
          <pc:docMk/>
          <pc:sldMk cId="180200022" sldId="997"/>
        </pc:sldMkLst>
      </pc:sldChg>
      <pc:sldChg chg="add del">
        <pc:chgData name="J. Tower" userId="9d06de10716639e5" providerId="LiveId" clId="{F8931099-75CA-5660-A155-55881DF68D84}" dt="2026-07-23T14:48:47.426" v="910"/>
        <pc:sldMkLst>
          <pc:docMk/>
          <pc:sldMk cId="1893142196" sldId="998"/>
        </pc:sldMkLst>
      </pc:sldChg>
      <pc:sldChg chg="add del">
        <pc:chgData name="J. Tower" userId="9d06de10716639e5" providerId="LiveId" clId="{F8931099-75CA-5660-A155-55881DF68D84}" dt="2026-07-23T14:49:23.290" v="912"/>
        <pc:sldMkLst>
          <pc:docMk/>
          <pc:sldMk cId="4252315377" sldId="999"/>
        </pc:sldMkLst>
      </pc:sldChg>
      <pc:sldChg chg="add del modNotesTx">
        <pc:chgData name="J. Tower" userId="9d06de10716639e5" providerId="LiveId" clId="{F8931099-75CA-5660-A155-55881DF68D84}" dt="2026-07-23T14:28:26.519" v="867"/>
        <pc:sldMkLst>
          <pc:docMk/>
          <pc:sldMk cId="2479003900" sldId="1000"/>
        </pc:sldMkLst>
      </pc:sldChg>
      <pc:sldChg chg="add del modNotesTx">
        <pc:chgData name="J. Tower" userId="9d06de10716639e5" providerId="LiveId" clId="{F8931099-75CA-5660-A155-55881DF68D84}" dt="2026-07-23T14:29:36.963" v="871"/>
        <pc:sldMkLst>
          <pc:docMk/>
          <pc:sldMk cId="3893776547" sldId="1001"/>
        </pc:sldMkLst>
      </pc:sldChg>
      <pc:sldChg chg="add del modNotesTx">
        <pc:chgData name="J. Tower" userId="9d06de10716639e5" providerId="LiveId" clId="{F8931099-75CA-5660-A155-55881DF68D84}" dt="2026-07-23T14:29:15.899" v="869"/>
        <pc:sldMkLst>
          <pc:docMk/>
          <pc:sldMk cId="110146681" sldId="1002"/>
        </pc:sldMkLst>
      </pc:sldChg>
      <pc:sldChg chg="add del">
        <pc:chgData name="J. Tower" userId="9d06de10716639e5" providerId="LiveId" clId="{F8931099-75CA-5660-A155-55881DF68D84}" dt="2026-07-23T19:33:04.656" v="964"/>
        <pc:sldMkLst>
          <pc:docMk/>
          <pc:sldMk cId="824133476" sldId="1003"/>
        </pc:sldMkLst>
      </pc:sldChg>
      <pc:sldChg chg="addSp modSp add del mod">
        <pc:chgData name="J. Tower" userId="9d06de10716639e5" providerId="LiveId" clId="{F8931099-75CA-5660-A155-55881DF68D84}" dt="2026-07-23T14:16:56.612" v="676" actId="2696"/>
        <pc:sldMkLst>
          <pc:docMk/>
          <pc:sldMk cId="960307442" sldId="1004"/>
        </pc:sldMkLst>
        <pc:spChg chg="add mod">
          <ac:chgData name="J. Tower" userId="9d06de10716639e5" providerId="LiveId" clId="{F8931099-75CA-5660-A155-55881DF68D84}" dt="2026-07-22T17:39:42.143" v="549" actId="207"/>
          <ac:spMkLst>
            <pc:docMk/>
            <pc:sldMk cId="960307442" sldId="1004"/>
            <ac:spMk id="5" creationId="{9185D80A-8581-3635-D7B7-6F2E20A50EF5}"/>
          </ac:spMkLst>
        </pc:spChg>
      </pc:sldChg>
      <pc:sldChg chg="modSp add mod ord">
        <pc:chgData name="J. Tower" userId="9d06de10716639e5" providerId="LiveId" clId="{F8931099-75CA-5660-A155-55881DF68D84}" dt="2026-07-22T17:42:34.901" v="556" actId="20578"/>
        <pc:sldMkLst>
          <pc:docMk/>
          <pc:sldMk cId="564184913" sldId="1005"/>
        </pc:sldMkLst>
        <pc:spChg chg="mod">
          <ac:chgData name="J. Tower" userId="9d06de10716639e5" providerId="LiveId" clId="{F8931099-75CA-5660-A155-55881DF68D84}" dt="2026-07-22T17:42:27.785" v="555" actId="20577"/>
          <ac:spMkLst>
            <pc:docMk/>
            <pc:sldMk cId="564184913" sldId="1005"/>
            <ac:spMk id="3" creationId="{738DCC90-7F97-4EB4-10A2-3956FCB0064D}"/>
          </ac:spMkLst>
        </pc:spChg>
      </pc:sldChg>
      <pc:sldChg chg="add">
        <pc:chgData name="J. Tower" userId="9d06de10716639e5" providerId="LiveId" clId="{F8931099-75CA-5660-A155-55881DF68D84}" dt="2026-07-23T14:16:08.676" v="674" actId="2890"/>
        <pc:sldMkLst>
          <pc:docMk/>
          <pc:sldMk cId="3211785631" sldId="1006"/>
        </pc:sldMkLst>
      </pc:sldChg>
      <pc:sldChg chg="add">
        <pc:chgData name="J. Tower" userId="9d06de10716639e5" providerId="LiveId" clId="{F8931099-75CA-5660-A155-55881DF68D84}" dt="2026-07-23T14:21:44.886" v="678"/>
        <pc:sldMkLst>
          <pc:docMk/>
          <pc:sldMk cId="823823958" sldId="1007"/>
        </pc:sldMkLst>
      </pc:sldChg>
      <pc:sldChg chg="add">
        <pc:chgData name="J. Tower" userId="9d06de10716639e5" providerId="LiveId" clId="{F8931099-75CA-5660-A155-55881DF68D84}" dt="2026-07-23T14:23:21.341" v="680"/>
        <pc:sldMkLst>
          <pc:docMk/>
          <pc:sldMk cId="4130276673" sldId="1008"/>
        </pc:sldMkLst>
      </pc:sldChg>
      <pc:sldChg chg="addSp modSp add mod modNotesTx">
        <pc:chgData name="J. Tower" userId="9d06de10716639e5" providerId="LiveId" clId="{F8931099-75CA-5660-A155-55881DF68D84}" dt="2026-07-23T14:24:55.656" v="842" actId="313"/>
        <pc:sldMkLst>
          <pc:docMk/>
          <pc:sldMk cId="2921239428" sldId="1009"/>
        </pc:sldMkLst>
        <pc:spChg chg="add mod">
          <ac:chgData name="J. Tower" userId="9d06de10716639e5" providerId="LiveId" clId="{F8931099-75CA-5660-A155-55881DF68D84}" dt="2026-07-23T14:23:44.095" v="683"/>
          <ac:spMkLst>
            <pc:docMk/>
            <pc:sldMk cId="2921239428" sldId="1009"/>
            <ac:spMk id="3" creationId="{D4B9B0FB-422F-347A-7D53-85663769E690}"/>
          </ac:spMkLst>
        </pc:spChg>
        <pc:spChg chg="add mod">
          <ac:chgData name="J. Tower" userId="9d06de10716639e5" providerId="LiveId" clId="{F8931099-75CA-5660-A155-55881DF68D84}" dt="2026-07-23T14:24:52.733" v="841" actId="313"/>
          <ac:spMkLst>
            <pc:docMk/>
            <pc:sldMk cId="2921239428" sldId="1009"/>
            <ac:spMk id="6" creationId="{A5D57921-30D6-B0B4-5A33-72FE7EA62756}"/>
          </ac:spMkLst>
        </pc:spChg>
        <pc:spChg chg="add mod">
          <ac:chgData name="J. Tower" userId="9d06de10716639e5" providerId="LiveId" clId="{F8931099-75CA-5660-A155-55881DF68D84}" dt="2026-07-23T14:23:44.095" v="683"/>
          <ac:spMkLst>
            <pc:docMk/>
            <pc:sldMk cId="2921239428" sldId="1009"/>
            <ac:spMk id="7" creationId="{94E19EF5-F7E9-BB2A-B5B5-1F550E8AD1F2}"/>
          </ac:spMkLst>
        </pc:spChg>
      </pc:sldChg>
      <pc:sldChg chg="add">
        <pc:chgData name="J. Tower" userId="9d06de10716639e5" providerId="LiveId" clId="{F8931099-75CA-5660-A155-55881DF68D84}" dt="2026-07-23T14:24:38.933" v="826"/>
        <pc:sldMkLst>
          <pc:docMk/>
          <pc:sldMk cId="2566835873" sldId="1010"/>
        </pc:sldMkLst>
      </pc:sldChg>
      <pc:sldChg chg="add">
        <pc:chgData name="J. Tower" userId="9d06de10716639e5" providerId="LiveId" clId="{F8931099-75CA-5660-A155-55881DF68D84}" dt="2026-07-23T14:26:18.109" v="843"/>
        <pc:sldMkLst>
          <pc:docMk/>
          <pc:sldMk cId="2500154418" sldId="1011"/>
        </pc:sldMkLst>
      </pc:sldChg>
      <pc:sldChg chg="add">
        <pc:chgData name="J. Tower" userId="9d06de10716639e5" providerId="LiveId" clId="{F8931099-75CA-5660-A155-55881DF68D84}" dt="2026-07-23T14:28:26.517" v="866"/>
        <pc:sldMkLst>
          <pc:docMk/>
          <pc:sldMk cId="802331092" sldId="1012"/>
        </pc:sldMkLst>
      </pc:sldChg>
      <pc:sldChg chg="add">
        <pc:chgData name="J. Tower" userId="9d06de10716639e5" providerId="LiveId" clId="{F8931099-75CA-5660-A155-55881DF68D84}" dt="2026-07-23T14:29:15.897" v="868"/>
        <pc:sldMkLst>
          <pc:docMk/>
          <pc:sldMk cId="59724984" sldId="1013"/>
        </pc:sldMkLst>
      </pc:sldChg>
      <pc:sldChg chg="add">
        <pc:chgData name="J. Tower" userId="9d06de10716639e5" providerId="LiveId" clId="{F8931099-75CA-5660-A155-55881DF68D84}" dt="2026-07-23T14:29:36.961" v="870"/>
        <pc:sldMkLst>
          <pc:docMk/>
          <pc:sldMk cId="1834747444" sldId="1014"/>
        </pc:sldMkLst>
      </pc:sldChg>
      <pc:sldChg chg="add modNotesTx">
        <pc:chgData name="J. Tower" userId="9d06de10716639e5" providerId="LiveId" clId="{F8931099-75CA-5660-A155-55881DF68D84}" dt="2026-07-23T14:33:50.376" v="880" actId="20577"/>
        <pc:sldMkLst>
          <pc:docMk/>
          <pc:sldMk cId="1119816949" sldId="1015"/>
        </pc:sldMkLst>
      </pc:sldChg>
      <pc:sldChg chg="add modNotesTx">
        <pc:chgData name="J. Tower" userId="9d06de10716639e5" providerId="LiveId" clId="{F8931099-75CA-5660-A155-55881DF68D84}" dt="2026-07-23T14:34:05.651" v="882" actId="20577"/>
        <pc:sldMkLst>
          <pc:docMk/>
          <pc:sldMk cId="2162509311" sldId="1016"/>
        </pc:sldMkLst>
      </pc:sldChg>
      <pc:sldChg chg="add modNotesTx">
        <pc:chgData name="J. Tower" userId="9d06de10716639e5" providerId="LiveId" clId="{F8931099-75CA-5660-A155-55881DF68D84}" dt="2026-07-23T14:34:16.828" v="884" actId="20577"/>
        <pc:sldMkLst>
          <pc:docMk/>
          <pc:sldMk cId="2736070910" sldId="1017"/>
        </pc:sldMkLst>
      </pc:sldChg>
      <pc:sldChg chg="add modNotesTx">
        <pc:chgData name="J. Tower" userId="9d06de10716639e5" providerId="LiveId" clId="{F8931099-75CA-5660-A155-55881DF68D84}" dt="2026-07-23T14:34:30.931" v="886" actId="20577"/>
        <pc:sldMkLst>
          <pc:docMk/>
          <pc:sldMk cId="1047169501" sldId="1018"/>
        </pc:sldMkLst>
      </pc:sldChg>
      <pc:sldChg chg="add">
        <pc:chgData name="J. Tower" userId="9d06de10716639e5" providerId="LiveId" clId="{F8931099-75CA-5660-A155-55881DF68D84}" dt="2026-07-23T14:43:21.674" v="889"/>
        <pc:sldMkLst>
          <pc:docMk/>
          <pc:sldMk cId="937264815" sldId="1019"/>
        </pc:sldMkLst>
      </pc:sldChg>
      <pc:sldChg chg="add">
        <pc:chgData name="J. Tower" userId="9d06de10716639e5" providerId="LiveId" clId="{F8931099-75CA-5660-A155-55881DF68D84}" dt="2026-07-23T14:43:57.942" v="891"/>
        <pc:sldMkLst>
          <pc:docMk/>
          <pc:sldMk cId="3508868225" sldId="1020"/>
        </pc:sldMkLst>
      </pc:sldChg>
      <pc:sldChg chg="add">
        <pc:chgData name="J. Tower" userId="9d06de10716639e5" providerId="LiveId" clId="{F8931099-75CA-5660-A155-55881DF68D84}" dt="2026-07-23T14:44:21.979" v="893"/>
        <pc:sldMkLst>
          <pc:docMk/>
          <pc:sldMk cId="2929215452" sldId="1021"/>
        </pc:sldMkLst>
      </pc:sldChg>
      <pc:sldChg chg="add">
        <pc:chgData name="J. Tower" userId="9d06de10716639e5" providerId="LiveId" clId="{F8931099-75CA-5660-A155-55881DF68D84}" dt="2026-07-23T14:44:45.417" v="895"/>
        <pc:sldMkLst>
          <pc:docMk/>
          <pc:sldMk cId="894853912" sldId="1022"/>
        </pc:sldMkLst>
      </pc:sldChg>
      <pc:sldChg chg="add">
        <pc:chgData name="J. Tower" userId="9d06de10716639e5" providerId="LiveId" clId="{F8931099-75CA-5660-A155-55881DF68D84}" dt="2026-07-23T14:45:08.909" v="897"/>
        <pc:sldMkLst>
          <pc:docMk/>
          <pc:sldMk cId="2315321067" sldId="1023"/>
        </pc:sldMkLst>
      </pc:sldChg>
      <pc:sldChg chg="add">
        <pc:chgData name="J. Tower" userId="9d06de10716639e5" providerId="LiveId" clId="{F8931099-75CA-5660-A155-55881DF68D84}" dt="2026-07-23T14:46:12.743" v="899"/>
        <pc:sldMkLst>
          <pc:docMk/>
          <pc:sldMk cId="3081219128" sldId="1024"/>
        </pc:sldMkLst>
      </pc:sldChg>
      <pc:sldChg chg="add">
        <pc:chgData name="J. Tower" userId="9d06de10716639e5" providerId="LiveId" clId="{F8931099-75CA-5660-A155-55881DF68D84}" dt="2026-07-23T14:46:44.790" v="901"/>
        <pc:sldMkLst>
          <pc:docMk/>
          <pc:sldMk cId="1406205258" sldId="1025"/>
        </pc:sldMkLst>
      </pc:sldChg>
      <pc:sldChg chg="add">
        <pc:chgData name="J. Tower" userId="9d06de10716639e5" providerId="LiveId" clId="{F8931099-75CA-5660-A155-55881DF68D84}" dt="2026-07-23T14:47:11.198" v="903"/>
        <pc:sldMkLst>
          <pc:docMk/>
          <pc:sldMk cId="3640525435" sldId="1026"/>
        </pc:sldMkLst>
      </pc:sldChg>
      <pc:sldChg chg="add">
        <pc:chgData name="J. Tower" userId="9d06de10716639e5" providerId="LiveId" clId="{F8931099-75CA-5660-A155-55881DF68D84}" dt="2026-07-23T14:47:56.517" v="905"/>
        <pc:sldMkLst>
          <pc:docMk/>
          <pc:sldMk cId="2836013283" sldId="1027"/>
        </pc:sldMkLst>
      </pc:sldChg>
      <pc:sldChg chg="add">
        <pc:chgData name="J. Tower" userId="9d06de10716639e5" providerId="LiveId" clId="{F8931099-75CA-5660-A155-55881DF68D84}" dt="2026-07-23T14:48:21.565" v="907"/>
        <pc:sldMkLst>
          <pc:docMk/>
          <pc:sldMk cId="674764231" sldId="1028"/>
        </pc:sldMkLst>
      </pc:sldChg>
      <pc:sldChg chg="add">
        <pc:chgData name="J. Tower" userId="9d06de10716639e5" providerId="LiveId" clId="{F8931099-75CA-5660-A155-55881DF68D84}" dt="2026-07-23T14:48:47.424" v="909"/>
        <pc:sldMkLst>
          <pc:docMk/>
          <pc:sldMk cId="3793223757" sldId="1029"/>
        </pc:sldMkLst>
      </pc:sldChg>
      <pc:sldChg chg="add">
        <pc:chgData name="J. Tower" userId="9d06de10716639e5" providerId="LiveId" clId="{F8931099-75CA-5660-A155-55881DF68D84}" dt="2026-07-23T14:49:23.288" v="911"/>
        <pc:sldMkLst>
          <pc:docMk/>
          <pc:sldMk cId="131633082" sldId="1030"/>
        </pc:sldMkLst>
      </pc:sldChg>
      <pc:sldChg chg="add">
        <pc:chgData name="J. Tower" userId="9d06de10716639e5" providerId="LiveId" clId="{F8931099-75CA-5660-A155-55881DF68D84}" dt="2026-07-23T14:49:56.253" v="913"/>
        <pc:sldMkLst>
          <pc:docMk/>
          <pc:sldMk cId="2128655419" sldId="1031"/>
        </pc:sldMkLst>
      </pc:sldChg>
      <pc:sldChg chg="add">
        <pc:chgData name="J. Tower" userId="9d06de10716639e5" providerId="LiveId" clId="{F8931099-75CA-5660-A155-55881DF68D84}" dt="2026-07-23T14:50:32.872" v="915"/>
        <pc:sldMkLst>
          <pc:docMk/>
          <pc:sldMk cId="1222917327" sldId="1032"/>
        </pc:sldMkLst>
      </pc:sldChg>
      <pc:sldChg chg="add">
        <pc:chgData name="J. Tower" userId="9d06de10716639e5" providerId="LiveId" clId="{F8931099-75CA-5660-A155-55881DF68D84}" dt="2026-07-23T14:50:53.731" v="917"/>
        <pc:sldMkLst>
          <pc:docMk/>
          <pc:sldMk cId="2562532650" sldId="1033"/>
        </pc:sldMkLst>
      </pc:sldChg>
      <pc:sldChg chg="add">
        <pc:chgData name="J. Tower" userId="9d06de10716639e5" providerId="LiveId" clId="{F8931099-75CA-5660-A155-55881DF68D84}" dt="2026-07-23T14:51:32.287" v="919"/>
        <pc:sldMkLst>
          <pc:docMk/>
          <pc:sldMk cId="4278728072" sldId="1034"/>
        </pc:sldMkLst>
      </pc:sldChg>
      <pc:sldChg chg="add">
        <pc:chgData name="J. Tower" userId="9d06de10716639e5" providerId="LiveId" clId="{F8931099-75CA-5660-A155-55881DF68D84}" dt="2026-07-23T14:51:52.910" v="921"/>
        <pc:sldMkLst>
          <pc:docMk/>
          <pc:sldMk cId="48129285" sldId="1035"/>
        </pc:sldMkLst>
      </pc:sldChg>
      <pc:sldChg chg="add">
        <pc:chgData name="J. Tower" userId="9d06de10716639e5" providerId="LiveId" clId="{F8931099-75CA-5660-A155-55881DF68D84}" dt="2026-07-23T19:25:07.116" v="923"/>
        <pc:sldMkLst>
          <pc:docMk/>
          <pc:sldMk cId="4099665203" sldId="1036"/>
        </pc:sldMkLst>
      </pc:sldChg>
      <pc:sldChg chg="add">
        <pc:chgData name="J. Tower" userId="9d06de10716639e5" providerId="LiveId" clId="{F8931099-75CA-5660-A155-55881DF68D84}" dt="2026-07-23T19:26:07.658" v="925"/>
        <pc:sldMkLst>
          <pc:docMk/>
          <pc:sldMk cId="3691882659" sldId="1037"/>
        </pc:sldMkLst>
      </pc:sldChg>
      <pc:sldChg chg="add">
        <pc:chgData name="J. Tower" userId="9d06de10716639e5" providerId="LiveId" clId="{F8931099-75CA-5660-A155-55881DF68D84}" dt="2026-07-23T19:26:28.660" v="927"/>
        <pc:sldMkLst>
          <pc:docMk/>
          <pc:sldMk cId="942239955" sldId="1038"/>
        </pc:sldMkLst>
      </pc:sldChg>
      <pc:sldChg chg="add">
        <pc:chgData name="J. Tower" userId="9d06de10716639e5" providerId="LiveId" clId="{F8931099-75CA-5660-A155-55881DF68D84}" dt="2026-07-23T19:26:49.030" v="929"/>
        <pc:sldMkLst>
          <pc:docMk/>
          <pc:sldMk cId="4197467227" sldId="1039"/>
        </pc:sldMkLst>
      </pc:sldChg>
      <pc:sldChg chg="add">
        <pc:chgData name="J. Tower" userId="9d06de10716639e5" providerId="LiveId" clId="{F8931099-75CA-5660-A155-55881DF68D84}" dt="2026-07-23T19:27:11.314" v="931"/>
        <pc:sldMkLst>
          <pc:docMk/>
          <pc:sldMk cId="545703398" sldId="1040"/>
        </pc:sldMkLst>
      </pc:sldChg>
      <pc:sldChg chg="add">
        <pc:chgData name="J. Tower" userId="9d06de10716639e5" providerId="LiveId" clId="{F8931099-75CA-5660-A155-55881DF68D84}" dt="2026-07-23T19:27:32.953" v="933"/>
        <pc:sldMkLst>
          <pc:docMk/>
          <pc:sldMk cId="932314959" sldId="1041"/>
        </pc:sldMkLst>
      </pc:sldChg>
      <pc:sldChg chg="add">
        <pc:chgData name="J. Tower" userId="9d06de10716639e5" providerId="LiveId" clId="{F8931099-75CA-5660-A155-55881DF68D84}" dt="2026-07-23T19:27:54.863" v="935"/>
        <pc:sldMkLst>
          <pc:docMk/>
          <pc:sldMk cId="3364760678" sldId="1042"/>
        </pc:sldMkLst>
      </pc:sldChg>
      <pc:sldChg chg="add">
        <pc:chgData name="J. Tower" userId="9d06de10716639e5" providerId="LiveId" clId="{F8931099-75CA-5660-A155-55881DF68D84}" dt="2026-07-23T19:28:15.269" v="937"/>
        <pc:sldMkLst>
          <pc:docMk/>
          <pc:sldMk cId="2186282649" sldId="1043"/>
        </pc:sldMkLst>
      </pc:sldChg>
      <pc:sldChg chg="add">
        <pc:chgData name="J. Tower" userId="9d06de10716639e5" providerId="LiveId" clId="{F8931099-75CA-5660-A155-55881DF68D84}" dt="2026-07-23T19:28:36.099" v="939"/>
        <pc:sldMkLst>
          <pc:docMk/>
          <pc:sldMk cId="2843280452" sldId="1044"/>
        </pc:sldMkLst>
      </pc:sldChg>
      <pc:sldChg chg="add">
        <pc:chgData name="J. Tower" userId="9d06de10716639e5" providerId="LiveId" clId="{F8931099-75CA-5660-A155-55881DF68D84}" dt="2026-07-23T19:28:55.724" v="941"/>
        <pc:sldMkLst>
          <pc:docMk/>
          <pc:sldMk cId="1535175024" sldId="1045"/>
        </pc:sldMkLst>
      </pc:sldChg>
      <pc:sldChg chg="add">
        <pc:chgData name="J. Tower" userId="9d06de10716639e5" providerId="LiveId" clId="{F8931099-75CA-5660-A155-55881DF68D84}" dt="2026-07-23T19:29:15.356" v="943"/>
        <pc:sldMkLst>
          <pc:docMk/>
          <pc:sldMk cId="2988944652" sldId="1046"/>
        </pc:sldMkLst>
      </pc:sldChg>
      <pc:sldChg chg="add">
        <pc:chgData name="J. Tower" userId="9d06de10716639e5" providerId="LiveId" clId="{F8931099-75CA-5660-A155-55881DF68D84}" dt="2026-07-23T19:29:42.591" v="945"/>
        <pc:sldMkLst>
          <pc:docMk/>
          <pc:sldMk cId="4011192384" sldId="1047"/>
        </pc:sldMkLst>
      </pc:sldChg>
      <pc:sldChg chg="add">
        <pc:chgData name="J. Tower" userId="9d06de10716639e5" providerId="LiveId" clId="{F8931099-75CA-5660-A155-55881DF68D84}" dt="2026-07-23T19:30:02.073" v="947"/>
        <pc:sldMkLst>
          <pc:docMk/>
          <pc:sldMk cId="1343491904" sldId="1048"/>
        </pc:sldMkLst>
      </pc:sldChg>
      <pc:sldChg chg="add del">
        <pc:chgData name="J. Tower" userId="9d06de10716639e5" providerId="LiveId" clId="{F8931099-75CA-5660-A155-55881DF68D84}" dt="2026-07-23T19:38:02.730" v="976"/>
        <pc:sldMkLst>
          <pc:docMk/>
          <pc:sldMk cId="2124736573" sldId="1049"/>
        </pc:sldMkLst>
      </pc:sldChg>
      <pc:sldChg chg="add">
        <pc:chgData name="J. Tower" userId="9d06de10716639e5" providerId="LiveId" clId="{F8931099-75CA-5660-A155-55881DF68D84}" dt="2026-07-23T19:30:45.565" v="951"/>
        <pc:sldMkLst>
          <pc:docMk/>
          <pc:sldMk cId="2677444251" sldId="1050"/>
        </pc:sldMkLst>
      </pc:sldChg>
      <pc:sldChg chg="add">
        <pc:chgData name="J. Tower" userId="9d06de10716639e5" providerId="LiveId" clId="{F8931099-75CA-5660-A155-55881DF68D84}" dt="2026-07-23T19:31:23.825" v="953"/>
        <pc:sldMkLst>
          <pc:docMk/>
          <pc:sldMk cId="1094132319" sldId="1051"/>
        </pc:sldMkLst>
      </pc:sldChg>
      <pc:sldChg chg="add">
        <pc:chgData name="J. Tower" userId="9d06de10716639e5" providerId="LiveId" clId="{F8931099-75CA-5660-A155-55881DF68D84}" dt="2026-07-23T19:31:44.787" v="955"/>
        <pc:sldMkLst>
          <pc:docMk/>
          <pc:sldMk cId="1473013847" sldId="1052"/>
        </pc:sldMkLst>
      </pc:sldChg>
      <pc:sldChg chg="add">
        <pc:chgData name="J. Tower" userId="9d06de10716639e5" providerId="LiveId" clId="{F8931099-75CA-5660-A155-55881DF68D84}" dt="2026-07-23T19:32:03.486" v="957"/>
        <pc:sldMkLst>
          <pc:docMk/>
          <pc:sldMk cId="2631331820" sldId="1053"/>
        </pc:sldMkLst>
      </pc:sldChg>
      <pc:sldChg chg="add">
        <pc:chgData name="J. Tower" userId="9d06de10716639e5" providerId="LiveId" clId="{F8931099-75CA-5660-A155-55881DF68D84}" dt="2026-07-23T19:32:25.230" v="959"/>
        <pc:sldMkLst>
          <pc:docMk/>
          <pc:sldMk cId="3370053802" sldId="1054"/>
        </pc:sldMkLst>
      </pc:sldChg>
      <pc:sldChg chg="add">
        <pc:chgData name="J. Tower" userId="9d06de10716639e5" providerId="LiveId" clId="{F8931099-75CA-5660-A155-55881DF68D84}" dt="2026-07-23T19:32:44.637" v="961"/>
        <pc:sldMkLst>
          <pc:docMk/>
          <pc:sldMk cId="72846134" sldId="1055"/>
        </pc:sldMkLst>
      </pc:sldChg>
      <pc:sldChg chg="add">
        <pc:chgData name="J. Tower" userId="9d06de10716639e5" providerId="LiveId" clId="{F8931099-75CA-5660-A155-55881DF68D84}" dt="2026-07-23T19:33:04.654" v="963"/>
        <pc:sldMkLst>
          <pc:docMk/>
          <pc:sldMk cId="2911668436" sldId="1056"/>
        </pc:sldMkLst>
      </pc:sldChg>
      <pc:sldChg chg="add">
        <pc:chgData name="J. Tower" userId="9d06de10716639e5" providerId="LiveId" clId="{F8931099-75CA-5660-A155-55881DF68D84}" dt="2026-07-23T19:33:23.996" v="965"/>
        <pc:sldMkLst>
          <pc:docMk/>
          <pc:sldMk cId="733055622" sldId="1057"/>
        </pc:sldMkLst>
      </pc:sldChg>
      <pc:sldChg chg="add">
        <pc:chgData name="J. Tower" userId="9d06de10716639e5" providerId="LiveId" clId="{F8931099-75CA-5660-A155-55881DF68D84}" dt="2026-07-23T19:33:43.468" v="967"/>
        <pc:sldMkLst>
          <pc:docMk/>
          <pc:sldMk cId="4266294602" sldId="1058"/>
        </pc:sldMkLst>
      </pc:sldChg>
      <pc:sldChg chg="add">
        <pc:chgData name="J. Tower" userId="9d06de10716639e5" providerId="LiveId" clId="{F8931099-75CA-5660-A155-55881DF68D84}" dt="2026-07-23T19:34:03.189" v="969"/>
        <pc:sldMkLst>
          <pc:docMk/>
          <pc:sldMk cId="89201700" sldId="1059"/>
        </pc:sldMkLst>
      </pc:sldChg>
      <pc:sldChg chg="add">
        <pc:chgData name="J. Tower" userId="9d06de10716639e5" providerId="LiveId" clId="{F8931099-75CA-5660-A155-55881DF68D84}" dt="2026-07-23T19:34:24.748" v="971"/>
        <pc:sldMkLst>
          <pc:docMk/>
          <pc:sldMk cId="3802169251" sldId="1060"/>
        </pc:sldMkLst>
      </pc:sldChg>
      <pc:sldChg chg="add">
        <pc:chgData name="J. Tower" userId="9d06de10716639e5" providerId="LiveId" clId="{F8931099-75CA-5660-A155-55881DF68D84}" dt="2026-07-23T19:34:47.085" v="973"/>
        <pc:sldMkLst>
          <pc:docMk/>
          <pc:sldMk cId="73221224" sldId="1061"/>
        </pc:sldMkLst>
      </pc:sldChg>
      <pc:sldChg chg="add del">
        <pc:chgData name="J. Tower" userId="9d06de10716639e5" providerId="LiveId" clId="{F8931099-75CA-5660-A155-55881DF68D84}" dt="2026-07-23T19:39:41.331" v="978"/>
        <pc:sldMkLst>
          <pc:docMk/>
          <pc:sldMk cId="1641270364" sldId="1062"/>
        </pc:sldMkLst>
      </pc:sldChg>
      <pc:sldChg chg="add">
        <pc:chgData name="J. Tower" userId="9d06de10716639e5" providerId="LiveId" clId="{F8931099-75CA-5660-A155-55881DF68D84}" dt="2026-07-23T19:39:41.329" v="977"/>
        <pc:sldMkLst>
          <pc:docMk/>
          <pc:sldMk cId="82946099" sldId="1063"/>
        </pc:sldMkLst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618B0EE-4D36-4F22-9622-021322CFFE3A}" type="datetimeFigureOut">
              <a:rPr lang="en-US" smtClean="0"/>
              <a:t>7/23/26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4FD6E22-9A40-4B73-8B1F-06CEEFE4CFD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995959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model only ever returns one of two things: "call this tool with these arguments," or a final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 agent is a model given tools and a goal, running in a loop. Build the loop box by box. It starts with the trip request and the tool descriptions, sent together.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capstone. "Plan me a 3-day trip in Glacier" becomes real tool calls. Everyone attempts this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capstone. Everyone builds it, no menu, and it uses F02, F04, F08, and F09.</a:t>
            </a:r>
          </a:p>
          <a:p>
            <a:r>
              <a:t>The user problem, spoken: "Plan me a 3-day trip in Glacier for mid-September." Today the user checks the forecast, searches trails, cross-references conditions, checks campsites, and files a permit in a separate system — five tools, one afternoon, and the app helped with exactly one step. They didn't want search results; they wanted the trip planned.</a:t>
            </a:r>
          </a:p>
          <a:p>
            <a:r>
              <a:t>Why it's the capstone: it searches trails semantically (04), grounds itself in 08's condition reports, consumes structured tool results (02 in reverse), and pauses for a human before the permit (09). And it fails every way the first nine fail, at once, compounding.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textbook version: an agent is given a goal and tools; it chooses an action, your code executes it, it observes the result, and it repeats until the goal is met or a budget runs out. Reason, act, observe, repeat.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Your code runs the tool: weather, trails, conditions, campsites. Your code stays in charge of doing.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result is appended to the conversation.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model again, until it answers or hits the step budget. Trace one iteration with your finger: model, tool, result back in, model. The loop runs seven or eight times for this request.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Out comes an itinerary and a full trace.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loop is your code. Not a framework, not the model.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descriptions are the model's manual. They are the only thing it knows about your tools.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Guardrails are boxes on this line, spoken while pointing: a step budget of 12 so it cannot loop forever, a confirmation gate before </a:t>
            </a:r>
            <a:r>
              <a:rPr>
                <a:latin typeface="Consolas"/>
              </a:rPr>
              <a:t>request_permit</a:t>
            </a:r>
            <a:r>
              <a:t>, tools that return errors instead of throwing, and every call/args/result printed as the loop runs. Be precise: the demo prints the trace, it does not persist one. Shipping this means durable storage next to 09's approval record, and that pair is what you show your security team.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 row per advance. This is the "why not just RAG" slide.</a:t>
            </a:r>
          </a:p>
          <a:p>
            <a:r>
              <a:t>RAG: your code retrieves the context, the model answers once, done.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Agent: the model asks for what it needs, your code fetches it, the model asks again or answers. Done after N turns.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RAG: you pick the context, once, and pay for one call.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Agent: the model picks, repeatedly, and you pay N times.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Can you name the context up front? Then RAG. The trip request needs weather before it can pick a trail and conditions before it can book, and nobody knows that order up front. That is the whole case for the loop.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~7 min · Terminal 1 (Azure, </a:t>
            </a:r>
            <a:r>
              <a:rPr>
                <a:latin typeface="Consolas"/>
              </a:rPr>
              <a:t>AZURE_OPENAI_DEPLOYMENT=gpt-5.5</a:t>
            </a:r>
            <a:r>
              <a:t>) · </a:t>
            </a:r>
            <a:r>
              <a:rPr>
                <a:latin typeface="Consolas"/>
              </a:rPr>
              <a:t>cd modules/M4-doing/F10-agentic-workflows/dotnet</a:t>
            </a:r>
          </a:p>
          <a:p>
            <a:r>
              <a:t>Files: </a:t>
            </a:r>
            <a:r>
              <a:rPr>
                <a:latin typeface="Consolas"/>
              </a:rPr>
              <a:t>trails.json</a:t>
            </a:r>
            <a:r>
              <a:t> = 200 trails · </a:t>
            </a:r>
            <a:r>
              <a:rPr>
                <a:latin typeface="Consolas"/>
              </a:rPr>
              <a:t>condition-reports.jsonl</a:t>
            </a:r>
            <a:r>
              <a:t> = 08's stream, the bridge is in it · </a:t>
            </a:r>
            <a:r>
              <a:rPr>
                <a:latin typeface="Consolas"/>
              </a:rPr>
              <a:t>mock-apis/</a:t>
            </a:r>
            <a:r>
              <a:t> = weather, campsites, permits as JSON</a:t>
            </a:r>
          </a:p>
          <a:p>
            <a:r>
              <a:t>Flags: </a:t>
            </a:r>
            <a:r>
              <a:rPr>
                <a:latin typeface="Consolas"/>
              </a:rPr>
              <a:t>--yes</a:t>
            </a:r>
            <a:r>
              <a:t> = auto-approve the permit gate · any other words = your own request (default: 3 days in Glacier, Sept 14 to 16)</a:t>
            </a:r>
          </a:p>
          <a:p>
            <a:r>
              <a:t>1. Before: </a:t>
            </a:r>
            <a:r>
              <a:rPr>
                <a:latin typeface="Consolas"/>
              </a:rPr>
              <a:t>cd starter &amp;&amp; dotnet run</a:t>
            </a:r>
            <a:r>
              <a:t>. The same request, no tools. Lovely, generic, books nothing.</a:t>
            </a:r>
          </a:p>
          <a:p>
            <a:r>
              <a:t>2. Show the five methods in </a:t>
            </a:r>
            <a:r>
              <a:rPr>
                <a:latin typeface="Consolas"/>
              </a:rPr>
              <a:t>complete/Program.cs</a:t>
            </a:r>
            <a:r>
              <a:t>. The descriptions are the manual.</a:t>
            </a:r>
          </a:p>
          <a:p>
            <a:r>
              <a:t>3. After: </a:t>
            </a:r>
            <a:r>
              <a:rPr>
                <a:latin typeface="Consolas"/>
              </a:rPr>
              <a:t>cd ../complete &amp;&amp; dotnet run</a:t>
            </a:r>
            <a:r>
              <a:t>. Narrate the trace. Weather, trails, conditions per trail, campsites. It stops at the permit gate; say yes.</a:t>
            </a:r>
          </a:p>
          <a:p>
            <a:r>
              <a:t>4. </a:t>
            </a:r>
            <a:r>
              <a:rPr>
                <a:latin typeface="Consolas"/>
              </a:rPr>
              <a:t>dotnet run -- "Plan me a 2-day trip in Glacier National Park for September 14-15 that includes the Avalanche Lake Trail (trail-0117)."</a:t>
            </a:r>
            <a:r>
              <a:t>: it reads the bridge report and routes around it.</a:t>
            </a:r>
          </a:p>
          <a:p>
            <a:r>
              <a:t>5. Point at the step budget and the trace. Printed, not persisted. Say so.</a:t>
            </a:r>
          </a:p>
          <a:p>
            <a:r>
              <a:t>Cut: 4 if the first run already hit the bridge.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Send the request with the tools array, read the tool call out of the response, send the follow-up with the tool result. Step 1's round-trip is </a:t>
            </a:r>
            <a:r>
              <a:rPr>
                <a:latin typeface="Consolas"/>
              </a:rPr>
              <a:t>search_trails</a:t>
            </a:r>
            <a:r>
              <a:t> + </a:t>
            </a:r>
            <a:r>
              <a:rPr>
                <a:latin typeface="Consolas"/>
              </a:rPr>
              <a:t>check_campsites</a:t>
            </a:r>
            <a:r>
              <a:t>.</a:t>
            </a:r>
          </a:p>
          <a:p>
            <a:r>
              <a:t>If you get an itinerary instead of a tool call on step 1, the model never saw your tools. Three failure modes on step 3, in ascending order of embarrassment: never calls conditions; calls it, reads "bridge is OUT", schedules anyway; drops the trail but invents a reason without calling. The third guessed right, which is worse.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Trip planning, onboarding, procurement, incident response, report assembly.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line for your boss. On Azure the loop sequences all five tools from a single request with zero nudges, in all three languages, measured against the workshop's Foundry deployment; the contrast with the local counts is the argument. Row 10, and the one your board has already asked about.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Hard. If asked about cost: the highest of the ten. Weeks to months, frontier-model API costs, real design work on guardrails, confirmation gates, observability. Do one of 01 through 09 first.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Ask two people what surprised them.</a:t>
            </a:r>
          </a:p>
          <a:p>
            <a:r>
              <a:t>Prompts if quiet: whose agent checked the bridge, and whose scheduled it anyway? Row 10 is done — all ten rows are done. Closing next: the framework, and the pitch. Hand off to the closing deck.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03505" y="770467"/>
            <a:ext cx="10782300" cy="3352800"/>
          </a:xfrm>
        </p:spPr>
        <p:txBody>
          <a:bodyPr anchor="b">
            <a:noAutofit/>
          </a:bodyPr>
          <a:lstStyle>
            <a:lvl1pPr algn="l">
              <a:lnSpc>
                <a:spcPct val="80000"/>
              </a:lnSpc>
              <a:defRPr sz="6600" spc="-90" baseline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80000"/>
                  </a:srgbClr>
                </a:solidFill>
              </a:defRPr>
            </a:lvl1pPr>
          </a:lstStyle>
          <a:p>
            <a:pPr defTabSz="342900"/>
            <a:fld id="{FDB08721-E45B-4A66-93A6-531BE00DB2CF}" type="datetimeFigureOut">
              <a:rPr lang="en-US" smtClean="0"/>
              <a:pPr defTabSz="342900"/>
              <a:t>7/23/26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80000"/>
                  </a:srgbClr>
                </a:solidFill>
              </a:defRPr>
            </a:lvl1pPr>
          </a:lstStyle>
          <a:p>
            <a:pPr defTabSz="342900"/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25000"/>
                  </a:srgbClr>
                </a:solidFill>
              </a:defRPr>
            </a:lvl1pPr>
          </a:lstStyle>
          <a:p>
            <a:pPr defTabSz="342900"/>
            <a:fld id="{78C739BE-451B-478D-B9BF-5E72F79512D5}" type="slidenum">
              <a:rPr lang="en-US" smtClean="0"/>
              <a:pPr defTabSz="342900"/>
              <a:t>‹#›</a:t>
            </a:fld>
            <a:endParaRPr lang="en-US"/>
          </a:p>
        </p:txBody>
      </p:sp>
      <p:sp>
        <p:nvSpPr>
          <p:cNvPr id="10" name="Rectangle 9"/>
          <p:cNvSpPr/>
          <p:nvPr userDrawn="1"/>
        </p:nvSpPr>
        <p:spPr>
          <a:xfrm>
            <a:off x="0" y="4160704"/>
            <a:ext cx="12192000" cy="86913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3429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35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 Light" panose="020F0302020204030204"/>
              <a:ea typeface="+mn-ea"/>
              <a:cs typeface="+mn-cs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67513" y="4284569"/>
            <a:ext cx="9228201" cy="1587279"/>
          </a:xfrm>
        </p:spPr>
        <p:txBody>
          <a:bodyPr>
            <a:normAutofit/>
          </a:bodyPr>
          <a:lstStyle>
            <a:lvl1pPr marL="0" indent="0" algn="l">
              <a:buNone/>
              <a:defRPr sz="2400">
                <a:solidFill>
                  <a:srgbClr val="0072C6"/>
                </a:solidFill>
                <a:latin typeface="+mj-lt"/>
              </a:defRPr>
            </a:lvl1pPr>
            <a:lvl2pPr marL="342900" indent="0" algn="ctr">
              <a:buNone/>
              <a:defRPr sz="2100"/>
            </a:lvl2pPr>
            <a:lvl3pPr marL="685800" indent="0" algn="ctr">
              <a:buNone/>
              <a:defRPr sz="1800"/>
            </a:lvl3pPr>
            <a:lvl4pPr marL="1028700" indent="0" algn="ctr">
              <a:buNone/>
              <a:defRPr sz="1500"/>
            </a:lvl4pPr>
            <a:lvl5pPr marL="1371600" indent="0" algn="ctr">
              <a:buNone/>
              <a:defRPr sz="1500"/>
            </a:lvl5pPr>
            <a:lvl6pPr marL="1714500" indent="0" algn="ctr">
              <a:buNone/>
              <a:defRPr sz="1500"/>
            </a:lvl6pPr>
            <a:lvl7pPr marL="2057400" indent="0" algn="ctr">
              <a:buNone/>
              <a:defRPr sz="1500"/>
            </a:lvl7pPr>
            <a:lvl8pPr marL="2400300" indent="0" algn="ctr">
              <a:buNone/>
              <a:defRPr sz="1500"/>
            </a:lvl8pPr>
            <a:lvl9pPr marL="2743200" indent="0" algn="ctr">
              <a:buNone/>
              <a:defRPr sz="1500"/>
            </a:lvl9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222543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342900"/>
            <a:fld id="{FDB08721-E45B-4A66-93A6-531BE00DB2CF}" type="datetimeFigureOut">
              <a:rPr lang="en-US" smtClean="0">
                <a:solidFill>
                  <a:prstClr val="black">
                    <a:alpha val="80000"/>
                  </a:prstClr>
                </a:solidFill>
              </a:rPr>
              <a:pPr defTabSz="342900"/>
              <a:t>7/23/26</a:t>
            </a:fld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/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/>
            <a:fld id="{78C739BE-451B-478D-B9BF-5E72F79512D5}" type="slidenum">
              <a:rPr lang="en-US" smtClean="0">
                <a:solidFill>
                  <a:srgbClr val="0072C6">
                    <a:alpha val="25000"/>
                  </a:srgbClr>
                </a:solidFill>
              </a:rPr>
              <a:pPr defTabSz="342900"/>
              <a:t>‹#›</a:t>
            </a:fld>
            <a:endParaRPr lang="en-US">
              <a:solidFill>
                <a:srgbClr val="0072C6">
                  <a:alpha val="2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9979587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3504" y="767419"/>
            <a:ext cx="10780776" cy="4558624"/>
          </a:xfrm>
        </p:spPr>
        <p:txBody>
          <a:bodyPr anchor="b">
            <a:normAutofit/>
          </a:bodyPr>
          <a:lstStyle>
            <a:lvl1pPr>
              <a:lnSpc>
                <a:spcPct val="80000"/>
              </a:lnSpc>
              <a:defRPr sz="6600" b="0" baseline="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67512" y="5468293"/>
            <a:ext cx="9226296" cy="381836"/>
          </a:xfrm>
        </p:spPr>
        <p:txBody>
          <a:bodyPr anchor="t">
            <a:normAutofit/>
          </a:bodyPr>
          <a:lstStyle>
            <a:lvl1pPr marL="0" indent="0">
              <a:buNone/>
              <a:defRPr sz="2400">
                <a:solidFill>
                  <a:schemeClr val="tx1"/>
                </a:solidFill>
                <a:latin typeface="+mj-lt"/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342900"/>
            <a:fld id="{FDB08721-E45B-4A66-93A6-531BE00DB2CF}" type="datetimeFigureOut">
              <a:rPr lang="en-US" smtClean="0">
                <a:solidFill>
                  <a:prstClr val="black">
                    <a:alpha val="80000"/>
                  </a:prstClr>
                </a:solidFill>
              </a:rPr>
              <a:pPr defTabSz="342900"/>
              <a:t>7/23/26</a:t>
            </a:fld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/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/>
            <a:fld id="{78C739BE-451B-478D-B9BF-5E72F79512D5}" type="slidenum">
              <a:rPr lang="en-US" smtClean="0">
                <a:solidFill>
                  <a:srgbClr val="0072C6">
                    <a:alpha val="25000"/>
                  </a:srgbClr>
                </a:solidFill>
              </a:rPr>
              <a:pPr defTabSz="342900"/>
              <a:t>‹#›</a:t>
            </a:fld>
            <a:endParaRPr lang="en-US">
              <a:solidFill>
                <a:srgbClr val="0072C6">
                  <a:alpha val="2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4483652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6656" y="1998134"/>
            <a:ext cx="4663440" cy="376732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11331" y="1998134"/>
            <a:ext cx="4663440" cy="376732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342900"/>
            <a:fld id="{FDB08721-E45B-4A66-93A6-531BE00DB2CF}" type="datetimeFigureOut">
              <a:rPr lang="en-US" smtClean="0">
                <a:solidFill>
                  <a:prstClr val="black">
                    <a:alpha val="80000"/>
                  </a:prstClr>
                </a:solidFill>
              </a:rPr>
              <a:pPr defTabSz="342900"/>
              <a:t>7/23/26</a:t>
            </a:fld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/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/>
            <a:fld id="{78C739BE-451B-478D-B9BF-5E72F79512D5}" type="slidenum">
              <a:rPr lang="en-US" smtClean="0">
                <a:solidFill>
                  <a:srgbClr val="0072C6">
                    <a:alpha val="25000"/>
                  </a:srgbClr>
                </a:solidFill>
              </a:rPr>
              <a:pPr defTabSz="342900"/>
              <a:t>‹#›</a:t>
            </a:fld>
            <a:endParaRPr lang="en-US">
              <a:solidFill>
                <a:srgbClr val="0072C6">
                  <a:alpha val="2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241218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6656" y="2040467"/>
            <a:ext cx="4663440" cy="723400"/>
          </a:xfrm>
        </p:spPr>
        <p:txBody>
          <a:bodyPr anchor="ctr">
            <a:normAutofit/>
          </a:bodyPr>
          <a:lstStyle>
            <a:lvl1pPr marL="0" indent="0">
              <a:buNone/>
              <a:defRPr sz="1650" b="0" cap="all" baseline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6656" y="2753084"/>
            <a:ext cx="4663440" cy="3200400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007608" y="2038435"/>
            <a:ext cx="4663440" cy="722376"/>
          </a:xfrm>
        </p:spPr>
        <p:txBody>
          <a:bodyPr anchor="ctr">
            <a:normAutofit/>
          </a:bodyPr>
          <a:lstStyle>
            <a:lvl1pPr marL="0" indent="0">
              <a:buNone/>
              <a:defRPr sz="1650" b="0" cap="all" baseline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007608" y="2750990"/>
            <a:ext cx="4663440" cy="3200400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342900"/>
            <a:fld id="{FDB08721-E45B-4A66-93A6-531BE00DB2CF}" type="datetimeFigureOut">
              <a:rPr lang="en-US" smtClean="0">
                <a:solidFill>
                  <a:prstClr val="black">
                    <a:alpha val="80000"/>
                  </a:prstClr>
                </a:solidFill>
              </a:rPr>
              <a:pPr defTabSz="342900"/>
              <a:t>7/23/26</a:t>
            </a:fld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/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/>
            <a:fld id="{78C739BE-451B-478D-B9BF-5E72F79512D5}" type="slidenum">
              <a:rPr lang="en-US" smtClean="0">
                <a:solidFill>
                  <a:srgbClr val="0072C6">
                    <a:alpha val="25000"/>
                  </a:srgbClr>
                </a:solidFill>
              </a:rPr>
              <a:pPr defTabSz="342900"/>
              <a:t>‹#›</a:t>
            </a:fld>
            <a:endParaRPr lang="en-US">
              <a:solidFill>
                <a:srgbClr val="0072C6">
                  <a:alpha val="2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9525989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342900"/>
            <a:fld id="{FDB08721-E45B-4A66-93A6-531BE00DB2CF}" type="datetimeFigureOut">
              <a:rPr lang="en-US" smtClean="0">
                <a:solidFill>
                  <a:prstClr val="black">
                    <a:alpha val="80000"/>
                  </a:prstClr>
                </a:solidFill>
              </a:rPr>
              <a:pPr defTabSz="342900"/>
              <a:t>7/23/26</a:t>
            </a:fld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/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/>
            <a:fld id="{78C739BE-451B-478D-B9BF-5E72F79512D5}" type="slidenum">
              <a:rPr lang="en-US" smtClean="0">
                <a:solidFill>
                  <a:srgbClr val="0072C6">
                    <a:alpha val="25000"/>
                  </a:srgbClr>
                </a:solidFill>
              </a:rPr>
              <a:pPr defTabSz="342900"/>
              <a:t>‹#›</a:t>
            </a:fld>
            <a:endParaRPr lang="en-US">
              <a:solidFill>
                <a:srgbClr val="0072C6">
                  <a:alpha val="2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375013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342900"/>
            <a:fld id="{FDB08721-E45B-4A66-93A6-531BE00DB2CF}" type="datetimeFigureOut">
              <a:rPr lang="en-US" smtClean="0">
                <a:solidFill>
                  <a:prstClr val="black">
                    <a:alpha val="80000"/>
                  </a:prstClr>
                </a:solidFill>
              </a:rPr>
              <a:pPr defTabSz="342900"/>
              <a:t>7/23/26</a:t>
            </a:fld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/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/>
            <a:fld id="{78C739BE-451B-478D-B9BF-5E72F79512D5}" type="slidenum">
              <a:rPr lang="en-US" smtClean="0">
                <a:solidFill>
                  <a:srgbClr val="0072C6">
                    <a:alpha val="25000"/>
                  </a:srgbClr>
                </a:solidFill>
              </a:rPr>
              <a:pPr defTabSz="342900"/>
              <a:t>‹#›</a:t>
            </a:fld>
            <a:endParaRPr lang="en-US">
              <a:solidFill>
                <a:srgbClr val="0072C6">
                  <a:alpha val="2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9565499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7620000" y="0"/>
            <a:ext cx="457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Title 8"/>
          <p:cNvSpPr>
            <a:spLocks noGrp="1"/>
          </p:cNvSpPr>
          <p:nvPr>
            <p:ph type="title"/>
          </p:nvPr>
        </p:nvSpPr>
        <p:spPr>
          <a:xfrm>
            <a:off x="8261404" y="542282"/>
            <a:ext cx="3383280" cy="1920240"/>
          </a:xfrm>
        </p:spPr>
        <p:txBody>
          <a:bodyPr anchor="b">
            <a:noAutofit/>
          </a:bodyPr>
          <a:lstStyle>
            <a:lvl1pPr>
              <a:lnSpc>
                <a:spcPct val="85000"/>
              </a:lnSpc>
              <a:defRPr sz="300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62000" y="762000"/>
            <a:ext cx="6096000" cy="4572000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275983" y="2511813"/>
            <a:ext cx="3398520" cy="3126987"/>
          </a:xfrm>
        </p:spPr>
        <p:txBody>
          <a:bodyPr>
            <a:normAutofit/>
          </a:bodyPr>
          <a:lstStyle>
            <a:lvl1pPr marL="0" marR="0" indent="0" algn="l" defTabSz="685800" rtl="0" eaLnBrk="1" fontAlgn="auto" latinLnBrk="0" hangingPunct="1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350">
                <a:solidFill>
                  <a:srgbClr val="262626"/>
                </a:solidFill>
              </a:defRPr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105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342900"/>
            <a:fld id="{FDB08721-E45B-4A66-93A6-531BE00DB2CF}" type="datetimeFigureOut">
              <a:rPr lang="en-US" smtClean="0">
                <a:solidFill>
                  <a:prstClr val="black">
                    <a:alpha val="80000"/>
                  </a:prstClr>
                </a:solidFill>
              </a:rPr>
              <a:pPr defTabSz="342900"/>
              <a:t>7/23/26</a:t>
            </a:fld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/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20000"/>
                  </a:srgbClr>
                </a:solidFill>
              </a:defRPr>
            </a:lvl1pPr>
          </a:lstStyle>
          <a:p>
            <a:pPr defTabSz="342900"/>
            <a:fld id="{78C739BE-451B-478D-B9BF-5E72F79512D5}" type="slidenum">
              <a:rPr lang="en-US" smtClean="0"/>
              <a:pPr defTabSz="34290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72032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9224" y="5418669"/>
            <a:ext cx="10780776" cy="613283"/>
          </a:xfrm>
        </p:spPr>
        <p:txBody>
          <a:bodyPr anchor="b">
            <a:normAutofit/>
          </a:bodyPr>
          <a:lstStyle>
            <a:lvl1pPr>
              <a:defRPr sz="24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0" y="0"/>
            <a:ext cx="12192000" cy="5330952"/>
          </a:xfrm>
          <a:solidFill>
            <a:schemeClr val="accent1">
              <a:lumMod val="40000"/>
              <a:lumOff val="60000"/>
            </a:schemeClr>
          </a:solidFill>
        </p:spPr>
        <p:txBody>
          <a:bodyPr anchor="t"/>
          <a:lstStyle>
            <a:lvl1pPr marL="0" indent="0" algn="ctr">
              <a:spcBef>
                <a:spcPts val="600"/>
              </a:spcBef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6656" y="5909735"/>
            <a:ext cx="9229344" cy="533400"/>
          </a:xfrm>
        </p:spPr>
        <p:txBody>
          <a:bodyPr>
            <a:normAutofit/>
          </a:bodyPr>
          <a:lstStyle>
            <a:lvl1pPr marL="0" indent="0">
              <a:lnSpc>
                <a:spcPct val="90000"/>
              </a:lnSpc>
              <a:buNone/>
              <a:defRPr sz="1050">
                <a:solidFill>
                  <a:srgbClr val="262626"/>
                </a:solidFill>
              </a:defRPr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2" name="Date Placeholder 11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80000"/>
                  </a:srgbClr>
                </a:solidFill>
              </a:defRPr>
            </a:lvl1pPr>
          </a:lstStyle>
          <a:p>
            <a:pPr defTabSz="342900"/>
            <a:fld id="{FDB08721-E45B-4A66-93A6-531BE00DB2CF}" type="datetimeFigureOut">
              <a:rPr lang="en-US" smtClean="0"/>
              <a:pPr defTabSz="342900"/>
              <a:t>7/23/26</a:t>
            </a:fld>
            <a:endParaRPr lang="en-US"/>
          </a:p>
        </p:txBody>
      </p:sp>
      <p:sp>
        <p:nvSpPr>
          <p:cNvPr id="13" name="Footer Placeholder 1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80000"/>
                  </a:srgbClr>
                </a:solidFill>
              </a:defRPr>
            </a:lvl1pPr>
          </a:lstStyle>
          <a:p>
            <a:pPr defTabSz="342900"/>
            <a:endParaRPr lang="en-US"/>
          </a:p>
        </p:txBody>
      </p:sp>
      <p:sp>
        <p:nvSpPr>
          <p:cNvPr id="14" name="Slide Number Placeholder 1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25000"/>
                  </a:srgbClr>
                </a:solidFill>
              </a:defRPr>
            </a:lvl1pPr>
          </a:lstStyle>
          <a:p>
            <a:pPr defTabSz="342900"/>
            <a:fld id="{78C739BE-451B-478D-B9BF-5E72F79512D5}" type="slidenum">
              <a:rPr lang="en-US" smtClean="0"/>
              <a:pPr defTabSz="34290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538869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342900"/>
            <a:fld id="{FDB08721-E45B-4A66-93A6-531BE00DB2CF}" type="datetimeFigureOut">
              <a:rPr lang="en-US" smtClean="0">
                <a:solidFill>
                  <a:prstClr val="black">
                    <a:alpha val="80000"/>
                  </a:prstClr>
                </a:solidFill>
              </a:rPr>
              <a:pPr defTabSz="342900"/>
              <a:t>7/23/26</a:t>
            </a:fld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/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/>
            <a:fld id="{78C739BE-451B-478D-B9BF-5E72F79512D5}" type="slidenum">
              <a:rPr lang="en-US" smtClean="0">
                <a:solidFill>
                  <a:srgbClr val="0072C6">
                    <a:alpha val="25000"/>
                  </a:srgbClr>
                </a:solidFill>
              </a:rPr>
              <a:pPr defTabSz="342900"/>
              <a:t>‹#›</a:t>
            </a:fld>
            <a:endParaRPr lang="en-US">
              <a:solidFill>
                <a:srgbClr val="0072C6">
                  <a:alpha val="2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4992696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43951" y="695325"/>
            <a:ext cx="2628900" cy="48006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71526" y="714377"/>
            <a:ext cx="7734300" cy="5400675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342900"/>
            <a:fld id="{FDB08721-E45B-4A66-93A6-531BE00DB2CF}" type="datetimeFigureOut">
              <a:rPr lang="en-US" smtClean="0">
                <a:solidFill>
                  <a:prstClr val="black">
                    <a:alpha val="80000"/>
                  </a:prstClr>
                </a:solidFill>
              </a:rPr>
              <a:pPr defTabSz="342900"/>
              <a:t>7/23/26</a:t>
            </a:fld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/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/>
            <a:fld id="{78C739BE-451B-478D-B9BF-5E72F79512D5}" type="slidenum">
              <a:rPr lang="en-US" smtClean="0">
                <a:solidFill>
                  <a:srgbClr val="0072C6">
                    <a:alpha val="25000"/>
                  </a:srgbClr>
                </a:solidFill>
              </a:rPr>
              <a:pPr defTabSz="342900"/>
              <a:t>‹#›</a:t>
            </a:fld>
            <a:endParaRPr lang="en-US">
              <a:solidFill>
                <a:srgbClr val="0072C6">
                  <a:alpha val="2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072393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57226" y="499533"/>
            <a:ext cx="10772775" cy="165819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6656" y="2011680"/>
            <a:ext cx="10753725" cy="376618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5800" y="6412447"/>
            <a:ext cx="411480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13">
                <a:solidFill>
                  <a:schemeClr val="tx1">
                    <a:alpha val="8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pPr defTabSz="342900"/>
            <a:fld id="{FDB08721-E45B-4A66-93A6-531BE00DB2CF}" type="datetimeFigureOut">
              <a:rPr lang="en-US" smtClean="0">
                <a:solidFill>
                  <a:prstClr val="black">
                    <a:alpha val="80000"/>
                  </a:prstClr>
                </a:solidFill>
              </a:rPr>
              <a:pPr defTabSz="342900"/>
              <a:t>7/23/26</a:t>
            </a:fld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5800" y="6554697"/>
            <a:ext cx="502920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13" cap="all" baseline="0">
                <a:solidFill>
                  <a:schemeClr val="tx1">
                    <a:alpha val="8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pPr defTabSz="342900"/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63927" y="5876414"/>
            <a:ext cx="2926080" cy="1397039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7725" b="0">
                <a:ln>
                  <a:noFill/>
                </a:ln>
                <a:solidFill>
                  <a:schemeClr val="accent1">
                    <a:alpha val="2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pPr defTabSz="342900"/>
            <a:fld id="{78C739BE-451B-478D-B9BF-5E72F79512D5}" type="slidenum">
              <a:rPr lang="en-US" smtClean="0">
                <a:solidFill>
                  <a:srgbClr val="0072C6">
                    <a:alpha val="25000"/>
                  </a:srgbClr>
                </a:solidFill>
              </a:rPr>
              <a:pPr defTabSz="342900"/>
              <a:t>‹#›</a:t>
            </a:fld>
            <a:endParaRPr lang="en-US">
              <a:solidFill>
                <a:srgbClr val="0072C6">
                  <a:alpha val="2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4898969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685800" rtl="0" eaLnBrk="1" latinLnBrk="0" hangingPunct="1">
        <a:lnSpc>
          <a:spcPct val="85000"/>
        </a:lnSpc>
        <a:spcBef>
          <a:spcPct val="0"/>
        </a:spcBef>
        <a:buNone/>
        <a:defRPr sz="4050" kern="1200" spc="-90" baseline="0">
          <a:solidFill>
            <a:srgbClr val="0070C0"/>
          </a:solidFill>
          <a:latin typeface="Segoe UI" panose="020B0502040204020203" pitchFamily="34" charset="0"/>
          <a:ea typeface="+mj-ea"/>
          <a:cs typeface="Segoe UI" panose="020B0502040204020203" pitchFamily="34" charset="0"/>
        </a:defRPr>
      </a:lvl1pPr>
    </p:titleStyle>
    <p:bodyStyle>
      <a:lvl1pPr marL="68580" indent="-68580" algn="l" defTabSz="685800" rtl="0" eaLnBrk="1" latinLnBrk="0" hangingPunct="1">
        <a:lnSpc>
          <a:spcPct val="85000"/>
        </a:lnSpc>
        <a:spcBef>
          <a:spcPts val="975"/>
        </a:spcBef>
        <a:buFont typeface="Arial" pitchFamily="34" charset="0"/>
        <a:buChar char=" "/>
        <a:defRPr sz="1800" kern="1200">
          <a:solidFill>
            <a:schemeClr val="tx1">
              <a:lumMod val="85000"/>
              <a:lumOff val="15000"/>
            </a:schemeClr>
          </a:solidFill>
          <a:latin typeface="Segoe UI" panose="020B0502040204020203" pitchFamily="34" charset="0"/>
          <a:ea typeface="+mn-ea"/>
          <a:cs typeface="Segoe UI" panose="020B0502040204020203" pitchFamily="34" charset="0"/>
        </a:defRPr>
      </a:lvl1pPr>
      <a:lvl2pPr marL="260604" indent="-257175" algn="l" defTabSz="685800" rtl="0" eaLnBrk="1" latinLnBrk="0" hangingPunct="1">
        <a:lnSpc>
          <a:spcPct val="85000"/>
        </a:lnSpc>
        <a:spcBef>
          <a:spcPts val="450"/>
        </a:spcBef>
        <a:buFont typeface="Arial" pitchFamily="34" charset="0"/>
        <a:buChar char=" "/>
        <a:defRPr sz="1800" kern="1200">
          <a:solidFill>
            <a:schemeClr val="tx1">
              <a:lumMod val="85000"/>
              <a:lumOff val="15000"/>
            </a:schemeClr>
          </a:solidFill>
          <a:latin typeface="Segoe UI" panose="020B0502040204020203" pitchFamily="34" charset="0"/>
          <a:ea typeface="+mn-ea"/>
          <a:cs typeface="Segoe UI" panose="020B0502040204020203" pitchFamily="34" charset="0"/>
        </a:defRPr>
      </a:lvl2pPr>
      <a:lvl3pPr marL="411480" indent="-411480" algn="l" defTabSz="685800" rtl="0" eaLnBrk="1" latinLnBrk="0" hangingPunct="1">
        <a:lnSpc>
          <a:spcPct val="85000"/>
        </a:lnSpc>
        <a:spcBef>
          <a:spcPts val="450"/>
        </a:spcBef>
        <a:buFont typeface="Arial" pitchFamily="34" charset="0"/>
        <a:buChar char=" "/>
        <a:defRPr sz="1500" i="1" kern="1200">
          <a:solidFill>
            <a:schemeClr val="tx1">
              <a:lumMod val="85000"/>
              <a:lumOff val="15000"/>
            </a:schemeClr>
          </a:solidFill>
          <a:latin typeface="Segoe UI" panose="020B0502040204020203" pitchFamily="34" charset="0"/>
          <a:ea typeface="+mn-ea"/>
          <a:cs typeface="Segoe UI" panose="020B0502040204020203" pitchFamily="34" charset="0"/>
        </a:defRPr>
      </a:lvl3pPr>
      <a:lvl4pPr marL="617220" indent="-617220" algn="l" defTabSz="685800" rtl="0" eaLnBrk="1" latinLnBrk="0" hangingPunct="1">
        <a:lnSpc>
          <a:spcPct val="85000"/>
        </a:lnSpc>
        <a:spcBef>
          <a:spcPts val="450"/>
        </a:spcBef>
        <a:buFont typeface="Arial" pitchFamily="34" charset="0"/>
        <a:buChar char=" "/>
        <a:defRPr sz="1350" kern="1200">
          <a:solidFill>
            <a:schemeClr val="tx1">
              <a:lumMod val="85000"/>
              <a:lumOff val="15000"/>
            </a:schemeClr>
          </a:solidFill>
          <a:latin typeface="Segoe UI" panose="020B0502040204020203" pitchFamily="34" charset="0"/>
          <a:ea typeface="+mn-ea"/>
          <a:cs typeface="Segoe UI" panose="020B0502040204020203" pitchFamily="34" charset="0"/>
        </a:defRPr>
      </a:lvl4pPr>
      <a:lvl5pPr marL="822960" indent="-822960" algn="l" defTabSz="685800" rtl="0" eaLnBrk="1" latinLnBrk="0" hangingPunct="1">
        <a:lnSpc>
          <a:spcPct val="85000"/>
        </a:lnSpc>
        <a:spcBef>
          <a:spcPts val="450"/>
        </a:spcBef>
        <a:buFont typeface="Arial" pitchFamily="34" charset="0"/>
        <a:buChar char=" "/>
        <a:defRPr sz="1350" kern="1200">
          <a:solidFill>
            <a:schemeClr val="tx1">
              <a:lumMod val="85000"/>
              <a:lumOff val="15000"/>
            </a:schemeClr>
          </a:solidFill>
          <a:latin typeface="Segoe UI" panose="020B0502040204020203" pitchFamily="34" charset="0"/>
          <a:ea typeface="+mn-ea"/>
          <a:cs typeface="Segoe UI" panose="020B0502040204020203" pitchFamily="34" charset="0"/>
        </a:defRPr>
      </a:lvl5pPr>
      <a:lvl6pPr marL="900000" indent="-171450" algn="l" defTabSz="685800" rtl="0" eaLnBrk="1" latinLnBrk="0" hangingPunct="1">
        <a:lnSpc>
          <a:spcPct val="85000"/>
        </a:lnSpc>
        <a:spcBef>
          <a:spcPts val="450"/>
        </a:spcBef>
        <a:buFont typeface="Arial" pitchFamily="34" charset="0"/>
        <a:buChar char=" "/>
        <a:defRPr sz="135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6pPr>
      <a:lvl7pPr marL="1050000" indent="-171450" algn="l" defTabSz="685800" rtl="0" eaLnBrk="1" latinLnBrk="0" hangingPunct="1">
        <a:lnSpc>
          <a:spcPct val="85000"/>
        </a:lnSpc>
        <a:spcBef>
          <a:spcPts val="450"/>
        </a:spcBef>
        <a:buFont typeface="Arial" pitchFamily="34" charset="0"/>
        <a:buChar char=" "/>
        <a:defRPr sz="135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7pPr>
      <a:lvl8pPr marL="1200000" indent="-171450" algn="l" defTabSz="685800" rtl="0" eaLnBrk="1" latinLnBrk="0" hangingPunct="1">
        <a:lnSpc>
          <a:spcPct val="85000"/>
        </a:lnSpc>
        <a:spcBef>
          <a:spcPts val="450"/>
        </a:spcBef>
        <a:buFont typeface="Arial" pitchFamily="34" charset="0"/>
        <a:buChar char=" "/>
        <a:defRPr sz="135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8pPr>
      <a:lvl9pPr marL="1350000" indent="-171450" algn="l" defTabSz="685800" rtl="0" eaLnBrk="1" latinLnBrk="0" hangingPunct="1">
        <a:lnSpc>
          <a:spcPct val="85000"/>
        </a:lnSpc>
        <a:spcBef>
          <a:spcPts val="450"/>
        </a:spcBef>
        <a:buFont typeface="Arial" pitchFamily="34" charset="0"/>
        <a:buChar char=" "/>
        <a:defRPr sz="135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6.png"/><Relationship Id="rId3" Type="http://schemas.openxmlformats.org/officeDocument/2006/relationships/image" Target="../media/image3.png"/><Relationship Id="rId4" Type="http://schemas.openxmlformats.org/officeDocument/2006/relationships/image" Target="../media/image2.png"/><Relationship Id="rId5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3" Type="http://schemas.openxmlformats.org/officeDocument/2006/relationships/image" Target="../media/image6.png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6.png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/Relationships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4000" b="1"/>
              <a:t>Building Pragmatic AI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Module 4: Doing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6880" y="5989320"/>
            <a:ext cx="2560320" cy="640080"/>
          </a:xfrm>
          <a:prstGeom prst="rect">
            <a:avLst/>
          </a:prstGeom>
        </p:spPr>
      </p:pic>
      <p:pic>
        <p:nvPicPr>
          <p:cNvPr id="5" name="Picture 4" descr="bann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9144"/>
            <a:ext cx="12188952" cy="3182112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72016" y="3657600"/>
            <a:ext cx="2167128" cy="216712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This Module</a:t>
            </a:r>
          </a:p>
        </p:txBody>
      </p:sp>
      <p:pic>
        <p:nvPicPr>
          <p:cNvPr id="3" name="Picture 2" descr="rob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0720" y="2990088"/>
            <a:ext cx="868680" cy="8686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120640" y="4005072"/>
            <a:ext cx="2148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/>
              <a:t>F10 Agentic Workflows</a:t>
            </a: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26880" y="5989320"/>
            <a:ext cx="2560320" cy="64008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ob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38800" y="1371600"/>
            <a:ext cx="914400" cy="9144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2834640"/>
            <a:ext cx="10332720" cy="2011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/>
              <a:t>A model that </a:t>
            </a:r>
            <a:r>
              <a:rPr b="1" sz="4000">
                <a:solidFill>
                  <a:srgbClr val="017AB4"/>
                </a:solidFill>
              </a:rPr>
              <a:t>picks which tools to call</a:t>
            </a:r>
            <a:r>
              <a:rPr sz="4000"/>
              <a:t>, in a loop, until the job is done.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26880" y="5989320"/>
            <a:ext cx="2560320" cy="64008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F10 · How the Loop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3474720"/>
            <a:ext cx="10966704" cy="3063240"/>
          </a:xfrm>
        </p:spPr>
        <p:txBody>
          <a:bodyPr wrap="square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612648" y="1737360"/>
            <a:ext cx="1484884" cy="15087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Trip request + tool descriptions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F10 · How the Loop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3474720"/>
            <a:ext cx="10966704" cy="3063240"/>
          </a:xfrm>
        </p:spPr>
        <p:txBody>
          <a:bodyPr wrap="square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612648" y="1737360"/>
            <a:ext cx="1484884" cy="15087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Trip request + tool descriptions</a:t>
            </a:r>
          </a:p>
        </p:txBody>
      </p:sp>
      <p:sp>
        <p:nvSpPr>
          <p:cNvPr id="5" name="Right Arrow 4"/>
          <p:cNvSpPr/>
          <p:nvPr/>
        </p:nvSpPr>
        <p:spPr>
          <a:xfrm>
            <a:off x="2152396" y="234543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509012" y="1737360"/>
            <a:ext cx="1484884" cy="15087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Model: call a tool, or answer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F10 · How the Loop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3474720"/>
            <a:ext cx="10966704" cy="3063240"/>
          </a:xfrm>
        </p:spPr>
        <p:txBody>
          <a:bodyPr wrap="square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612648" y="1737360"/>
            <a:ext cx="1484884" cy="15087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Trip request + tool descriptions</a:t>
            </a:r>
          </a:p>
        </p:txBody>
      </p:sp>
      <p:sp>
        <p:nvSpPr>
          <p:cNvPr id="5" name="Right Arrow 4"/>
          <p:cNvSpPr/>
          <p:nvPr/>
        </p:nvSpPr>
        <p:spPr>
          <a:xfrm>
            <a:off x="2152396" y="234543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509012" y="1737360"/>
            <a:ext cx="1484884" cy="15087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Model: call a tool, or answer</a:t>
            </a:r>
          </a:p>
        </p:txBody>
      </p:sp>
      <p:sp>
        <p:nvSpPr>
          <p:cNvPr id="7" name="Right Arrow 6"/>
          <p:cNvSpPr/>
          <p:nvPr/>
        </p:nvSpPr>
        <p:spPr>
          <a:xfrm>
            <a:off x="4048760" y="234543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405376" y="1737360"/>
            <a:ext cx="1484884" cy="15087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Your code runs the tool (weather, trails, conditions, campsites)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F10 · How the Loop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3474720"/>
            <a:ext cx="10966704" cy="3063240"/>
          </a:xfrm>
        </p:spPr>
        <p:txBody>
          <a:bodyPr wrap="square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612648" y="1737360"/>
            <a:ext cx="1484884" cy="15087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Trip request + tool descriptions</a:t>
            </a:r>
          </a:p>
        </p:txBody>
      </p:sp>
      <p:sp>
        <p:nvSpPr>
          <p:cNvPr id="5" name="Right Arrow 4"/>
          <p:cNvSpPr/>
          <p:nvPr/>
        </p:nvSpPr>
        <p:spPr>
          <a:xfrm>
            <a:off x="2152396" y="234543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509012" y="1737360"/>
            <a:ext cx="1484884" cy="15087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Model: call a tool, or answer</a:t>
            </a:r>
          </a:p>
        </p:txBody>
      </p:sp>
      <p:sp>
        <p:nvSpPr>
          <p:cNvPr id="7" name="Right Arrow 6"/>
          <p:cNvSpPr/>
          <p:nvPr/>
        </p:nvSpPr>
        <p:spPr>
          <a:xfrm>
            <a:off x="4048760" y="234543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405376" y="1737360"/>
            <a:ext cx="1484884" cy="15087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Your code runs the tool (weather, trails, conditions, campsites)</a:t>
            </a:r>
          </a:p>
        </p:txBody>
      </p:sp>
      <p:sp>
        <p:nvSpPr>
          <p:cNvPr id="9" name="Right Arrow 8"/>
          <p:cNvSpPr/>
          <p:nvPr/>
        </p:nvSpPr>
        <p:spPr>
          <a:xfrm>
            <a:off x="5945124" y="234543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301740" y="1737360"/>
            <a:ext cx="1484884" cy="15087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Result appended to the conversation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F10 · How the Loop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3474720"/>
            <a:ext cx="10966704" cy="3063240"/>
          </a:xfrm>
        </p:spPr>
        <p:txBody>
          <a:bodyPr wrap="square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612648" y="1737360"/>
            <a:ext cx="1484884" cy="15087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Trip request + tool descriptions</a:t>
            </a:r>
          </a:p>
        </p:txBody>
      </p:sp>
      <p:sp>
        <p:nvSpPr>
          <p:cNvPr id="5" name="Right Arrow 4"/>
          <p:cNvSpPr/>
          <p:nvPr/>
        </p:nvSpPr>
        <p:spPr>
          <a:xfrm>
            <a:off x="2152396" y="234543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509012" y="1737360"/>
            <a:ext cx="1484884" cy="15087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Model: call a tool, or answer</a:t>
            </a:r>
          </a:p>
        </p:txBody>
      </p:sp>
      <p:sp>
        <p:nvSpPr>
          <p:cNvPr id="7" name="Right Arrow 6"/>
          <p:cNvSpPr/>
          <p:nvPr/>
        </p:nvSpPr>
        <p:spPr>
          <a:xfrm>
            <a:off x="4048760" y="234543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405376" y="1737360"/>
            <a:ext cx="1484884" cy="15087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Your code runs the tool (weather, trails, conditions, campsites)</a:t>
            </a:r>
          </a:p>
        </p:txBody>
      </p:sp>
      <p:sp>
        <p:nvSpPr>
          <p:cNvPr id="9" name="Right Arrow 8"/>
          <p:cNvSpPr/>
          <p:nvPr/>
        </p:nvSpPr>
        <p:spPr>
          <a:xfrm>
            <a:off x="5945124" y="234543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301740" y="1737360"/>
            <a:ext cx="1484884" cy="15087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Result appended to the conversation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7841488" y="234543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198104" y="1737360"/>
            <a:ext cx="1484884" cy="15087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Model again, until it answers or hits the step budget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F10 · How the Loop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3474720"/>
            <a:ext cx="10966704" cy="3063240"/>
          </a:xfrm>
        </p:spPr>
        <p:txBody>
          <a:bodyPr wrap="square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612648" y="1737360"/>
            <a:ext cx="1484884" cy="15087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Trip request + tool descriptions</a:t>
            </a:r>
          </a:p>
        </p:txBody>
      </p:sp>
      <p:sp>
        <p:nvSpPr>
          <p:cNvPr id="5" name="Right Arrow 4"/>
          <p:cNvSpPr/>
          <p:nvPr/>
        </p:nvSpPr>
        <p:spPr>
          <a:xfrm>
            <a:off x="2152396" y="234543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509012" y="1737360"/>
            <a:ext cx="1484884" cy="15087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Model: call a tool, or answer</a:t>
            </a:r>
          </a:p>
        </p:txBody>
      </p:sp>
      <p:sp>
        <p:nvSpPr>
          <p:cNvPr id="7" name="Right Arrow 6"/>
          <p:cNvSpPr/>
          <p:nvPr/>
        </p:nvSpPr>
        <p:spPr>
          <a:xfrm>
            <a:off x="4048760" y="234543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405376" y="1737360"/>
            <a:ext cx="1484884" cy="15087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Your code runs the tool (weather, trails, conditions, campsites)</a:t>
            </a:r>
          </a:p>
        </p:txBody>
      </p:sp>
      <p:sp>
        <p:nvSpPr>
          <p:cNvPr id="9" name="Right Arrow 8"/>
          <p:cNvSpPr/>
          <p:nvPr/>
        </p:nvSpPr>
        <p:spPr>
          <a:xfrm>
            <a:off x="5945124" y="234543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301740" y="1737360"/>
            <a:ext cx="1484884" cy="15087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Result appended to the conversation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7841488" y="234543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198104" y="1737360"/>
            <a:ext cx="1484884" cy="15087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Model again, until it answers or hits the step budget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9737852" y="234543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10094468" y="1737360"/>
            <a:ext cx="1484884" cy="15087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Itinerary + a full trace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F10 · How the Loop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3474720"/>
            <a:ext cx="10966704" cy="3063240"/>
          </a:xfrm>
        </p:spPr>
        <p:txBody>
          <a:bodyPr wrap="square"/>
          <a:lstStyle/>
          <a:p>
            <a:pPr/>
            <a:r>
              <a:rPr sz="2800"/>
              <a:t>The loop is your code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12648" y="1737360"/>
            <a:ext cx="1484884" cy="15087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Trip request + tool descriptions</a:t>
            </a:r>
          </a:p>
        </p:txBody>
      </p:sp>
      <p:sp>
        <p:nvSpPr>
          <p:cNvPr id="5" name="Right Arrow 4"/>
          <p:cNvSpPr/>
          <p:nvPr/>
        </p:nvSpPr>
        <p:spPr>
          <a:xfrm>
            <a:off x="2152396" y="234543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509012" y="1737360"/>
            <a:ext cx="1484884" cy="15087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Model: call a tool, or answer</a:t>
            </a:r>
          </a:p>
        </p:txBody>
      </p:sp>
      <p:sp>
        <p:nvSpPr>
          <p:cNvPr id="7" name="Right Arrow 6"/>
          <p:cNvSpPr/>
          <p:nvPr/>
        </p:nvSpPr>
        <p:spPr>
          <a:xfrm>
            <a:off x="4048760" y="234543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405376" y="1737360"/>
            <a:ext cx="1484884" cy="15087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Your code runs the tool (weather, trails, conditions, campsites)</a:t>
            </a:r>
          </a:p>
        </p:txBody>
      </p:sp>
      <p:sp>
        <p:nvSpPr>
          <p:cNvPr id="9" name="Right Arrow 8"/>
          <p:cNvSpPr/>
          <p:nvPr/>
        </p:nvSpPr>
        <p:spPr>
          <a:xfrm>
            <a:off x="5945124" y="234543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301740" y="1737360"/>
            <a:ext cx="1484884" cy="15087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Result appended to the conversation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7841488" y="234543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198104" y="1737360"/>
            <a:ext cx="1484884" cy="15087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Model again, until it answers or hits the step budget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9737852" y="234543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10094468" y="1737360"/>
            <a:ext cx="1484884" cy="15087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Itinerary + a full trace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F10 · How the Loop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3474720"/>
            <a:ext cx="10966704" cy="3063240"/>
          </a:xfrm>
        </p:spPr>
        <p:txBody>
          <a:bodyPr wrap="square"/>
          <a:lstStyle/>
          <a:p>
            <a:pPr/>
            <a:r>
              <a:rPr sz="2800"/>
              <a:t>The loop is your code</a:t>
            </a:r>
          </a:p>
          <a:p>
            <a:pPr/>
            <a:r>
              <a:rPr sz="2800"/>
              <a:t>The descriptions are the model's manual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12648" y="1737360"/>
            <a:ext cx="1484884" cy="15087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Trip request + tool descriptions</a:t>
            </a:r>
          </a:p>
        </p:txBody>
      </p:sp>
      <p:sp>
        <p:nvSpPr>
          <p:cNvPr id="5" name="Right Arrow 4"/>
          <p:cNvSpPr/>
          <p:nvPr/>
        </p:nvSpPr>
        <p:spPr>
          <a:xfrm>
            <a:off x="2152396" y="234543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509012" y="1737360"/>
            <a:ext cx="1484884" cy="15087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Model: call a tool, or answer</a:t>
            </a:r>
          </a:p>
        </p:txBody>
      </p:sp>
      <p:sp>
        <p:nvSpPr>
          <p:cNvPr id="7" name="Right Arrow 6"/>
          <p:cNvSpPr/>
          <p:nvPr/>
        </p:nvSpPr>
        <p:spPr>
          <a:xfrm>
            <a:off x="4048760" y="234543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405376" y="1737360"/>
            <a:ext cx="1484884" cy="15087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Your code runs the tool (weather, trails, conditions, campsites)</a:t>
            </a:r>
          </a:p>
        </p:txBody>
      </p:sp>
      <p:sp>
        <p:nvSpPr>
          <p:cNvPr id="9" name="Right Arrow 8"/>
          <p:cNvSpPr/>
          <p:nvPr/>
        </p:nvSpPr>
        <p:spPr>
          <a:xfrm>
            <a:off x="5945124" y="234543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301740" y="1737360"/>
            <a:ext cx="1484884" cy="15087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Result appended to the conversation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7841488" y="234543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198104" y="1737360"/>
            <a:ext cx="1484884" cy="15087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Model again, until it answers or hits the step budget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9737852" y="234543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10094468" y="1737360"/>
            <a:ext cx="1484884" cy="15087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Itinerary + a full trace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F10 · How the Loop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3474720"/>
            <a:ext cx="10966704" cy="3063240"/>
          </a:xfrm>
        </p:spPr>
        <p:txBody>
          <a:bodyPr wrap="square"/>
          <a:lstStyle/>
          <a:p>
            <a:pPr/>
            <a:r>
              <a:rPr sz="2800"/>
              <a:t>The loop is your code</a:t>
            </a:r>
          </a:p>
          <a:p>
            <a:pPr/>
            <a:r>
              <a:rPr sz="2800"/>
              <a:t>The descriptions are the model's manual</a:t>
            </a:r>
          </a:p>
          <a:p>
            <a:pPr/>
            <a:r>
              <a:rPr sz="2800"/>
              <a:t>Guardrails are boxes on this line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12648" y="1737360"/>
            <a:ext cx="1484884" cy="15087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Trip request + tool descriptions</a:t>
            </a:r>
          </a:p>
        </p:txBody>
      </p:sp>
      <p:sp>
        <p:nvSpPr>
          <p:cNvPr id="5" name="Right Arrow 4"/>
          <p:cNvSpPr/>
          <p:nvPr/>
        </p:nvSpPr>
        <p:spPr>
          <a:xfrm>
            <a:off x="2152396" y="234543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509012" y="1737360"/>
            <a:ext cx="1484884" cy="15087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Model: call a tool, or answer</a:t>
            </a:r>
          </a:p>
        </p:txBody>
      </p:sp>
      <p:sp>
        <p:nvSpPr>
          <p:cNvPr id="7" name="Right Arrow 6"/>
          <p:cNvSpPr/>
          <p:nvPr/>
        </p:nvSpPr>
        <p:spPr>
          <a:xfrm>
            <a:off x="4048760" y="234543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405376" y="1737360"/>
            <a:ext cx="1484884" cy="15087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Your code runs the tool (weather, trails, conditions, campsites)</a:t>
            </a:r>
          </a:p>
        </p:txBody>
      </p:sp>
      <p:sp>
        <p:nvSpPr>
          <p:cNvPr id="9" name="Right Arrow 8"/>
          <p:cNvSpPr/>
          <p:nvPr/>
        </p:nvSpPr>
        <p:spPr>
          <a:xfrm>
            <a:off x="5945124" y="234543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301740" y="1737360"/>
            <a:ext cx="1484884" cy="15087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Result appended to the conversation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7841488" y="234543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198104" y="1737360"/>
            <a:ext cx="1484884" cy="15087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Model again, until it answers or hits the step budget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9737852" y="234543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10094468" y="1737360"/>
            <a:ext cx="1484884" cy="15087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Itinerary + a full trace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RAG Fetches Before, an Agent Asks During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2788920"/>
            <a:ext cx="10966704" cy="3749040"/>
          </a:xfrm>
        </p:spPr>
        <p:txBody>
          <a:bodyPr wrap="square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12648" y="1737360"/>
            <a:ext cx="13716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i="1"/>
              <a:t>05 RAG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075688" y="1737360"/>
            <a:ext cx="2067306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>
                <a:solidFill>
                  <a:srgbClr val="000000"/>
                </a:solidFill>
              </a:rPr>
              <a:t>Question</a:t>
            </a:r>
          </a:p>
        </p:txBody>
      </p:sp>
      <p:sp>
        <p:nvSpPr>
          <p:cNvPr id="6" name="Right Arrow 5"/>
          <p:cNvSpPr/>
          <p:nvPr/>
        </p:nvSpPr>
        <p:spPr>
          <a:xfrm>
            <a:off x="4197858" y="200253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54474" y="1737360"/>
            <a:ext cx="2067306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>
                <a:solidFill>
                  <a:srgbClr val="000000"/>
                </a:solidFill>
              </a:rPr>
              <a:t>Your code retrieves context</a:t>
            </a:r>
          </a:p>
        </p:txBody>
      </p:sp>
      <p:sp>
        <p:nvSpPr>
          <p:cNvPr id="8" name="Right Arrow 7"/>
          <p:cNvSpPr/>
          <p:nvPr/>
        </p:nvSpPr>
        <p:spPr>
          <a:xfrm>
            <a:off x="6676644" y="200253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033260" y="1737360"/>
            <a:ext cx="2067306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>
                <a:solidFill>
                  <a:srgbClr val="000000"/>
                </a:solidFill>
              </a:rPr>
              <a:t>Model answers once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9155430" y="200253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9512046" y="1737360"/>
            <a:ext cx="2067306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>
                <a:solidFill>
                  <a:srgbClr val="000000"/>
                </a:solidFill>
              </a:rPr>
              <a:t>Done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RAG Fetches Before, an Agent Asks During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3886200"/>
            <a:ext cx="10966704" cy="2651760"/>
          </a:xfrm>
        </p:spPr>
        <p:txBody>
          <a:bodyPr wrap="square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12648" y="1737360"/>
            <a:ext cx="13716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i="1"/>
              <a:t>05 RAG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075688" y="1737360"/>
            <a:ext cx="2067306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>
                <a:solidFill>
                  <a:srgbClr val="000000"/>
                </a:solidFill>
              </a:rPr>
              <a:t>Question</a:t>
            </a:r>
          </a:p>
        </p:txBody>
      </p:sp>
      <p:sp>
        <p:nvSpPr>
          <p:cNvPr id="6" name="Right Arrow 5"/>
          <p:cNvSpPr/>
          <p:nvPr/>
        </p:nvSpPr>
        <p:spPr>
          <a:xfrm>
            <a:off x="4197858" y="200253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54474" y="1737360"/>
            <a:ext cx="2067306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>
                <a:solidFill>
                  <a:srgbClr val="000000"/>
                </a:solidFill>
              </a:rPr>
              <a:t>Your code retrieves context</a:t>
            </a:r>
          </a:p>
        </p:txBody>
      </p:sp>
      <p:sp>
        <p:nvSpPr>
          <p:cNvPr id="8" name="Right Arrow 7"/>
          <p:cNvSpPr/>
          <p:nvPr/>
        </p:nvSpPr>
        <p:spPr>
          <a:xfrm>
            <a:off x="6676644" y="200253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033260" y="1737360"/>
            <a:ext cx="2067306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>
                <a:solidFill>
                  <a:srgbClr val="000000"/>
                </a:solidFill>
              </a:rPr>
              <a:t>Model answers once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9155430" y="200253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9512046" y="1737360"/>
            <a:ext cx="2067306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>
                <a:solidFill>
                  <a:srgbClr val="000000"/>
                </a:solidFill>
              </a:rPr>
              <a:t>Done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" y="2834640"/>
            <a:ext cx="13716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i="1"/>
              <a:t>10 Agent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075688" y="2834640"/>
            <a:ext cx="157154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Request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3702100" y="309981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058716" y="2834640"/>
            <a:ext cx="157154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Model asks for what it needs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5685129" y="309981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041745" y="2834640"/>
            <a:ext cx="157154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Your code fetches it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7668158" y="309981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024774" y="2834640"/>
            <a:ext cx="157154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Model asks again, or answers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9651187" y="309981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0007803" y="2834640"/>
            <a:ext cx="157154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Done, after N turns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RAG Fetches Before, an Agent Asks During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3886200"/>
            <a:ext cx="10966704" cy="2651760"/>
          </a:xfrm>
        </p:spPr>
        <p:txBody>
          <a:bodyPr wrap="square"/>
          <a:lstStyle/>
          <a:p>
            <a:pPr/>
            <a:r>
              <a:rPr sz="2800"/>
              <a:t>RAG: you pick the context, once · one call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1737360"/>
            <a:ext cx="13716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i="1"/>
              <a:t>05 RAG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075688" y="1737360"/>
            <a:ext cx="2067306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>
                <a:solidFill>
                  <a:srgbClr val="000000"/>
                </a:solidFill>
              </a:rPr>
              <a:t>Question</a:t>
            </a:r>
          </a:p>
        </p:txBody>
      </p:sp>
      <p:sp>
        <p:nvSpPr>
          <p:cNvPr id="6" name="Right Arrow 5"/>
          <p:cNvSpPr/>
          <p:nvPr/>
        </p:nvSpPr>
        <p:spPr>
          <a:xfrm>
            <a:off x="4197858" y="200253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54474" y="1737360"/>
            <a:ext cx="2067306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>
                <a:solidFill>
                  <a:srgbClr val="000000"/>
                </a:solidFill>
              </a:rPr>
              <a:t>Your code retrieves context</a:t>
            </a:r>
          </a:p>
        </p:txBody>
      </p:sp>
      <p:sp>
        <p:nvSpPr>
          <p:cNvPr id="8" name="Right Arrow 7"/>
          <p:cNvSpPr/>
          <p:nvPr/>
        </p:nvSpPr>
        <p:spPr>
          <a:xfrm>
            <a:off x="6676644" y="200253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033260" y="1737360"/>
            <a:ext cx="2067306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>
                <a:solidFill>
                  <a:srgbClr val="000000"/>
                </a:solidFill>
              </a:rPr>
              <a:t>Model answers once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9155430" y="200253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9512046" y="1737360"/>
            <a:ext cx="2067306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>
                <a:solidFill>
                  <a:srgbClr val="000000"/>
                </a:solidFill>
              </a:rPr>
              <a:t>Done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" y="2834640"/>
            <a:ext cx="13716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i="1"/>
              <a:t>10 Agent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075688" y="2834640"/>
            <a:ext cx="157154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Request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3702100" y="309981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058716" y="2834640"/>
            <a:ext cx="157154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Model asks for what it needs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5685129" y="309981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041745" y="2834640"/>
            <a:ext cx="157154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Your code fetches it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7668158" y="309981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024774" y="2834640"/>
            <a:ext cx="157154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Model asks again, or answers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9651187" y="309981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0007803" y="2834640"/>
            <a:ext cx="157154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Done, after N turns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RAG Fetches Before, an Agent Asks During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3886200"/>
            <a:ext cx="10966704" cy="2651760"/>
          </a:xfrm>
        </p:spPr>
        <p:txBody>
          <a:bodyPr wrap="square"/>
          <a:lstStyle/>
          <a:p>
            <a:pPr/>
            <a:r>
              <a:rPr sz="2800"/>
              <a:t>RAG: you pick the context, once · one call</a:t>
            </a:r>
          </a:p>
          <a:p>
            <a:pPr/>
            <a:r>
              <a:rPr sz="2800"/>
              <a:t>Agent: the model picks, repeatedly · N× the cost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1737360"/>
            <a:ext cx="13716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i="1"/>
              <a:t>05 RAG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075688" y="1737360"/>
            <a:ext cx="2067306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>
                <a:solidFill>
                  <a:srgbClr val="000000"/>
                </a:solidFill>
              </a:rPr>
              <a:t>Question</a:t>
            </a:r>
          </a:p>
        </p:txBody>
      </p:sp>
      <p:sp>
        <p:nvSpPr>
          <p:cNvPr id="6" name="Right Arrow 5"/>
          <p:cNvSpPr/>
          <p:nvPr/>
        </p:nvSpPr>
        <p:spPr>
          <a:xfrm>
            <a:off x="4197858" y="200253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54474" y="1737360"/>
            <a:ext cx="2067306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>
                <a:solidFill>
                  <a:srgbClr val="000000"/>
                </a:solidFill>
              </a:rPr>
              <a:t>Your code retrieves context</a:t>
            </a:r>
          </a:p>
        </p:txBody>
      </p:sp>
      <p:sp>
        <p:nvSpPr>
          <p:cNvPr id="8" name="Right Arrow 7"/>
          <p:cNvSpPr/>
          <p:nvPr/>
        </p:nvSpPr>
        <p:spPr>
          <a:xfrm>
            <a:off x="6676644" y="200253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033260" y="1737360"/>
            <a:ext cx="2067306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>
                <a:solidFill>
                  <a:srgbClr val="000000"/>
                </a:solidFill>
              </a:rPr>
              <a:t>Model answers once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9155430" y="200253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9512046" y="1737360"/>
            <a:ext cx="2067306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>
                <a:solidFill>
                  <a:srgbClr val="000000"/>
                </a:solidFill>
              </a:rPr>
              <a:t>Done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" y="2834640"/>
            <a:ext cx="13716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i="1"/>
              <a:t>10 Agent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075688" y="2834640"/>
            <a:ext cx="157154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Request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3702100" y="309981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058716" y="2834640"/>
            <a:ext cx="157154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Model asks for what it needs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5685129" y="309981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041745" y="2834640"/>
            <a:ext cx="157154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Your code fetches it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7668158" y="309981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024774" y="2834640"/>
            <a:ext cx="157154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Model asks again, or answers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9651187" y="309981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0007803" y="2834640"/>
            <a:ext cx="157154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Done, after N turns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RAG Fetches Before, an Agent Asks During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3886200"/>
            <a:ext cx="10966704" cy="2651760"/>
          </a:xfrm>
        </p:spPr>
        <p:txBody>
          <a:bodyPr wrap="square"/>
          <a:lstStyle/>
          <a:p>
            <a:pPr/>
            <a:r>
              <a:rPr sz="2800"/>
              <a:t>RAG: you pick the context, once · one call</a:t>
            </a:r>
          </a:p>
          <a:p>
            <a:pPr/>
            <a:r>
              <a:rPr sz="2800"/>
              <a:t>Agent: the model picks, repeatedly · N× the cost</a:t>
            </a:r>
          </a:p>
          <a:p>
            <a:pPr/>
            <a:r>
              <a:rPr sz="2800"/>
              <a:t>Can you name the context up front? Then RAG.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1737360"/>
            <a:ext cx="13716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i="1"/>
              <a:t>05 RAG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075688" y="1737360"/>
            <a:ext cx="2067306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>
                <a:solidFill>
                  <a:srgbClr val="000000"/>
                </a:solidFill>
              </a:rPr>
              <a:t>Question</a:t>
            </a:r>
          </a:p>
        </p:txBody>
      </p:sp>
      <p:sp>
        <p:nvSpPr>
          <p:cNvPr id="6" name="Right Arrow 5"/>
          <p:cNvSpPr/>
          <p:nvPr/>
        </p:nvSpPr>
        <p:spPr>
          <a:xfrm>
            <a:off x="4197858" y="200253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54474" y="1737360"/>
            <a:ext cx="2067306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>
                <a:solidFill>
                  <a:srgbClr val="000000"/>
                </a:solidFill>
              </a:rPr>
              <a:t>Your code retrieves context</a:t>
            </a:r>
          </a:p>
        </p:txBody>
      </p:sp>
      <p:sp>
        <p:nvSpPr>
          <p:cNvPr id="8" name="Right Arrow 7"/>
          <p:cNvSpPr/>
          <p:nvPr/>
        </p:nvSpPr>
        <p:spPr>
          <a:xfrm>
            <a:off x="6676644" y="200253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033260" y="1737360"/>
            <a:ext cx="2067306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>
                <a:solidFill>
                  <a:srgbClr val="000000"/>
                </a:solidFill>
              </a:rPr>
              <a:t>Model answers once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9155430" y="200253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9512046" y="1737360"/>
            <a:ext cx="2067306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>
                <a:solidFill>
                  <a:srgbClr val="000000"/>
                </a:solidFill>
              </a:rPr>
              <a:t>Done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" y="2834640"/>
            <a:ext cx="13716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i="1"/>
              <a:t>10 Agent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075688" y="2834640"/>
            <a:ext cx="157154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Request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3702100" y="309981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058716" y="2834640"/>
            <a:ext cx="157154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Model asks for what it needs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5685129" y="309981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041745" y="2834640"/>
            <a:ext cx="157154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Your code fetches it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7668158" y="309981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024774" y="2834640"/>
            <a:ext cx="157154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Model asks again, or answers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9651187" y="309981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0007803" y="2834640"/>
            <a:ext cx="157154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Done, after N turns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916936"/>
            <a:ext cx="10332720" cy="10149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6000" b="1">
                <a:solidFill>
                  <a:srgbClr val="FFFFFF"/>
                </a:solidFill>
              </a:rPr>
              <a:t>DEMO</a:t>
            </a:r>
            <a:r>
              <a:rPr sz="6000">
                <a:solidFill>
                  <a:srgbClr val="FFFFFF"/>
                </a:solidFill>
              </a:rPr>
              <a:t> · F10 Agentic Workflows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6880" y="5989320"/>
            <a:ext cx="2560320" cy="64008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F10 · Agentic Workflows · Demo: What to Watch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/>
          <a:lstStyle/>
          <a:p>
            <a:pPr/>
            <a:r>
              <a:rPr sz="2800"/>
              <a:t>❌ Plain completion: lovely, generic, books nothing</a:t>
            </a:r>
          </a:p>
          <a:p>
            <a:pPr/>
            <a:r>
              <a:rPr sz="2800"/>
              <a:t>Five C# methods · descriptions = the manual</a:t>
            </a:r>
          </a:p>
          <a:p>
            <a:pPr/>
            <a:r>
              <a:rPr sz="2800"/>
              <a:t>Weather → trails → conditions → around the washout</a:t>
            </a:r>
          </a:p>
          <a:p>
            <a:pPr/>
            <a:r>
              <a:rPr sz="2800"/>
              <a:t>It must discover: Sept 16 rain · the bridge</a:t>
            </a:r>
          </a:p>
          <a:p>
            <a:pPr/>
            <a:r>
              <a:rPr sz="2800"/>
              <a:t>Campsites full → it adapts</a:t>
            </a:r>
          </a:p>
          <a:p>
            <a:pPr/>
            <a:r>
              <a:rPr sz="2800"/>
              <a:t>The permit waits for a human yes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Lab 4: ~50 Minutes · Everyone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/>
          <a:lstStyle/>
          <a:p>
            <a:pPr/>
            <a:r>
              <a:rPr sz="2400">
                <a:latin typeface="Consolas"/>
              </a:rPr>
              <a:t>modules/M4-doing/F10-agentic-workflows/</a:t>
            </a:r>
          </a:p>
          <a:p>
            <a:pPr/>
            <a:r>
              <a:rPr sz="2400">
                <a:latin typeface="Consolas"/>
              </a:rPr>
              <a:t>http/azure.http</a:t>
            </a:r>
            <a:r>
              <a:rPr sz="2400"/>
              <a:t> — </a:t>
            </a:r>
            <a:r>
              <a:rPr sz="2400" b="1"/>
              <a:t>you are the loop</a:t>
            </a:r>
          </a:p>
          <a:p>
            <a:pPr/>
            <a:r>
              <a:rPr sz="2400"/>
              <a:t>Step 1: the two-tool round-trip, written for you</a:t>
            </a:r>
          </a:p>
          <a:p>
            <a:pPr/>
            <a:r>
              <a:rPr sz="2400"/>
              <a:t>Step 2: add </a:t>
            </a:r>
            <a:r>
              <a:rPr sz="2400">
                <a:latin typeface="Consolas"/>
              </a:rPr>
              <a:t>get_weather</a:t>
            </a:r>
            <a:r>
              <a:rPr sz="2400"/>
              <a:t> — do something about the 16th</a:t>
            </a:r>
          </a:p>
          <a:p>
            <a:pPr/>
            <a:r>
              <a:rPr sz="2400"/>
              <a:t>Step 3: </a:t>
            </a:r>
            <a:r>
              <a:rPr sz="2400">
                <a:latin typeface="Consolas"/>
              </a:rPr>
              <a:t>trail-0117</a:t>
            </a:r>
            <a:r>
              <a:rPr sz="2400"/>
              <a:t> — dropped, for a tool-given reason</a:t>
            </a:r>
          </a:p>
          <a:p>
            <a:pPr/>
            <a:r>
              <a:rPr sz="2400"/>
              <a:t>Stretch: the human gate before </a:t>
            </a:r>
            <a:r>
              <a:rPr sz="2400">
                <a:latin typeface="Consolas"/>
              </a:rPr>
              <a:t>request_permit</a:t>
            </a:r>
          </a:p>
          <a:p>
            <a:pPr/>
            <a:r>
              <a:rPr sz="2400">
                <a:latin typeface="Consolas"/>
              </a:rPr>
              <a:t>reference-transcript.md</a:t>
            </a:r>
            <a:r>
              <a:rPr sz="2400"/>
              <a:t> when it goes sideways. It will.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F10 · Agentic Workflows · Leadership Card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/>
          <a:lstStyle/>
          <a:p>
            <a:pPr>
              <a:spcAft>
                <a:spcPts val="1400"/>
              </a:spcAft>
            </a:pPr>
            <a:r>
              <a:rPr sz="2800" b="1"/>
              <a:t>When:</a:t>
            </a:r>
            <a:r>
              <a:rPr sz="2800"/>
              <a:t> Users state a goal, then do all the clicking themselves, across systems.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F10 · Agentic Workflows · Leadership Card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/>
          <a:lstStyle/>
          <a:p>
            <a:pPr>
              <a:spcAft>
                <a:spcPts val="1400"/>
              </a:spcAft>
            </a:pPr>
            <a:r>
              <a:rPr sz="2800" b="1"/>
              <a:t>When:</a:t>
            </a:r>
            <a:r>
              <a:rPr sz="2800"/>
              <a:t> Users state a goal, then do all the clicking themselves, across systems.</a:t>
            </a:r>
          </a:p>
          <a:p>
            <a:pPr>
              <a:spcAft>
                <a:spcPts val="1400"/>
              </a:spcAft>
            </a:pPr>
            <a:r>
              <a:rPr sz="2800" b="1"/>
              <a:t>Think:</a:t>
            </a:r>
            <a:r>
              <a:rPr sz="2800"/>
              <a:t> "Users state the goal in one sentence, the software does the clicking, and a human still signs off on anything that matters."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F10 · Agentic Workflows · Leadership Card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/>
          <a:lstStyle/>
          <a:p>
            <a:pPr>
              <a:spcAft>
                <a:spcPts val="1400"/>
              </a:spcAft>
            </a:pPr>
            <a:r>
              <a:rPr sz="2800" b="1"/>
              <a:t>When:</a:t>
            </a:r>
            <a:r>
              <a:rPr sz="2800"/>
              <a:t> Users state a goal, then do all the clicking themselves, across systems.</a:t>
            </a:r>
          </a:p>
          <a:p>
            <a:pPr>
              <a:spcAft>
                <a:spcPts val="1400"/>
              </a:spcAft>
            </a:pPr>
            <a:r>
              <a:rPr sz="2800" b="1"/>
              <a:t>Think:</a:t>
            </a:r>
            <a:r>
              <a:rPr sz="2800"/>
              <a:t> "Users state the goal in one sentence, the software does the clicking, and a human still signs off on anything that matters."</a:t>
            </a:r>
          </a:p>
          <a:p>
            <a:pPr>
              <a:spcAft>
                <a:spcPts val="1400"/>
              </a:spcAft>
            </a:pPr>
          </a:p>
          <a:p>
            <a:pPr>
              <a:spcAft>
                <a:spcPts val="1400"/>
              </a:spcAft>
            </a:pPr>
            <a:r>
              <a:rPr sz="2800" b="1"/>
              <a:t>Difficulty:</a:t>
            </a:r>
            <a:r>
              <a:rPr sz="2800"/>
              <a:t> 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807208" y="4809744"/>
            <a:ext cx="256032" cy="256032"/>
          </a:xfrm>
          <a:prstGeom prst="roundRect">
            <a:avLst>
              <a:gd name="adj" fmla="val 25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154680" y="4608576"/>
            <a:ext cx="256032" cy="457200"/>
          </a:xfrm>
          <a:prstGeom prst="roundRect">
            <a:avLst>
              <a:gd name="adj" fmla="val 25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502152" y="4407408"/>
            <a:ext cx="256032" cy="658368"/>
          </a:xfrm>
          <a:prstGeom prst="roundRect">
            <a:avLst>
              <a:gd name="adj" fmla="val 25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532888" y="5120640"/>
            <a:ext cx="149961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1"/>
              <a:t>Hard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Lab 4: Debrief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/>
          <a:lstStyle/>
          <a:p>
            <a:r>
              <a:t/>
            </a:r>
          </a:p>
          <a:p>
            <a:pPr/>
            <a:r>
              <a:rPr sz="2800"/>
              <a:t>How'd it go?				  Observations?			        Questions?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etropolitan">
  <a:themeElements>
    <a:clrScheme name="Custom 1">
      <a:dk1>
        <a:sysClr val="windowText" lastClr="000000"/>
      </a:dk1>
      <a:lt1>
        <a:sysClr val="window" lastClr="FFFFFF"/>
      </a:lt1>
      <a:dk2>
        <a:srgbClr val="162F33"/>
      </a:dk2>
      <a:lt2>
        <a:srgbClr val="EAF0E0"/>
      </a:lt2>
      <a:accent1>
        <a:srgbClr val="0072C6"/>
      </a:accent1>
      <a:accent2>
        <a:srgbClr val="A8B97F"/>
      </a:accent2>
      <a:accent3>
        <a:srgbClr val="9B9256"/>
      </a:accent3>
      <a:accent4>
        <a:srgbClr val="657689"/>
      </a:accent4>
      <a:accent5>
        <a:srgbClr val="7A855D"/>
      </a:accent5>
      <a:accent6>
        <a:srgbClr val="84AC9D"/>
      </a:accent6>
      <a:hlink>
        <a:srgbClr val="2370CD"/>
      </a:hlink>
      <a:folHlink>
        <a:srgbClr val="877589"/>
      </a:folHlink>
    </a:clrScheme>
    <a:fontScheme name="Metropolitan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inorFont>
    </a:fontScheme>
    <a:fmtScheme name="Metropolitan">
      <a:fillStyleLst>
        <a:solidFill>
          <a:schemeClr val="phClr"/>
        </a:solidFill>
        <a:gradFill rotWithShape="1">
          <a:gsLst>
            <a:gs pos="0">
              <a:schemeClr val="phClr">
                <a:tint val="70000"/>
                <a:satMod val="100000"/>
                <a:lumMod val="110000"/>
              </a:schemeClr>
            </a:gs>
            <a:gs pos="50000">
              <a:schemeClr val="phClr">
                <a:tint val="75000"/>
                <a:satMod val="101000"/>
                <a:lumMod val="105000"/>
              </a:schemeClr>
            </a:gs>
            <a:gs pos="100000">
              <a:schemeClr val="phClr">
                <a:tint val="82000"/>
                <a:satMod val="104000"/>
                <a:lumMod val="105000"/>
              </a:schemeClr>
            </a:gs>
          </a:gsLst>
          <a:lin ang="2700000" scaled="0"/>
        </a:gradFill>
        <a:gradFill rotWithShape="1">
          <a:gsLst>
            <a:gs pos="0">
              <a:schemeClr val="phClr">
                <a:tint val="97000"/>
                <a:satMod val="100000"/>
                <a:lumMod val="102000"/>
              </a:schemeClr>
            </a:gs>
            <a:gs pos="50000">
              <a:schemeClr val="phClr">
                <a:shade val="100000"/>
                <a:satMod val="100000"/>
                <a:lumMod val="100000"/>
              </a:schemeClr>
            </a:gs>
            <a:gs pos="100000">
              <a:schemeClr val="phClr">
                <a:shade val="80000"/>
                <a:satMod val="100000"/>
                <a:lumMod val="99000"/>
              </a:schemeClr>
            </a:gs>
          </a:gsLst>
          <a:lin ang="27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solidFill>
          <a:schemeClr val="phClr">
            <a:shade val="95000"/>
            <a:satMod val="170000"/>
          </a:schemeClr>
        </a:soli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Metropolitan" id="{4C5440D6-04D2-4954-96CF-F251137069B2}" vid="{79CFCA13-9412-4290-BB4B-85112F88857B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B9FC66F1-1152-1545-A5C1-ABAAA7F2FAF2}">
  <we:reference id="wa200010725" version="1.0.0.1" store="en-US" storeType="OMEX"/>
  <we:alternateReferences>
    <we:reference id="WA200010725" version="1.0.0.1" store="WA200010725" storeType="OMEX"/>
  </we:alternateReferences>
  <we:properties>
    <we:property name="claude.fileId" value="&quot;c9fbb05a-0234-489e-a7de-af156d8ab243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98555</TotalTime>
  <Words>10437</Words>
  <Application>Microsoft Macintosh PowerPoint</Application>
  <PresentationFormat>Widescreen</PresentationFormat>
  <Paragraphs>1731</Paragraphs>
  <Slides>122</Slides>
  <Notes>91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122</vt:i4>
      </vt:variant>
    </vt:vector>
  </HeadingPairs>
  <TitlesOfParts>
    <vt:vector size="131" baseType="lpstr">
      <vt:lpstr>Calibri Light</vt:lpstr>
      <vt:lpstr>Segoe UI</vt:lpstr>
      <vt:lpstr>Calibri</vt:lpstr>
      <vt:lpstr>Consolas</vt:lpstr>
      <vt:lpstr>Arial</vt:lpstr>
      <vt:lpstr>Ink Free</vt:lpstr>
      <vt:lpstr>Komika Axis</vt:lpstr>
      <vt:lpstr>Google Sans</vt:lpstr>
      <vt:lpstr>Metropolitan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What we can learn from  NASA’s Power of Ten  that will help us create  more reliable software</vt:lpstr>
      <vt:lpstr>Jonathan "J." Tower</vt:lpstr>
      <vt:lpstr>What Is  Mission-Critical Code?</vt:lpstr>
      <vt:lpstr>From the Moon…to the Hospital</vt:lpstr>
      <vt:lpstr>From Patients…to Money</vt:lpstr>
      <vt:lpstr>From Trading…to Your Shopping Cart</vt:lpstr>
      <vt:lpstr>Mission-Critical Code</vt:lpstr>
      <vt:lpstr>Mission-Critical Code</vt:lpstr>
      <vt:lpstr>Mission-Critical Code</vt:lpstr>
      <vt:lpstr>Mission-Critical Code</vt:lpstr>
      <vt:lpstr>Mission-Critical Code</vt:lpstr>
      <vt:lpstr>Mission-Critical Code</vt:lpstr>
      <vt:lpstr>Mission-Critical Code</vt:lpstr>
      <vt:lpstr>Mission-Critical Code</vt:lpstr>
      <vt:lpstr>Mission-Critical Code</vt:lpstr>
      <vt:lpstr>Mission-Critical Code</vt:lpstr>
      <vt:lpstr>Setting The Right Level</vt:lpstr>
      <vt:lpstr>Setting The Right Level</vt:lpstr>
      <vt:lpstr>Setting The Right Level</vt:lpstr>
      <vt:lpstr>Setting The Right Level</vt:lpstr>
      <vt:lpstr>Setting The Right Level</vt:lpstr>
      <vt:lpstr>History of Power of Ten</vt:lpstr>
      <vt:lpstr>PowerPoint Presentation</vt:lpstr>
      <vt:lpstr>PowerPoint Presentation</vt:lpstr>
      <vt:lpstr>Patterns in Mission-Critical Software Failures</vt:lpstr>
      <vt:lpstr>Power of Ten Was Meant to Produce</vt:lpstr>
      <vt:lpstr>The Original Power of Ten</vt:lpstr>
      <vt:lpstr>The Original Power of Ten</vt:lpstr>
      <vt:lpstr>The Original Power of Ten</vt:lpstr>
      <vt:lpstr>1. Restrict all code  to very simple  control flow  constructs</vt:lpstr>
      <vt:lpstr>Why Simple Control Flow?</vt:lpstr>
      <vt:lpstr>Anti-Pattern</vt:lpstr>
      <vt:lpstr>Pattern</vt:lpstr>
      <vt:lpstr>Pattern</vt:lpstr>
      <vt:lpstr>Pattern</vt:lpstr>
      <vt:lpstr>Pattern</vt:lpstr>
      <vt:lpstr>2. All loops must  have a fixed  upper-bound</vt:lpstr>
      <vt:lpstr>Why Bounded Loops?</vt:lpstr>
      <vt:lpstr>Anti-Pattern</vt:lpstr>
      <vt:lpstr>Anti-Pattern</vt:lpstr>
      <vt:lpstr>Anti-Pattern</vt:lpstr>
      <vt:lpstr>Pattern</vt:lpstr>
      <vt:lpstr>Anti-Pattern</vt:lpstr>
      <vt:lpstr>Pattern</vt:lpstr>
      <vt:lpstr>Pattern</vt:lpstr>
      <vt:lpstr>3. Do not use  dynamic memory  allocation after  initialization</vt:lpstr>
      <vt:lpstr>Why Limit Resource Usage?</vt:lpstr>
      <vt:lpstr>Anti-Pattern</vt:lpstr>
      <vt:lpstr>Anti-Pattern</vt:lpstr>
      <vt:lpstr>Anti-Pattern</vt:lpstr>
      <vt:lpstr>Anti-Pattern</vt:lpstr>
      <vt:lpstr>Anti-Pattern</vt:lpstr>
      <vt:lpstr>Pattern</vt:lpstr>
      <vt:lpstr>Pattern</vt:lpstr>
      <vt:lpstr>Pattern</vt:lpstr>
      <vt:lpstr>Pattern</vt:lpstr>
      <vt:lpstr>Pattern</vt:lpstr>
      <vt:lpstr>Pattern</vt:lpstr>
      <vt:lpstr>Pattern</vt:lpstr>
      <vt:lpstr>Anti-Pattern</vt:lpstr>
      <vt:lpstr>Pattern</vt:lpstr>
      <vt:lpstr>Pattern</vt:lpstr>
      <vt:lpstr>Stack vs Heap</vt:lpstr>
      <vt:lpstr>Stack vs Heap</vt:lpstr>
      <vt:lpstr>Stack vs Heap</vt:lpstr>
      <vt:lpstr>4. No function should  be longer than what  can be printed on a  single sheet of paper </vt:lpstr>
      <vt:lpstr>Why Short Functions?</vt:lpstr>
      <vt:lpstr>Anti-Pattern</vt:lpstr>
      <vt:lpstr>Anti-Pattern</vt:lpstr>
      <vt:lpstr>Anti-Pattern</vt:lpstr>
      <vt:lpstr>Pattern</vt:lpstr>
      <vt:lpstr>Pattern</vt:lpstr>
      <vt:lpstr>5. Assertion density  of the code should  average to a  minimum of two  per function</vt:lpstr>
      <vt:lpstr>Why Assertions?</vt:lpstr>
      <vt:lpstr>Anti-Pattern</vt:lpstr>
      <vt:lpstr>Anti-Pattern</vt:lpstr>
      <vt:lpstr>Anti-Pattern</vt:lpstr>
      <vt:lpstr>Pattern</vt:lpstr>
      <vt:lpstr>Pattern</vt:lpstr>
      <vt:lpstr>Pattern</vt:lpstr>
      <vt:lpstr>6. Data objects must be declared at the smallest possible level of scope</vt:lpstr>
      <vt:lpstr>Why Limit Data Scope?</vt:lpstr>
      <vt:lpstr>Anti-Pattern</vt:lpstr>
      <vt:lpstr>Pattern</vt:lpstr>
      <vt:lpstr>Anti-Pattern</vt:lpstr>
      <vt:lpstr>Pattern</vt:lpstr>
      <vt:lpstr>7. Return value of  non-void functions  and validity of  parameters must  be checked</vt:lpstr>
      <vt:lpstr>Why Return Success?</vt:lpstr>
      <vt:lpstr>Anti-Pattern</vt:lpstr>
      <vt:lpstr>Pattern</vt:lpstr>
      <vt:lpstr>Pattern</vt:lpstr>
      <vt:lpstr>8. The use of the  preprocessor must  be limited</vt:lpstr>
      <vt:lpstr>8. The use of the  preprocessor must  be limited</vt:lpstr>
      <vt:lpstr>8. The use of the  preprocessor must  be limited</vt:lpstr>
      <vt:lpstr>Why Limit Metaprogramming?</vt:lpstr>
      <vt:lpstr>Anti-Pattern</vt:lpstr>
      <vt:lpstr>Why Limit Metaprogramming?</vt:lpstr>
      <vt:lpstr>Why Limit Metaprogramming?</vt:lpstr>
      <vt:lpstr>Pattern</vt:lpstr>
      <vt:lpstr>9. Use of pointers  should be restricted</vt:lpstr>
      <vt:lpstr>9. Use of pointers  should be restricted</vt:lpstr>
      <vt:lpstr>9. Use of pointers  should be restricted</vt:lpstr>
      <vt:lpstr>Why Limit Indirection &amp; Dynamic Dispatch?</vt:lpstr>
      <vt:lpstr>Anti-Pattern</vt:lpstr>
      <vt:lpstr>Pattern</vt:lpstr>
      <vt:lpstr>Anti-Pattern</vt:lpstr>
      <vt:lpstr>Pattern</vt:lpstr>
      <vt:lpstr>10. Zero warnings,  most pedantic  setting; daily static  analysis</vt:lpstr>
      <vt:lpstr>Why Warnings and Static Analysis?</vt:lpstr>
      <vt:lpstr>Anti-Pattern</vt:lpstr>
      <vt:lpstr>Pattern</vt:lpstr>
      <vt:lpstr>Anti-Pattern</vt:lpstr>
      <vt:lpstr>Pattern</vt:lpstr>
      <vt:lpstr>Summing Up</vt:lpstr>
      <vt:lpstr>Thanks! Questions?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NASA's Power of Ten</dc:title>
  <dc:subject/>
  <dc:creator>Jonathan "J." Tower</dc:creator>
  <cp:keywords/>
  <dc:description/>
  <cp:lastModifiedBy>Jonathan "J." Tower</cp:lastModifiedBy>
  <cp:revision>6</cp:revision>
  <dcterms:created xsi:type="dcterms:W3CDTF">2022-03-22T12:15:23Z</dcterms:created>
  <dcterms:modified xsi:type="dcterms:W3CDTF">2026-07-23T19:39:51Z</dcterms:modified>
  <cp:category/>
</cp:coreProperties>
</file>