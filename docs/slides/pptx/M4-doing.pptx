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Lst>
  <p:notesMasterIdLst>
    <p:notesMasterId r:id="rId124"/>
  </p:notesMasterIdLst>
  <p:sldIdLst>
    <p:sldId id="576" r:id="rId22"/>
    <p:sldId id="577" r:id="rId23"/>
    <p:sldId id="578" r:id="rId24"/>
    <p:sldId id="579" r:id="rId25"/>
    <p:sldId id="580" r:id="rId26"/>
    <p:sldId id="581" r:id="rId27"/>
    <p:sldId id="582" r:id="rId28"/>
    <p:sldId id="583" r:id="rId29"/>
    <p:sldId id="584" r:id="rId30"/>
    <p:sldId id="585" r:id="rId31"/>
    <p:sldId id="586" r:id="rId32"/>
    <p:sldId id="587" r:id="rId33"/>
    <p:sldId id="588" r:id="rId34"/>
    <p:sldId id="589" r:id="rId35"/>
    <p:sldId id="590" r:id="rId36"/>
    <p:sldId id="591" r:id="rId37"/>
    <p:sldId id="592" r:id="rId38"/>
    <p:sldId id="593" r:id="rId39"/>
    <p:sldId id="594" r:id="rId40"/>
    <p:sldId id="595" r:id="rId41"/>
    <p:sldId id="596" r:id="rId42"/>
    <p:sldId id="597" r:id="rId43"/>
    <p:sldId id="598" r:id="rId44"/>
    <p:sldId id="599" r:id="rId45"/>
  </p:sldIdLst>
  <p:sldSz cx="12192000" cy="6858000"/>
  <p:notesSz cx="6858000" cy="9144000"/>
  <p:embeddedFontLst>
    <p:embeddedFont>
      <p:font typeface="Consolas" panose="020B0609020204030204" pitchFamily="49" charset="0"/>
      <p:regular r:id="rId125"/>
      <p:bold r:id="rId126"/>
      <p:italic r:id="rId127"/>
      <p:boldItalic r:id="rId128"/>
    </p:embeddedFont>
    <p:embeddedFont>
      <p:font typeface="Ink Free" panose="03080402000500000000" pitchFamily="66" charset="0"/>
      <p:regular r:id="rId129"/>
    </p:embeddedFont>
    <p:embeddedFont>
      <p:font typeface="Segoe UI" panose="020B0502040204020203" pitchFamily="34" charset="0"/>
      <p:regular r:id="rId130"/>
      <p:bold r:id="rId131"/>
      <p:italic r:id="rId132"/>
      <p:boldItalic r:id="rId13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17AB4"/>
    <a:srgbClr val="0079B4"/>
    <a:srgbClr val="00A700"/>
    <a:srgbClr val="D31616"/>
    <a:srgbClr val="FFFFFF"/>
    <a:srgbClr val="E88500"/>
    <a:srgbClr val="FFD800"/>
    <a:srgbClr val="007AB5"/>
    <a:srgbClr val="000000"/>
    <a:srgbClr val="502AD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7DBD21-9376-BB4E-B00A-D0B46311259E}" v="32" dt="2026-07-23T19:12:50.0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570" autoAdjust="0"/>
    <p:restoredTop sz="66867" autoAdjust="0"/>
  </p:normalViewPr>
  <p:slideViewPr>
    <p:cSldViewPr snapToGrid="0">
      <p:cViewPr varScale="1">
        <p:scale>
          <a:sx n="101" d="100"/>
          <a:sy n="101" d="100"/>
        </p:scale>
        <p:origin x="200" y="184"/>
      </p:cViewPr>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 Id="rId42" Type="http://schemas.openxmlformats.org/officeDocument/2006/relationships/slide" Target="slides/slide25.xml"/><Relationship Id="rId43" Type="http://schemas.openxmlformats.org/officeDocument/2006/relationships/slide" Target="slides/slide26.xml"/><Relationship Id="rId44" Type="http://schemas.openxmlformats.org/officeDocument/2006/relationships/slide" Target="slides/slide27.xml"/><Relationship Id="rId45" Type="http://schemas.openxmlformats.org/officeDocument/2006/relationships/slide" Target="slides/slide28.xml"/><Relationship Id="rId124" Type="http://schemas.openxmlformats.org/officeDocument/2006/relationships/notesMaster" Target="notesMasters/notesMaster1.xml"/><Relationship Id="rId125" Type="http://schemas.openxmlformats.org/officeDocument/2006/relationships/font" Target="fonts/font1.fntdata"/><Relationship Id="rId126" Type="http://schemas.openxmlformats.org/officeDocument/2006/relationships/font" Target="fonts/font2.fntdata"/><Relationship Id="rId127" Type="http://schemas.openxmlformats.org/officeDocument/2006/relationships/font" Target="fonts/font3.fntdata"/><Relationship Id="rId128" Type="http://schemas.openxmlformats.org/officeDocument/2006/relationships/font" Target="fonts/font4.fntdata"/><Relationship Id="rId129" Type="http://schemas.openxmlformats.org/officeDocument/2006/relationships/font" Target="fonts/font5.fntdata"/><Relationship Id="rId130" Type="http://schemas.openxmlformats.org/officeDocument/2006/relationships/font" Target="fonts/font6.fntdata"/><Relationship Id="rId131" Type="http://schemas.openxmlformats.org/officeDocument/2006/relationships/font" Target="fonts/font7.fntdata"/><Relationship Id="rId132" Type="http://schemas.openxmlformats.org/officeDocument/2006/relationships/font" Target="fonts/font8.fntdata"/><Relationship Id="rId133" Type="http://schemas.openxmlformats.org/officeDocument/2006/relationships/font" Target="fonts/font9.fntdata"/><Relationship Id="rId134" Type="http://schemas.openxmlformats.org/officeDocument/2006/relationships/presProps" Target="presProps.xml"/><Relationship Id="rId135" Type="http://schemas.openxmlformats.org/officeDocument/2006/relationships/viewProps" Target="viewProps.xml"/><Relationship Id="rId136" Type="http://schemas.openxmlformats.org/officeDocument/2006/relationships/theme" Target="theme/theme1.xml"/><Relationship Id="rId137" Type="http://schemas.openxmlformats.org/officeDocument/2006/relationships/tableStyles" Target="tableStyles.xml"/><Relationship Id="rId138" Type="http://schemas.microsoft.com/office/2016/11/relationships/changesInfo" Target="changesInfos/changesInfo1.xml"/><Relationship Id="rId13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 Tower" userId="9d06de10716639e5" providerId="LiveId" clId="{F8931099-75CA-5660-A155-55881DF68D84}"/>
    <pc:docChg chg="undo redo custSel addSld delSld modSld sldOrd modSection">
      <pc:chgData name="J. Tower" userId="9d06de10716639e5" providerId="LiveId" clId="{F8931099-75CA-5660-A155-55881DF68D84}" dt="2026-07-23T19:39:41.331" v="978"/>
      <pc:docMkLst>
        <pc:docMk/>
      </pc:docMkLst>
      <pc:sldChg chg="addSp delSp modSp mod">
        <pc:chgData name="J. Tower" userId="9d06de10716639e5" providerId="LiveId" clId="{F8931099-75CA-5660-A155-55881DF68D84}" dt="2026-07-22T17:34:15.803" v="298" actId="207"/>
        <pc:sldMkLst>
          <pc:docMk/>
          <pc:sldMk cId="1972911589" sldId="305"/>
        </pc:sldMkLst>
        <pc:spChg chg="mod">
          <ac:chgData name="J. Tower" userId="9d06de10716639e5" providerId="LiveId" clId="{F8931099-75CA-5660-A155-55881DF68D84}" dt="2026-07-22T17:34:15.803" v="298" actId="207"/>
          <ac:spMkLst>
            <pc:docMk/>
            <pc:sldMk cId="1972911589" sldId="305"/>
            <ac:spMk id="2" creationId="{E5422206-0EEA-0ED9-B408-CC3FB282F987}"/>
          </ac:spMkLst>
        </pc:spChg>
        <pc:spChg chg="add mod">
          <ac:chgData name="J. Tower" userId="9d06de10716639e5" providerId="LiveId" clId="{F8931099-75CA-5660-A155-55881DF68D84}" dt="2026-07-22T17:33:21.909" v="294" actId="1076"/>
          <ac:spMkLst>
            <pc:docMk/>
            <pc:sldMk cId="1972911589" sldId="305"/>
            <ac:spMk id="7" creationId="{F905BFAC-3397-4195-19D6-77090A9906CD}"/>
          </ac:spMkLst>
        </pc:spChg>
        <pc:spChg chg="del">
          <ac:chgData name="J. Tower" userId="9d06de10716639e5" providerId="LiveId" clId="{F8931099-75CA-5660-A155-55881DF68D84}" dt="2026-07-22T17:33:10.664" v="291" actId="478"/>
          <ac:spMkLst>
            <pc:docMk/>
            <pc:sldMk cId="1972911589" sldId="305"/>
            <ac:spMk id="11" creationId="{AA2DA1B6-C092-83BF-4A05-2991CE858D2C}"/>
          </ac:spMkLst>
        </pc:spChg>
        <pc:spChg chg="del">
          <ac:chgData name="J. Tower" userId="9d06de10716639e5" providerId="LiveId" clId="{F8931099-75CA-5660-A155-55881DF68D84}" dt="2026-07-22T17:33:10.664" v="291" actId="478"/>
          <ac:spMkLst>
            <pc:docMk/>
            <pc:sldMk cId="1972911589" sldId="305"/>
            <ac:spMk id="16" creationId="{01E0B7CA-1332-8CC2-521B-8B5D50A8E646}"/>
          </ac:spMkLst>
        </pc:spChg>
        <pc:spChg chg="add mod">
          <ac:chgData name="J. Tower" userId="9d06de10716639e5" providerId="LiveId" clId="{F8931099-75CA-5660-A155-55881DF68D84}" dt="2026-07-22T17:33:21.909" v="294" actId="1076"/>
          <ac:spMkLst>
            <pc:docMk/>
            <pc:sldMk cId="1972911589" sldId="305"/>
            <ac:spMk id="20" creationId="{A9AFE787-FB0C-EFB4-62F6-5DED5B34E76B}"/>
          </ac:spMkLst>
        </pc:spChg>
        <pc:spChg chg="mod">
          <ac:chgData name="J. Tower" userId="9d06de10716639e5" providerId="LiveId" clId="{F8931099-75CA-5660-A155-55881DF68D84}" dt="2026-07-22T17:33:12.402" v="292"/>
          <ac:spMkLst>
            <pc:docMk/>
            <pc:sldMk cId="1972911589" sldId="305"/>
            <ac:spMk id="23" creationId="{95680D52-7452-D141-3402-93ABDF35AD62}"/>
          </ac:spMkLst>
        </pc:spChg>
        <pc:grpChg chg="add mod">
          <ac:chgData name="J. Tower" userId="9d06de10716639e5" providerId="LiveId" clId="{F8931099-75CA-5660-A155-55881DF68D84}" dt="2026-07-22T17:33:21.909" v="294" actId="1076"/>
          <ac:grpSpMkLst>
            <pc:docMk/>
            <pc:sldMk cId="1972911589" sldId="305"/>
            <ac:grpSpMk id="21" creationId="{BDA97EEF-A042-AB7E-11A3-38DC3B16EAA9}"/>
          </ac:grpSpMkLst>
        </pc:grpChg>
        <pc:picChg chg="del">
          <ac:chgData name="J. Tower" userId="9d06de10716639e5" providerId="LiveId" clId="{F8931099-75CA-5660-A155-55881DF68D84}" dt="2026-07-22T17:33:10.664" v="291" actId="478"/>
          <ac:picMkLst>
            <pc:docMk/>
            <pc:sldMk cId="1972911589" sldId="305"/>
            <ac:picMk id="9" creationId="{E87FC25D-9B5D-6B5A-8D5A-74339A59A965}"/>
          </ac:picMkLst>
        </pc:picChg>
        <pc:picChg chg="mod">
          <ac:chgData name="J. Tower" userId="9d06de10716639e5" providerId="LiveId" clId="{F8931099-75CA-5660-A155-55881DF68D84}" dt="2026-07-22T17:33:12.402" v="292"/>
          <ac:picMkLst>
            <pc:docMk/>
            <pc:sldMk cId="1972911589" sldId="305"/>
            <ac:picMk id="22" creationId="{2574039F-009F-2A08-5BBB-486F5B4F0970}"/>
          </ac:picMkLst>
        </pc:picChg>
        <pc:picChg chg="mod">
          <ac:chgData name="J. Tower" userId="9d06de10716639e5" providerId="LiveId" clId="{F8931099-75CA-5660-A155-55881DF68D84}" dt="2026-07-22T17:33:12.402" v="292"/>
          <ac:picMkLst>
            <pc:docMk/>
            <pc:sldMk cId="1972911589" sldId="305"/>
            <ac:picMk id="24" creationId="{9D3F7610-2E9F-FF65-5DAD-4DA4EF603B46}"/>
          </ac:picMkLst>
        </pc:picChg>
      </pc:sldChg>
      <pc:sldChg chg="modSp mod">
        <pc:chgData name="J. Tower" userId="9d06de10716639e5" providerId="LiveId" clId="{F8931099-75CA-5660-A155-55881DF68D84}" dt="2026-07-22T17:30:12.011" v="226" actId="27636"/>
        <pc:sldMkLst>
          <pc:docMk/>
          <pc:sldMk cId="2598884527" sldId="456"/>
        </pc:sldMkLst>
        <pc:spChg chg="mod">
          <ac:chgData name="J. Tower" userId="9d06de10716639e5" providerId="LiveId" clId="{F8931099-75CA-5660-A155-55881DF68D84}" dt="2026-07-22T17:30:12.011" v="226" actId="27636"/>
          <ac:spMkLst>
            <pc:docMk/>
            <pc:sldMk cId="2598884527" sldId="456"/>
            <ac:spMk id="3" creationId="{158609D8-DD0B-4760-B11D-907664E37EB5}"/>
          </ac:spMkLst>
        </pc:spChg>
      </pc:sldChg>
      <pc:sldChg chg="addSp delSp modSp mod">
        <pc:chgData name="J. Tower" userId="9d06de10716639e5" providerId="LiveId" clId="{F8931099-75CA-5660-A155-55881DF68D84}" dt="2026-07-22T17:33:32.313" v="296"/>
        <pc:sldMkLst>
          <pc:docMk/>
          <pc:sldMk cId="934945236" sldId="540"/>
        </pc:sldMkLst>
        <pc:spChg chg="del">
          <ac:chgData name="J. Tower" userId="9d06de10716639e5" providerId="LiveId" clId="{F8931099-75CA-5660-A155-55881DF68D84}" dt="2026-07-22T17:33:31.967" v="295" actId="478"/>
          <ac:spMkLst>
            <pc:docMk/>
            <pc:sldMk cId="934945236" sldId="540"/>
            <ac:spMk id="2" creationId="{AD6CF2A6-BA24-E952-9C0B-429ECE9FD407}"/>
          </ac:spMkLst>
        </pc:spChg>
        <pc:spChg chg="del">
          <ac:chgData name="J. Tower" userId="9d06de10716639e5" providerId="LiveId" clId="{F8931099-75CA-5660-A155-55881DF68D84}" dt="2026-07-22T17:33:31.967" v="295" actId="478"/>
          <ac:spMkLst>
            <pc:docMk/>
            <pc:sldMk cId="934945236" sldId="540"/>
            <ac:spMk id="3" creationId="{B9981E71-45C3-1D3D-B7C9-4446DCE49357}"/>
          </ac:spMkLst>
        </pc:spChg>
        <pc:spChg chg="add mod">
          <ac:chgData name="J. Tower" userId="9d06de10716639e5" providerId="LiveId" clId="{F8931099-75CA-5660-A155-55881DF68D84}" dt="2026-07-22T17:33:32.313" v="296"/>
          <ac:spMkLst>
            <pc:docMk/>
            <pc:sldMk cId="934945236" sldId="540"/>
            <ac:spMk id="5" creationId="{32F59F01-13CA-A538-EB00-C420909FADC1}"/>
          </ac:spMkLst>
        </pc:spChg>
        <pc:spChg chg="add mod">
          <ac:chgData name="J. Tower" userId="9d06de10716639e5" providerId="LiveId" clId="{F8931099-75CA-5660-A155-55881DF68D84}" dt="2026-07-22T17:33:32.313" v="296"/>
          <ac:spMkLst>
            <pc:docMk/>
            <pc:sldMk cId="934945236" sldId="540"/>
            <ac:spMk id="7" creationId="{33E869C9-146B-DC31-A97B-A2F632A01FAF}"/>
          </ac:spMkLst>
        </pc:spChg>
        <pc:spChg chg="mod">
          <ac:chgData name="J. Tower" userId="9d06de10716639e5" providerId="LiveId" clId="{F8931099-75CA-5660-A155-55881DF68D84}" dt="2026-07-22T17:30:42.196" v="242" actId="20577"/>
          <ac:spMkLst>
            <pc:docMk/>
            <pc:sldMk cId="934945236" sldId="540"/>
            <ac:spMk id="9" creationId="{2CCFC013-6D9F-96DA-4013-3CA85BB1D357}"/>
          </ac:spMkLst>
        </pc:spChg>
        <pc:spChg chg="mod">
          <ac:chgData name="J. Tower" userId="9d06de10716639e5" providerId="LiveId" clId="{F8931099-75CA-5660-A155-55881DF68D84}" dt="2026-07-22T17:33:32.313" v="296"/>
          <ac:spMkLst>
            <pc:docMk/>
            <pc:sldMk cId="934945236" sldId="540"/>
            <ac:spMk id="22" creationId="{78756400-64DF-EB40-AC83-0458252B366C}"/>
          </ac:spMkLst>
        </pc:spChg>
        <pc:grpChg chg="add mod">
          <ac:chgData name="J. Tower" userId="9d06de10716639e5" providerId="LiveId" clId="{F8931099-75CA-5660-A155-55881DF68D84}" dt="2026-07-22T17:33:32.313" v="296"/>
          <ac:grpSpMkLst>
            <pc:docMk/>
            <pc:sldMk cId="934945236" sldId="540"/>
            <ac:grpSpMk id="13" creationId="{1B72D920-5FAD-6C7C-92E5-D7A6CD7728CE}"/>
          </ac:grpSpMkLst>
        </pc:grpChg>
        <pc:picChg chg="del">
          <ac:chgData name="J. Tower" userId="9d06de10716639e5" providerId="LiveId" clId="{F8931099-75CA-5660-A155-55881DF68D84}" dt="2026-07-22T17:33:31.967" v="295" actId="478"/>
          <ac:picMkLst>
            <pc:docMk/>
            <pc:sldMk cId="934945236" sldId="540"/>
            <ac:picMk id="4" creationId="{549E6445-9FE7-EBA8-1501-297CFEE7AE93}"/>
          </ac:picMkLst>
        </pc:picChg>
        <pc:picChg chg="mod">
          <ac:chgData name="J. Tower" userId="9d06de10716639e5" providerId="LiveId" clId="{F8931099-75CA-5660-A155-55881DF68D84}" dt="2026-07-22T17:33:32.313" v="296"/>
          <ac:picMkLst>
            <pc:docMk/>
            <pc:sldMk cId="934945236" sldId="540"/>
            <ac:picMk id="14" creationId="{587C4335-ECF3-9DD0-6A79-CCBE00793FFA}"/>
          </ac:picMkLst>
        </pc:picChg>
        <pc:picChg chg="mod">
          <ac:chgData name="J. Tower" userId="9d06de10716639e5" providerId="LiveId" clId="{F8931099-75CA-5660-A155-55881DF68D84}" dt="2026-07-22T17:33:32.313" v="296"/>
          <ac:picMkLst>
            <pc:docMk/>
            <pc:sldMk cId="934945236" sldId="540"/>
            <ac:picMk id="23" creationId="{2811BA38-866A-6911-EB15-652F44639437}"/>
          </ac:picMkLst>
        </pc:picChg>
      </pc:sldChg>
      <pc:sldChg chg="modSp mod">
        <pc:chgData name="J. Tower" userId="9d06de10716639e5" providerId="LiveId" clId="{F8931099-75CA-5660-A155-55881DF68D84}" dt="2026-07-22T17:35:04.115" v="302" actId="207"/>
        <pc:sldMkLst>
          <pc:docMk/>
          <pc:sldMk cId="2221029909" sldId="575"/>
        </pc:sldMkLst>
        <pc:spChg chg="mod">
          <ac:chgData name="J. Tower" userId="9d06de10716639e5" providerId="LiveId" clId="{F8931099-75CA-5660-A155-55881DF68D84}" dt="2026-07-22T17:35:04.115" v="302" actId="207"/>
          <ac:spMkLst>
            <pc:docMk/>
            <pc:sldMk cId="2221029909" sldId="575"/>
            <ac:spMk id="3" creationId="{4B92320E-39A1-8619-9101-65DEAF8C0097}"/>
          </ac:spMkLst>
        </pc:spChg>
      </pc:sldChg>
      <pc:sldChg chg="modNotesTx">
        <pc:chgData name="J. Tower" userId="9d06de10716639e5" providerId="LiveId" clId="{F8931099-75CA-5660-A155-55881DF68D84}" dt="2026-07-23T14:06:44.692" v="586" actId="20577"/>
        <pc:sldMkLst>
          <pc:docMk/>
          <pc:sldMk cId="4246035593" sldId="729"/>
        </pc:sldMkLst>
      </pc:sldChg>
      <pc:sldChg chg="modNotesTx">
        <pc:chgData name="J. Tower" userId="9d06de10716639e5" providerId="LiveId" clId="{F8931099-75CA-5660-A155-55881DF68D84}" dt="2026-07-23T14:05:53.736" v="576" actId="20577"/>
        <pc:sldMkLst>
          <pc:docMk/>
          <pc:sldMk cId="3205008461" sldId="855"/>
        </pc:sldMkLst>
      </pc:sldChg>
      <pc:sldChg chg="modNotesTx">
        <pc:chgData name="J. Tower" userId="9d06de10716639e5" providerId="LiveId" clId="{F8931099-75CA-5660-A155-55881DF68D84}" dt="2026-07-23T14:07:14.275" v="587" actId="113"/>
        <pc:sldMkLst>
          <pc:docMk/>
          <pc:sldMk cId="2736099825" sldId="856"/>
        </pc:sldMkLst>
      </pc:sldChg>
      <pc:sldChg chg="modNotesTx">
        <pc:chgData name="J. Tower" userId="9d06de10716639e5" providerId="LiveId" clId="{F8931099-75CA-5660-A155-55881DF68D84}" dt="2026-07-23T14:08:34.199" v="588" actId="113"/>
        <pc:sldMkLst>
          <pc:docMk/>
          <pc:sldMk cId="3447172628" sldId="863"/>
        </pc:sldMkLst>
      </pc:sldChg>
      <pc:sldChg chg="modSp mod">
        <pc:chgData name="J. Tower" userId="9d06de10716639e5" providerId="LiveId" clId="{F8931099-75CA-5660-A155-55881DF68D84}" dt="2026-07-22T17:28:07.252" v="128" actId="20577"/>
        <pc:sldMkLst>
          <pc:docMk/>
          <pc:sldMk cId="2032269521" sldId="880"/>
        </pc:sldMkLst>
        <pc:spChg chg="mod">
          <ac:chgData name="J. Tower" userId="9d06de10716639e5" providerId="LiveId" clId="{F8931099-75CA-5660-A155-55881DF68D84}" dt="2026-07-22T17:28:07.252" v="128" actId="20577"/>
          <ac:spMkLst>
            <pc:docMk/>
            <pc:sldMk cId="2032269521" sldId="880"/>
            <ac:spMk id="2" creationId="{A1DF4B6A-6893-86B6-9386-A995392A099A}"/>
          </ac:spMkLst>
        </pc:spChg>
      </pc:sldChg>
      <pc:sldChg chg="del">
        <pc:chgData name="J. Tower" userId="9d06de10716639e5" providerId="LiveId" clId="{F8931099-75CA-5660-A155-55881DF68D84}" dt="2026-07-23T19:25:07.127" v="924"/>
        <pc:sldMkLst>
          <pc:docMk/>
          <pc:sldMk cId="1885011996" sldId="881"/>
        </pc:sldMkLst>
      </pc:sldChg>
      <pc:sldChg chg="del">
        <pc:chgData name="J. Tower" userId="9d06de10716639e5" providerId="LiveId" clId="{F8931099-75CA-5660-A155-55881DF68D84}" dt="2026-07-23T14:43:21.676" v="890"/>
        <pc:sldMkLst>
          <pc:docMk/>
          <pc:sldMk cId="613446173" sldId="884"/>
        </pc:sldMkLst>
      </pc:sldChg>
      <pc:sldChg chg="del">
        <pc:chgData name="J. Tower" userId="9d06de10716639e5" providerId="LiveId" clId="{F8931099-75CA-5660-A155-55881DF68D84}" dt="2026-07-22T15:08:23.414" v="1"/>
        <pc:sldMkLst>
          <pc:docMk/>
          <pc:sldMk cId="3443821648" sldId="885"/>
        </pc:sldMkLst>
      </pc:sldChg>
      <pc:sldChg chg="del">
        <pc:chgData name="J. Tower" userId="9d06de10716639e5" providerId="LiveId" clId="{F8931099-75CA-5660-A155-55881DF68D84}" dt="2026-07-22T15:09:41.854" v="15"/>
        <pc:sldMkLst>
          <pc:docMk/>
          <pc:sldMk cId="2014264951" sldId="887"/>
        </pc:sldMkLst>
      </pc:sldChg>
      <pc:sldChg chg="del">
        <pc:chgData name="J. Tower" userId="9d06de10716639e5" providerId="LiveId" clId="{F8931099-75CA-5660-A155-55881DF68D84}" dt="2026-07-23T14:30:31.405" v="873"/>
        <pc:sldMkLst>
          <pc:docMk/>
          <pc:sldMk cId="2852340909" sldId="888"/>
        </pc:sldMkLst>
      </pc:sldChg>
      <pc:sldChg chg="del">
        <pc:chgData name="J. Tower" userId="9d06de10716639e5" providerId="LiveId" clId="{F8931099-75CA-5660-A155-55881DF68D84}" dt="2026-07-23T14:21:44.892" v="679"/>
        <pc:sldMkLst>
          <pc:docMk/>
          <pc:sldMk cId="2504112812" sldId="893"/>
        </pc:sldMkLst>
      </pc:sldChg>
      <pc:sldChg chg="del modNotesTx">
        <pc:chgData name="J. Tower" userId="9d06de10716639e5" providerId="LiveId" clId="{F8931099-75CA-5660-A155-55881DF68D84}" dt="2026-07-23T14:23:21.348" v="681"/>
        <pc:sldMkLst>
          <pc:docMk/>
          <pc:sldMk cId="2275922530" sldId="894"/>
        </pc:sldMkLst>
      </pc:sldChg>
      <pc:sldChg chg="del modNotesTx">
        <pc:chgData name="J. Tower" userId="9d06de10716639e5" providerId="LiveId" clId="{F8931099-75CA-5660-A155-55881DF68D84}" dt="2026-07-23T19:27:32.955" v="934"/>
        <pc:sldMkLst>
          <pc:docMk/>
          <pc:sldMk cId="555985146" sldId="896"/>
        </pc:sldMkLst>
      </pc:sldChg>
      <pc:sldChg chg="del">
        <pc:chgData name="J. Tower" userId="9d06de10716639e5" providerId="LiveId" clId="{F8931099-75CA-5660-A155-55881DF68D84}" dt="2026-07-23T19:28:36.102" v="940"/>
        <pc:sldMkLst>
          <pc:docMk/>
          <pc:sldMk cId="3480799871" sldId="897"/>
        </pc:sldMkLst>
      </pc:sldChg>
      <pc:sldChg chg="modSp">
        <pc:chgData name="J. Tower" userId="9d06de10716639e5" providerId="LiveId" clId="{F8931099-75CA-5660-A155-55881DF68D84}" dt="2026-07-23T14:14:09.789" v="641"/>
        <pc:sldMkLst>
          <pc:docMk/>
          <pc:sldMk cId="210841800" sldId="912"/>
        </pc:sldMkLst>
        <pc:spChg chg="mod">
          <ac:chgData name="J. Tower" userId="9d06de10716639e5" providerId="LiveId" clId="{F8931099-75CA-5660-A155-55881DF68D84}" dt="2026-07-23T14:14:09.789" v="641"/>
          <ac:spMkLst>
            <pc:docMk/>
            <pc:sldMk cId="210841800" sldId="912"/>
            <ac:spMk id="5" creationId="{12B2B7EF-28ED-3EF2-9492-8F584C9853E9}"/>
          </ac:spMkLst>
        </pc:spChg>
      </pc:sldChg>
      <pc:sldChg chg="modSp">
        <pc:chgData name="J. Tower" userId="9d06de10716639e5" providerId="LiveId" clId="{F8931099-75CA-5660-A155-55881DF68D84}" dt="2026-07-23T14:14:17.090" v="643"/>
        <pc:sldMkLst>
          <pc:docMk/>
          <pc:sldMk cId="553172039" sldId="913"/>
        </pc:sldMkLst>
        <pc:spChg chg="mod">
          <ac:chgData name="J. Tower" userId="9d06de10716639e5" providerId="LiveId" clId="{F8931099-75CA-5660-A155-55881DF68D84}" dt="2026-07-23T14:14:17.090" v="643"/>
          <ac:spMkLst>
            <pc:docMk/>
            <pc:sldMk cId="553172039" sldId="913"/>
            <ac:spMk id="5" creationId="{20EE34FD-0B17-CA36-6A6E-D8B546AA7554}"/>
          </ac:spMkLst>
        </pc:spChg>
      </pc:sldChg>
      <pc:sldChg chg="del">
        <pc:chgData name="J. Tower" userId="9d06de10716639e5" providerId="LiveId" clId="{F8931099-75CA-5660-A155-55881DF68D84}" dt="2026-07-22T17:35:36.639" v="303" actId="2696"/>
        <pc:sldMkLst>
          <pc:docMk/>
          <pc:sldMk cId="2460954310" sldId="914"/>
        </pc:sldMkLst>
      </pc:sldChg>
      <pc:sldChg chg="modSp">
        <pc:chgData name="J. Tower" userId="9d06de10716639e5" providerId="LiveId" clId="{F8931099-75CA-5660-A155-55881DF68D84}" dt="2026-07-23T14:15:47.668" v="673"/>
        <pc:sldMkLst>
          <pc:docMk/>
          <pc:sldMk cId="4249165283" sldId="916"/>
        </pc:sldMkLst>
        <pc:spChg chg="mod">
          <ac:chgData name="J. Tower" userId="9d06de10716639e5" providerId="LiveId" clId="{F8931099-75CA-5660-A155-55881DF68D84}" dt="2026-07-23T14:14:40.700" v="652"/>
          <ac:spMkLst>
            <pc:docMk/>
            <pc:sldMk cId="4249165283" sldId="916"/>
            <ac:spMk id="5" creationId="{8430E2AB-A6A0-879A-7940-5EE33DC3DCBC}"/>
          </ac:spMkLst>
        </pc:spChg>
        <pc:spChg chg="mod">
          <ac:chgData name="J. Tower" userId="9d06de10716639e5" providerId="LiveId" clId="{F8931099-75CA-5660-A155-55881DF68D84}" dt="2026-07-23T14:15:47.668" v="673"/>
          <ac:spMkLst>
            <pc:docMk/>
            <pc:sldMk cId="4249165283" sldId="916"/>
            <ac:spMk id="7" creationId="{69EDB736-88A0-F0D8-6696-4C639DADC2B4}"/>
          </ac:spMkLst>
        </pc:spChg>
      </pc:sldChg>
      <pc:sldChg chg="modNotesTx">
        <pc:chgData name="J. Tower" userId="9d06de10716639e5" providerId="LiveId" clId="{F8931099-75CA-5660-A155-55881DF68D84}" dt="2026-07-23T14:12:15.972" v="639" actId="20577"/>
        <pc:sldMkLst>
          <pc:docMk/>
          <pc:sldMk cId="2166782429" sldId="917"/>
        </pc:sldMkLst>
      </pc:sldChg>
      <pc:sldChg chg="modNotesTx">
        <pc:chgData name="J. Tower" userId="9d06de10716639e5" providerId="LiveId" clId="{F8931099-75CA-5660-A155-55881DF68D84}" dt="2026-07-23T14:12:48.353" v="640" actId="20577"/>
        <pc:sldMkLst>
          <pc:docMk/>
          <pc:sldMk cId="3030128795" sldId="918"/>
        </pc:sldMkLst>
      </pc:sldChg>
      <pc:sldChg chg="modSp">
        <pc:chgData name="J. Tower" userId="9d06de10716639e5" providerId="LiveId" clId="{F8931099-75CA-5660-A155-55881DF68D84}" dt="2026-07-23T14:14:13.543" v="642"/>
        <pc:sldMkLst>
          <pc:docMk/>
          <pc:sldMk cId="4102950063" sldId="920"/>
        </pc:sldMkLst>
        <pc:spChg chg="mod">
          <ac:chgData name="J. Tower" userId="9d06de10716639e5" providerId="LiveId" clId="{F8931099-75CA-5660-A155-55881DF68D84}" dt="2026-07-23T14:14:13.543" v="642"/>
          <ac:spMkLst>
            <pc:docMk/>
            <pc:sldMk cId="4102950063" sldId="920"/>
            <ac:spMk id="5" creationId="{4BCAD4E9-452A-7D8F-4017-609F3B2E6724}"/>
          </ac:spMkLst>
        </pc:spChg>
      </pc:sldChg>
      <pc:sldChg chg="modSp">
        <pc:chgData name="J. Tower" userId="9d06de10716639e5" providerId="LiveId" clId="{F8931099-75CA-5660-A155-55881DF68D84}" dt="2026-07-23T14:14:20.420" v="644"/>
        <pc:sldMkLst>
          <pc:docMk/>
          <pc:sldMk cId="3104105461" sldId="921"/>
        </pc:sldMkLst>
        <pc:spChg chg="mod">
          <ac:chgData name="J. Tower" userId="9d06de10716639e5" providerId="LiveId" clId="{F8931099-75CA-5660-A155-55881DF68D84}" dt="2026-07-23T14:14:20.420" v="644"/>
          <ac:spMkLst>
            <pc:docMk/>
            <pc:sldMk cId="3104105461" sldId="921"/>
            <ac:spMk id="5" creationId="{E81B21E8-72CE-E7C0-D716-20D2F9E8D740}"/>
          </ac:spMkLst>
        </pc:spChg>
      </pc:sldChg>
      <pc:sldChg chg="modSp">
        <pc:chgData name="J. Tower" userId="9d06de10716639e5" providerId="LiveId" clId="{F8931099-75CA-5660-A155-55881DF68D84}" dt="2026-07-23T14:14:23.910" v="645"/>
        <pc:sldMkLst>
          <pc:docMk/>
          <pc:sldMk cId="3892859101" sldId="922"/>
        </pc:sldMkLst>
        <pc:spChg chg="mod">
          <ac:chgData name="J. Tower" userId="9d06de10716639e5" providerId="LiveId" clId="{F8931099-75CA-5660-A155-55881DF68D84}" dt="2026-07-23T14:14:23.910" v="645"/>
          <ac:spMkLst>
            <pc:docMk/>
            <pc:sldMk cId="3892859101" sldId="922"/>
            <ac:spMk id="5" creationId="{75DBBF1D-963D-B40B-84D5-08FF7C205663}"/>
          </ac:spMkLst>
        </pc:spChg>
      </pc:sldChg>
      <pc:sldChg chg="modSp">
        <pc:chgData name="J. Tower" userId="9d06de10716639e5" providerId="LiveId" clId="{F8931099-75CA-5660-A155-55881DF68D84}" dt="2026-07-23T14:14:26.285" v="646"/>
        <pc:sldMkLst>
          <pc:docMk/>
          <pc:sldMk cId="394936117" sldId="923"/>
        </pc:sldMkLst>
        <pc:spChg chg="mod">
          <ac:chgData name="J. Tower" userId="9d06de10716639e5" providerId="LiveId" clId="{F8931099-75CA-5660-A155-55881DF68D84}" dt="2026-07-23T14:14:26.285" v="646"/>
          <ac:spMkLst>
            <pc:docMk/>
            <pc:sldMk cId="394936117" sldId="923"/>
            <ac:spMk id="5" creationId="{9332DA04-E04C-ABD2-04C1-FBFFDDF1A2F2}"/>
          </ac:spMkLst>
        </pc:spChg>
      </pc:sldChg>
      <pc:sldChg chg="modSp mod">
        <pc:chgData name="J. Tower" userId="9d06de10716639e5" providerId="LiveId" clId="{F8931099-75CA-5660-A155-55881DF68D84}" dt="2026-07-23T14:14:30.559" v="649"/>
        <pc:sldMkLst>
          <pc:docMk/>
          <pc:sldMk cId="44498495" sldId="925"/>
        </pc:sldMkLst>
        <pc:spChg chg="mod">
          <ac:chgData name="J. Tower" userId="9d06de10716639e5" providerId="LiveId" clId="{F8931099-75CA-5660-A155-55881DF68D84}" dt="2026-07-23T14:14:30.559" v="649"/>
          <ac:spMkLst>
            <pc:docMk/>
            <pc:sldMk cId="44498495" sldId="925"/>
            <ac:spMk id="5" creationId="{499B2C90-7514-5A97-1D62-64AAAEA6D7F1}"/>
          </ac:spMkLst>
        </pc:spChg>
      </pc:sldChg>
      <pc:sldChg chg="modSp">
        <pc:chgData name="J. Tower" userId="9d06de10716639e5" providerId="LiveId" clId="{F8931099-75CA-5660-A155-55881DF68D84}" dt="2026-07-23T14:14:33.850" v="650"/>
        <pc:sldMkLst>
          <pc:docMk/>
          <pc:sldMk cId="2363967969" sldId="926"/>
        </pc:sldMkLst>
        <pc:spChg chg="mod">
          <ac:chgData name="J. Tower" userId="9d06de10716639e5" providerId="LiveId" clId="{F8931099-75CA-5660-A155-55881DF68D84}" dt="2026-07-23T14:14:33.850" v="650"/>
          <ac:spMkLst>
            <pc:docMk/>
            <pc:sldMk cId="2363967969" sldId="926"/>
            <ac:spMk id="5" creationId="{01C770F8-4241-734F-2A97-5194B9D0DCD3}"/>
          </ac:spMkLst>
        </pc:spChg>
      </pc:sldChg>
      <pc:sldChg chg="modSp mod">
        <pc:chgData name="J. Tower" userId="9d06de10716639e5" providerId="LiveId" clId="{F8931099-75CA-5660-A155-55881DF68D84}" dt="2026-07-23T14:15:41.904" v="672" actId="20577"/>
        <pc:sldMkLst>
          <pc:docMk/>
          <pc:sldMk cId="454019570" sldId="927"/>
        </pc:sldMkLst>
        <pc:spChg chg="mod">
          <ac:chgData name="J. Tower" userId="9d06de10716639e5" providerId="LiveId" clId="{F8931099-75CA-5660-A155-55881DF68D84}" dt="2026-07-23T14:14:37.352" v="651"/>
          <ac:spMkLst>
            <pc:docMk/>
            <pc:sldMk cId="454019570" sldId="927"/>
            <ac:spMk id="5" creationId="{ABD02729-B4ED-687A-671E-C067EBA4B5BD}"/>
          </ac:spMkLst>
        </pc:spChg>
        <pc:spChg chg="mod">
          <ac:chgData name="J. Tower" userId="9d06de10716639e5" providerId="LiveId" clId="{F8931099-75CA-5660-A155-55881DF68D84}" dt="2026-07-23T14:15:41.904" v="672" actId="20577"/>
          <ac:spMkLst>
            <pc:docMk/>
            <pc:sldMk cId="454019570" sldId="927"/>
            <ac:spMk id="7" creationId="{013BF725-4253-78ED-B328-4710A7D019B2}"/>
          </ac:spMkLst>
        </pc:spChg>
      </pc:sldChg>
      <pc:sldChg chg="del">
        <pc:chgData name="J. Tower" userId="9d06de10716639e5" providerId="LiveId" clId="{F8931099-75CA-5660-A155-55881DF68D84}" dt="2026-07-23T19:26:49.032" v="930"/>
        <pc:sldMkLst>
          <pc:docMk/>
          <pc:sldMk cId="1511208586" sldId="931"/>
        </pc:sldMkLst>
      </pc:sldChg>
      <pc:sldChg chg="del">
        <pc:chgData name="J. Tower" userId="9d06de10716639e5" providerId="LiveId" clId="{F8931099-75CA-5660-A155-55881DF68D84}" dt="2026-07-23T19:27:11.316" v="932"/>
        <pc:sldMkLst>
          <pc:docMk/>
          <pc:sldMk cId="1254007352" sldId="932"/>
        </pc:sldMkLst>
      </pc:sldChg>
      <pc:sldChg chg="del">
        <pc:chgData name="J. Tower" userId="9d06de10716639e5" providerId="LiveId" clId="{F8931099-75CA-5660-A155-55881DF68D84}" dt="2026-07-23T19:26:07.661" v="926"/>
        <pc:sldMkLst>
          <pc:docMk/>
          <pc:sldMk cId="4087115035" sldId="933"/>
        </pc:sldMkLst>
      </pc:sldChg>
      <pc:sldChg chg="del">
        <pc:chgData name="J. Tower" userId="9d06de10716639e5" providerId="LiveId" clId="{F8931099-75CA-5660-A155-55881DF68D84}" dt="2026-07-23T19:26:28.663" v="928"/>
        <pc:sldMkLst>
          <pc:docMk/>
          <pc:sldMk cId="1838424444" sldId="935"/>
        </pc:sldMkLst>
      </pc:sldChg>
      <pc:sldChg chg="del">
        <pc:chgData name="J. Tower" userId="9d06de10716639e5" providerId="LiveId" clId="{F8931099-75CA-5660-A155-55881DF68D84}" dt="2026-07-23T19:29:42.597" v="946"/>
        <pc:sldMkLst>
          <pc:docMk/>
          <pc:sldMk cId="3681607655" sldId="936"/>
        </pc:sldMkLst>
      </pc:sldChg>
      <pc:sldChg chg="del">
        <pc:chgData name="J. Tower" userId="9d06de10716639e5" providerId="LiveId" clId="{F8931099-75CA-5660-A155-55881DF68D84}" dt="2026-07-23T19:30:02.075" v="948"/>
        <pc:sldMkLst>
          <pc:docMk/>
          <pc:sldMk cId="2296336208" sldId="937"/>
        </pc:sldMkLst>
      </pc:sldChg>
      <pc:sldChg chg="modSp del mod">
        <pc:chgData name="J. Tower" userId="9d06de10716639e5" providerId="LiveId" clId="{F8931099-75CA-5660-A155-55881DF68D84}" dt="2026-07-23T19:31:23.827" v="954"/>
        <pc:sldMkLst>
          <pc:docMk/>
          <pc:sldMk cId="51673440" sldId="938"/>
        </pc:sldMkLst>
        <pc:spChg chg="mod">
          <ac:chgData name="J. Tower" userId="9d06de10716639e5" providerId="LiveId" clId="{F8931099-75CA-5660-A155-55881DF68D84}" dt="2026-07-22T15:13:49.002" v="23" actId="20577"/>
          <ac:spMkLst>
            <pc:docMk/>
            <pc:sldMk cId="51673440" sldId="938"/>
            <ac:spMk id="2" creationId="{D1C651DE-92FE-AD5B-D925-9C24CB3059D2}"/>
          </ac:spMkLst>
        </pc:spChg>
      </pc:sldChg>
      <pc:sldChg chg="del">
        <pc:chgData name="J. Tower" userId="9d06de10716639e5" providerId="LiveId" clId="{F8931099-75CA-5660-A155-55881DF68D84}" dt="2026-07-23T19:31:44.788" v="956"/>
        <pc:sldMkLst>
          <pc:docMk/>
          <pc:sldMk cId="586042726" sldId="939"/>
        </pc:sldMkLst>
      </pc:sldChg>
      <pc:sldChg chg="del">
        <pc:chgData name="J. Tower" userId="9d06de10716639e5" providerId="LiveId" clId="{F8931099-75CA-5660-A155-55881DF68D84}" dt="2026-07-23T19:32:25.231" v="960"/>
        <pc:sldMkLst>
          <pc:docMk/>
          <pc:sldMk cId="1798226156" sldId="940"/>
        </pc:sldMkLst>
      </pc:sldChg>
      <pc:sldChg chg="del">
        <pc:chgData name="J. Tower" userId="9d06de10716639e5" providerId="LiveId" clId="{F8931099-75CA-5660-A155-55881DF68D84}" dt="2026-07-23T19:32:44.639" v="962"/>
        <pc:sldMkLst>
          <pc:docMk/>
          <pc:sldMk cId="1072179456" sldId="941"/>
        </pc:sldMkLst>
      </pc:sldChg>
      <pc:sldChg chg="del">
        <pc:chgData name="J. Tower" userId="9d06de10716639e5" providerId="LiveId" clId="{F8931099-75CA-5660-A155-55881DF68D84}" dt="2026-07-23T19:34:24.749" v="972"/>
        <pc:sldMkLst>
          <pc:docMk/>
          <pc:sldMk cId="3761668633" sldId="942"/>
        </pc:sldMkLst>
      </pc:sldChg>
      <pc:sldChg chg="del">
        <pc:chgData name="J. Tower" userId="9d06de10716639e5" providerId="LiveId" clId="{F8931099-75CA-5660-A155-55881DF68D84}" dt="2026-07-23T19:34:47.087" v="974"/>
        <pc:sldMkLst>
          <pc:docMk/>
          <pc:sldMk cId="2400402955" sldId="943"/>
        </pc:sldMkLst>
      </pc:sldChg>
      <pc:sldChg chg="addSp delSp modSp mod">
        <pc:chgData name="J. Tower" userId="9d06de10716639e5" providerId="LiveId" clId="{F8931099-75CA-5660-A155-55881DF68D84}" dt="2026-07-22T17:38:03.579" v="382" actId="478"/>
        <pc:sldMkLst>
          <pc:docMk/>
          <pc:sldMk cId="3598741161" sldId="945"/>
        </pc:sldMkLst>
        <pc:spChg chg="add del mod">
          <ac:chgData name="J. Tower" userId="9d06de10716639e5" providerId="LiveId" clId="{F8931099-75CA-5660-A155-55881DF68D84}" dt="2026-07-22T17:38:03.579" v="382" actId="478"/>
          <ac:spMkLst>
            <pc:docMk/>
            <pc:sldMk cId="3598741161" sldId="945"/>
            <ac:spMk id="3" creationId="{8BEF8152-310C-70C0-921E-0730CD159ABF}"/>
          </ac:spMkLst>
        </pc:spChg>
        <pc:spChg chg="add del mod">
          <ac:chgData name="J. Tower" userId="9d06de10716639e5" providerId="LiveId" clId="{F8931099-75CA-5660-A155-55881DF68D84}" dt="2026-07-22T17:38:03.579" v="382" actId="478"/>
          <ac:spMkLst>
            <pc:docMk/>
            <pc:sldMk cId="3598741161" sldId="945"/>
            <ac:spMk id="4" creationId="{BF1DBF5B-2B7F-C558-ACA9-5D80F89B633C}"/>
          </ac:spMkLst>
        </pc:spChg>
        <pc:spChg chg="del">
          <ac:chgData name="J. Tower" userId="9d06de10716639e5" providerId="LiveId" clId="{F8931099-75CA-5660-A155-55881DF68D84}" dt="2026-07-22T17:36:32.146" v="309" actId="478"/>
          <ac:spMkLst>
            <pc:docMk/>
            <pc:sldMk cId="3598741161" sldId="945"/>
            <ac:spMk id="5" creationId="{00D21D3C-2501-9042-1C96-DAFD27E404F0}"/>
          </ac:spMkLst>
        </pc:spChg>
        <pc:spChg chg="mod">
          <ac:chgData name="J. Tower" userId="9d06de10716639e5" providerId="LiveId" clId="{F8931099-75CA-5660-A155-55881DF68D84}" dt="2026-07-22T17:38:00.580" v="381" actId="166"/>
          <ac:spMkLst>
            <pc:docMk/>
            <pc:sldMk cId="3598741161" sldId="945"/>
            <ac:spMk id="6" creationId="{06D4D8DF-EB84-5687-5C0C-4B201BC481B4}"/>
          </ac:spMkLst>
        </pc:spChg>
        <pc:spChg chg="add del mod">
          <ac:chgData name="J. Tower" userId="9d06de10716639e5" providerId="LiveId" clId="{F8931099-75CA-5660-A155-55881DF68D84}" dt="2026-07-22T17:38:03.579" v="382" actId="478"/>
          <ac:spMkLst>
            <pc:docMk/>
            <pc:sldMk cId="3598741161" sldId="945"/>
            <ac:spMk id="7" creationId="{F64060AE-9F0E-A3B5-695C-9969730AB62C}"/>
          </ac:spMkLst>
        </pc:spChg>
        <pc:spChg chg="del">
          <ac:chgData name="J. Tower" userId="9d06de10716639e5" providerId="LiveId" clId="{F8931099-75CA-5660-A155-55881DF68D84}" dt="2026-07-22T17:36:32.146" v="309" actId="478"/>
          <ac:spMkLst>
            <pc:docMk/>
            <pc:sldMk cId="3598741161" sldId="945"/>
            <ac:spMk id="8" creationId="{C2B8B17A-7DE8-2FFC-4A66-13ACFB64DA52}"/>
          </ac:spMkLst>
        </pc:spChg>
        <pc:spChg chg="del">
          <ac:chgData name="J. Tower" userId="9d06de10716639e5" providerId="LiveId" clId="{F8931099-75CA-5660-A155-55881DF68D84}" dt="2026-07-22T17:36:32.146" v="309" actId="478"/>
          <ac:spMkLst>
            <pc:docMk/>
            <pc:sldMk cId="3598741161" sldId="945"/>
            <ac:spMk id="9" creationId="{CE4A4DB6-9B12-F287-406F-1608298B942F}"/>
          </ac:spMkLst>
        </pc:spChg>
        <pc:spChg chg="add mod">
          <ac:chgData name="J. Tower" userId="9d06de10716639e5" providerId="LiveId" clId="{F8931099-75CA-5660-A155-55881DF68D84}" dt="2026-07-22T17:37:50.004" v="354"/>
          <ac:spMkLst>
            <pc:docMk/>
            <pc:sldMk cId="3598741161" sldId="945"/>
            <ac:spMk id="10" creationId="{9C5B75E4-C547-A9E6-5387-F99815D4B279}"/>
          </ac:spMkLst>
        </pc:spChg>
        <pc:spChg chg="add mod">
          <ac:chgData name="J. Tower" userId="9d06de10716639e5" providerId="LiveId" clId="{F8931099-75CA-5660-A155-55881DF68D84}" dt="2026-07-22T17:37:50.004" v="354"/>
          <ac:spMkLst>
            <pc:docMk/>
            <pc:sldMk cId="3598741161" sldId="945"/>
            <ac:spMk id="11" creationId="{4188B749-D505-527F-9CBD-23806A33CDB5}"/>
          </ac:spMkLst>
        </pc:spChg>
        <pc:spChg chg="add mod">
          <ac:chgData name="J. Tower" userId="9d06de10716639e5" providerId="LiveId" clId="{F8931099-75CA-5660-A155-55881DF68D84}" dt="2026-07-22T17:37:50.004" v="354"/>
          <ac:spMkLst>
            <pc:docMk/>
            <pc:sldMk cId="3598741161" sldId="945"/>
            <ac:spMk id="12" creationId="{8C98A068-0AA9-53CF-B830-64312EEC0F83}"/>
          </ac:spMkLst>
        </pc:spChg>
      </pc:sldChg>
      <pc:sldChg chg="addSp delSp modSp mod">
        <pc:chgData name="J. Tower" userId="9d06de10716639e5" providerId="LiveId" clId="{F8931099-75CA-5660-A155-55881DF68D84}" dt="2026-07-23T14:16:12.622" v="675" actId="478"/>
        <pc:sldMkLst>
          <pc:docMk/>
          <pc:sldMk cId="3303466725" sldId="946"/>
        </pc:sldMkLst>
        <pc:spChg chg="add del mod">
          <ac:chgData name="J. Tower" userId="9d06de10716639e5" providerId="LiveId" clId="{F8931099-75CA-5660-A155-55881DF68D84}" dt="2026-07-23T14:16:12.622" v="675" actId="478"/>
          <ac:spMkLst>
            <pc:docMk/>
            <pc:sldMk cId="3303466725" sldId="946"/>
            <ac:spMk id="3" creationId="{4638176F-53C9-4DDA-9D1F-1BDB5E7DE626}"/>
          </ac:spMkLst>
        </pc:spChg>
        <pc:spChg chg="add del mod">
          <ac:chgData name="J. Tower" userId="9d06de10716639e5" providerId="LiveId" clId="{F8931099-75CA-5660-A155-55881DF68D84}" dt="2026-07-23T14:16:12.622" v="675" actId="478"/>
          <ac:spMkLst>
            <pc:docMk/>
            <pc:sldMk cId="3303466725" sldId="946"/>
            <ac:spMk id="4" creationId="{58DF62FD-74AF-9FDE-E1BD-3063E2E47C4E}"/>
          </ac:spMkLst>
        </pc:spChg>
        <pc:spChg chg="del mod">
          <ac:chgData name="J. Tower" userId="9d06de10716639e5" providerId="LiveId" clId="{F8931099-75CA-5660-A155-55881DF68D84}" dt="2026-07-22T17:37:41.076" v="353" actId="478"/>
          <ac:spMkLst>
            <pc:docMk/>
            <pc:sldMk cId="3303466725" sldId="946"/>
            <ac:spMk id="5" creationId="{B06B6615-1789-3F9C-F197-850126F601AE}"/>
          </ac:spMkLst>
        </pc:spChg>
        <pc:spChg chg="del mod">
          <ac:chgData name="J. Tower" userId="9d06de10716639e5" providerId="LiveId" clId="{F8931099-75CA-5660-A155-55881DF68D84}" dt="2026-07-23T14:16:12.622" v="675" actId="478"/>
          <ac:spMkLst>
            <pc:docMk/>
            <pc:sldMk cId="3303466725" sldId="946"/>
            <ac:spMk id="6" creationId="{5839A565-8096-18D9-D4AC-59AA63887D20}"/>
          </ac:spMkLst>
        </pc:spChg>
        <pc:spChg chg="add del mod">
          <ac:chgData name="J. Tower" userId="9d06de10716639e5" providerId="LiveId" clId="{F8931099-75CA-5660-A155-55881DF68D84}" dt="2026-07-23T14:16:12.622" v="675" actId="478"/>
          <ac:spMkLst>
            <pc:docMk/>
            <pc:sldMk cId="3303466725" sldId="946"/>
            <ac:spMk id="7" creationId="{8C6D485C-C8C0-0726-FF75-5F9F1325506D}"/>
          </ac:spMkLst>
        </pc:spChg>
        <pc:spChg chg="del mod">
          <ac:chgData name="J. Tower" userId="9d06de10716639e5" providerId="LiveId" clId="{F8931099-75CA-5660-A155-55881DF68D84}" dt="2026-07-22T17:37:41.076" v="353" actId="478"/>
          <ac:spMkLst>
            <pc:docMk/>
            <pc:sldMk cId="3303466725" sldId="946"/>
            <ac:spMk id="8" creationId="{40BB0544-355C-8F69-E4FC-588C7D91976C}"/>
          </ac:spMkLst>
        </pc:spChg>
        <pc:spChg chg="del mod">
          <ac:chgData name="J. Tower" userId="9d06de10716639e5" providerId="LiveId" clId="{F8931099-75CA-5660-A155-55881DF68D84}" dt="2026-07-22T17:37:41.076" v="353" actId="478"/>
          <ac:spMkLst>
            <pc:docMk/>
            <pc:sldMk cId="3303466725" sldId="946"/>
            <ac:spMk id="9" creationId="{03B1D67A-D89E-607F-B96A-9D2C126433A4}"/>
          </ac:spMkLst>
        </pc:spChg>
      </pc:sldChg>
      <pc:sldChg chg="addSp delSp modSp mod">
        <pc:chgData name="J. Tower" userId="9d06de10716639e5" providerId="LiveId" clId="{F8931099-75CA-5660-A155-55881DF68D84}" dt="2026-07-22T17:37:13.320" v="318" actId="166"/>
        <pc:sldMkLst>
          <pc:docMk/>
          <pc:sldMk cId="2295188133" sldId="947"/>
        </pc:sldMkLst>
        <pc:spChg chg="mod">
          <ac:chgData name="J. Tower" userId="9d06de10716639e5" providerId="LiveId" clId="{F8931099-75CA-5660-A155-55881DF68D84}" dt="2026-07-22T17:37:04.227" v="316" actId="688"/>
          <ac:spMkLst>
            <pc:docMk/>
            <pc:sldMk cId="2295188133" sldId="947"/>
            <ac:spMk id="3" creationId="{A61B9C13-7DD9-0BAE-1BE5-351D72546389}"/>
          </ac:spMkLst>
        </pc:spChg>
        <pc:spChg chg="add mod">
          <ac:chgData name="J. Tower" userId="9d06de10716639e5" providerId="LiveId" clId="{F8931099-75CA-5660-A155-55881DF68D84}" dt="2026-07-22T17:36:49.419" v="313"/>
          <ac:spMkLst>
            <pc:docMk/>
            <pc:sldMk cId="2295188133" sldId="947"/>
            <ac:spMk id="4" creationId="{D9864F9A-EDFB-7C75-99F5-6CF5F390CBC3}"/>
          </ac:spMkLst>
        </pc:spChg>
        <pc:spChg chg="del">
          <ac:chgData name="J. Tower" userId="9d06de10716639e5" providerId="LiveId" clId="{F8931099-75CA-5660-A155-55881DF68D84}" dt="2026-07-22T17:36:48.373" v="312" actId="478"/>
          <ac:spMkLst>
            <pc:docMk/>
            <pc:sldMk cId="2295188133" sldId="947"/>
            <ac:spMk id="5" creationId="{A4DE312F-CBB1-9C39-4AC4-034F3DD4AE6F}"/>
          </ac:spMkLst>
        </pc:spChg>
        <pc:spChg chg="add mod">
          <ac:chgData name="J. Tower" userId="9d06de10716639e5" providerId="LiveId" clId="{F8931099-75CA-5660-A155-55881DF68D84}" dt="2026-07-22T17:36:49.419" v="313"/>
          <ac:spMkLst>
            <pc:docMk/>
            <pc:sldMk cId="2295188133" sldId="947"/>
            <ac:spMk id="6" creationId="{8C5C6D94-006C-5585-A368-C78AEFCD8E0B}"/>
          </ac:spMkLst>
        </pc:spChg>
        <pc:spChg chg="add mod">
          <ac:chgData name="J. Tower" userId="9d06de10716639e5" providerId="LiveId" clId="{F8931099-75CA-5660-A155-55881DF68D84}" dt="2026-07-22T17:36:49.419" v="313"/>
          <ac:spMkLst>
            <pc:docMk/>
            <pc:sldMk cId="2295188133" sldId="947"/>
            <ac:spMk id="7" creationId="{DC1454EC-3BDA-9C37-83B6-032E76C2936A}"/>
          </ac:spMkLst>
        </pc:spChg>
        <pc:spChg chg="del">
          <ac:chgData name="J. Tower" userId="9d06de10716639e5" providerId="LiveId" clId="{F8931099-75CA-5660-A155-55881DF68D84}" dt="2026-07-22T17:36:48.373" v="312" actId="478"/>
          <ac:spMkLst>
            <pc:docMk/>
            <pc:sldMk cId="2295188133" sldId="947"/>
            <ac:spMk id="8" creationId="{90F54E44-4A20-F9C9-6366-D61B770DC7C4}"/>
          </ac:spMkLst>
        </pc:spChg>
        <pc:spChg chg="del">
          <ac:chgData name="J. Tower" userId="9d06de10716639e5" providerId="LiveId" clId="{F8931099-75CA-5660-A155-55881DF68D84}" dt="2026-07-22T17:36:48.373" v="312" actId="478"/>
          <ac:spMkLst>
            <pc:docMk/>
            <pc:sldMk cId="2295188133" sldId="947"/>
            <ac:spMk id="9" creationId="{0461C04A-977F-49D6-E0D1-3F34C680902C}"/>
          </ac:spMkLst>
        </pc:spChg>
        <pc:spChg chg="add mod">
          <ac:chgData name="J. Tower" userId="9d06de10716639e5" providerId="LiveId" clId="{F8931099-75CA-5660-A155-55881DF68D84}" dt="2026-07-22T17:36:59.183" v="315" actId="1076"/>
          <ac:spMkLst>
            <pc:docMk/>
            <pc:sldMk cId="2295188133" sldId="947"/>
            <ac:spMk id="10" creationId="{925A8223-3C52-A57C-9788-83E2847D0611}"/>
          </ac:spMkLst>
        </pc:spChg>
        <pc:spChg chg="add mod">
          <ac:chgData name="J. Tower" userId="9d06de10716639e5" providerId="LiveId" clId="{F8931099-75CA-5660-A155-55881DF68D84}" dt="2026-07-22T17:36:59.183" v="315" actId="1076"/>
          <ac:spMkLst>
            <pc:docMk/>
            <pc:sldMk cId="2295188133" sldId="947"/>
            <ac:spMk id="11" creationId="{B9080E2F-A4EE-FBFA-A94B-0751848C4549}"/>
          </ac:spMkLst>
        </pc:spChg>
        <pc:spChg chg="add mod">
          <ac:chgData name="J. Tower" userId="9d06de10716639e5" providerId="LiveId" clId="{F8931099-75CA-5660-A155-55881DF68D84}" dt="2026-07-22T17:36:59.183" v="315" actId="1076"/>
          <ac:spMkLst>
            <pc:docMk/>
            <pc:sldMk cId="2295188133" sldId="947"/>
            <ac:spMk id="12" creationId="{48B58109-7957-B3E3-E7EC-EA86BDAF5E30}"/>
          </ac:spMkLst>
        </pc:spChg>
        <pc:spChg chg="mod">
          <ac:chgData name="J. Tower" userId="9d06de10716639e5" providerId="LiveId" clId="{F8931099-75CA-5660-A155-55881DF68D84}" dt="2026-07-22T17:37:08.151" v="317" actId="688"/>
          <ac:spMkLst>
            <pc:docMk/>
            <pc:sldMk cId="2295188133" sldId="947"/>
            <ac:spMk id="15" creationId="{308E5376-C49C-AF05-8DCD-D14ADC6FA5FB}"/>
          </ac:spMkLst>
        </pc:spChg>
        <pc:spChg chg="mod">
          <ac:chgData name="J. Tower" userId="9d06de10716639e5" providerId="LiveId" clId="{F8931099-75CA-5660-A155-55881DF68D84}" dt="2026-07-22T17:37:13.320" v="318" actId="166"/>
          <ac:spMkLst>
            <pc:docMk/>
            <pc:sldMk cId="2295188133" sldId="947"/>
            <ac:spMk id="16" creationId="{8E168570-A169-1439-8CAD-0F83C2738163}"/>
          </ac:spMkLst>
        </pc:spChg>
      </pc:sldChg>
      <pc:sldChg chg="addSp delSp modSp mod">
        <pc:chgData name="J. Tower" userId="9d06de10716639e5" providerId="LiveId" clId="{F8931099-75CA-5660-A155-55881DF68D84}" dt="2026-07-22T17:38:53.942" v="474" actId="1038"/>
        <pc:sldMkLst>
          <pc:docMk/>
          <pc:sldMk cId="2554511693" sldId="948"/>
        </pc:sldMkLst>
        <pc:spChg chg="mod">
          <ac:chgData name="J. Tower" userId="9d06de10716639e5" providerId="LiveId" clId="{F8931099-75CA-5660-A155-55881DF68D84}" dt="2026-07-22T17:38:32.408" v="386" actId="688"/>
          <ac:spMkLst>
            <pc:docMk/>
            <pc:sldMk cId="2554511693" sldId="948"/>
            <ac:spMk id="3" creationId="{04ECA20F-40B9-4004-B45A-A1CE1FBCD449}"/>
          </ac:spMkLst>
        </pc:spChg>
        <pc:spChg chg="mod">
          <ac:chgData name="J. Tower" userId="9d06de10716639e5" providerId="LiveId" clId="{F8931099-75CA-5660-A155-55881DF68D84}" dt="2026-07-22T17:38:53.942" v="474" actId="1038"/>
          <ac:spMkLst>
            <pc:docMk/>
            <pc:sldMk cId="2554511693" sldId="948"/>
            <ac:spMk id="4" creationId="{D5969FCE-C23F-2F98-5F09-867D803AD13E}"/>
          </ac:spMkLst>
        </pc:spChg>
        <pc:spChg chg="del">
          <ac:chgData name="J. Tower" userId="9d06de10716639e5" providerId="LiveId" clId="{F8931099-75CA-5660-A155-55881DF68D84}" dt="2026-07-22T17:38:22.286" v="383" actId="478"/>
          <ac:spMkLst>
            <pc:docMk/>
            <pc:sldMk cId="2554511693" sldId="948"/>
            <ac:spMk id="5" creationId="{3D5CF3B1-AF33-B624-0A15-23EC78D2462D}"/>
          </ac:spMkLst>
        </pc:spChg>
        <pc:spChg chg="mod">
          <ac:chgData name="J. Tower" userId="9d06de10716639e5" providerId="LiveId" clId="{F8931099-75CA-5660-A155-55881DF68D84}" dt="2026-07-22T17:38:53.942" v="474" actId="1038"/>
          <ac:spMkLst>
            <pc:docMk/>
            <pc:sldMk cId="2554511693" sldId="948"/>
            <ac:spMk id="6" creationId="{C2233E55-8D3F-6774-FBE2-0874E5028E71}"/>
          </ac:spMkLst>
        </pc:spChg>
        <pc:spChg chg="add mod">
          <ac:chgData name="J. Tower" userId="9d06de10716639e5" providerId="LiveId" clId="{F8931099-75CA-5660-A155-55881DF68D84}" dt="2026-07-22T17:38:22.658" v="384"/>
          <ac:spMkLst>
            <pc:docMk/>
            <pc:sldMk cId="2554511693" sldId="948"/>
            <ac:spMk id="7" creationId="{F6309353-74B2-360A-2D77-BA64572EF343}"/>
          </ac:spMkLst>
        </pc:spChg>
        <pc:spChg chg="del">
          <ac:chgData name="J. Tower" userId="9d06de10716639e5" providerId="LiveId" clId="{F8931099-75CA-5660-A155-55881DF68D84}" dt="2026-07-22T17:38:22.286" v="383" actId="478"/>
          <ac:spMkLst>
            <pc:docMk/>
            <pc:sldMk cId="2554511693" sldId="948"/>
            <ac:spMk id="8" creationId="{D54EC427-A312-BFD9-1F8F-9B9367639C30}"/>
          </ac:spMkLst>
        </pc:spChg>
        <pc:spChg chg="del">
          <ac:chgData name="J. Tower" userId="9d06de10716639e5" providerId="LiveId" clId="{F8931099-75CA-5660-A155-55881DF68D84}" dt="2026-07-22T17:38:22.286" v="383" actId="478"/>
          <ac:spMkLst>
            <pc:docMk/>
            <pc:sldMk cId="2554511693" sldId="948"/>
            <ac:spMk id="9" creationId="{F5922088-1A64-31C3-9EBB-07719C01EDA3}"/>
          </ac:spMkLst>
        </pc:spChg>
        <pc:spChg chg="add mod">
          <ac:chgData name="J. Tower" userId="9d06de10716639e5" providerId="LiveId" clId="{F8931099-75CA-5660-A155-55881DF68D84}" dt="2026-07-22T17:38:22.658" v="384"/>
          <ac:spMkLst>
            <pc:docMk/>
            <pc:sldMk cId="2554511693" sldId="948"/>
            <ac:spMk id="10" creationId="{2194168D-5925-17D9-318D-E4C58F9D4245}"/>
          </ac:spMkLst>
        </pc:spChg>
        <pc:spChg chg="add mod">
          <ac:chgData name="J. Tower" userId="9d06de10716639e5" providerId="LiveId" clId="{F8931099-75CA-5660-A155-55881DF68D84}" dt="2026-07-22T17:38:22.658" v="384"/>
          <ac:spMkLst>
            <pc:docMk/>
            <pc:sldMk cId="2554511693" sldId="948"/>
            <ac:spMk id="11" creationId="{80A04B14-1627-6D8D-2EBB-0D8925F7389C}"/>
          </ac:spMkLst>
        </pc:spChg>
        <pc:spChg chg="mod">
          <ac:chgData name="J. Tower" userId="9d06de10716639e5" providerId="LiveId" clId="{F8931099-75CA-5660-A155-55881DF68D84}" dt="2026-07-22T17:38:36.297" v="387" actId="688"/>
          <ac:spMkLst>
            <pc:docMk/>
            <pc:sldMk cId="2554511693" sldId="948"/>
            <ac:spMk id="15" creationId="{36D9602C-67DA-7FF2-597B-C846809EA735}"/>
          </ac:spMkLst>
        </pc:spChg>
        <pc:spChg chg="mod">
          <ac:chgData name="J. Tower" userId="9d06de10716639e5" providerId="LiveId" clId="{F8931099-75CA-5660-A155-55881DF68D84}" dt="2026-07-22T17:38:28.927" v="385" actId="166"/>
          <ac:spMkLst>
            <pc:docMk/>
            <pc:sldMk cId="2554511693" sldId="948"/>
            <ac:spMk id="16" creationId="{DDA5FB28-6503-8AA5-7248-4452B37E9A91}"/>
          </ac:spMkLst>
        </pc:spChg>
      </pc:sldChg>
      <pc:sldChg chg="del">
        <pc:chgData name="J. Tower" userId="9d06de10716639e5" providerId="LiveId" clId="{F8931099-75CA-5660-A155-55881DF68D84}" dt="2026-07-23T14:31:23.295" v="875"/>
        <pc:sldMkLst>
          <pc:docMk/>
          <pc:sldMk cId="3016990468" sldId="949"/>
        </pc:sldMkLst>
      </pc:sldChg>
      <pc:sldChg chg="del">
        <pc:chgData name="J. Tower" userId="9d06de10716639e5" providerId="LiveId" clId="{F8931099-75CA-5660-A155-55881DF68D84}" dt="2026-07-23T14:32:01.081" v="877"/>
        <pc:sldMkLst>
          <pc:docMk/>
          <pc:sldMk cId="2588110502" sldId="950"/>
        </pc:sldMkLst>
      </pc:sldChg>
      <pc:sldChg chg="del">
        <pc:chgData name="J. Tower" userId="9d06de10716639e5" providerId="LiveId" clId="{F8931099-75CA-5660-A155-55881DF68D84}" dt="2026-07-23T14:49:56.254" v="914"/>
        <pc:sldMkLst>
          <pc:docMk/>
          <pc:sldMk cId="9999961" sldId="951"/>
        </pc:sldMkLst>
      </pc:sldChg>
      <pc:sldChg chg="del">
        <pc:chgData name="J. Tower" userId="9d06de10716639e5" providerId="LiveId" clId="{F8931099-75CA-5660-A155-55881DF68D84}" dt="2026-07-23T14:50:32.874" v="916"/>
        <pc:sldMkLst>
          <pc:docMk/>
          <pc:sldMk cId="688783251" sldId="952"/>
        </pc:sldMkLst>
      </pc:sldChg>
      <pc:sldChg chg="del">
        <pc:chgData name="J. Tower" userId="9d06de10716639e5" providerId="LiveId" clId="{F8931099-75CA-5660-A155-55881DF68D84}" dt="2026-07-23T14:51:52.914" v="922"/>
        <pc:sldMkLst>
          <pc:docMk/>
          <pc:sldMk cId="2372623074" sldId="955"/>
        </pc:sldMkLst>
      </pc:sldChg>
      <pc:sldChg chg="del">
        <pc:chgData name="J. Tower" userId="9d06de10716639e5" providerId="LiveId" clId="{F8931099-75CA-5660-A155-55881DF68D84}" dt="2026-07-23T19:30:21" v="950"/>
        <pc:sldMkLst>
          <pc:docMk/>
          <pc:sldMk cId="1930113288" sldId="956"/>
        </pc:sldMkLst>
      </pc:sldChg>
      <pc:sldChg chg="del">
        <pc:chgData name="J. Tower" userId="9d06de10716639e5" providerId="LiveId" clId="{F8931099-75CA-5660-A155-55881DF68D84}" dt="2026-07-23T19:30:45.569" v="952"/>
        <pc:sldMkLst>
          <pc:docMk/>
          <pc:sldMk cId="349432613" sldId="957"/>
        </pc:sldMkLst>
      </pc:sldChg>
      <pc:sldChg chg="del">
        <pc:chgData name="J. Tower" userId="9d06de10716639e5" providerId="LiveId" clId="{F8931099-75CA-5660-A155-55881DF68D84}" dt="2026-07-23T19:32:03.488" v="958"/>
        <pc:sldMkLst>
          <pc:docMk/>
          <pc:sldMk cId="869461942" sldId="958"/>
        </pc:sldMkLst>
      </pc:sldChg>
      <pc:sldChg chg="del">
        <pc:chgData name="J. Tower" userId="9d06de10716639e5" providerId="LiveId" clId="{F8931099-75CA-5660-A155-55881DF68D84}" dt="2026-07-22T15:18:49.288" v="25"/>
        <pc:sldMkLst>
          <pc:docMk/>
          <pc:sldMk cId="970239318" sldId="959"/>
        </pc:sldMkLst>
      </pc:sldChg>
      <pc:sldChg chg="del">
        <pc:chgData name="J. Tower" userId="9d06de10716639e5" providerId="LiveId" clId="{F8931099-75CA-5660-A155-55881DF68D84}" dt="2026-07-23T19:33:23.998" v="966"/>
        <pc:sldMkLst>
          <pc:docMk/>
          <pc:sldMk cId="559650111" sldId="960"/>
        </pc:sldMkLst>
      </pc:sldChg>
      <pc:sldChg chg="del">
        <pc:chgData name="J. Tower" userId="9d06de10716639e5" providerId="LiveId" clId="{F8931099-75CA-5660-A155-55881DF68D84}" dt="2026-07-23T19:33:43.470" v="968"/>
        <pc:sldMkLst>
          <pc:docMk/>
          <pc:sldMk cId="1380243444" sldId="964"/>
        </pc:sldMkLst>
      </pc:sldChg>
      <pc:sldChg chg="modSp del mod">
        <pc:chgData name="J. Tower" userId="9d06de10716639e5" providerId="LiveId" clId="{F8931099-75CA-5660-A155-55881DF68D84}" dt="2026-07-23T19:34:03.191" v="970"/>
        <pc:sldMkLst>
          <pc:docMk/>
          <pc:sldMk cId="3375524048" sldId="965"/>
        </pc:sldMkLst>
        <pc:spChg chg="mod">
          <ac:chgData name="J. Tower" userId="9d06de10716639e5" providerId="LiveId" clId="{F8931099-75CA-5660-A155-55881DF68D84}" dt="2026-07-22T17:23:57.475" v="112" actId="20577"/>
          <ac:spMkLst>
            <pc:docMk/>
            <pc:sldMk cId="3375524048" sldId="965"/>
            <ac:spMk id="2" creationId="{38ED83D5-57EB-0B9B-E148-8C9D75C6438B}"/>
          </ac:spMkLst>
        </pc:spChg>
      </pc:sldChg>
      <pc:sldChg chg="del">
        <pc:chgData name="J. Tower" userId="9d06de10716639e5" providerId="LiveId" clId="{F8931099-75CA-5660-A155-55881DF68D84}" dt="2026-07-23T14:24:38.935" v="827"/>
        <pc:sldMkLst>
          <pc:docMk/>
          <pc:sldMk cId="3053302117" sldId="968"/>
        </pc:sldMkLst>
      </pc:sldChg>
      <pc:sldChg chg="del">
        <pc:chgData name="J. Tower" userId="9d06de10716639e5" providerId="LiveId" clId="{F8931099-75CA-5660-A155-55881DF68D84}" dt="2026-07-23T14:26:18.111" v="844"/>
        <pc:sldMkLst>
          <pc:docMk/>
          <pc:sldMk cId="501613534" sldId="969"/>
        </pc:sldMkLst>
      </pc:sldChg>
      <pc:sldChg chg="add del">
        <pc:chgData name="J. Tower" userId="9d06de10716639e5" providerId="LiveId" clId="{F8931099-75CA-5660-A155-55881DF68D84}" dt="2026-07-22T15:12:41.198" v="21"/>
        <pc:sldMkLst>
          <pc:docMk/>
          <pc:sldMk cId="2877731959" sldId="970"/>
        </pc:sldMkLst>
      </pc:sldChg>
      <pc:sldChg chg="del">
        <pc:chgData name="J. Tower" userId="9d06de10716639e5" providerId="LiveId" clId="{F8931099-75CA-5660-A155-55881DF68D84}" dt="2026-07-22T15:09:47.137" v="17"/>
        <pc:sldMkLst>
          <pc:docMk/>
          <pc:sldMk cId="3764582370" sldId="971"/>
        </pc:sldMkLst>
      </pc:sldChg>
      <pc:sldChg chg="del">
        <pc:chgData name="J. Tower" userId="9d06de10716639e5" providerId="LiveId" clId="{F8931099-75CA-5660-A155-55881DF68D84}" dt="2026-07-23T14:32:22.216" v="879"/>
        <pc:sldMkLst>
          <pc:docMk/>
          <pc:sldMk cId="2731366515" sldId="972"/>
        </pc:sldMkLst>
      </pc:sldChg>
      <pc:sldChg chg="del">
        <pc:chgData name="J. Tower" userId="9d06de10716639e5" providerId="LiveId" clId="{F8931099-75CA-5660-A155-55881DF68D84}" dt="2026-07-23T14:43:57.944" v="892"/>
        <pc:sldMkLst>
          <pc:docMk/>
          <pc:sldMk cId="2625973047" sldId="973"/>
        </pc:sldMkLst>
      </pc:sldChg>
      <pc:sldChg chg="del">
        <pc:chgData name="J. Tower" userId="9d06de10716639e5" providerId="LiveId" clId="{F8931099-75CA-5660-A155-55881DF68D84}" dt="2026-07-23T14:44:21.981" v="894"/>
        <pc:sldMkLst>
          <pc:docMk/>
          <pc:sldMk cId="1276698067" sldId="974"/>
        </pc:sldMkLst>
      </pc:sldChg>
      <pc:sldChg chg="del">
        <pc:chgData name="J. Tower" userId="9d06de10716639e5" providerId="LiveId" clId="{F8931099-75CA-5660-A155-55881DF68D84}" dt="2026-07-23T14:44:45.419" v="896"/>
        <pc:sldMkLst>
          <pc:docMk/>
          <pc:sldMk cId="1681806958" sldId="975"/>
        </pc:sldMkLst>
      </pc:sldChg>
      <pc:sldChg chg="del">
        <pc:chgData name="J. Tower" userId="9d06de10716639e5" providerId="LiveId" clId="{F8931099-75CA-5660-A155-55881DF68D84}" dt="2026-07-23T14:45:08.911" v="898"/>
        <pc:sldMkLst>
          <pc:docMk/>
          <pc:sldMk cId="2835129121" sldId="976"/>
        </pc:sldMkLst>
      </pc:sldChg>
      <pc:sldChg chg="del">
        <pc:chgData name="J. Tower" userId="9d06de10716639e5" providerId="LiveId" clId="{F8931099-75CA-5660-A155-55881DF68D84}" dt="2026-07-22T15:08:32.619" v="3"/>
        <pc:sldMkLst>
          <pc:docMk/>
          <pc:sldMk cId="3326777995" sldId="977"/>
        </pc:sldMkLst>
      </pc:sldChg>
      <pc:sldChg chg="del">
        <pc:chgData name="J. Tower" userId="9d06de10716639e5" providerId="LiveId" clId="{F8931099-75CA-5660-A155-55881DF68D84}" dt="2026-07-22T15:08:40.099" v="5"/>
        <pc:sldMkLst>
          <pc:docMk/>
          <pc:sldMk cId="1272709593" sldId="978"/>
        </pc:sldMkLst>
      </pc:sldChg>
      <pc:sldChg chg="del">
        <pc:chgData name="J. Tower" userId="9d06de10716639e5" providerId="LiveId" clId="{F8931099-75CA-5660-A155-55881DF68D84}" dt="2026-07-22T15:08:44.684" v="7"/>
        <pc:sldMkLst>
          <pc:docMk/>
          <pc:sldMk cId="4177593595" sldId="979"/>
        </pc:sldMkLst>
      </pc:sldChg>
      <pc:sldChg chg="del">
        <pc:chgData name="J. Tower" userId="9d06de10716639e5" providerId="LiveId" clId="{F8931099-75CA-5660-A155-55881DF68D84}" dt="2026-07-22T15:08:57.585" v="9"/>
        <pc:sldMkLst>
          <pc:docMk/>
          <pc:sldMk cId="2732213289" sldId="980"/>
        </pc:sldMkLst>
      </pc:sldChg>
      <pc:sldChg chg="del">
        <pc:chgData name="J. Tower" userId="9d06de10716639e5" providerId="LiveId" clId="{F8931099-75CA-5660-A155-55881DF68D84}" dt="2026-07-22T15:09:07.506" v="11"/>
        <pc:sldMkLst>
          <pc:docMk/>
          <pc:sldMk cId="2060202290" sldId="981"/>
        </pc:sldMkLst>
      </pc:sldChg>
      <pc:sldChg chg="del">
        <pc:chgData name="J. Tower" userId="9d06de10716639e5" providerId="LiveId" clId="{F8931099-75CA-5660-A155-55881DF68D84}" dt="2026-07-22T15:09:10.862" v="13"/>
        <pc:sldMkLst>
          <pc:docMk/>
          <pc:sldMk cId="2817854769" sldId="982"/>
        </pc:sldMkLst>
      </pc:sldChg>
      <pc:sldChg chg="del">
        <pc:chgData name="J. Tower" userId="9d06de10716639e5" providerId="LiveId" clId="{F8931099-75CA-5660-A155-55881DF68D84}" dt="2026-07-23T14:50:53.735" v="918"/>
        <pc:sldMkLst>
          <pc:docMk/>
          <pc:sldMk cId="845922992" sldId="983"/>
        </pc:sldMkLst>
      </pc:sldChg>
      <pc:sldChg chg="del">
        <pc:chgData name="J. Tower" userId="9d06de10716639e5" providerId="LiveId" clId="{F8931099-75CA-5660-A155-55881DF68D84}" dt="2026-07-23T14:51:32.291" v="920"/>
        <pc:sldMkLst>
          <pc:docMk/>
          <pc:sldMk cId="307283080" sldId="984"/>
        </pc:sldMkLst>
      </pc:sldChg>
      <pc:sldChg chg="del">
        <pc:chgData name="J. Tower" userId="9d06de10716639e5" providerId="LiveId" clId="{F8931099-75CA-5660-A155-55881DF68D84}" dt="2026-07-23T19:27:54.865" v="936"/>
        <pc:sldMkLst>
          <pc:docMk/>
          <pc:sldMk cId="2862623153" sldId="985"/>
        </pc:sldMkLst>
      </pc:sldChg>
      <pc:sldChg chg="del">
        <pc:chgData name="J. Tower" userId="9d06de10716639e5" providerId="LiveId" clId="{F8931099-75CA-5660-A155-55881DF68D84}" dt="2026-07-23T19:28:15.271" v="938"/>
        <pc:sldMkLst>
          <pc:docMk/>
          <pc:sldMk cId="959080444" sldId="986"/>
        </pc:sldMkLst>
      </pc:sldChg>
      <pc:sldChg chg="del">
        <pc:chgData name="J. Tower" userId="9d06de10716639e5" providerId="LiveId" clId="{F8931099-75CA-5660-A155-55881DF68D84}" dt="2026-07-23T19:28:55.725" v="942"/>
        <pc:sldMkLst>
          <pc:docMk/>
          <pc:sldMk cId="426978608" sldId="987"/>
        </pc:sldMkLst>
      </pc:sldChg>
      <pc:sldChg chg="del">
        <pc:chgData name="J. Tower" userId="9d06de10716639e5" providerId="LiveId" clId="{F8931099-75CA-5660-A155-55881DF68D84}" dt="2026-07-23T19:29:15.361" v="944"/>
        <pc:sldMkLst>
          <pc:docMk/>
          <pc:sldMk cId="2026769911" sldId="988"/>
        </pc:sldMkLst>
      </pc:sldChg>
      <pc:sldChg chg="del">
        <pc:chgData name="J. Tower" userId="9d06de10716639e5" providerId="LiveId" clId="{F8931099-75CA-5660-A155-55881DF68D84}" dt="2026-07-23T14:23:45.938" v="684" actId="2696"/>
        <pc:sldMkLst>
          <pc:docMk/>
          <pc:sldMk cId="589922249" sldId="990"/>
        </pc:sldMkLst>
      </pc:sldChg>
      <pc:sldChg chg="add del">
        <pc:chgData name="J. Tower" userId="9d06de10716639e5" providerId="LiveId" clId="{F8931099-75CA-5660-A155-55881DF68D84}" dt="2026-07-23T14:46:12.751" v="900"/>
        <pc:sldMkLst>
          <pc:docMk/>
          <pc:sldMk cId="798412512" sldId="993"/>
        </pc:sldMkLst>
      </pc:sldChg>
      <pc:sldChg chg="add del">
        <pc:chgData name="J. Tower" userId="9d06de10716639e5" providerId="LiveId" clId="{F8931099-75CA-5660-A155-55881DF68D84}" dt="2026-07-23T14:46:44.792" v="902"/>
        <pc:sldMkLst>
          <pc:docMk/>
          <pc:sldMk cId="3197260045" sldId="994"/>
        </pc:sldMkLst>
      </pc:sldChg>
      <pc:sldChg chg="add del">
        <pc:chgData name="J. Tower" userId="9d06de10716639e5" providerId="LiveId" clId="{F8931099-75CA-5660-A155-55881DF68D84}" dt="2026-07-23T14:47:11.206" v="904"/>
        <pc:sldMkLst>
          <pc:docMk/>
          <pc:sldMk cId="2928582378" sldId="995"/>
        </pc:sldMkLst>
      </pc:sldChg>
      <pc:sldChg chg="add del">
        <pc:chgData name="J. Tower" userId="9d06de10716639e5" providerId="LiveId" clId="{F8931099-75CA-5660-A155-55881DF68D84}" dt="2026-07-23T14:47:56.519" v="906"/>
        <pc:sldMkLst>
          <pc:docMk/>
          <pc:sldMk cId="956334858" sldId="996"/>
        </pc:sldMkLst>
      </pc:sldChg>
      <pc:sldChg chg="add del">
        <pc:chgData name="J. Tower" userId="9d06de10716639e5" providerId="LiveId" clId="{F8931099-75CA-5660-A155-55881DF68D84}" dt="2026-07-23T14:48:21.567" v="908"/>
        <pc:sldMkLst>
          <pc:docMk/>
          <pc:sldMk cId="180200022" sldId="997"/>
        </pc:sldMkLst>
      </pc:sldChg>
      <pc:sldChg chg="add del">
        <pc:chgData name="J. Tower" userId="9d06de10716639e5" providerId="LiveId" clId="{F8931099-75CA-5660-A155-55881DF68D84}" dt="2026-07-23T14:48:47.426" v="910"/>
        <pc:sldMkLst>
          <pc:docMk/>
          <pc:sldMk cId="1893142196" sldId="998"/>
        </pc:sldMkLst>
      </pc:sldChg>
      <pc:sldChg chg="add del">
        <pc:chgData name="J. Tower" userId="9d06de10716639e5" providerId="LiveId" clId="{F8931099-75CA-5660-A155-55881DF68D84}" dt="2026-07-23T14:49:23.290" v="912"/>
        <pc:sldMkLst>
          <pc:docMk/>
          <pc:sldMk cId="4252315377" sldId="999"/>
        </pc:sldMkLst>
      </pc:sldChg>
      <pc:sldChg chg="add del modNotesTx">
        <pc:chgData name="J. Tower" userId="9d06de10716639e5" providerId="LiveId" clId="{F8931099-75CA-5660-A155-55881DF68D84}" dt="2026-07-23T14:28:26.519" v="867"/>
        <pc:sldMkLst>
          <pc:docMk/>
          <pc:sldMk cId="2479003900" sldId="1000"/>
        </pc:sldMkLst>
      </pc:sldChg>
      <pc:sldChg chg="add del modNotesTx">
        <pc:chgData name="J. Tower" userId="9d06de10716639e5" providerId="LiveId" clId="{F8931099-75CA-5660-A155-55881DF68D84}" dt="2026-07-23T14:29:36.963" v="871"/>
        <pc:sldMkLst>
          <pc:docMk/>
          <pc:sldMk cId="3893776547" sldId="1001"/>
        </pc:sldMkLst>
      </pc:sldChg>
      <pc:sldChg chg="add del modNotesTx">
        <pc:chgData name="J. Tower" userId="9d06de10716639e5" providerId="LiveId" clId="{F8931099-75CA-5660-A155-55881DF68D84}" dt="2026-07-23T14:29:15.899" v="869"/>
        <pc:sldMkLst>
          <pc:docMk/>
          <pc:sldMk cId="110146681" sldId="1002"/>
        </pc:sldMkLst>
      </pc:sldChg>
      <pc:sldChg chg="add del">
        <pc:chgData name="J. Tower" userId="9d06de10716639e5" providerId="LiveId" clId="{F8931099-75CA-5660-A155-55881DF68D84}" dt="2026-07-23T19:33:04.656" v="964"/>
        <pc:sldMkLst>
          <pc:docMk/>
          <pc:sldMk cId="824133476" sldId="1003"/>
        </pc:sldMkLst>
      </pc:sldChg>
      <pc:sldChg chg="addSp modSp add del mod">
        <pc:chgData name="J. Tower" userId="9d06de10716639e5" providerId="LiveId" clId="{F8931099-75CA-5660-A155-55881DF68D84}" dt="2026-07-23T14:16:56.612" v="676" actId="2696"/>
        <pc:sldMkLst>
          <pc:docMk/>
          <pc:sldMk cId="960307442" sldId="1004"/>
        </pc:sldMkLst>
        <pc:spChg chg="add mod">
          <ac:chgData name="J. Tower" userId="9d06de10716639e5" providerId="LiveId" clId="{F8931099-75CA-5660-A155-55881DF68D84}" dt="2026-07-22T17:39:42.143" v="549" actId="207"/>
          <ac:spMkLst>
            <pc:docMk/>
            <pc:sldMk cId="960307442" sldId="1004"/>
            <ac:spMk id="5" creationId="{9185D80A-8581-3635-D7B7-6F2E20A50EF5}"/>
          </ac:spMkLst>
        </pc:spChg>
      </pc:sldChg>
      <pc:sldChg chg="modSp add mod ord">
        <pc:chgData name="J. Tower" userId="9d06de10716639e5" providerId="LiveId" clId="{F8931099-75CA-5660-A155-55881DF68D84}" dt="2026-07-22T17:42:34.901" v="556" actId="20578"/>
        <pc:sldMkLst>
          <pc:docMk/>
          <pc:sldMk cId="564184913" sldId="1005"/>
        </pc:sldMkLst>
        <pc:spChg chg="mod">
          <ac:chgData name="J. Tower" userId="9d06de10716639e5" providerId="LiveId" clId="{F8931099-75CA-5660-A155-55881DF68D84}" dt="2026-07-22T17:42:27.785" v="555" actId="20577"/>
          <ac:spMkLst>
            <pc:docMk/>
            <pc:sldMk cId="564184913" sldId="1005"/>
            <ac:spMk id="3" creationId="{738DCC90-7F97-4EB4-10A2-3956FCB0064D}"/>
          </ac:spMkLst>
        </pc:spChg>
      </pc:sldChg>
      <pc:sldChg chg="add">
        <pc:chgData name="J. Tower" userId="9d06de10716639e5" providerId="LiveId" clId="{F8931099-75CA-5660-A155-55881DF68D84}" dt="2026-07-23T14:16:08.676" v="674" actId="2890"/>
        <pc:sldMkLst>
          <pc:docMk/>
          <pc:sldMk cId="3211785631" sldId="1006"/>
        </pc:sldMkLst>
      </pc:sldChg>
      <pc:sldChg chg="add">
        <pc:chgData name="J. Tower" userId="9d06de10716639e5" providerId="LiveId" clId="{F8931099-75CA-5660-A155-55881DF68D84}" dt="2026-07-23T14:21:44.886" v="678"/>
        <pc:sldMkLst>
          <pc:docMk/>
          <pc:sldMk cId="823823958" sldId="1007"/>
        </pc:sldMkLst>
      </pc:sldChg>
      <pc:sldChg chg="add">
        <pc:chgData name="J. Tower" userId="9d06de10716639e5" providerId="LiveId" clId="{F8931099-75CA-5660-A155-55881DF68D84}" dt="2026-07-23T14:23:21.341" v="680"/>
        <pc:sldMkLst>
          <pc:docMk/>
          <pc:sldMk cId="4130276673" sldId="1008"/>
        </pc:sldMkLst>
      </pc:sldChg>
      <pc:sldChg chg="addSp modSp add mod modNotesTx">
        <pc:chgData name="J. Tower" userId="9d06de10716639e5" providerId="LiveId" clId="{F8931099-75CA-5660-A155-55881DF68D84}" dt="2026-07-23T14:24:55.656" v="842" actId="313"/>
        <pc:sldMkLst>
          <pc:docMk/>
          <pc:sldMk cId="2921239428" sldId="1009"/>
        </pc:sldMkLst>
        <pc:spChg chg="add mod">
          <ac:chgData name="J. Tower" userId="9d06de10716639e5" providerId="LiveId" clId="{F8931099-75CA-5660-A155-55881DF68D84}" dt="2026-07-23T14:23:44.095" v="683"/>
          <ac:spMkLst>
            <pc:docMk/>
            <pc:sldMk cId="2921239428" sldId="1009"/>
            <ac:spMk id="3" creationId="{D4B9B0FB-422F-347A-7D53-85663769E690}"/>
          </ac:spMkLst>
        </pc:spChg>
        <pc:spChg chg="add mod">
          <ac:chgData name="J. Tower" userId="9d06de10716639e5" providerId="LiveId" clId="{F8931099-75CA-5660-A155-55881DF68D84}" dt="2026-07-23T14:24:52.733" v="841" actId="313"/>
          <ac:spMkLst>
            <pc:docMk/>
            <pc:sldMk cId="2921239428" sldId="1009"/>
            <ac:spMk id="6" creationId="{A5D57921-30D6-B0B4-5A33-72FE7EA62756}"/>
          </ac:spMkLst>
        </pc:spChg>
        <pc:spChg chg="add mod">
          <ac:chgData name="J. Tower" userId="9d06de10716639e5" providerId="LiveId" clId="{F8931099-75CA-5660-A155-55881DF68D84}" dt="2026-07-23T14:23:44.095" v="683"/>
          <ac:spMkLst>
            <pc:docMk/>
            <pc:sldMk cId="2921239428" sldId="1009"/>
            <ac:spMk id="7" creationId="{94E19EF5-F7E9-BB2A-B5B5-1F550E8AD1F2}"/>
          </ac:spMkLst>
        </pc:spChg>
      </pc:sldChg>
      <pc:sldChg chg="add">
        <pc:chgData name="J. Tower" userId="9d06de10716639e5" providerId="LiveId" clId="{F8931099-75CA-5660-A155-55881DF68D84}" dt="2026-07-23T14:24:38.933" v="826"/>
        <pc:sldMkLst>
          <pc:docMk/>
          <pc:sldMk cId="2566835873" sldId="1010"/>
        </pc:sldMkLst>
      </pc:sldChg>
      <pc:sldChg chg="add">
        <pc:chgData name="J. Tower" userId="9d06de10716639e5" providerId="LiveId" clId="{F8931099-75CA-5660-A155-55881DF68D84}" dt="2026-07-23T14:26:18.109" v="843"/>
        <pc:sldMkLst>
          <pc:docMk/>
          <pc:sldMk cId="2500154418" sldId="1011"/>
        </pc:sldMkLst>
      </pc:sldChg>
      <pc:sldChg chg="add">
        <pc:chgData name="J. Tower" userId="9d06de10716639e5" providerId="LiveId" clId="{F8931099-75CA-5660-A155-55881DF68D84}" dt="2026-07-23T14:28:26.517" v="866"/>
        <pc:sldMkLst>
          <pc:docMk/>
          <pc:sldMk cId="802331092" sldId="1012"/>
        </pc:sldMkLst>
      </pc:sldChg>
      <pc:sldChg chg="add">
        <pc:chgData name="J. Tower" userId="9d06de10716639e5" providerId="LiveId" clId="{F8931099-75CA-5660-A155-55881DF68D84}" dt="2026-07-23T14:29:15.897" v="868"/>
        <pc:sldMkLst>
          <pc:docMk/>
          <pc:sldMk cId="59724984" sldId="1013"/>
        </pc:sldMkLst>
      </pc:sldChg>
      <pc:sldChg chg="add">
        <pc:chgData name="J. Tower" userId="9d06de10716639e5" providerId="LiveId" clId="{F8931099-75CA-5660-A155-55881DF68D84}" dt="2026-07-23T14:29:36.961" v="870"/>
        <pc:sldMkLst>
          <pc:docMk/>
          <pc:sldMk cId="1834747444" sldId="1014"/>
        </pc:sldMkLst>
      </pc:sldChg>
      <pc:sldChg chg="add modNotesTx">
        <pc:chgData name="J. Tower" userId="9d06de10716639e5" providerId="LiveId" clId="{F8931099-75CA-5660-A155-55881DF68D84}" dt="2026-07-23T14:33:50.376" v="880" actId="20577"/>
        <pc:sldMkLst>
          <pc:docMk/>
          <pc:sldMk cId="1119816949" sldId="1015"/>
        </pc:sldMkLst>
      </pc:sldChg>
      <pc:sldChg chg="add modNotesTx">
        <pc:chgData name="J. Tower" userId="9d06de10716639e5" providerId="LiveId" clId="{F8931099-75CA-5660-A155-55881DF68D84}" dt="2026-07-23T14:34:05.651" v="882" actId="20577"/>
        <pc:sldMkLst>
          <pc:docMk/>
          <pc:sldMk cId="2162509311" sldId="1016"/>
        </pc:sldMkLst>
      </pc:sldChg>
      <pc:sldChg chg="add modNotesTx">
        <pc:chgData name="J. Tower" userId="9d06de10716639e5" providerId="LiveId" clId="{F8931099-75CA-5660-A155-55881DF68D84}" dt="2026-07-23T14:34:16.828" v="884" actId="20577"/>
        <pc:sldMkLst>
          <pc:docMk/>
          <pc:sldMk cId="2736070910" sldId="1017"/>
        </pc:sldMkLst>
      </pc:sldChg>
      <pc:sldChg chg="add modNotesTx">
        <pc:chgData name="J. Tower" userId="9d06de10716639e5" providerId="LiveId" clId="{F8931099-75CA-5660-A155-55881DF68D84}" dt="2026-07-23T14:34:30.931" v="886" actId="20577"/>
        <pc:sldMkLst>
          <pc:docMk/>
          <pc:sldMk cId="1047169501" sldId="1018"/>
        </pc:sldMkLst>
      </pc:sldChg>
      <pc:sldChg chg="add">
        <pc:chgData name="J. Tower" userId="9d06de10716639e5" providerId="LiveId" clId="{F8931099-75CA-5660-A155-55881DF68D84}" dt="2026-07-23T14:43:21.674" v="889"/>
        <pc:sldMkLst>
          <pc:docMk/>
          <pc:sldMk cId="937264815" sldId="1019"/>
        </pc:sldMkLst>
      </pc:sldChg>
      <pc:sldChg chg="add">
        <pc:chgData name="J. Tower" userId="9d06de10716639e5" providerId="LiveId" clId="{F8931099-75CA-5660-A155-55881DF68D84}" dt="2026-07-23T14:43:57.942" v="891"/>
        <pc:sldMkLst>
          <pc:docMk/>
          <pc:sldMk cId="3508868225" sldId="1020"/>
        </pc:sldMkLst>
      </pc:sldChg>
      <pc:sldChg chg="add">
        <pc:chgData name="J. Tower" userId="9d06de10716639e5" providerId="LiveId" clId="{F8931099-75CA-5660-A155-55881DF68D84}" dt="2026-07-23T14:44:21.979" v="893"/>
        <pc:sldMkLst>
          <pc:docMk/>
          <pc:sldMk cId="2929215452" sldId="1021"/>
        </pc:sldMkLst>
      </pc:sldChg>
      <pc:sldChg chg="add">
        <pc:chgData name="J. Tower" userId="9d06de10716639e5" providerId="LiveId" clId="{F8931099-75CA-5660-A155-55881DF68D84}" dt="2026-07-23T14:44:45.417" v="895"/>
        <pc:sldMkLst>
          <pc:docMk/>
          <pc:sldMk cId="894853912" sldId="1022"/>
        </pc:sldMkLst>
      </pc:sldChg>
      <pc:sldChg chg="add">
        <pc:chgData name="J. Tower" userId="9d06de10716639e5" providerId="LiveId" clId="{F8931099-75CA-5660-A155-55881DF68D84}" dt="2026-07-23T14:45:08.909" v="897"/>
        <pc:sldMkLst>
          <pc:docMk/>
          <pc:sldMk cId="2315321067" sldId="1023"/>
        </pc:sldMkLst>
      </pc:sldChg>
      <pc:sldChg chg="add">
        <pc:chgData name="J. Tower" userId="9d06de10716639e5" providerId="LiveId" clId="{F8931099-75CA-5660-A155-55881DF68D84}" dt="2026-07-23T14:46:12.743" v="899"/>
        <pc:sldMkLst>
          <pc:docMk/>
          <pc:sldMk cId="3081219128" sldId="1024"/>
        </pc:sldMkLst>
      </pc:sldChg>
      <pc:sldChg chg="add">
        <pc:chgData name="J. Tower" userId="9d06de10716639e5" providerId="LiveId" clId="{F8931099-75CA-5660-A155-55881DF68D84}" dt="2026-07-23T14:46:44.790" v="901"/>
        <pc:sldMkLst>
          <pc:docMk/>
          <pc:sldMk cId="1406205258" sldId="1025"/>
        </pc:sldMkLst>
      </pc:sldChg>
      <pc:sldChg chg="add">
        <pc:chgData name="J. Tower" userId="9d06de10716639e5" providerId="LiveId" clId="{F8931099-75CA-5660-A155-55881DF68D84}" dt="2026-07-23T14:47:11.198" v="903"/>
        <pc:sldMkLst>
          <pc:docMk/>
          <pc:sldMk cId="3640525435" sldId="1026"/>
        </pc:sldMkLst>
      </pc:sldChg>
      <pc:sldChg chg="add">
        <pc:chgData name="J. Tower" userId="9d06de10716639e5" providerId="LiveId" clId="{F8931099-75CA-5660-A155-55881DF68D84}" dt="2026-07-23T14:47:56.517" v="905"/>
        <pc:sldMkLst>
          <pc:docMk/>
          <pc:sldMk cId="2836013283" sldId="1027"/>
        </pc:sldMkLst>
      </pc:sldChg>
      <pc:sldChg chg="add">
        <pc:chgData name="J. Tower" userId="9d06de10716639e5" providerId="LiveId" clId="{F8931099-75CA-5660-A155-55881DF68D84}" dt="2026-07-23T14:48:21.565" v="907"/>
        <pc:sldMkLst>
          <pc:docMk/>
          <pc:sldMk cId="674764231" sldId="1028"/>
        </pc:sldMkLst>
      </pc:sldChg>
      <pc:sldChg chg="add">
        <pc:chgData name="J. Tower" userId="9d06de10716639e5" providerId="LiveId" clId="{F8931099-75CA-5660-A155-55881DF68D84}" dt="2026-07-23T14:48:47.424" v="909"/>
        <pc:sldMkLst>
          <pc:docMk/>
          <pc:sldMk cId="3793223757" sldId="1029"/>
        </pc:sldMkLst>
      </pc:sldChg>
      <pc:sldChg chg="add">
        <pc:chgData name="J. Tower" userId="9d06de10716639e5" providerId="LiveId" clId="{F8931099-75CA-5660-A155-55881DF68D84}" dt="2026-07-23T14:49:23.288" v="911"/>
        <pc:sldMkLst>
          <pc:docMk/>
          <pc:sldMk cId="131633082" sldId="1030"/>
        </pc:sldMkLst>
      </pc:sldChg>
      <pc:sldChg chg="add">
        <pc:chgData name="J. Tower" userId="9d06de10716639e5" providerId="LiveId" clId="{F8931099-75CA-5660-A155-55881DF68D84}" dt="2026-07-23T14:49:56.253" v="913"/>
        <pc:sldMkLst>
          <pc:docMk/>
          <pc:sldMk cId="2128655419" sldId="1031"/>
        </pc:sldMkLst>
      </pc:sldChg>
      <pc:sldChg chg="add">
        <pc:chgData name="J. Tower" userId="9d06de10716639e5" providerId="LiveId" clId="{F8931099-75CA-5660-A155-55881DF68D84}" dt="2026-07-23T14:50:32.872" v="915"/>
        <pc:sldMkLst>
          <pc:docMk/>
          <pc:sldMk cId="1222917327" sldId="1032"/>
        </pc:sldMkLst>
      </pc:sldChg>
      <pc:sldChg chg="add">
        <pc:chgData name="J. Tower" userId="9d06de10716639e5" providerId="LiveId" clId="{F8931099-75CA-5660-A155-55881DF68D84}" dt="2026-07-23T14:50:53.731" v="917"/>
        <pc:sldMkLst>
          <pc:docMk/>
          <pc:sldMk cId="2562532650" sldId="1033"/>
        </pc:sldMkLst>
      </pc:sldChg>
      <pc:sldChg chg="add">
        <pc:chgData name="J. Tower" userId="9d06de10716639e5" providerId="LiveId" clId="{F8931099-75CA-5660-A155-55881DF68D84}" dt="2026-07-23T14:51:32.287" v="919"/>
        <pc:sldMkLst>
          <pc:docMk/>
          <pc:sldMk cId="4278728072" sldId="1034"/>
        </pc:sldMkLst>
      </pc:sldChg>
      <pc:sldChg chg="add">
        <pc:chgData name="J. Tower" userId="9d06de10716639e5" providerId="LiveId" clId="{F8931099-75CA-5660-A155-55881DF68D84}" dt="2026-07-23T14:51:52.910" v="921"/>
        <pc:sldMkLst>
          <pc:docMk/>
          <pc:sldMk cId="48129285" sldId="1035"/>
        </pc:sldMkLst>
      </pc:sldChg>
      <pc:sldChg chg="add">
        <pc:chgData name="J. Tower" userId="9d06de10716639e5" providerId="LiveId" clId="{F8931099-75CA-5660-A155-55881DF68D84}" dt="2026-07-23T19:25:07.116" v="923"/>
        <pc:sldMkLst>
          <pc:docMk/>
          <pc:sldMk cId="4099665203" sldId="1036"/>
        </pc:sldMkLst>
      </pc:sldChg>
      <pc:sldChg chg="add">
        <pc:chgData name="J. Tower" userId="9d06de10716639e5" providerId="LiveId" clId="{F8931099-75CA-5660-A155-55881DF68D84}" dt="2026-07-23T19:26:07.658" v="925"/>
        <pc:sldMkLst>
          <pc:docMk/>
          <pc:sldMk cId="3691882659" sldId="1037"/>
        </pc:sldMkLst>
      </pc:sldChg>
      <pc:sldChg chg="add">
        <pc:chgData name="J. Tower" userId="9d06de10716639e5" providerId="LiveId" clId="{F8931099-75CA-5660-A155-55881DF68D84}" dt="2026-07-23T19:26:28.660" v="927"/>
        <pc:sldMkLst>
          <pc:docMk/>
          <pc:sldMk cId="942239955" sldId="1038"/>
        </pc:sldMkLst>
      </pc:sldChg>
      <pc:sldChg chg="add">
        <pc:chgData name="J. Tower" userId="9d06de10716639e5" providerId="LiveId" clId="{F8931099-75CA-5660-A155-55881DF68D84}" dt="2026-07-23T19:26:49.030" v="929"/>
        <pc:sldMkLst>
          <pc:docMk/>
          <pc:sldMk cId="4197467227" sldId="1039"/>
        </pc:sldMkLst>
      </pc:sldChg>
      <pc:sldChg chg="add">
        <pc:chgData name="J. Tower" userId="9d06de10716639e5" providerId="LiveId" clId="{F8931099-75CA-5660-A155-55881DF68D84}" dt="2026-07-23T19:27:11.314" v="931"/>
        <pc:sldMkLst>
          <pc:docMk/>
          <pc:sldMk cId="545703398" sldId="1040"/>
        </pc:sldMkLst>
      </pc:sldChg>
      <pc:sldChg chg="add">
        <pc:chgData name="J. Tower" userId="9d06de10716639e5" providerId="LiveId" clId="{F8931099-75CA-5660-A155-55881DF68D84}" dt="2026-07-23T19:27:32.953" v="933"/>
        <pc:sldMkLst>
          <pc:docMk/>
          <pc:sldMk cId="932314959" sldId="1041"/>
        </pc:sldMkLst>
      </pc:sldChg>
      <pc:sldChg chg="add">
        <pc:chgData name="J. Tower" userId="9d06de10716639e5" providerId="LiveId" clId="{F8931099-75CA-5660-A155-55881DF68D84}" dt="2026-07-23T19:27:54.863" v="935"/>
        <pc:sldMkLst>
          <pc:docMk/>
          <pc:sldMk cId="3364760678" sldId="1042"/>
        </pc:sldMkLst>
      </pc:sldChg>
      <pc:sldChg chg="add">
        <pc:chgData name="J. Tower" userId="9d06de10716639e5" providerId="LiveId" clId="{F8931099-75CA-5660-A155-55881DF68D84}" dt="2026-07-23T19:28:15.269" v="937"/>
        <pc:sldMkLst>
          <pc:docMk/>
          <pc:sldMk cId="2186282649" sldId="1043"/>
        </pc:sldMkLst>
      </pc:sldChg>
      <pc:sldChg chg="add">
        <pc:chgData name="J. Tower" userId="9d06de10716639e5" providerId="LiveId" clId="{F8931099-75CA-5660-A155-55881DF68D84}" dt="2026-07-23T19:28:36.099" v="939"/>
        <pc:sldMkLst>
          <pc:docMk/>
          <pc:sldMk cId="2843280452" sldId="1044"/>
        </pc:sldMkLst>
      </pc:sldChg>
      <pc:sldChg chg="add">
        <pc:chgData name="J. Tower" userId="9d06de10716639e5" providerId="LiveId" clId="{F8931099-75CA-5660-A155-55881DF68D84}" dt="2026-07-23T19:28:55.724" v="941"/>
        <pc:sldMkLst>
          <pc:docMk/>
          <pc:sldMk cId="1535175024" sldId="1045"/>
        </pc:sldMkLst>
      </pc:sldChg>
      <pc:sldChg chg="add">
        <pc:chgData name="J. Tower" userId="9d06de10716639e5" providerId="LiveId" clId="{F8931099-75CA-5660-A155-55881DF68D84}" dt="2026-07-23T19:29:15.356" v="943"/>
        <pc:sldMkLst>
          <pc:docMk/>
          <pc:sldMk cId="2988944652" sldId="1046"/>
        </pc:sldMkLst>
      </pc:sldChg>
      <pc:sldChg chg="add">
        <pc:chgData name="J. Tower" userId="9d06de10716639e5" providerId="LiveId" clId="{F8931099-75CA-5660-A155-55881DF68D84}" dt="2026-07-23T19:29:42.591" v="945"/>
        <pc:sldMkLst>
          <pc:docMk/>
          <pc:sldMk cId="4011192384" sldId="1047"/>
        </pc:sldMkLst>
      </pc:sldChg>
      <pc:sldChg chg="add">
        <pc:chgData name="J. Tower" userId="9d06de10716639e5" providerId="LiveId" clId="{F8931099-75CA-5660-A155-55881DF68D84}" dt="2026-07-23T19:30:02.073" v="947"/>
        <pc:sldMkLst>
          <pc:docMk/>
          <pc:sldMk cId="1343491904" sldId="1048"/>
        </pc:sldMkLst>
      </pc:sldChg>
      <pc:sldChg chg="add del">
        <pc:chgData name="J. Tower" userId="9d06de10716639e5" providerId="LiveId" clId="{F8931099-75CA-5660-A155-55881DF68D84}" dt="2026-07-23T19:38:02.730" v="976"/>
        <pc:sldMkLst>
          <pc:docMk/>
          <pc:sldMk cId="2124736573" sldId="1049"/>
        </pc:sldMkLst>
      </pc:sldChg>
      <pc:sldChg chg="add">
        <pc:chgData name="J. Tower" userId="9d06de10716639e5" providerId="LiveId" clId="{F8931099-75CA-5660-A155-55881DF68D84}" dt="2026-07-23T19:30:45.565" v="951"/>
        <pc:sldMkLst>
          <pc:docMk/>
          <pc:sldMk cId="2677444251" sldId="1050"/>
        </pc:sldMkLst>
      </pc:sldChg>
      <pc:sldChg chg="add">
        <pc:chgData name="J. Tower" userId="9d06de10716639e5" providerId="LiveId" clId="{F8931099-75CA-5660-A155-55881DF68D84}" dt="2026-07-23T19:31:23.825" v="953"/>
        <pc:sldMkLst>
          <pc:docMk/>
          <pc:sldMk cId="1094132319" sldId="1051"/>
        </pc:sldMkLst>
      </pc:sldChg>
      <pc:sldChg chg="add">
        <pc:chgData name="J. Tower" userId="9d06de10716639e5" providerId="LiveId" clId="{F8931099-75CA-5660-A155-55881DF68D84}" dt="2026-07-23T19:31:44.787" v="955"/>
        <pc:sldMkLst>
          <pc:docMk/>
          <pc:sldMk cId="1473013847" sldId="1052"/>
        </pc:sldMkLst>
      </pc:sldChg>
      <pc:sldChg chg="add">
        <pc:chgData name="J. Tower" userId="9d06de10716639e5" providerId="LiveId" clId="{F8931099-75CA-5660-A155-55881DF68D84}" dt="2026-07-23T19:32:03.486" v="957"/>
        <pc:sldMkLst>
          <pc:docMk/>
          <pc:sldMk cId="2631331820" sldId="1053"/>
        </pc:sldMkLst>
      </pc:sldChg>
      <pc:sldChg chg="add">
        <pc:chgData name="J. Tower" userId="9d06de10716639e5" providerId="LiveId" clId="{F8931099-75CA-5660-A155-55881DF68D84}" dt="2026-07-23T19:32:25.230" v="959"/>
        <pc:sldMkLst>
          <pc:docMk/>
          <pc:sldMk cId="3370053802" sldId="1054"/>
        </pc:sldMkLst>
      </pc:sldChg>
      <pc:sldChg chg="add">
        <pc:chgData name="J. Tower" userId="9d06de10716639e5" providerId="LiveId" clId="{F8931099-75CA-5660-A155-55881DF68D84}" dt="2026-07-23T19:32:44.637" v="961"/>
        <pc:sldMkLst>
          <pc:docMk/>
          <pc:sldMk cId="72846134" sldId="1055"/>
        </pc:sldMkLst>
      </pc:sldChg>
      <pc:sldChg chg="add">
        <pc:chgData name="J. Tower" userId="9d06de10716639e5" providerId="LiveId" clId="{F8931099-75CA-5660-A155-55881DF68D84}" dt="2026-07-23T19:33:04.654" v="963"/>
        <pc:sldMkLst>
          <pc:docMk/>
          <pc:sldMk cId="2911668436" sldId="1056"/>
        </pc:sldMkLst>
      </pc:sldChg>
      <pc:sldChg chg="add">
        <pc:chgData name="J. Tower" userId="9d06de10716639e5" providerId="LiveId" clId="{F8931099-75CA-5660-A155-55881DF68D84}" dt="2026-07-23T19:33:23.996" v="965"/>
        <pc:sldMkLst>
          <pc:docMk/>
          <pc:sldMk cId="733055622" sldId="1057"/>
        </pc:sldMkLst>
      </pc:sldChg>
      <pc:sldChg chg="add">
        <pc:chgData name="J. Tower" userId="9d06de10716639e5" providerId="LiveId" clId="{F8931099-75CA-5660-A155-55881DF68D84}" dt="2026-07-23T19:33:43.468" v="967"/>
        <pc:sldMkLst>
          <pc:docMk/>
          <pc:sldMk cId="4266294602" sldId="1058"/>
        </pc:sldMkLst>
      </pc:sldChg>
      <pc:sldChg chg="add">
        <pc:chgData name="J. Tower" userId="9d06de10716639e5" providerId="LiveId" clId="{F8931099-75CA-5660-A155-55881DF68D84}" dt="2026-07-23T19:34:03.189" v="969"/>
        <pc:sldMkLst>
          <pc:docMk/>
          <pc:sldMk cId="89201700" sldId="1059"/>
        </pc:sldMkLst>
      </pc:sldChg>
      <pc:sldChg chg="add">
        <pc:chgData name="J. Tower" userId="9d06de10716639e5" providerId="LiveId" clId="{F8931099-75CA-5660-A155-55881DF68D84}" dt="2026-07-23T19:34:24.748" v="971"/>
        <pc:sldMkLst>
          <pc:docMk/>
          <pc:sldMk cId="3802169251" sldId="1060"/>
        </pc:sldMkLst>
      </pc:sldChg>
      <pc:sldChg chg="add">
        <pc:chgData name="J. Tower" userId="9d06de10716639e5" providerId="LiveId" clId="{F8931099-75CA-5660-A155-55881DF68D84}" dt="2026-07-23T19:34:47.085" v="973"/>
        <pc:sldMkLst>
          <pc:docMk/>
          <pc:sldMk cId="73221224" sldId="1061"/>
        </pc:sldMkLst>
      </pc:sldChg>
      <pc:sldChg chg="add del">
        <pc:chgData name="J. Tower" userId="9d06de10716639e5" providerId="LiveId" clId="{F8931099-75CA-5660-A155-55881DF68D84}" dt="2026-07-23T19:39:41.331" v="978"/>
        <pc:sldMkLst>
          <pc:docMk/>
          <pc:sldMk cId="1641270364" sldId="1062"/>
        </pc:sldMkLst>
      </pc:sldChg>
      <pc:sldChg chg="add">
        <pc:chgData name="J. Tower" userId="9d06de10716639e5" providerId="LiveId" clId="{F8931099-75CA-5660-A155-55881DF68D84}" dt="2026-07-23T19:39:41.329" v="977"/>
        <pc:sldMkLst>
          <pc:docMk/>
          <pc:sldMk cId="82946099" sldId="106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18B0EE-4D36-4F22-9622-021322CFFE3A}" type="datetimeFigureOut">
              <a:rPr lang="en-US" smtClean="0"/>
              <a:t>7/23/26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FD6E22-9A40-4B73-8B1F-06CEEFE4CFDF}" type="slidenum">
              <a:rPr lang="en-US" smtClean="0"/>
              <a:t>‹#›</a:t>
            </a:fld>
            <a:endParaRPr lang="en-US"/>
          </a:p>
        </p:txBody>
      </p:sp>
    </p:spTree>
    <p:extLst>
      <p:ext uri="{BB962C8B-B14F-4D97-AF65-F5344CB8AC3E}">
        <p14:creationId xmlns:p14="http://schemas.microsoft.com/office/powerpoint/2010/main" val="18899595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capstone. "Plan me a 3-day trip in Glacier" becomes real tool calls. Everyone attempts this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capstone. Everyone builds it, no menu, and it uses F02, F04, F08, and F09.</a:t>
            </a:r>
          </a:p>
          <a:p>
            <a:r>
              <a:t>The user problem, spoken: "Plan me a 3-day trip in Glacier for mid-September." Today the user checks the forecast, searches trails, cross-references conditions, checks campsites, and files a permit in a separate system — five tools, one afternoon, and the app helped with exactly one step. They didn't want search results; they wanted the trip planned.</a:t>
            </a:r>
          </a:p>
          <a:p>
            <a:r>
              <a:t>Why it's the capstone: it searches trails semantically (04), grounds itself in 08's condition reports, consumes structured tool results (02 in reverse), and pauses for a human before the permit (09). And it fails every way the first nine fail, at once, compounding.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version: an agent is given a goal and tools; it chooses an action, your code executes it, it observes the result, and it repeats until the goal is met or a budget runs out. Reason, act, observe, repeat.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model given tools and a goal, running in a loop. The model only ever returns "call this with these arguments" or a final answer; your code stays in charge of doing. Build the loop box by box, then trace one iteration with your finger: model, tool, result back in, model. The loop runs seven or eight times for this request.</a:t>
            </a:r>
          </a:p>
          <a:p>
            <a:r>
              <a:t>The guardrails, spoken while pointing: a step budget of 12 so it cannot loop forever, a confirmation gate before </a:t>
            </a:r>
            <a:r>
              <a:rPr>
                <a:latin typeface="Consolas"/>
              </a:rPr>
              <a:t>request_permit</a:t>
            </a:r>
            <a:r>
              <a:t>, tools that return errors instead of throwing, and every call/args/result printed as the loop runs. Be precise: the demo prints the trace, it does not persist one — shipping this means durable storage next to 09's approval record, and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per advance. This is the "why not just RAG" slide. The trip request needs weather before it can pick a trail and conditions before it can book, and nobody knows that order up front. That is the whole case for the loop.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per advance. This is the "why not just RAG" slide. The trip request needs weather before it can pick a trail and conditions before it can book, and nobody knows that order up front. That is the whole case for the loop.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per advance. This is the "why not just RAG" slide. The trip request needs weather before it can pick a trail and conditions before it can book, and nobody knows that order up front. That is the whole case for the loop.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per advance. This is the "why not just RAG" slide. The trip request needs weather before it can pick a trail and conditions before it can book, and nobody knows that order up front. That is the whole case for the loop.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per advance. This is the "why not just RAG" slide. The trip request needs weather before it can pick a trail and conditions before it can book, and nobody knows that order up front. That is the whole case for the loop.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tools: </a:t>
            </a:r>
            <a:r>
              <a:rPr>
                <a:latin typeface="Consolas"/>
              </a:rPr>
              <a:t>search_trails</a:t>
            </a:r>
            <a:r>
              <a:t>, </a:t>
            </a:r>
            <a:r>
              <a:rPr>
                <a:latin typeface="Consolas"/>
              </a:rPr>
              <a:t>get_weather</a:t>
            </a:r>
            <a:r>
              <a:t>, </a:t>
            </a:r>
            <a:r>
              <a:rPr>
                <a:latin typeface="Consolas"/>
              </a:rPr>
              <a:t>get_trail_conditions</a:t>
            </a:r>
            <a:r>
              <a:t>, </a:t>
            </a:r>
            <a:r>
              <a:rPr>
                <a:latin typeface="Consolas"/>
              </a:rPr>
              <a:t>check_campsites</a:t>
            </a:r>
            <a:r>
              <a:t>, </a:t>
            </a:r>
            <a:r>
              <a:rPr>
                <a:latin typeface="Consolas"/>
              </a:rPr>
              <a:t>request_permit</a:t>
            </a:r>
            <a:r>
              <a:t>. The two facts it has to discover, not be told: September 16 is the rain day (49/33, 70% precip, 18 mph), and Avalanche Lake's bridge is out — only </a:t>
            </a:r>
            <a:r>
              <a:rPr>
                <a:latin typeface="Consolas"/>
              </a:rPr>
              <a:t>get_trail_conditions</a:t>
            </a:r>
            <a:r>
              <a:t> says so.</a:t>
            </a:r>
          </a:p>
          <a:p>
            <a:r>
              <a:t>Run it against </a:t>
            </a:r>
            <a:r>
              <a:rPr>
                <a:latin typeface="Consolas"/>
              </a:rPr>
              <a:t>gpt-5.5</a:t>
            </a:r>
            <a:r>
              <a:t> on Foundry; measured behavior (7 to 8 calls, zero nudges) is in </a:t>
            </a:r>
            <a:r>
              <a:rPr>
                <a:latin typeface="Consolas"/>
              </a:rPr>
              <a:t>dotnet/F10-dotnet.md</a:t>
            </a:r>
            <a:r>
              <a:t>. Soak-tested 2026-09-03, 10 of 10 on both the default and the washout request. Two things the room may see: the rain day sometimes gets a moderate hike rather than an easy one (3 of 10 runs, the hard hike still lands on a dry day; say "it shaped the plan, it didn't perfect it"), and </a:t>
            </a:r>
            <a:r>
              <a:rPr>
                <a:latin typeface="Consolas"/>
              </a:rPr>
              <a:t>search_trails</a:t>
            </a:r>
            <a:r>
              <a:t> keywords match trail names on purpose, because Avalanche Lake sits past the 8-result cap and without the name match the agent cannot reach it. If the agent ever says it could not find the trail, the search tool is the reason, and that makes a better lesson than the bridge. The reliability story, spoken over the scrolling trace: local </a:t>
            </a:r>
            <a:r>
              <a:rPr>
                <a:latin typeface="Consolas"/>
              </a:rPr>
              <a:t>llama3.2</a:t>
            </a:r>
            <a:r>
              <a:t> across ~two dozen runs called a tool with the literal argument "[insert trail IDs here]", announced it had called every tool then wrote nothing, emitted tool calls as plain text so none executed, and read "bridge is OUT" and scheduled the trail anyway. Fewer than one run in five reached all four planning tools before scaffolding. That is why this is the one feature of the day that pays for a frontier model, and why the guardrails aren't optional: a malformed call breaks the loop, not the answer.</a:t>
            </a:r>
          </a:p>
          <a:p>
            <a:r>
              <a:t>Demo script (~7 min; step 4 is the first cut):</a:t>
            </a:r>
          </a:p>
          <a:p>
            <a:r>
              <a:t>1. Type the trip request into a plain chat completion first. You get a lovely generic itinerary that ignores the washed-out bridge and books nothing, which is the reason this feature exists.</a:t>
            </a:r>
          </a:p>
          <a:p>
            <a:r>
              <a:t>2. Show the five tools as ordinary C# methods over the mock APIs in </a:t>
            </a:r>
            <a:r>
              <a:rPr>
                <a:latin typeface="Consolas"/>
              </a:rPr>
              <a:t>data/mock-apis/</a:t>
            </a:r>
            <a:r>
              <a:t> and the corpus: </a:t>
            </a:r>
            <a:r>
              <a:rPr>
                <a:latin typeface="Consolas"/>
              </a:rPr>
              <a:t>search_trails</a:t>
            </a:r>
            <a:r>
              <a:t>, </a:t>
            </a:r>
            <a:r>
              <a:rPr>
                <a:latin typeface="Consolas"/>
              </a:rPr>
              <a:t>get_weather</a:t>
            </a:r>
            <a:r>
              <a:t>, </a:t>
            </a:r>
            <a:r>
              <a:rPr>
                <a:latin typeface="Consolas"/>
              </a:rPr>
              <a:t>check_campsites</a:t>
            </a:r>
            <a:r>
              <a:t>, </a:t>
            </a:r>
            <a:r>
              <a:rPr>
                <a:latin typeface="Consolas"/>
              </a:rPr>
              <a:t>request_permit</a:t>
            </a:r>
            <a:r>
              <a:t>, and </a:t>
            </a:r>
            <a:r>
              <a:rPr>
                <a:latin typeface="Consolas"/>
              </a:rPr>
              <a:t>get_trail_conditions</a:t>
            </a:r>
            <a:r>
              <a:t>. Register them with Microsoft.Extensions.AI's function-calling support; the descriptions you write are the model's only manual. </a:t>
            </a:r>
            <a:r>
              <a:rPr>
                <a:latin typeface="Consolas"/>
              </a:rPr>
              <a:t>get_trail_conditions</a:t>
            </a:r>
            <a:r>
              <a:t> reads the same condition reports feature 08 mined, which is how the agent can find out a bridge is gone.</a:t>
            </a:r>
          </a:p>
          <a:p>
            <a:r>
              <a:t>3. Run the agent and narrate the loop live as each call scrolls past: weather first, then trail search, then a conditions check that discovers the feature 08 bridge washout and routes around it. The payoff is watching the model sequence tools nobody ordered it to sequence.</a:t>
            </a:r>
          </a:p>
          <a:p>
            <a:r>
              <a:t>4. Show the full trace, then break something on purpose: mark the campsites full and re-run. The agent adapts and proposes different dates.</a:t>
            </a:r>
          </a:p>
          <a:p>
            <a:r>
              <a:t>5. The permit step hits the feature 09 gate: the agent pauses, presents the summary, and waits for a human yes before filing. Show the step budget in the loop while you're there.</a:t>
            </a:r>
          </a:p>
          <a:p>
            <a:r>
              <a:t>6. Close on the trace as an artifact: every tool call, its arguments, and its result printed as the loop runs, so every decision is inspectable rather than mysterious. Be precise about what this demo does and doesn't do: it prints the trace, and it does not persist one. Shipping this means writing that trace to durable storage alongside the approval record from feature 09, and that pair is what you show your security team when they ask whether this thing is safe.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Send the request with the tools array, read the tool call out of the response, send the follow-up with the tool result. Step 1's round-trip is </a:t>
            </a:r>
            <a:r>
              <a:rPr>
                <a:latin typeface="Consolas"/>
              </a:rPr>
              <a:t>search_trails</a:t>
            </a:r>
            <a:r>
              <a:t> + </a:t>
            </a:r>
            <a:r>
              <a:rPr>
                <a:latin typeface="Consolas"/>
              </a:rPr>
              <a:t>check_campsites</a:t>
            </a:r>
            <a:r>
              <a:t>.</a:t>
            </a:r>
          </a:p>
          <a:p>
            <a:r>
              <a:t>If you get an itinerary instead of a tool call on step 1, the model never saw your tools. Three failure modes on step 3, in ascending order of embarrassment: never calls conditions; calls it, reads "bridge is OUT", schedules anyway; drops the trail but invents a reason without calling. The third guessed right, which is worse.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Trip planning, onboarding, procurement, incident response, report assembly.</a:t>
            </a:r>
          </a:p>
          <a:p>
            <a:r>
              <a:t>If asked about cost: the highest of the ten — weeks to months, frontier-model API costs, real design work on guardrails, confirmation gates, observability. Do one of 01–09 first.</a:t>
            </a:r>
          </a:p>
          <a:p>
            <a:r>
              <a:t>On Azure the loop sequences all five tools from a single request with zero nudges, in all three languages — measured against the workshop's Foundry deployment; the contrast with the local counts is the argument. Row 10, and the one your board has already asked about.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Trip planning, onboarding, procurement, incident response, report assembly.</a:t>
            </a:r>
          </a:p>
          <a:p>
            <a:r>
              <a:t>If asked about cost: the highest of the ten — weeks to months, frontier-model API costs, real design work on guardrails, confirmation gates, observability. Do one of 01–09 first.</a:t>
            </a:r>
          </a:p>
          <a:p>
            <a:r>
              <a:t>On Azure the loop sequences all five tools from a single request with zero nudges, in all three languages — measured against the workshop's Foundry deployment; the contrast with the local counts is the argument. Row 10, and the one your board has already asked about.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Trip planning, onboarding, procurement, incident response, report assembly.</a:t>
            </a:r>
          </a:p>
          <a:p>
            <a:r>
              <a:t>If asked about cost: the highest of the ten — weeks to months, frontier-model API costs, real design work on guardrails, confirmation gates, observability. Do one of 01–09 first.</a:t>
            </a:r>
          </a:p>
          <a:p>
            <a:r>
              <a:t>On Azure the loop sequences all five tools from a single request with zero nudges, in all three languages — measured against the workshop's Foundry deployment; the contrast with the local counts is the argument. Row 10, and the one your board has already asked about.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two people what surprised them.</a:t>
            </a:r>
          </a:p>
          <a:p>
            <a:r>
              <a:t>Prompts if quiet: whose agent checked the bridge, and whose scheduled it anyway? Row 10 is done — all ten rows are done. Closing next: the framework, and the pitch. Hand off to the closing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5" y="770467"/>
            <a:ext cx="10782300" cy="3352800"/>
          </a:xfrm>
        </p:spPr>
        <p:txBody>
          <a:bodyPr anchor="b">
            <a:noAutofit/>
          </a:bodyPr>
          <a:lstStyle>
            <a:lvl1pPr algn="l">
              <a:lnSpc>
                <a:spcPct val="80000"/>
              </a:lnSpc>
              <a:defRPr sz="6600" spc="-90" baseline="0">
                <a:solidFill>
                  <a:srgbClr val="FFFFFF"/>
                </a:solidFill>
              </a:defRPr>
            </a:lvl1pPr>
          </a:lstStyle>
          <a:p>
            <a:r>
              <a:rPr lang="en-US"/>
              <a:t>Click to edit Master title style</a:t>
            </a:r>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7/23/26</a:t>
            </a:fld>
            <a:endParaRPr lang="en-US"/>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
        <p:nvSpPr>
          <p:cNvPr id="10" name="Rectangle 9"/>
          <p:cNvSpPr/>
          <p:nvPr userDrawn="1"/>
        </p:nvSpPr>
        <p:spPr>
          <a:xfrm>
            <a:off x="0" y="4160704"/>
            <a:ext cx="12192000" cy="8691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9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3" name="Subtitle 2"/>
          <p:cNvSpPr>
            <a:spLocks noGrp="1"/>
          </p:cNvSpPr>
          <p:nvPr>
            <p:ph type="subTitle" idx="1"/>
          </p:nvPr>
        </p:nvSpPr>
        <p:spPr>
          <a:xfrm>
            <a:off x="667513" y="4284569"/>
            <a:ext cx="9228201" cy="1587279"/>
          </a:xfrm>
        </p:spPr>
        <p:txBody>
          <a:bodyPr>
            <a:normAutofit/>
          </a:bodyPr>
          <a:lstStyle>
            <a:lvl1pPr marL="0" indent="0" algn="l">
              <a:buNone/>
              <a:defRPr sz="2400">
                <a:solidFill>
                  <a:srgbClr val="0072C6"/>
                </a:solidFill>
                <a:latin typeface="+mj-lt"/>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endParaRPr lang="en-US"/>
          </a:p>
        </p:txBody>
      </p:sp>
    </p:spTree>
    <p:extLst>
      <p:ext uri="{BB962C8B-B14F-4D97-AF65-F5344CB8AC3E}">
        <p14:creationId xmlns:p14="http://schemas.microsoft.com/office/powerpoint/2010/main" val="1032225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99795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4558624"/>
          </a:xfrm>
        </p:spPr>
        <p:txBody>
          <a:bodyPr anchor="b">
            <a:normAutofit/>
          </a:bodyPr>
          <a:lstStyle>
            <a:lvl1pPr>
              <a:lnSpc>
                <a:spcPct val="80000"/>
              </a:lnSpc>
              <a:defRPr sz="6600" b="0" baseline="0">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667512" y="5468293"/>
            <a:ext cx="9226296" cy="381836"/>
          </a:xfrm>
        </p:spPr>
        <p:txBody>
          <a:bodyPr anchor="t">
            <a:normAutofit/>
          </a:bodyPr>
          <a:lstStyle>
            <a:lvl1pPr marL="0" indent="0">
              <a:buNone/>
              <a:defRPr sz="2400">
                <a:solidFill>
                  <a:schemeClr val="tx1"/>
                </a:solidFill>
                <a:latin typeface="+mj-lt"/>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Edit Master text styles</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8448365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76656"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11331"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24121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76656" y="2753084"/>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8" name="Footer Placeholder 7"/>
          <p:cNvSpPr>
            <a:spLocks noGrp="1"/>
          </p:cNvSpPr>
          <p:nvPr>
            <p:ph type="ftr" sz="quarter" idx="11"/>
          </p:nvPr>
        </p:nvSpPr>
        <p:spPr/>
        <p:txBody>
          <a:bodyPr/>
          <a:lstStyle/>
          <a:p>
            <a:pPr defTabSz="342900"/>
            <a:endParaRPr lang="en-US">
              <a:solidFill>
                <a:prstClr val="black">
                  <a:alpha val="80000"/>
                </a:prstClr>
              </a:solidFill>
            </a:endParaRPr>
          </a:p>
        </p:txBody>
      </p:sp>
      <p:sp>
        <p:nvSpPr>
          <p:cNvPr id="9" name="Slide Number Placeholder 8"/>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20952598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4" name="Footer Placeholder 3"/>
          <p:cNvSpPr>
            <a:spLocks noGrp="1"/>
          </p:cNvSpPr>
          <p:nvPr>
            <p:ph type="ftr" sz="quarter" idx="11"/>
          </p:nvPr>
        </p:nvSpPr>
        <p:spPr/>
        <p:txBody>
          <a:bodyPr/>
          <a:lstStyle/>
          <a:p>
            <a:pPr defTabSz="342900"/>
            <a:endParaRPr lang="en-US">
              <a:solidFill>
                <a:prstClr val="black">
                  <a:alpha val="80000"/>
                </a:prstClr>
              </a:solidFill>
            </a:endParaRPr>
          </a:p>
        </p:txBody>
      </p:sp>
      <p:sp>
        <p:nvSpPr>
          <p:cNvPr id="5" name="Slide Number Placeholder 4"/>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237501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3" name="Footer Placeholder 2"/>
          <p:cNvSpPr>
            <a:spLocks noGrp="1"/>
          </p:cNvSpPr>
          <p:nvPr>
            <p:ph type="ftr" sz="quarter" idx="11"/>
          </p:nvPr>
        </p:nvSpPr>
        <p:spPr/>
        <p:txBody>
          <a:bodyPr/>
          <a:lstStyle/>
          <a:p>
            <a:pPr defTabSz="342900"/>
            <a:endParaRPr lang="en-US">
              <a:solidFill>
                <a:prstClr val="black">
                  <a:alpha val="80000"/>
                </a:prstClr>
              </a:solidFill>
            </a:endParaRPr>
          </a:p>
        </p:txBody>
      </p:sp>
      <p:sp>
        <p:nvSpPr>
          <p:cNvPr id="4" name="Slide Number Placeholder 3"/>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795654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3000">
                <a:solidFill>
                  <a:srgbClr val="FFFFFF"/>
                </a:solidFill>
              </a:defRPr>
            </a:lvl1pPr>
          </a:lstStyle>
          <a:p>
            <a:r>
              <a:rPr lang="en-US"/>
              <a:t>Click to edit Master title style</a:t>
            </a:r>
          </a:p>
        </p:txBody>
      </p:sp>
      <p:sp>
        <p:nvSpPr>
          <p:cNvPr id="3" name="Content Placeholder 2"/>
          <p:cNvSpPr>
            <a:spLocks noGrp="1"/>
          </p:cNvSpPr>
          <p:nvPr>
            <p:ph idx="1"/>
          </p:nvPr>
        </p:nvSpPr>
        <p:spPr>
          <a:xfrm>
            <a:off x="762000" y="762000"/>
            <a:ext cx="6096000" cy="457200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275983" y="2511813"/>
            <a:ext cx="3398520" cy="3126987"/>
          </a:xfrm>
        </p:spPr>
        <p:txBody>
          <a:bodyPr>
            <a:normAutofit/>
          </a:bodyPr>
          <a:lstStyle>
            <a:lvl1pPr marL="0" marR="0" indent="0" algn="l" defTabSz="685800" rtl="0" eaLnBrk="1" fontAlgn="auto" latinLnBrk="0" hangingPunct="1">
              <a:lnSpc>
                <a:spcPct val="100000"/>
              </a:lnSpc>
              <a:spcBef>
                <a:spcPts val="900"/>
              </a:spcBef>
              <a:spcAft>
                <a:spcPts val="0"/>
              </a:spcAft>
              <a:buClrTx/>
              <a:buSzTx/>
              <a:buFontTx/>
              <a:buNone/>
              <a:tabLst/>
              <a:defRPr sz="13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marL="0" marR="0" lvl="0" indent="0" algn="l" defTabSz="685800" rtl="0" eaLnBrk="1" fontAlgn="auto" latinLnBrk="0" hangingPunct="1">
              <a:lnSpc>
                <a:spcPct val="100000"/>
              </a:lnSpc>
              <a:spcBef>
                <a:spcPts val="1050"/>
              </a:spcBef>
              <a:spcAft>
                <a:spcPts val="0"/>
              </a:spcAft>
              <a:buClrTx/>
              <a:buSzTx/>
              <a:buFontTx/>
              <a:buNone/>
              <a:tabLst/>
              <a:defRPr/>
            </a:pPr>
            <a:r>
              <a:rPr lang="en-US"/>
              <a:t>Edit Master text styles</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2407203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9"/>
            <a:ext cx="10780776" cy="613283"/>
          </a:xfrm>
        </p:spPr>
        <p:txBody>
          <a:bodyPr anchor="b">
            <a:normAutofit/>
          </a:bodyPr>
          <a:lstStyle>
            <a:lvl1pPr>
              <a:defRPr sz="2400" b="0">
                <a:solidFill>
                  <a:srgbClr val="FFFFFF"/>
                </a:solidFill>
              </a:defRPr>
            </a:lvl1pPr>
          </a:lstStyle>
          <a:p>
            <a:r>
              <a:rPr lang="en-US"/>
              <a:t>Click to edit Master title style</a:t>
            </a:r>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600"/>
              </a:spcBef>
              <a:buNone/>
              <a:defRPr sz="2400">
                <a:solidFill>
                  <a:schemeClr val="tx1">
                    <a:lumMod val="75000"/>
                    <a:lumOff val="25000"/>
                  </a:schemeClr>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0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7/23/26</a:t>
            </a:fld>
            <a:endParaRPr lang="en-US"/>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1795388696"/>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649926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1" y="695325"/>
            <a:ext cx="2628900" cy="4800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71526" y="714377"/>
            <a:ext cx="7734300" cy="540067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507239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6" y="499533"/>
            <a:ext cx="10772775" cy="165819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713">
                <a:solidFill>
                  <a:schemeClr val="tx1">
                    <a:alpha val="80000"/>
                  </a:schemeClr>
                </a:solidFill>
                <a:latin typeface="Segoe UI" panose="020B0502040204020203" pitchFamily="34" charset="0"/>
                <a:cs typeface="Segoe UI" panose="020B0502040204020203" pitchFamily="34" charset="0"/>
              </a:defRPr>
            </a:lvl1p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713" cap="all" baseline="0">
                <a:solidFill>
                  <a:schemeClr val="tx1">
                    <a:alpha val="80000"/>
                  </a:schemeClr>
                </a:solidFill>
                <a:latin typeface="Segoe UI" panose="020B0502040204020203" pitchFamily="34" charset="0"/>
                <a:cs typeface="Segoe UI" panose="020B0502040204020203" pitchFamily="34" charset="0"/>
              </a:defRPr>
            </a:lvl1pPr>
          </a:lstStyle>
          <a:p>
            <a:pPr defTabSz="342900"/>
            <a:endParaRPr lang="en-US">
              <a:solidFill>
                <a:prstClr val="black">
                  <a:alpha val="80000"/>
                </a:prstClr>
              </a:solidFill>
            </a:endParaRPr>
          </a:p>
        </p:txBody>
      </p:sp>
      <p:sp>
        <p:nvSpPr>
          <p:cNvPr id="6" name="Slide Number Placeholder 5"/>
          <p:cNvSpPr>
            <a:spLocks noGrp="1"/>
          </p:cNvSpPr>
          <p:nvPr>
            <p:ph type="sldNum" sz="quarter" idx="4"/>
          </p:nvPr>
        </p:nvSpPr>
        <p:spPr>
          <a:xfrm>
            <a:off x="8763927" y="5876414"/>
            <a:ext cx="2926080" cy="1397039"/>
          </a:xfrm>
          <a:prstGeom prst="rect">
            <a:avLst/>
          </a:prstGeom>
        </p:spPr>
        <p:txBody>
          <a:bodyPr vert="horz" lIns="91440" tIns="45720" rIns="91440" bIns="45720" rtlCol="0" anchor="b"/>
          <a:lstStyle>
            <a:lvl1pPr algn="r">
              <a:defRPr sz="7725" b="0">
                <a:ln>
                  <a:noFill/>
                </a:ln>
                <a:solidFill>
                  <a:schemeClr val="accent1">
                    <a:alpha val="25000"/>
                  </a:schemeClr>
                </a:solidFill>
                <a:latin typeface="Segoe UI" panose="020B0502040204020203" pitchFamily="34" charset="0"/>
                <a:cs typeface="Segoe UI" panose="020B0502040204020203" pitchFamily="34" charset="0"/>
              </a:defRPr>
            </a:lvl1p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0489896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85000"/>
        </a:lnSpc>
        <a:spcBef>
          <a:spcPct val="0"/>
        </a:spcBef>
        <a:buNone/>
        <a:defRPr sz="4050" kern="1200" spc="-90" baseline="0">
          <a:solidFill>
            <a:srgbClr val="0070C0"/>
          </a:solidFill>
          <a:latin typeface="Segoe UI" panose="020B0502040204020203" pitchFamily="34" charset="0"/>
          <a:ea typeface="+mj-ea"/>
          <a:cs typeface="Segoe UI" panose="020B0502040204020203" pitchFamily="34" charset="0"/>
        </a:defRPr>
      </a:lvl1pPr>
    </p:titleStyle>
    <p:bodyStyle>
      <a:lvl1pPr marL="68580" indent="-68580" algn="l" defTabSz="685800" rtl="0" eaLnBrk="1" latinLnBrk="0" hangingPunct="1">
        <a:lnSpc>
          <a:spcPct val="85000"/>
        </a:lnSpc>
        <a:spcBef>
          <a:spcPts val="975"/>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260604" indent="-257175" algn="l" defTabSz="685800" rtl="0" eaLnBrk="1" latinLnBrk="0" hangingPunct="1">
        <a:lnSpc>
          <a:spcPct val="85000"/>
        </a:lnSpc>
        <a:spcBef>
          <a:spcPts val="45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411480" indent="-411480" algn="l" defTabSz="685800" rtl="0" eaLnBrk="1" latinLnBrk="0" hangingPunct="1">
        <a:lnSpc>
          <a:spcPct val="85000"/>
        </a:lnSpc>
        <a:spcBef>
          <a:spcPts val="450"/>
        </a:spcBef>
        <a:buFont typeface="Arial" pitchFamily="34" charset="0"/>
        <a:buChar char=" "/>
        <a:defRPr sz="15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617220" indent="-61722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822960" indent="-82296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9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6pPr>
      <a:lvl7pPr marL="10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7pPr>
      <a:lvl8pPr marL="12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8pPr>
      <a:lvl9pPr marL="13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4000" b="1"/>
              <a:t>Building Pragmatic AI</a:t>
            </a:r>
          </a:p>
        </p:txBody>
      </p:sp>
      <p:sp>
        <p:nvSpPr>
          <p:cNvPr id="3" name="Text Placeholder 2"/>
          <p:cNvSpPr>
            <a:spLocks noGrp="1"/>
          </p:cNvSpPr>
          <p:nvPr>
            <p:ph type="body" idx="1"/>
          </p:nvPr>
        </p:nvSpPr>
        <p:spPr/>
        <p:txBody>
          <a:bodyPr/>
          <a:lstStyle/>
          <a:p>
            <a:r>
              <a:t>Module 4: Doing</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pic>
        <p:nvPicPr>
          <p:cNvPr id="5" name="Picture 4" descr="banner.png"/>
          <p:cNvPicPr>
            <a:picLocks noChangeAspect="1"/>
          </p:cNvPicPr>
          <p:nvPr/>
        </p:nvPicPr>
        <p:blipFill>
          <a:blip r:embed="rId3"/>
          <a:stretch>
            <a:fillRect/>
          </a:stretch>
        </p:blipFill>
        <p:spPr>
          <a:xfrm>
            <a:off x="0" y="9144"/>
            <a:ext cx="12188952" cy="3182112"/>
          </a:xfrm>
          <a:prstGeom prst="rect">
            <a:avLst/>
          </a:prstGeom>
        </p:spPr>
      </p:pic>
      <p:pic>
        <p:nvPicPr>
          <p:cNvPr id="6" name="Picture 5" descr="image.png"/>
          <p:cNvPicPr>
            <a:picLocks noChangeAspect="1"/>
          </p:cNvPicPr>
          <p:nvPr/>
        </p:nvPicPr>
        <p:blipFill>
          <a:blip r:embed="rId4"/>
          <a:stretch>
            <a:fillRect/>
          </a:stretch>
        </p:blipFill>
        <p:spPr>
          <a:xfrm>
            <a:off x="9272016" y="3657600"/>
            <a:ext cx="2167128" cy="216712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This Module</a:t>
            </a:r>
          </a:p>
        </p:txBody>
      </p:sp>
      <p:pic>
        <p:nvPicPr>
          <p:cNvPr id="3" name="Picture 2" descr="robot.png"/>
          <p:cNvPicPr>
            <a:picLocks noChangeAspect="1"/>
          </p:cNvPicPr>
          <p:nvPr/>
        </p:nvPicPr>
        <p:blipFill>
          <a:blip r:embed="rId2"/>
          <a:stretch>
            <a:fillRect/>
          </a:stretch>
        </p:blipFill>
        <p:spPr>
          <a:xfrm>
            <a:off x="5760720" y="2990088"/>
            <a:ext cx="868680" cy="868680"/>
          </a:xfrm>
          <a:prstGeom prst="rect">
            <a:avLst/>
          </a:prstGeom>
        </p:spPr>
      </p:pic>
      <p:sp>
        <p:nvSpPr>
          <p:cNvPr id="4" name="TextBox 3"/>
          <p:cNvSpPr txBox="1"/>
          <p:nvPr/>
        </p:nvSpPr>
        <p:spPr>
          <a:xfrm>
            <a:off x="5120640" y="4005072"/>
            <a:ext cx="2148840" cy="777240"/>
          </a:xfrm>
          <a:prstGeom prst="rect">
            <a:avLst/>
          </a:prstGeom>
          <a:noFill/>
        </p:spPr>
        <p:txBody>
          <a:bodyPr wrap="square">
            <a:spAutoFit/>
          </a:bodyPr>
          <a:lstStyle/>
          <a:p>
            <a:pPr algn="ctr"/>
            <a:r>
              <a:rPr sz="2400" b="1"/>
              <a:t>F10 Agentic Workflows</a:t>
            </a:r>
          </a:p>
        </p:txBody>
      </p:sp>
      <p:pic>
        <p:nvPicPr>
          <p:cNvPr id="5" name="Picture 4"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obot.png"/>
          <p:cNvPicPr>
            <a:picLocks noChangeAspect="1"/>
          </p:cNvPicPr>
          <p:nvPr/>
        </p:nvPicPr>
        <p:blipFill>
          <a:blip r:embed="rId2"/>
          <a:stretch>
            <a:fillRect/>
          </a:stretch>
        </p:blipFill>
        <p:spPr>
          <a:xfrm>
            <a:off x="5638800" y="1371600"/>
            <a:ext cx="914400" cy="914400"/>
          </a:xfrm>
          <a:prstGeom prst="rect">
            <a:avLst/>
          </a:prstGeom>
        </p:spPr>
      </p:pic>
      <p:sp>
        <p:nvSpPr>
          <p:cNvPr id="3" name="TextBox 2"/>
          <p:cNvSpPr txBox="1"/>
          <p:nvPr/>
        </p:nvSpPr>
        <p:spPr>
          <a:xfrm>
            <a:off x="914400" y="2834640"/>
            <a:ext cx="10332720" cy="2011680"/>
          </a:xfrm>
          <a:prstGeom prst="rect">
            <a:avLst/>
          </a:prstGeom>
          <a:noFill/>
        </p:spPr>
        <p:txBody>
          <a:bodyPr wrap="square" anchor="ctr">
            <a:spAutoFit/>
          </a:bodyPr>
          <a:lstStyle/>
          <a:p>
            <a:pPr algn="ctr"/>
            <a:r>
              <a:rPr sz="4000"/>
              <a:t>A model that </a:t>
            </a:r>
            <a:r>
              <a:rPr b="1" sz="4000">
                <a:solidFill>
                  <a:srgbClr val="017AB4"/>
                </a:solidFill>
              </a:rPr>
              <a:t>picks which tools to call</a:t>
            </a:r>
            <a:r>
              <a:rPr sz="4000"/>
              <a:t>, in a loop, until the job is done.</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
        <p:nvSpPr>
          <p:cNvPr id="11" name="Right Arrow 10"/>
          <p:cNvSpPr/>
          <p:nvPr/>
        </p:nvSpPr>
        <p:spPr>
          <a:xfrm>
            <a:off x="7841488"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98104"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again, until it answers or hits the step budget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
        <p:nvSpPr>
          <p:cNvPr id="11" name="Right Arrow 10"/>
          <p:cNvSpPr/>
          <p:nvPr/>
        </p:nvSpPr>
        <p:spPr>
          <a:xfrm>
            <a:off x="7841488"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98104"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again, until it answers or hits the step budget</a:t>
            </a:r>
          </a:p>
        </p:txBody>
      </p:sp>
      <p:sp>
        <p:nvSpPr>
          <p:cNvPr id="13" name="Right Arrow 12"/>
          <p:cNvSpPr/>
          <p:nvPr/>
        </p:nvSpPr>
        <p:spPr>
          <a:xfrm>
            <a:off x="9737852"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09446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Itinerary + a full trace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a:pPr/>
            <a:r>
              <a:rPr sz="2800"/>
              <a:t>The loop is your code</a:t>
            </a:r>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
        <p:nvSpPr>
          <p:cNvPr id="11" name="Right Arrow 10"/>
          <p:cNvSpPr/>
          <p:nvPr/>
        </p:nvSpPr>
        <p:spPr>
          <a:xfrm>
            <a:off x="7841488"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98104"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again, until it answers or hits the step budget</a:t>
            </a:r>
          </a:p>
        </p:txBody>
      </p:sp>
      <p:sp>
        <p:nvSpPr>
          <p:cNvPr id="13" name="Right Arrow 12"/>
          <p:cNvSpPr/>
          <p:nvPr/>
        </p:nvSpPr>
        <p:spPr>
          <a:xfrm>
            <a:off x="9737852"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09446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Itinerary + a full trace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a:pPr/>
            <a:r>
              <a:rPr sz="2800"/>
              <a:t>The loop is your code</a:t>
            </a:r>
          </a:p>
          <a:p>
            <a:pPr/>
            <a:r>
              <a:rPr sz="2800"/>
              <a:t>The descriptions are the model's manual</a:t>
            </a:r>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
        <p:nvSpPr>
          <p:cNvPr id="11" name="Right Arrow 10"/>
          <p:cNvSpPr/>
          <p:nvPr/>
        </p:nvSpPr>
        <p:spPr>
          <a:xfrm>
            <a:off x="7841488"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98104"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again, until it answers or hits the step budget</a:t>
            </a:r>
          </a:p>
        </p:txBody>
      </p:sp>
      <p:sp>
        <p:nvSpPr>
          <p:cNvPr id="13" name="Right Arrow 12"/>
          <p:cNvSpPr/>
          <p:nvPr/>
        </p:nvSpPr>
        <p:spPr>
          <a:xfrm>
            <a:off x="9737852"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09446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Itinerary + a full trace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How the Loop Works</a:t>
            </a:r>
          </a:p>
        </p:txBody>
      </p:sp>
      <p:sp>
        <p:nvSpPr>
          <p:cNvPr id="3" name="Content Placeholder 2"/>
          <p:cNvSpPr>
            <a:spLocks noGrp="1"/>
          </p:cNvSpPr>
          <p:nvPr>
            <p:ph idx="1"/>
          </p:nvPr>
        </p:nvSpPr>
        <p:spPr>
          <a:xfrm>
            <a:off x="612648" y="3474720"/>
            <a:ext cx="10966704" cy="3063240"/>
          </a:xfrm>
        </p:spPr>
        <p:txBody>
          <a:bodyPr wrap="square"/>
          <a:lstStyle/>
          <a:p>
            <a:pPr/>
            <a:r>
              <a:rPr sz="2800"/>
              <a:t>The loop is your code</a:t>
            </a:r>
          </a:p>
          <a:p>
            <a:pPr/>
            <a:r>
              <a:rPr sz="2800"/>
              <a:t>The descriptions are the model's manual</a:t>
            </a:r>
          </a:p>
          <a:p>
            <a:pPr/>
            <a:r>
              <a:rPr sz="2800"/>
              <a:t>Guardrails are boxes on this line</a:t>
            </a:r>
          </a:p>
        </p:txBody>
      </p:sp>
      <p:sp>
        <p:nvSpPr>
          <p:cNvPr id="4" name="Rounded Rectangle 3"/>
          <p:cNvSpPr/>
          <p:nvPr/>
        </p:nvSpPr>
        <p:spPr>
          <a:xfrm>
            <a:off x="61264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Trip request + tool descriptions</a:t>
            </a:r>
          </a:p>
        </p:txBody>
      </p:sp>
      <p:sp>
        <p:nvSpPr>
          <p:cNvPr id="5" name="Right Arrow 4"/>
          <p:cNvSpPr/>
          <p:nvPr/>
        </p:nvSpPr>
        <p:spPr>
          <a:xfrm>
            <a:off x="2152396"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09012"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call a tool, or answer</a:t>
            </a:r>
          </a:p>
        </p:txBody>
      </p:sp>
      <p:sp>
        <p:nvSpPr>
          <p:cNvPr id="7" name="Right Arrow 6"/>
          <p:cNvSpPr/>
          <p:nvPr/>
        </p:nvSpPr>
        <p:spPr>
          <a:xfrm>
            <a:off x="4048760"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5376"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runs the tool (weather, trails, conditions, campsites)</a:t>
            </a:r>
          </a:p>
        </p:txBody>
      </p:sp>
      <p:sp>
        <p:nvSpPr>
          <p:cNvPr id="9" name="Right Arrow 8"/>
          <p:cNvSpPr/>
          <p:nvPr/>
        </p:nvSpPr>
        <p:spPr>
          <a:xfrm>
            <a:off x="5945124"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1740"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Result appended to the conversation</a:t>
            </a:r>
          </a:p>
        </p:txBody>
      </p:sp>
      <p:sp>
        <p:nvSpPr>
          <p:cNvPr id="11" name="Right Arrow 10"/>
          <p:cNvSpPr/>
          <p:nvPr/>
        </p:nvSpPr>
        <p:spPr>
          <a:xfrm>
            <a:off x="7841488"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98104"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again, until it answers or hits the step budget</a:t>
            </a:r>
          </a:p>
        </p:txBody>
      </p:sp>
      <p:sp>
        <p:nvSpPr>
          <p:cNvPr id="13" name="Right Arrow 12"/>
          <p:cNvSpPr/>
          <p:nvPr/>
        </p:nvSpPr>
        <p:spPr>
          <a:xfrm>
            <a:off x="9737852" y="23454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094468" y="1737360"/>
            <a:ext cx="1484884" cy="15087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Itinerary + a full trace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RAG Fetches Before, an Agent Asks During</a:t>
            </a:r>
          </a:p>
        </p:txBody>
      </p:sp>
      <p:sp>
        <p:nvSpPr>
          <p:cNvPr id="3" name="Content Placeholder 2"/>
          <p:cNvSpPr>
            <a:spLocks noGrp="1"/>
          </p:cNvSpPr>
          <p:nvPr>
            <p:ph idx="1"/>
          </p:nvPr>
        </p:nvSpPr>
        <p:spPr>
          <a:xfrm>
            <a:off x="612648" y="2788920"/>
            <a:ext cx="10966704" cy="3749040"/>
          </a:xfrm>
        </p:spPr>
        <p:txBody>
          <a:bodyPr wrap="square"/>
          <a:lstStyle/>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05 RAG</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Question</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Your code retrieves context</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Model answers once</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Done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RAG Fetches Before, an Agent Asks During</a:t>
            </a:r>
          </a:p>
        </p:txBody>
      </p:sp>
      <p:sp>
        <p:nvSpPr>
          <p:cNvPr id="3" name="Content Placeholder 2"/>
          <p:cNvSpPr>
            <a:spLocks noGrp="1"/>
          </p:cNvSpPr>
          <p:nvPr>
            <p:ph idx="1"/>
          </p:nvPr>
        </p:nvSpPr>
        <p:spPr>
          <a:xfrm>
            <a:off x="612648" y="3886200"/>
            <a:ext cx="10966704" cy="2651760"/>
          </a:xfrm>
        </p:spPr>
        <p:txBody>
          <a:bodyPr wrap="square"/>
          <a:lstStyle/>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05 RAG</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Question</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Your code retrieves context</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Model answers once</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Done</a:t>
            </a:r>
          </a:p>
        </p:txBody>
      </p:sp>
      <p:sp>
        <p:nvSpPr>
          <p:cNvPr id="12" name="TextBox 11"/>
          <p:cNvSpPr txBox="1"/>
          <p:nvPr/>
        </p:nvSpPr>
        <p:spPr>
          <a:xfrm>
            <a:off x="612648" y="2834640"/>
            <a:ext cx="1371600" cy="822960"/>
          </a:xfrm>
          <a:prstGeom prst="rect">
            <a:avLst/>
          </a:prstGeom>
          <a:noFill/>
        </p:spPr>
        <p:txBody>
          <a:bodyPr wrap="square" anchor="ctr">
            <a:spAutoFit/>
          </a:bodyPr>
          <a:lstStyle/>
          <a:p>
            <a:r>
              <a:rPr sz="1400" i="1"/>
              <a:t>10 Agent</a:t>
            </a:r>
          </a:p>
        </p:txBody>
      </p:sp>
      <p:sp>
        <p:nvSpPr>
          <p:cNvPr id="13" name="Rounded Rectangle 12"/>
          <p:cNvSpPr/>
          <p:nvPr/>
        </p:nvSpPr>
        <p:spPr>
          <a:xfrm>
            <a:off x="2075688"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Request</a:t>
            </a:r>
          </a:p>
        </p:txBody>
      </p:sp>
      <p:sp>
        <p:nvSpPr>
          <p:cNvPr id="14" name="Right Arrow 13"/>
          <p:cNvSpPr/>
          <p:nvPr/>
        </p:nvSpPr>
        <p:spPr>
          <a:xfrm>
            <a:off x="3702100"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716"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for what it needs</a:t>
            </a:r>
          </a:p>
        </p:txBody>
      </p:sp>
      <p:sp>
        <p:nvSpPr>
          <p:cNvPr id="16" name="Right Arrow 15"/>
          <p:cNvSpPr/>
          <p:nvPr/>
        </p:nvSpPr>
        <p:spPr>
          <a:xfrm>
            <a:off x="5685129"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745"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fetches it</a:t>
            </a:r>
          </a:p>
        </p:txBody>
      </p:sp>
      <p:sp>
        <p:nvSpPr>
          <p:cNvPr id="18" name="Right Arrow 17"/>
          <p:cNvSpPr/>
          <p:nvPr/>
        </p:nvSpPr>
        <p:spPr>
          <a:xfrm>
            <a:off x="7668158"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774"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again, or answers</a:t>
            </a:r>
          </a:p>
        </p:txBody>
      </p:sp>
      <p:sp>
        <p:nvSpPr>
          <p:cNvPr id="20" name="Right Arrow 19"/>
          <p:cNvSpPr/>
          <p:nvPr/>
        </p:nvSpPr>
        <p:spPr>
          <a:xfrm>
            <a:off x="9651187"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803"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Done, after N turns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RAG Fetches Before, an Agent Asks During</a:t>
            </a:r>
          </a:p>
        </p:txBody>
      </p:sp>
      <p:sp>
        <p:nvSpPr>
          <p:cNvPr id="3" name="Content Placeholder 2"/>
          <p:cNvSpPr>
            <a:spLocks noGrp="1"/>
          </p:cNvSpPr>
          <p:nvPr>
            <p:ph idx="1"/>
          </p:nvPr>
        </p:nvSpPr>
        <p:spPr>
          <a:xfrm>
            <a:off x="612648" y="3886200"/>
            <a:ext cx="10966704" cy="2651760"/>
          </a:xfrm>
        </p:spPr>
        <p:txBody>
          <a:bodyPr wrap="square"/>
          <a:lstStyle/>
          <a:p>
            <a:pPr/>
            <a:r>
              <a:rPr sz="2800"/>
              <a:t>RAG: you pick the context, once · one call</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05 RAG</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Question</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Your code retrieves context</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Model answers once</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Done</a:t>
            </a:r>
          </a:p>
        </p:txBody>
      </p:sp>
      <p:sp>
        <p:nvSpPr>
          <p:cNvPr id="12" name="TextBox 11"/>
          <p:cNvSpPr txBox="1"/>
          <p:nvPr/>
        </p:nvSpPr>
        <p:spPr>
          <a:xfrm>
            <a:off x="612648" y="2834640"/>
            <a:ext cx="1371600" cy="822960"/>
          </a:xfrm>
          <a:prstGeom prst="rect">
            <a:avLst/>
          </a:prstGeom>
          <a:noFill/>
        </p:spPr>
        <p:txBody>
          <a:bodyPr wrap="square" anchor="ctr">
            <a:spAutoFit/>
          </a:bodyPr>
          <a:lstStyle/>
          <a:p>
            <a:r>
              <a:rPr sz="1400" i="1"/>
              <a:t>10 Agent</a:t>
            </a:r>
          </a:p>
        </p:txBody>
      </p:sp>
      <p:sp>
        <p:nvSpPr>
          <p:cNvPr id="13" name="Rounded Rectangle 12"/>
          <p:cNvSpPr/>
          <p:nvPr/>
        </p:nvSpPr>
        <p:spPr>
          <a:xfrm>
            <a:off x="2075688"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Request</a:t>
            </a:r>
          </a:p>
        </p:txBody>
      </p:sp>
      <p:sp>
        <p:nvSpPr>
          <p:cNvPr id="14" name="Right Arrow 13"/>
          <p:cNvSpPr/>
          <p:nvPr/>
        </p:nvSpPr>
        <p:spPr>
          <a:xfrm>
            <a:off x="3702100"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716"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for what it needs</a:t>
            </a:r>
          </a:p>
        </p:txBody>
      </p:sp>
      <p:sp>
        <p:nvSpPr>
          <p:cNvPr id="16" name="Right Arrow 15"/>
          <p:cNvSpPr/>
          <p:nvPr/>
        </p:nvSpPr>
        <p:spPr>
          <a:xfrm>
            <a:off x="5685129"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745"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fetches it</a:t>
            </a:r>
          </a:p>
        </p:txBody>
      </p:sp>
      <p:sp>
        <p:nvSpPr>
          <p:cNvPr id="18" name="Right Arrow 17"/>
          <p:cNvSpPr/>
          <p:nvPr/>
        </p:nvSpPr>
        <p:spPr>
          <a:xfrm>
            <a:off x="7668158"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774"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again, or answers</a:t>
            </a:r>
          </a:p>
        </p:txBody>
      </p:sp>
      <p:sp>
        <p:nvSpPr>
          <p:cNvPr id="20" name="Right Arrow 19"/>
          <p:cNvSpPr/>
          <p:nvPr/>
        </p:nvSpPr>
        <p:spPr>
          <a:xfrm>
            <a:off x="9651187"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803"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Done, after N turns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RAG Fetches Before, an Agent Asks During</a:t>
            </a:r>
          </a:p>
        </p:txBody>
      </p:sp>
      <p:sp>
        <p:nvSpPr>
          <p:cNvPr id="3" name="Content Placeholder 2"/>
          <p:cNvSpPr>
            <a:spLocks noGrp="1"/>
          </p:cNvSpPr>
          <p:nvPr>
            <p:ph idx="1"/>
          </p:nvPr>
        </p:nvSpPr>
        <p:spPr>
          <a:xfrm>
            <a:off x="612648" y="3886200"/>
            <a:ext cx="10966704" cy="2651760"/>
          </a:xfrm>
        </p:spPr>
        <p:txBody>
          <a:bodyPr wrap="square"/>
          <a:lstStyle/>
          <a:p>
            <a:pPr/>
            <a:r>
              <a:rPr sz="2800"/>
              <a:t>RAG: you pick the context, once · one call</a:t>
            </a:r>
          </a:p>
          <a:p>
            <a:pPr/>
            <a:r>
              <a:rPr sz="2800"/>
              <a:t>Agent: the model picks, repeatedly · N× the cost</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05 RAG</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Question</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Your code retrieves context</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Model answers once</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Done</a:t>
            </a:r>
          </a:p>
        </p:txBody>
      </p:sp>
      <p:sp>
        <p:nvSpPr>
          <p:cNvPr id="12" name="TextBox 11"/>
          <p:cNvSpPr txBox="1"/>
          <p:nvPr/>
        </p:nvSpPr>
        <p:spPr>
          <a:xfrm>
            <a:off x="612648" y="2834640"/>
            <a:ext cx="1371600" cy="822960"/>
          </a:xfrm>
          <a:prstGeom prst="rect">
            <a:avLst/>
          </a:prstGeom>
          <a:noFill/>
        </p:spPr>
        <p:txBody>
          <a:bodyPr wrap="square" anchor="ctr">
            <a:spAutoFit/>
          </a:bodyPr>
          <a:lstStyle/>
          <a:p>
            <a:r>
              <a:rPr sz="1400" i="1"/>
              <a:t>10 Agent</a:t>
            </a:r>
          </a:p>
        </p:txBody>
      </p:sp>
      <p:sp>
        <p:nvSpPr>
          <p:cNvPr id="13" name="Rounded Rectangle 12"/>
          <p:cNvSpPr/>
          <p:nvPr/>
        </p:nvSpPr>
        <p:spPr>
          <a:xfrm>
            <a:off x="2075688"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Request</a:t>
            </a:r>
          </a:p>
        </p:txBody>
      </p:sp>
      <p:sp>
        <p:nvSpPr>
          <p:cNvPr id="14" name="Right Arrow 13"/>
          <p:cNvSpPr/>
          <p:nvPr/>
        </p:nvSpPr>
        <p:spPr>
          <a:xfrm>
            <a:off x="3702100"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716"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for what it needs</a:t>
            </a:r>
          </a:p>
        </p:txBody>
      </p:sp>
      <p:sp>
        <p:nvSpPr>
          <p:cNvPr id="16" name="Right Arrow 15"/>
          <p:cNvSpPr/>
          <p:nvPr/>
        </p:nvSpPr>
        <p:spPr>
          <a:xfrm>
            <a:off x="5685129"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745"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fetches it</a:t>
            </a:r>
          </a:p>
        </p:txBody>
      </p:sp>
      <p:sp>
        <p:nvSpPr>
          <p:cNvPr id="18" name="Right Arrow 17"/>
          <p:cNvSpPr/>
          <p:nvPr/>
        </p:nvSpPr>
        <p:spPr>
          <a:xfrm>
            <a:off x="7668158"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774"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again, or answers</a:t>
            </a:r>
          </a:p>
        </p:txBody>
      </p:sp>
      <p:sp>
        <p:nvSpPr>
          <p:cNvPr id="20" name="Right Arrow 19"/>
          <p:cNvSpPr/>
          <p:nvPr/>
        </p:nvSpPr>
        <p:spPr>
          <a:xfrm>
            <a:off x="9651187"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803"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Done, after N turns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RAG Fetches Before, an Agent Asks During</a:t>
            </a:r>
          </a:p>
        </p:txBody>
      </p:sp>
      <p:sp>
        <p:nvSpPr>
          <p:cNvPr id="3" name="Content Placeholder 2"/>
          <p:cNvSpPr>
            <a:spLocks noGrp="1"/>
          </p:cNvSpPr>
          <p:nvPr>
            <p:ph idx="1"/>
          </p:nvPr>
        </p:nvSpPr>
        <p:spPr>
          <a:xfrm>
            <a:off x="612648" y="3886200"/>
            <a:ext cx="10966704" cy="2651760"/>
          </a:xfrm>
        </p:spPr>
        <p:txBody>
          <a:bodyPr wrap="square"/>
          <a:lstStyle/>
          <a:p>
            <a:pPr/>
            <a:r>
              <a:rPr sz="2800"/>
              <a:t>RAG: you pick the context, once · one call</a:t>
            </a:r>
          </a:p>
          <a:p>
            <a:pPr/>
            <a:r>
              <a:rPr sz="2800"/>
              <a:t>Agent: the model picks, repeatedly · N× the cost</a:t>
            </a:r>
          </a:p>
          <a:p>
            <a:pPr/>
            <a:r>
              <a:rPr sz="2800"/>
              <a:t>Can you name the context up front? Then RAG.</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05 RAG</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Question</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Your code retrieves context</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Model answers once</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Done</a:t>
            </a:r>
          </a:p>
        </p:txBody>
      </p:sp>
      <p:sp>
        <p:nvSpPr>
          <p:cNvPr id="12" name="TextBox 11"/>
          <p:cNvSpPr txBox="1"/>
          <p:nvPr/>
        </p:nvSpPr>
        <p:spPr>
          <a:xfrm>
            <a:off x="612648" y="2834640"/>
            <a:ext cx="1371600" cy="822960"/>
          </a:xfrm>
          <a:prstGeom prst="rect">
            <a:avLst/>
          </a:prstGeom>
          <a:noFill/>
        </p:spPr>
        <p:txBody>
          <a:bodyPr wrap="square" anchor="ctr">
            <a:spAutoFit/>
          </a:bodyPr>
          <a:lstStyle/>
          <a:p>
            <a:r>
              <a:rPr sz="1400" i="1"/>
              <a:t>10 Agent</a:t>
            </a:r>
          </a:p>
        </p:txBody>
      </p:sp>
      <p:sp>
        <p:nvSpPr>
          <p:cNvPr id="13" name="Rounded Rectangle 12"/>
          <p:cNvSpPr/>
          <p:nvPr/>
        </p:nvSpPr>
        <p:spPr>
          <a:xfrm>
            <a:off x="2075688"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Request</a:t>
            </a:r>
          </a:p>
        </p:txBody>
      </p:sp>
      <p:sp>
        <p:nvSpPr>
          <p:cNvPr id="14" name="Right Arrow 13"/>
          <p:cNvSpPr/>
          <p:nvPr/>
        </p:nvSpPr>
        <p:spPr>
          <a:xfrm>
            <a:off x="3702100"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716"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for what it needs</a:t>
            </a:r>
          </a:p>
        </p:txBody>
      </p:sp>
      <p:sp>
        <p:nvSpPr>
          <p:cNvPr id="16" name="Right Arrow 15"/>
          <p:cNvSpPr/>
          <p:nvPr/>
        </p:nvSpPr>
        <p:spPr>
          <a:xfrm>
            <a:off x="5685129"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745"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Your code fetches it</a:t>
            </a:r>
          </a:p>
        </p:txBody>
      </p:sp>
      <p:sp>
        <p:nvSpPr>
          <p:cNvPr id="18" name="Right Arrow 17"/>
          <p:cNvSpPr/>
          <p:nvPr/>
        </p:nvSpPr>
        <p:spPr>
          <a:xfrm>
            <a:off x="7668158"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774"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asks again, or answers</a:t>
            </a:r>
          </a:p>
        </p:txBody>
      </p:sp>
      <p:sp>
        <p:nvSpPr>
          <p:cNvPr id="20" name="Right Arrow 19"/>
          <p:cNvSpPr/>
          <p:nvPr/>
        </p:nvSpPr>
        <p:spPr>
          <a:xfrm>
            <a:off x="9651187" y="309981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803" y="2834640"/>
            <a:ext cx="157154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Done, after N turns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F10 Agentic Workflows</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Agentic Workflows · Demo: What to Watch</a:t>
            </a:r>
          </a:p>
        </p:txBody>
      </p:sp>
      <p:sp>
        <p:nvSpPr>
          <p:cNvPr id="3" name="Content Placeholder 2"/>
          <p:cNvSpPr>
            <a:spLocks noGrp="1"/>
          </p:cNvSpPr>
          <p:nvPr>
            <p:ph idx="1"/>
          </p:nvPr>
        </p:nvSpPr>
        <p:spPr>
          <a:xfrm>
            <a:off x="612648" y="1920240"/>
            <a:ext cx="10966704" cy="4617720"/>
          </a:xfrm>
        </p:spPr>
        <p:txBody>
          <a:bodyPr wrap="square"/>
          <a:lstStyle/>
          <a:p>
            <a:pPr/>
            <a:r>
              <a:rPr sz="2800"/>
              <a:t>❌ Plain completion: lovely, generic, books nothing</a:t>
            </a:r>
          </a:p>
          <a:p>
            <a:pPr/>
            <a:r>
              <a:rPr sz="2800"/>
              <a:t>Five C# methods · descriptions = the manual</a:t>
            </a:r>
          </a:p>
          <a:p>
            <a:pPr/>
            <a:r>
              <a:rPr sz="2800"/>
              <a:t>Weather → trails → conditions → around the washout</a:t>
            </a:r>
          </a:p>
          <a:p>
            <a:pPr/>
            <a:r>
              <a:rPr sz="2800"/>
              <a:t>It must discover: Sept 16 rain · the bridge</a:t>
            </a:r>
          </a:p>
          <a:p>
            <a:pPr/>
            <a:r>
              <a:rPr sz="2800"/>
              <a:t>Campsites full → it adapts</a:t>
            </a:r>
          </a:p>
          <a:p>
            <a:pPr/>
            <a:r>
              <a:rPr sz="2800"/>
              <a:t>The permit waits for a human yes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Lab 4: ~50 Minutes · Everyone</a:t>
            </a:r>
          </a:p>
        </p:txBody>
      </p:sp>
      <p:sp>
        <p:nvSpPr>
          <p:cNvPr id="3" name="Content Placeholder 2"/>
          <p:cNvSpPr>
            <a:spLocks noGrp="1"/>
          </p:cNvSpPr>
          <p:nvPr>
            <p:ph idx="1"/>
          </p:nvPr>
        </p:nvSpPr>
        <p:spPr>
          <a:xfrm>
            <a:off x="612648" y="1920240"/>
            <a:ext cx="10966704" cy="4617720"/>
          </a:xfrm>
        </p:spPr>
        <p:txBody>
          <a:bodyPr wrap="square"/>
          <a:lstStyle/>
          <a:p>
            <a:pPr/>
            <a:r>
              <a:rPr sz="2400">
                <a:latin typeface="Consolas"/>
              </a:rPr>
              <a:t>modules/M4-doing/F10-agentic-workflows/</a:t>
            </a:r>
          </a:p>
          <a:p>
            <a:pPr/>
            <a:r>
              <a:rPr sz="2400">
                <a:latin typeface="Consolas"/>
              </a:rPr>
              <a:t>http/azure.http</a:t>
            </a:r>
            <a:r>
              <a:rPr sz="2400"/>
              <a:t> — </a:t>
            </a:r>
            <a:r>
              <a:rPr sz="2400" b="1"/>
              <a:t>you are the loop</a:t>
            </a:r>
          </a:p>
          <a:p>
            <a:pPr/>
            <a:r>
              <a:rPr sz="2400"/>
              <a:t>Step 1: the two-tool round-trip, written for you</a:t>
            </a:r>
          </a:p>
          <a:p>
            <a:pPr/>
            <a:r>
              <a:rPr sz="2400"/>
              <a:t>Step 2: add </a:t>
            </a:r>
            <a:r>
              <a:rPr sz="2400">
                <a:latin typeface="Consolas"/>
              </a:rPr>
              <a:t>get_weather</a:t>
            </a:r>
            <a:r>
              <a:rPr sz="2400"/>
              <a:t> — do something about the 16th</a:t>
            </a:r>
          </a:p>
          <a:p>
            <a:pPr/>
            <a:r>
              <a:rPr sz="2400"/>
              <a:t>Step 3: </a:t>
            </a:r>
            <a:r>
              <a:rPr sz="2400">
                <a:latin typeface="Consolas"/>
              </a:rPr>
              <a:t>trail-0117</a:t>
            </a:r>
            <a:r>
              <a:rPr sz="2400"/>
              <a:t> — dropped, for a tool-given reason</a:t>
            </a:r>
          </a:p>
          <a:p>
            <a:pPr/>
            <a:r>
              <a:rPr sz="2400"/>
              <a:t>Stretch: the human gate before </a:t>
            </a:r>
            <a:r>
              <a:rPr sz="2400">
                <a:latin typeface="Consolas"/>
              </a:rPr>
              <a:t>request_permit</a:t>
            </a:r>
          </a:p>
          <a:p>
            <a:pPr/>
            <a:r>
              <a:rPr sz="2400">
                <a:latin typeface="Consolas"/>
              </a:rPr>
              <a:t>reference-transcript.md</a:t>
            </a:r>
            <a:r>
              <a:rPr sz="2400"/>
              <a:t> when it goes sideways. It will.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Agentic Workflows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state a goal, then do all the clicking themselves, across systems.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Agentic Workflows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state a goal, then do all the clicking themselves, across systems.</a:t>
            </a:r>
          </a:p>
          <a:p>
            <a:pPr>
              <a:spcAft>
                <a:spcPts val="1400"/>
              </a:spcAft>
            </a:pPr>
            <a:r>
              <a:rPr sz="2800" b="1"/>
              <a:t>Think:</a:t>
            </a:r>
            <a:r>
              <a:rPr sz="2800"/>
              <a:t> "Users state the goal in one sentence, the software does the clicking, and a human still signs off on anything that matters."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F10 · Agentic Workflows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state a goal, then do all the clicking themselves, across systems.</a:t>
            </a:r>
          </a:p>
          <a:p>
            <a:pPr>
              <a:spcAft>
                <a:spcPts val="1400"/>
              </a:spcAft>
            </a:pPr>
            <a:r>
              <a:rPr sz="2800" b="1"/>
              <a:t>Think:</a:t>
            </a:r>
            <a:r>
              <a:rPr sz="2800"/>
              <a:t> "Users state the goal in one sentence, the software does the clicking, and a human still signs off on anything that matters."</a:t>
            </a:r>
          </a:p>
          <a:p>
            <a:pPr>
              <a:spcAft>
                <a:spcPts val="1400"/>
              </a:spcAft>
            </a:pPr>
          </a:p>
          <a:p>
            <a:pPr>
              <a:spcAft>
                <a:spcPts val="1400"/>
              </a:spcAft>
            </a:pPr>
            <a:r>
              <a:rPr sz="2800" b="1"/>
              <a:t>Difficulty:</a:t>
            </a:r>
            <a:r>
              <a:rPr sz="2800"/>
              <a:t> </a:t>
            </a:r>
          </a:p>
        </p:txBody>
      </p:sp>
      <p:sp>
        <p:nvSpPr>
          <p:cNvPr id="4" name="Rounded Rectangle 3"/>
          <p:cNvSpPr/>
          <p:nvPr/>
        </p:nvSpPr>
        <p:spPr>
          <a:xfrm>
            <a:off x="2807208" y="4809744"/>
            <a:ext cx="256032" cy="256032"/>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54680" y="4608576"/>
            <a:ext cx="256032" cy="457200"/>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502152" y="4407408"/>
            <a:ext cx="256032" cy="658368"/>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Hard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Lab 4: Debrief</a:t>
            </a:r>
          </a:p>
        </p:txBody>
      </p:sp>
      <p:sp>
        <p:nvSpPr>
          <p:cNvPr id="3" name="Content Placeholder 2"/>
          <p:cNvSpPr>
            <a:spLocks noGrp="1"/>
          </p:cNvSpPr>
          <p:nvPr>
            <p:ph idx="1"/>
          </p:nvPr>
        </p:nvSpPr>
        <p:spPr>
          <a:xfrm>
            <a:off x="612648" y="1920240"/>
            <a:ext cx="10966704" cy="4617720"/>
          </a:xfrm>
        </p:spPr>
        <p:txBody>
          <a:bodyPr wrap="square"/>
          <a:lstStyle/>
          <a:p>
            <a:r>
              <a:t/>
            </a:r>
          </a:p>
          <a:p>
            <a:pPr/>
            <a:r>
              <a:rPr sz="2800"/>
              <a:t>How'd it go?				  Observations?			        Questions?</a:t>
            </a:r>
          </a:p>
        </p:txBody>
      </p:sp>
    </p:spTree>
  </p:cSld>
  <p:clrMapOvr>
    <a:masterClrMapping/>
  </p:clrMapOvr>
</p:sld>
</file>

<file path=ppt/theme/theme1.xml><?xml version="1.0" encoding="utf-8"?>
<a:theme xmlns:a="http://schemas.openxmlformats.org/drawingml/2006/main" name="Metropolitan">
  <a:themeElements>
    <a:clrScheme name="Custom 1">
      <a:dk1>
        <a:sysClr val="windowText" lastClr="000000"/>
      </a:dk1>
      <a:lt1>
        <a:sysClr val="window" lastClr="FFFFFF"/>
      </a:lt1>
      <a:dk2>
        <a:srgbClr val="162F33"/>
      </a:dk2>
      <a:lt2>
        <a:srgbClr val="EAF0E0"/>
      </a:lt2>
      <a:accent1>
        <a:srgbClr val="0072C6"/>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9FC66F1-1152-1545-A5C1-ABAAA7F2FAF2}">
  <we:reference id="wa200010725" version="1.0.0.1" store="en-US" storeType="OMEX"/>
  <we:alternateReferences>
    <we:reference id="WA200010725" version="1.0.0.1" store="WA200010725" storeType="OMEX"/>
  </we:alternateReferences>
  <we:properties>
    <we:property name="claude.fileId" value="&quot;c9fbb05a-0234-489e-a7de-af156d8ab24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98555</TotalTime>
  <Words>10437</Words>
  <Application>Microsoft Macintosh PowerPoint</Application>
  <PresentationFormat>Widescreen</PresentationFormat>
  <Paragraphs>1731</Paragraphs>
  <Slides>122</Slides>
  <Notes>91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122</vt:i4>
      </vt:variant>
    </vt:vector>
  </HeadingPairs>
  <TitlesOfParts>
    <vt:vector size="131" baseType="lpstr">
      <vt:lpstr>Calibri Light</vt:lpstr>
      <vt:lpstr>Segoe UI</vt:lpstr>
      <vt:lpstr>Calibri</vt:lpstr>
      <vt:lpstr>Consolas</vt:lpstr>
      <vt:lpstr>Arial</vt:lpstr>
      <vt:lpstr>Ink Free</vt:lpstr>
      <vt:lpstr>Komika Axis</vt:lpstr>
      <vt:lpstr>Google Sans</vt:lpstr>
      <vt:lpstr>Metropolitan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we can learn from  NASA’s Power of Ten  that will help us create  more reliable software</vt:lpstr>
      <vt:lpstr>Jonathan "J." Tower</vt:lpstr>
      <vt:lpstr>What Is  Mission-Critical Code?</vt:lpstr>
      <vt:lpstr>From the Moon…to the Hospital</vt:lpstr>
      <vt:lpstr>From Patients…to Money</vt:lpstr>
      <vt:lpstr>From Trading…to Your Shopping Cart</vt:lpstr>
      <vt:lpstr>Mission-Critical Code</vt:lpstr>
      <vt:lpstr>Mission-Critical Code</vt:lpstr>
      <vt:lpstr>Mission-Critical Code</vt:lpstr>
      <vt:lpstr>Mission-Critical Code</vt:lpstr>
      <vt:lpstr>Mission-Critical Code</vt:lpstr>
      <vt:lpstr>Mission-Critical Code</vt:lpstr>
      <vt:lpstr>Mission-Critical Code</vt:lpstr>
      <vt:lpstr>Mission-Critical Code</vt:lpstr>
      <vt:lpstr>Mission-Critical Code</vt:lpstr>
      <vt:lpstr>Mission-Critical Code</vt:lpstr>
      <vt:lpstr>Setting The Right Level</vt:lpstr>
      <vt:lpstr>Setting The Right Level</vt:lpstr>
      <vt:lpstr>Setting The Right Level</vt:lpstr>
      <vt:lpstr>Setting The Right Level</vt:lpstr>
      <vt:lpstr>Setting The Right Level</vt:lpstr>
      <vt:lpstr>History of Power of Ten</vt:lpstr>
      <vt:lpstr>PowerPoint Presentation</vt:lpstr>
      <vt:lpstr>PowerPoint Presentation</vt:lpstr>
      <vt:lpstr>Patterns in Mission-Critical Software Failures</vt:lpstr>
      <vt:lpstr>Power of Ten Was Meant to Produce</vt:lpstr>
      <vt:lpstr>The Original Power of Ten</vt:lpstr>
      <vt:lpstr>The Original Power of Ten</vt:lpstr>
      <vt:lpstr>The Original Power of Ten</vt:lpstr>
      <vt:lpstr>1. Restrict all code  to very simple  control flow  constructs</vt:lpstr>
      <vt:lpstr>Why Simple Control Flow?</vt:lpstr>
      <vt:lpstr>Anti-Pattern</vt:lpstr>
      <vt:lpstr>Pattern</vt:lpstr>
      <vt:lpstr>Pattern</vt:lpstr>
      <vt:lpstr>Pattern</vt:lpstr>
      <vt:lpstr>Pattern</vt:lpstr>
      <vt:lpstr>2. All loops must  have a fixed  upper-bound</vt:lpstr>
      <vt:lpstr>Why Bounded Loops?</vt:lpstr>
      <vt:lpstr>Anti-Pattern</vt:lpstr>
      <vt:lpstr>Anti-Pattern</vt:lpstr>
      <vt:lpstr>Anti-Pattern</vt:lpstr>
      <vt:lpstr>Pattern</vt:lpstr>
      <vt:lpstr>Anti-Pattern</vt:lpstr>
      <vt:lpstr>Pattern</vt:lpstr>
      <vt:lpstr>Pattern</vt:lpstr>
      <vt:lpstr>3. Do not use  dynamic memory  allocation after  initialization</vt:lpstr>
      <vt:lpstr>Why Limit Resource Usage?</vt:lpstr>
      <vt:lpstr>Anti-Pattern</vt:lpstr>
      <vt:lpstr>Anti-Pattern</vt:lpstr>
      <vt:lpstr>Anti-Pattern</vt:lpstr>
      <vt:lpstr>Anti-Pattern</vt:lpstr>
      <vt:lpstr>Anti-Pattern</vt:lpstr>
      <vt:lpstr>Pattern</vt:lpstr>
      <vt:lpstr>Pattern</vt:lpstr>
      <vt:lpstr>Pattern</vt:lpstr>
      <vt:lpstr>Pattern</vt:lpstr>
      <vt:lpstr>Pattern</vt:lpstr>
      <vt:lpstr>Pattern</vt:lpstr>
      <vt:lpstr>Pattern</vt:lpstr>
      <vt:lpstr>Anti-Pattern</vt:lpstr>
      <vt:lpstr>Pattern</vt:lpstr>
      <vt:lpstr>Pattern</vt:lpstr>
      <vt:lpstr>Stack vs Heap</vt:lpstr>
      <vt:lpstr>Stack vs Heap</vt:lpstr>
      <vt:lpstr>Stack vs Heap</vt:lpstr>
      <vt:lpstr>4. No function should  be longer than what  can be printed on a  single sheet of paper </vt:lpstr>
      <vt:lpstr>Why Short Functions?</vt:lpstr>
      <vt:lpstr>Anti-Pattern</vt:lpstr>
      <vt:lpstr>Anti-Pattern</vt:lpstr>
      <vt:lpstr>Anti-Pattern</vt:lpstr>
      <vt:lpstr>Pattern</vt:lpstr>
      <vt:lpstr>Pattern</vt:lpstr>
      <vt:lpstr>5. Assertion density  of the code should  average to a  minimum of two  per function</vt:lpstr>
      <vt:lpstr>Why Assertions?</vt:lpstr>
      <vt:lpstr>Anti-Pattern</vt:lpstr>
      <vt:lpstr>Anti-Pattern</vt:lpstr>
      <vt:lpstr>Anti-Pattern</vt:lpstr>
      <vt:lpstr>Pattern</vt:lpstr>
      <vt:lpstr>Pattern</vt:lpstr>
      <vt:lpstr>Pattern</vt:lpstr>
      <vt:lpstr>6. Data objects must be declared at the smallest possible level of scope</vt:lpstr>
      <vt:lpstr>Why Limit Data Scope?</vt:lpstr>
      <vt:lpstr>Anti-Pattern</vt:lpstr>
      <vt:lpstr>Pattern</vt:lpstr>
      <vt:lpstr>Anti-Pattern</vt:lpstr>
      <vt:lpstr>Pattern</vt:lpstr>
      <vt:lpstr>7. Return value of  non-void functions  and validity of  parameters must  be checked</vt:lpstr>
      <vt:lpstr>Why Return Success?</vt:lpstr>
      <vt:lpstr>Anti-Pattern</vt:lpstr>
      <vt:lpstr>Pattern</vt:lpstr>
      <vt:lpstr>Pattern</vt:lpstr>
      <vt:lpstr>8. The use of the  preprocessor must  be limited</vt:lpstr>
      <vt:lpstr>8. The use of the  preprocessor must  be limited</vt:lpstr>
      <vt:lpstr>8. The use of the  preprocessor must  be limited</vt:lpstr>
      <vt:lpstr>Why Limit Metaprogramming?</vt:lpstr>
      <vt:lpstr>Anti-Pattern</vt:lpstr>
      <vt:lpstr>Why Limit Metaprogramming?</vt:lpstr>
      <vt:lpstr>Why Limit Metaprogramming?</vt:lpstr>
      <vt:lpstr>Pattern</vt:lpstr>
      <vt:lpstr>9. Use of pointers  should be restricted</vt:lpstr>
      <vt:lpstr>9. Use of pointers  should be restricted</vt:lpstr>
      <vt:lpstr>9. Use of pointers  should be restricted</vt:lpstr>
      <vt:lpstr>Why Limit Indirection &amp; Dynamic Dispatch?</vt:lpstr>
      <vt:lpstr>Anti-Pattern</vt:lpstr>
      <vt:lpstr>Pattern</vt:lpstr>
      <vt:lpstr>Anti-Pattern</vt:lpstr>
      <vt:lpstr>Pattern</vt:lpstr>
      <vt:lpstr>10. Zero warnings,  most pedantic  setting; daily static  analysis</vt:lpstr>
      <vt:lpstr>Why Warnings and Static Analysis?</vt:lpstr>
      <vt:lpstr>Anti-Pattern</vt:lpstr>
      <vt:lpstr>Pattern</vt:lpstr>
      <vt:lpstr>Anti-Pattern</vt:lpstr>
      <vt:lpstr>Pattern</vt:lpstr>
      <vt:lpstr>Summing Up</vt:lpstr>
      <vt:lpstr>Thanks! Questions?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NASA's Power of Ten</dc:title>
  <dc:subject/>
  <dc:creator>Jonathan "J." Tower</dc:creator>
  <cp:keywords/>
  <dc:description/>
  <cp:lastModifiedBy>Jonathan "J." Tower</cp:lastModifiedBy>
  <cp:revision>6</cp:revision>
  <dcterms:created xsi:type="dcterms:W3CDTF">2022-03-22T12:15:23Z</dcterms:created>
  <dcterms:modified xsi:type="dcterms:W3CDTF">2026-07-23T19:39:51Z</dcterms:modified>
  <cp:category/>
</cp:coreProperties>
</file>