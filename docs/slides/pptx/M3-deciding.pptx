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124"/>
  </p:notesMasterIdLst>
  <p:sldIdLst>
    <p:sldId id="576" r:id="rId22"/>
    <p:sldId id="577" r:id="rId23"/>
    <p:sldId id="578" r:id="rId24"/>
    <p:sldId id="579" r:id="rId25"/>
    <p:sldId id="580" r:id="rId26"/>
    <p:sldId id="581" r:id="rId27"/>
    <p:sldId id="582" r:id="rId28"/>
    <p:sldId id="583" r:id="rId29"/>
    <p:sldId id="584" r:id="rId30"/>
    <p:sldId id="585" r:id="rId31"/>
    <p:sldId id="586" r:id="rId32"/>
    <p:sldId id="587" r:id="rId33"/>
    <p:sldId id="588" r:id="rId34"/>
    <p:sldId id="589" r:id="rId35"/>
    <p:sldId id="590" r:id="rId36"/>
    <p:sldId id="591" r:id="rId37"/>
    <p:sldId id="592" r:id="rId38"/>
    <p:sldId id="593" r:id="rId39"/>
    <p:sldId id="594" r:id="rId40"/>
    <p:sldId id="595" r:id="rId41"/>
    <p:sldId id="596" r:id="rId42"/>
    <p:sldId id="597" r:id="rId43"/>
    <p:sldId id="598" r:id="rId44"/>
    <p:sldId id="599" r:id="rId45"/>
    <p:sldId id="600" r:id="rId46"/>
    <p:sldId id="601" r:id="rId47"/>
    <p:sldId id="602" r:id="rId48"/>
    <p:sldId id="603" r:id="rId49"/>
    <p:sldId id="604" r:id="rId50"/>
    <p:sldId id="605" r:id="rId51"/>
    <p:sldId id="606" r:id="rId52"/>
    <p:sldId id="607" r:id="rId53"/>
    <p:sldId id="608" r:id="rId54"/>
    <p:sldId id="609" r:id="rId55"/>
    <p:sldId id="610" r:id="rId56"/>
    <p:sldId id="611" r:id="rId57"/>
    <p:sldId id="612" r:id="rId58"/>
    <p:sldId id="613" r:id="rId59"/>
    <p:sldId id="614" r:id="rId60"/>
    <p:sldId id="615" r:id="rId61"/>
    <p:sldId id="616" r:id="rId62"/>
    <p:sldId id="617" r:id="rId63"/>
    <p:sldId id="618" r:id="rId64"/>
    <p:sldId id="619" r:id="rId65"/>
    <p:sldId id="620" r:id="rId66"/>
    <p:sldId id="621" r:id="rId67"/>
    <p:sldId id="622" r:id="rId68"/>
    <p:sldId id="623" r:id="rId69"/>
    <p:sldId id="624" r:id="rId70"/>
    <p:sldId id="625" r:id="rId71"/>
  </p:sldIdLst>
  <p:sldSz cx="12192000" cy="6858000"/>
  <p:notesSz cx="6858000" cy="9144000"/>
  <p:embeddedFontLst>
    <p:embeddedFont>
      <p:font typeface="Consolas" panose="020B0609020204030204" pitchFamily="49" charset="0"/>
      <p:regular r:id="rId125"/>
      <p:bold r:id="rId126"/>
      <p:italic r:id="rId127"/>
      <p:boldItalic r:id="rId128"/>
    </p:embeddedFont>
    <p:embeddedFont>
      <p:font typeface="Ink Free" panose="03080402000500000000" pitchFamily="66" charset="0"/>
      <p:regular r:id="rId129"/>
    </p:embeddedFont>
    <p:embeddedFont>
      <p:font typeface="Segoe UI" panose="020B0502040204020203" pitchFamily="34" charset="0"/>
      <p:regular r:id="rId130"/>
      <p:bold r:id="rId131"/>
      <p:italic r:id="rId132"/>
      <p:boldItalic r:id="rId1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7DBD21-9376-BB4E-B00A-D0B46311259E}" v="32" dt="2026-07-23T19:12:50.0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70" autoAdjust="0"/>
    <p:restoredTop sz="66867" autoAdjust="0"/>
  </p:normalViewPr>
  <p:slideViewPr>
    <p:cSldViewPr snapToGrid="0">
      <p:cViewPr varScale="1">
        <p:scale>
          <a:sx n="101" d="100"/>
          <a:sy n="101" d="100"/>
        </p:scale>
        <p:origin x="20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21.xml"/><Relationship Id="rId39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2" Type="http://schemas.openxmlformats.org/officeDocument/2006/relationships/slide" Target="slides/slide25.xml"/><Relationship Id="rId43" Type="http://schemas.openxmlformats.org/officeDocument/2006/relationships/slide" Target="slides/slide26.xml"/><Relationship Id="rId44" Type="http://schemas.openxmlformats.org/officeDocument/2006/relationships/slide" Target="slides/slide27.xml"/><Relationship Id="rId45" Type="http://schemas.openxmlformats.org/officeDocument/2006/relationships/slide" Target="slides/slide28.xml"/><Relationship Id="rId46" Type="http://schemas.openxmlformats.org/officeDocument/2006/relationships/slide" Target="slides/slide29.xml"/><Relationship Id="rId47" Type="http://schemas.openxmlformats.org/officeDocument/2006/relationships/slide" Target="slides/slide30.xml"/><Relationship Id="rId48" Type="http://schemas.openxmlformats.org/officeDocument/2006/relationships/slide" Target="slides/slide31.xml"/><Relationship Id="rId49" Type="http://schemas.openxmlformats.org/officeDocument/2006/relationships/slide" Target="slides/slide32.xml"/><Relationship Id="rId50" Type="http://schemas.openxmlformats.org/officeDocument/2006/relationships/slide" Target="slides/slide33.xml"/><Relationship Id="rId51" Type="http://schemas.openxmlformats.org/officeDocument/2006/relationships/slide" Target="slides/slide34.xml"/><Relationship Id="rId52" Type="http://schemas.openxmlformats.org/officeDocument/2006/relationships/slide" Target="slides/slide35.xml"/><Relationship Id="rId53" Type="http://schemas.openxmlformats.org/officeDocument/2006/relationships/slide" Target="slides/slide36.xml"/><Relationship Id="rId54" Type="http://schemas.openxmlformats.org/officeDocument/2006/relationships/slide" Target="slides/slide37.xml"/><Relationship Id="rId55" Type="http://schemas.openxmlformats.org/officeDocument/2006/relationships/slide" Target="slides/slide38.xml"/><Relationship Id="rId56" Type="http://schemas.openxmlformats.org/officeDocument/2006/relationships/slide" Target="slides/slide39.xml"/><Relationship Id="rId57" Type="http://schemas.openxmlformats.org/officeDocument/2006/relationships/slide" Target="slides/slide40.xml"/><Relationship Id="rId58" Type="http://schemas.openxmlformats.org/officeDocument/2006/relationships/slide" Target="slides/slide41.xml"/><Relationship Id="rId59" Type="http://schemas.openxmlformats.org/officeDocument/2006/relationships/slide" Target="slides/slide42.xml"/><Relationship Id="rId60" Type="http://schemas.openxmlformats.org/officeDocument/2006/relationships/slide" Target="slides/slide43.xml"/><Relationship Id="rId61" Type="http://schemas.openxmlformats.org/officeDocument/2006/relationships/slide" Target="slides/slide44.xml"/><Relationship Id="rId62" Type="http://schemas.openxmlformats.org/officeDocument/2006/relationships/slide" Target="slides/slide45.xml"/><Relationship Id="rId63" Type="http://schemas.openxmlformats.org/officeDocument/2006/relationships/slide" Target="slides/slide46.xml"/><Relationship Id="rId64" Type="http://schemas.openxmlformats.org/officeDocument/2006/relationships/slide" Target="slides/slide47.xml"/><Relationship Id="rId65" Type="http://schemas.openxmlformats.org/officeDocument/2006/relationships/slide" Target="slides/slide48.xml"/><Relationship Id="rId66" Type="http://schemas.openxmlformats.org/officeDocument/2006/relationships/slide" Target="slides/slide49.xml"/><Relationship Id="rId67" Type="http://schemas.openxmlformats.org/officeDocument/2006/relationships/slide" Target="slides/slide50.xml"/><Relationship Id="rId68" Type="http://schemas.openxmlformats.org/officeDocument/2006/relationships/slide" Target="slides/slide51.xml"/><Relationship Id="rId69" Type="http://schemas.openxmlformats.org/officeDocument/2006/relationships/slide" Target="slides/slide52.xml"/><Relationship Id="rId70" Type="http://schemas.openxmlformats.org/officeDocument/2006/relationships/slide" Target="slides/slide53.xml"/><Relationship Id="rId71" Type="http://schemas.openxmlformats.org/officeDocument/2006/relationships/slide" Target="slides/slide54.xml"/><Relationship Id="rId124" Type="http://schemas.openxmlformats.org/officeDocument/2006/relationships/notesMaster" Target="notesMasters/notesMaster1.xml"/><Relationship Id="rId125" Type="http://schemas.openxmlformats.org/officeDocument/2006/relationships/font" Target="fonts/font1.fntdata"/><Relationship Id="rId126" Type="http://schemas.openxmlformats.org/officeDocument/2006/relationships/font" Target="fonts/font2.fntdata"/><Relationship Id="rId127" Type="http://schemas.openxmlformats.org/officeDocument/2006/relationships/font" Target="fonts/font3.fntdata"/><Relationship Id="rId128" Type="http://schemas.openxmlformats.org/officeDocument/2006/relationships/font" Target="fonts/font4.fntdata"/><Relationship Id="rId129" Type="http://schemas.openxmlformats.org/officeDocument/2006/relationships/font" Target="fonts/font5.fntdata"/><Relationship Id="rId130" Type="http://schemas.openxmlformats.org/officeDocument/2006/relationships/font" Target="fonts/font6.fntdata"/><Relationship Id="rId131" Type="http://schemas.openxmlformats.org/officeDocument/2006/relationships/font" Target="fonts/font7.fntdata"/><Relationship Id="rId132" Type="http://schemas.openxmlformats.org/officeDocument/2006/relationships/font" Target="fonts/font8.fntdata"/><Relationship Id="rId133" Type="http://schemas.openxmlformats.org/officeDocument/2006/relationships/font" Target="fonts/font9.fntdata"/><Relationship Id="rId134" Type="http://schemas.openxmlformats.org/officeDocument/2006/relationships/presProps" Target="presProps.xml"/><Relationship Id="rId135" Type="http://schemas.openxmlformats.org/officeDocument/2006/relationships/viewProps" Target="viewProps.xml"/><Relationship Id="rId136" Type="http://schemas.openxmlformats.org/officeDocument/2006/relationships/theme" Target="theme/theme1.xml"/><Relationship Id="rId137" Type="http://schemas.openxmlformats.org/officeDocument/2006/relationships/tableStyles" Target="tableStyles.xml"/><Relationship Id="rId138" Type="http://schemas.microsoft.com/office/2016/11/relationships/changesInfo" Target="changesInfos/changesInfo1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7-23T19:39:41.331" v="978"/>
      <pc:docMkLst>
        <pc:docMk/>
      </pc:docMkLst>
      <pc:sldChg chg="addSp delSp modSp mod">
        <pc:chgData name="J. Tower" userId="9d06de10716639e5" providerId="LiveId" clId="{F8931099-75CA-5660-A155-55881DF68D84}" dt="2026-07-22T17:34:15.803" v="298" actId="207"/>
        <pc:sldMkLst>
          <pc:docMk/>
          <pc:sldMk cId="1972911589" sldId="305"/>
        </pc:sldMkLst>
        <pc:spChg chg="mod">
          <ac:chgData name="J. Tower" userId="9d06de10716639e5" providerId="LiveId" clId="{F8931099-75CA-5660-A155-55881DF68D84}" dt="2026-07-22T17:34:15.803" v="298" actId="207"/>
          <ac:spMkLst>
            <pc:docMk/>
            <pc:sldMk cId="1972911589" sldId="305"/>
            <ac:spMk id="2" creationId="{E5422206-0EEA-0ED9-B408-CC3FB282F987}"/>
          </ac:spMkLst>
        </pc:spChg>
        <pc:spChg chg="add mod">
          <ac:chgData name="J. Tower" userId="9d06de10716639e5" providerId="LiveId" clId="{F8931099-75CA-5660-A155-55881DF68D84}" dt="2026-07-22T17:33:21.909" v="294" actId="1076"/>
          <ac:spMkLst>
            <pc:docMk/>
            <pc:sldMk cId="1972911589" sldId="305"/>
            <ac:spMk id="7" creationId="{F905BFAC-3397-4195-19D6-77090A9906CD}"/>
          </ac:spMkLst>
        </pc:spChg>
        <pc:spChg chg="del">
          <ac:chgData name="J. Tower" userId="9d06de10716639e5" providerId="LiveId" clId="{F8931099-75CA-5660-A155-55881DF68D84}" dt="2026-07-22T17:33:10.664" v="291" actId="478"/>
          <ac:spMkLst>
            <pc:docMk/>
            <pc:sldMk cId="1972911589" sldId="305"/>
            <ac:spMk id="11" creationId="{AA2DA1B6-C092-83BF-4A05-2991CE858D2C}"/>
          </ac:spMkLst>
        </pc:spChg>
        <pc:spChg chg="del">
          <ac:chgData name="J. Tower" userId="9d06de10716639e5" providerId="LiveId" clId="{F8931099-75CA-5660-A155-55881DF68D84}" dt="2026-07-22T17:33:10.664" v="291" actId="478"/>
          <ac:spMkLst>
            <pc:docMk/>
            <pc:sldMk cId="1972911589" sldId="305"/>
            <ac:spMk id="16" creationId="{01E0B7CA-1332-8CC2-521B-8B5D50A8E646}"/>
          </ac:spMkLst>
        </pc:spChg>
        <pc:spChg chg="add mod">
          <ac:chgData name="J. Tower" userId="9d06de10716639e5" providerId="LiveId" clId="{F8931099-75CA-5660-A155-55881DF68D84}" dt="2026-07-22T17:33:21.909" v="294" actId="1076"/>
          <ac:spMkLst>
            <pc:docMk/>
            <pc:sldMk cId="1972911589" sldId="305"/>
            <ac:spMk id="20" creationId="{A9AFE787-FB0C-EFB4-62F6-5DED5B34E76B}"/>
          </ac:spMkLst>
        </pc:spChg>
        <pc:spChg chg="mod">
          <ac:chgData name="J. Tower" userId="9d06de10716639e5" providerId="LiveId" clId="{F8931099-75CA-5660-A155-55881DF68D84}" dt="2026-07-22T17:33:12.402" v="292"/>
          <ac:spMkLst>
            <pc:docMk/>
            <pc:sldMk cId="1972911589" sldId="305"/>
            <ac:spMk id="23" creationId="{95680D52-7452-D141-3402-93ABDF35AD62}"/>
          </ac:spMkLst>
        </pc:spChg>
        <pc:grpChg chg="add mod">
          <ac:chgData name="J. Tower" userId="9d06de10716639e5" providerId="LiveId" clId="{F8931099-75CA-5660-A155-55881DF68D84}" dt="2026-07-22T17:33:21.909" v="294" actId="1076"/>
          <ac:grpSpMkLst>
            <pc:docMk/>
            <pc:sldMk cId="1972911589" sldId="305"/>
            <ac:grpSpMk id="21" creationId="{BDA97EEF-A042-AB7E-11A3-38DC3B16EAA9}"/>
          </ac:grpSpMkLst>
        </pc:grpChg>
        <pc:picChg chg="del">
          <ac:chgData name="J. Tower" userId="9d06de10716639e5" providerId="LiveId" clId="{F8931099-75CA-5660-A155-55881DF68D84}" dt="2026-07-22T17:33:10.664" v="291" actId="478"/>
          <ac:picMkLst>
            <pc:docMk/>
            <pc:sldMk cId="1972911589" sldId="305"/>
            <ac:picMk id="9" creationId="{E87FC25D-9B5D-6B5A-8D5A-74339A59A965}"/>
          </ac:picMkLst>
        </pc:picChg>
        <pc:picChg chg="mod">
          <ac:chgData name="J. Tower" userId="9d06de10716639e5" providerId="LiveId" clId="{F8931099-75CA-5660-A155-55881DF68D84}" dt="2026-07-22T17:33:12.402" v="292"/>
          <ac:picMkLst>
            <pc:docMk/>
            <pc:sldMk cId="1972911589" sldId="305"/>
            <ac:picMk id="22" creationId="{2574039F-009F-2A08-5BBB-486F5B4F0970}"/>
          </ac:picMkLst>
        </pc:picChg>
        <pc:picChg chg="mod">
          <ac:chgData name="J. Tower" userId="9d06de10716639e5" providerId="LiveId" clId="{F8931099-75CA-5660-A155-55881DF68D84}" dt="2026-07-22T17:33:12.402" v="292"/>
          <ac:picMkLst>
            <pc:docMk/>
            <pc:sldMk cId="1972911589" sldId="305"/>
            <ac:picMk id="24" creationId="{9D3F7610-2E9F-FF65-5DAD-4DA4EF603B46}"/>
          </ac:picMkLst>
        </pc:picChg>
      </pc:sldChg>
      <pc:sldChg chg="modSp mod">
        <pc:chgData name="J. Tower" userId="9d06de10716639e5" providerId="LiveId" clId="{F8931099-75CA-5660-A155-55881DF68D84}" dt="2026-07-22T17:30:12.011" v="226" actId="27636"/>
        <pc:sldMkLst>
          <pc:docMk/>
          <pc:sldMk cId="2598884527" sldId="456"/>
        </pc:sldMkLst>
        <pc:spChg chg="mod">
          <ac:chgData name="J. Tower" userId="9d06de10716639e5" providerId="LiveId" clId="{F8931099-75CA-5660-A155-55881DF68D84}" dt="2026-07-22T17:30:12.011" v="226" actId="27636"/>
          <ac:spMkLst>
            <pc:docMk/>
            <pc:sldMk cId="2598884527" sldId="456"/>
            <ac:spMk id="3" creationId="{158609D8-DD0B-4760-B11D-907664E37EB5}"/>
          </ac:spMkLst>
        </pc:spChg>
      </pc:sldChg>
      <pc:sldChg chg="addSp delSp modSp mod">
        <pc:chgData name="J. Tower" userId="9d06de10716639e5" providerId="LiveId" clId="{F8931099-75CA-5660-A155-55881DF68D84}" dt="2026-07-22T17:33:32.313" v="296"/>
        <pc:sldMkLst>
          <pc:docMk/>
          <pc:sldMk cId="934945236" sldId="540"/>
        </pc:sldMkLst>
        <pc:spChg chg="del">
          <ac:chgData name="J. Tower" userId="9d06de10716639e5" providerId="LiveId" clId="{F8931099-75CA-5660-A155-55881DF68D84}" dt="2026-07-22T17:33:31.967" v="295" actId="478"/>
          <ac:spMkLst>
            <pc:docMk/>
            <pc:sldMk cId="934945236" sldId="540"/>
            <ac:spMk id="2" creationId="{AD6CF2A6-BA24-E952-9C0B-429ECE9FD407}"/>
          </ac:spMkLst>
        </pc:spChg>
        <pc:spChg chg="del">
          <ac:chgData name="J. Tower" userId="9d06de10716639e5" providerId="LiveId" clId="{F8931099-75CA-5660-A155-55881DF68D84}" dt="2026-07-22T17:33:31.967" v="295" actId="478"/>
          <ac:spMkLst>
            <pc:docMk/>
            <pc:sldMk cId="934945236" sldId="540"/>
            <ac:spMk id="3" creationId="{B9981E71-45C3-1D3D-B7C9-4446DCE49357}"/>
          </ac:spMkLst>
        </pc:spChg>
        <pc:spChg chg="add 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5" creationId="{32F59F01-13CA-A538-EB00-C420909FADC1}"/>
          </ac:spMkLst>
        </pc:spChg>
        <pc:spChg chg="add 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7" creationId="{33E869C9-146B-DC31-A97B-A2F632A01FAF}"/>
          </ac:spMkLst>
        </pc:spChg>
        <pc:spChg chg="mod">
          <ac:chgData name="J. Tower" userId="9d06de10716639e5" providerId="LiveId" clId="{F8931099-75CA-5660-A155-55881DF68D84}" dt="2026-07-22T17:30:42.196" v="242" actId="20577"/>
          <ac:spMkLst>
            <pc:docMk/>
            <pc:sldMk cId="934945236" sldId="540"/>
            <ac:spMk id="9" creationId="{2CCFC013-6D9F-96DA-4013-3CA85BB1D357}"/>
          </ac:spMkLst>
        </pc:spChg>
        <pc:spChg chg="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22" creationId="{78756400-64DF-EB40-AC83-0458252B366C}"/>
          </ac:spMkLst>
        </pc:spChg>
        <pc:grpChg chg="add mod">
          <ac:chgData name="J. Tower" userId="9d06de10716639e5" providerId="LiveId" clId="{F8931099-75CA-5660-A155-55881DF68D84}" dt="2026-07-22T17:33:32.313" v="296"/>
          <ac:grpSpMkLst>
            <pc:docMk/>
            <pc:sldMk cId="934945236" sldId="540"/>
            <ac:grpSpMk id="13" creationId="{1B72D920-5FAD-6C7C-92E5-D7A6CD7728CE}"/>
          </ac:grpSpMkLst>
        </pc:grpChg>
        <pc:picChg chg="del">
          <ac:chgData name="J. Tower" userId="9d06de10716639e5" providerId="LiveId" clId="{F8931099-75CA-5660-A155-55881DF68D84}" dt="2026-07-22T17:33:31.967" v="295" actId="478"/>
          <ac:picMkLst>
            <pc:docMk/>
            <pc:sldMk cId="934945236" sldId="540"/>
            <ac:picMk id="4" creationId="{549E6445-9FE7-EBA8-1501-297CFEE7AE93}"/>
          </ac:picMkLst>
        </pc:picChg>
        <pc:picChg chg="mod">
          <ac:chgData name="J. Tower" userId="9d06de10716639e5" providerId="LiveId" clId="{F8931099-75CA-5660-A155-55881DF68D84}" dt="2026-07-22T17:33:32.313" v="296"/>
          <ac:picMkLst>
            <pc:docMk/>
            <pc:sldMk cId="934945236" sldId="540"/>
            <ac:picMk id="14" creationId="{587C4335-ECF3-9DD0-6A79-CCBE00793FFA}"/>
          </ac:picMkLst>
        </pc:picChg>
        <pc:picChg chg="mod">
          <ac:chgData name="J. Tower" userId="9d06de10716639e5" providerId="LiveId" clId="{F8931099-75CA-5660-A155-55881DF68D84}" dt="2026-07-22T17:33:32.313" v="296"/>
          <ac:picMkLst>
            <pc:docMk/>
            <pc:sldMk cId="934945236" sldId="540"/>
            <ac:picMk id="23" creationId="{2811BA38-866A-6911-EB15-652F44639437}"/>
          </ac:picMkLst>
        </pc:picChg>
      </pc:sldChg>
      <pc:sldChg chg="modSp mod">
        <pc:chgData name="J. Tower" userId="9d06de10716639e5" providerId="LiveId" clId="{F8931099-75CA-5660-A155-55881DF68D84}" dt="2026-07-22T17:35:04.115" v="302" actId="207"/>
        <pc:sldMkLst>
          <pc:docMk/>
          <pc:sldMk cId="2221029909" sldId="575"/>
        </pc:sldMkLst>
        <pc:spChg chg="mod">
          <ac:chgData name="J. Tower" userId="9d06de10716639e5" providerId="LiveId" clId="{F8931099-75CA-5660-A155-55881DF68D84}" dt="2026-07-22T17:35:04.115" v="302" actId="207"/>
          <ac:spMkLst>
            <pc:docMk/>
            <pc:sldMk cId="2221029909" sldId="575"/>
            <ac:spMk id="3" creationId="{4B92320E-39A1-8619-9101-65DEAF8C0097}"/>
          </ac:spMkLst>
        </pc:spChg>
      </pc:sldChg>
      <pc:sldChg chg="modNotesTx">
        <pc:chgData name="J. Tower" userId="9d06de10716639e5" providerId="LiveId" clId="{F8931099-75CA-5660-A155-55881DF68D84}" dt="2026-07-23T14:06:44.692" v="586" actId="20577"/>
        <pc:sldMkLst>
          <pc:docMk/>
          <pc:sldMk cId="4246035593" sldId="729"/>
        </pc:sldMkLst>
      </pc:sldChg>
      <pc:sldChg chg="modNotesTx">
        <pc:chgData name="J. Tower" userId="9d06de10716639e5" providerId="LiveId" clId="{F8931099-75CA-5660-A155-55881DF68D84}" dt="2026-07-23T14:05:53.736" v="576" actId="20577"/>
        <pc:sldMkLst>
          <pc:docMk/>
          <pc:sldMk cId="3205008461" sldId="855"/>
        </pc:sldMkLst>
      </pc:sldChg>
      <pc:sldChg chg="modNotesTx">
        <pc:chgData name="J. Tower" userId="9d06de10716639e5" providerId="LiveId" clId="{F8931099-75CA-5660-A155-55881DF68D84}" dt="2026-07-23T14:07:14.275" v="587" actId="113"/>
        <pc:sldMkLst>
          <pc:docMk/>
          <pc:sldMk cId="2736099825" sldId="856"/>
        </pc:sldMkLst>
      </pc:sldChg>
      <pc:sldChg chg="modNotesTx">
        <pc:chgData name="J. Tower" userId="9d06de10716639e5" providerId="LiveId" clId="{F8931099-75CA-5660-A155-55881DF68D84}" dt="2026-07-23T14:08:34.199" v="588" actId="113"/>
        <pc:sldMkLst>
          <pc:docMk/>
          <pc:sldMk cId="3447172628" sldId="863"/>
        </pc:sldMkLst>
      </pc:sldChg>
      <pc:sldChg chg="modSp mod">
        <pc:chgData name="J. Tower" userId="9d06de10716639e5" providerId="LiveId" clId="{F8931099-75CA-5660-A155-55881DF68D84}" dt="2026-07-22T17:28:07.252" v="128" actId="20577"/>
        <pc:sldMkLst>
          <pc:docMk/>
          <pc:sldMk cId="2032269521" sldId="880"/>
        </pc:sldMkLst>
        <pc:spChg chg="mod">
          <ac:chgData name="J. Tower" userId="9d06de10716639e5" providerId="LiveId" clId="{F8931099-75CA-5660-A155-55881DF68D84}" dt="2026-07-22T17:28:07.252" v="128" actId="20577"/>
          <ac:spMkLst>
            <pc:docMk/>
            <pc:sldMk cId="2032269521" sldId="880"/>
            <ac:spMk id="2" creationId="{A1DF4B6A-6893-86B6-9386-A995392A099A}"/>
          </ac:spMkLst>
        </pc:spChg>
      </pc:sldChg>
      <pc:sldChg chg="del">
        <pc:chgData name="J. Tower" userId="9d06de10716639e5" providerId="LiveId" clId="{F8931099-75CA-5660-A155-55881DF68D84}" dt="2026-07-23T19:25:07.127" v="924"/>
        <pc:sldMkLst>
          <pc:docMk/>
          <pc:sldMk cId="1885011996" sldId="881"/>
        </pc:sldMkLst>
      </pc:sldChg>
      <pc:sldChg chg="del">
        <pc:chgData name="J. Tower" userId="9d06de10716639e5" providerId="LiveId" clId="{F8931099-75CA-5660-A155-55881DF68D84}" dt="2026-07-23T14:43:21.676" v="890"/>
        <pc:sldMkLst>
          <pc:docMk/>
          <pc:sldMk cId="613446173" sldId="884"/>
        </pc:sldMkLst>
      </pc:sldChg>
      <pc:sldChg chg="del">
        <pc:chgData name="J. Tower" userId="9d06de10716639e5" providerId="LiveId" clId="{F8931099-75CA-5660-A155-55881DF68D84}" dt="2026-07-22T15:08:23.414" v="1"/>
        <pc:sldMkLst>
          <pc:docMk/>
          <pc:sldMk cId="3443821648" sldId="885"/>
        </pc:sldMkLst>
      </pc:sldChg>
      <pc:sldChg chg="del">
        <pc:chgData name="J. Tower" userId="9d06de10716639e5" providerId="LiveId" clId="{F8931099-75CA-5660-A155-55881DF68D84}" dt="2026-07-22T15:09:41.854" v="15"/>
        <pc:sldMkLst>
          <pc:docMk/>
          <pc:sldMk cId="2014264951" sldId="887"/>
        </pc:sldMkLst>
      </pc:sldChg>
      <pc:sldChg chg="del">
        <pc:chgData name="J. Tower" userId="9d06de10716639e5" providerId="LiveId" clId="{F8931099-75CA-5660-A155-55881DF68D84}" dt="2026-07-23T14:30:31.405" v="873"/>
        <pc:sldMkLst>
          <pc:docMk/>
          <pc:sldMk cId="2852340909" sldId="888"/>
        </pc:sldMkLst>
      </pc:sldChg>
      <pc:sldChg chg="del">
        <pc:chgData name="J. Tower" userId="9d06de10716639e5" providerId="LiveId" clId="{F8931099-75CA-5660-A155-55881DF68D84}" dt="2026-07-23T14:21:44.892" v="679"/>
        <pc:sldMkLst>
          <pc:docMk/>
          <pc:sldMk cId="2504112812" sldId="893"/>
        </pc:sldMkLst>
      </pc:sldChg>
      <pc:sldChg chg="del modNotesTx">
        <pc:chgData name="J. Tower" userId="9d06de10716639e5" providerId="LiveId" clId="{F8931099-75CA-5660-A155-55881DF68D84}" dt="2026-07-23T14:23:21.348" v="681"/>
        <pc:sldMkLst>
          <pc:docMk/>
          <pc:sldMk cId="2275922530" sldId="894"/>
        </pc:sldMkLst>
      </pc:sldChg>
      <pc:sldChg chg="del modNotesTx">
        <pc:chgData name="J. Tower" userId="9d06de10716639e5" providerId="LiveId" clId="{F8931099-75CA-5660-A155-55881DF68D84}" dt="2026-07-23T19:27:32.955" v="934"/>
        <pc:sldMkLst>
          <pc:docMk/>
          <pc:sldMk cId="555985146" sldId="896"/>
        </pc:sldMkLst>
      </pc:sldChg>
      <pc:sldChg chg="del">
        <pc:chgData name="J. Tower" userId="9d06de10716639e5" providerId="LiveId" clId="{F8931099-75CA-5660-A155-55881DF68D84}" dt="2026-07-23T19:28:36.102" v="940"/>
        <pc:sldMkLst>
          <pc:docMk/>
          <pc:sldMk cId="3480799871" sldId="897"/>
        </pc:sldMkLst>
      </pc:sldChg>
      <pc:sldChg chg="modSp">
        <pc:chgData name="J. Tower" userId="9d06de10716639e5" providerId="LiveId" clId="{F8931099-75CA-5660-A155-55881DF68D84}" dt="2026-07-23T14:14:09.789" v="641"/>
        <pc:sldMkLst>
          <pc:docMk/>
          <pc:sldMk cId="210841800" sldId="912"/>
        </pc:sldMkLst>
        <pc:spChg chg="mod">
          <ac:chgData name="J. Tower" userId="9d06de10716639e5" providerId="LiveId" clId="{F8931099-75CA-5660-A155-55881DF68D84}" dt="2026-07-23T14:14:09.789" v="641"/>
          <ac:spMkLst>
            <pc:docMk/>
            <pc:sldMk cId="210841800" sldId="912"/>
            <ac:spMk id="5" creationId="{12B2B7EF-28ED-3EF2-9492-8F584C9853E9}"/>
          </ac:spMkLst>
        </pc:spChg>
      </pc:sldChg>
      <pc:sldChg chg="modSp">
        <pc:chgData name="J. Tower" userId="9d06de10716639e5" providerId="LiveId" clId="{F8931099-75CA-5660-A155-55881DF68D84}" dt="2026-07-23T14:14:17.090" v="643"/>
        <pc:sldMkLst>
          <pc:docMk/>
          <pc:sldMk cId="553172039" sldId="913"/>
        </pc:sldMkLst>
        <pc:spChg chg="mod">
          <ac:chgData name="J. Tower" userId="9d06de10716639e5" providerId="LiveId" clId="{F8931099-75CA-5660-A155-55881DF68D84}" dt="2026-07-23T14:14:17.090" v="643"/>
          <ac:spMkLst>
            <pc:docMk/>
            <pc:sldMk cId="553172039" sldId="913"/>
            <ac:spMk id="5" creationId="{20EE34FD-0B17-CA36-6A6E-D8B546AA7554}"/>
          </ac:spMkLst>
        </pc:spChg>
      </pc:sldChg>
      <pc:sldChg chg="del">
        <pc:chgData name="J. Tower" userId="9d06de10716639e5" providerId="LiveId" clId="{F8931099-75CA-5660-A155-55881DF68D84}" dt="2026-07-22T17:35:36.639" v="303" actId="2696"/>
        <pc:sldMkLst>
          <pc:docMk/>
          <pc:sldMk cId="2460954310" sldId="914"/>
        </pc:sldMkLst>
      </pc:sldChg>
      <pc:sldChg chg="modSp">
        <pc:chgData name="J. Tower" userId="9d06de10716639e5" providerId="LiveId" clId="{F8931099-75CA-5660-A155-55881DF68D84}" dt="2026-07-23T14:15:47.668" v="673"/>
        <pc:sldMkLst>
          <pc:docMk/>
          <pc:sldMk cId="4249165283" sldId="916"/>
        </pc:sldMkLst>
        <pc:spChg chg="mod">
          <ac:chgData name="J. Tower" userId="9d06de10716639e5" providerId="LiveId" clId="{F8931099-75CA-5660-A155-55881DF68D84}" dt="2026-07-23T14:14:40.700" v="652"/>
          <ac:spMkLst>
            <pc:docMk/>
            <pc:sldMk cId="4249165283" sldId="916"/>
            <ac:spMk id="5" creationId="{8430E2AB-A6A0-879A-7940-5EE33DC3DCBC}"/>
          </ac:spMkLst>
        </pc:spChg>
        <pc:spChg chg="mod">
          <ac:chgData name="J. Tower" userId="9d06de10716639e5" providerId="LiveId" clId="{F8931099-75CA-5660-A155-55881DF68D84}" dt="2026-07-23T14:15:47.668" v="673"/>
          <ac:spMkLst>
            <pc:docMk/>
            <pc:sldMk cId="4249165283" sldId="916"/>
            <ac:spMk id="7" creationId="{69EDB736-88A0-F0D8-6696-4C639DADC2B4}"/>
          </ac:spMkLst>
        </pc:spChg>
      </pc:sldChg>
      <pc:sldChg chg="modNotesTx">
        <pc:chgData name="J. Tower" userId="9d06de10716639e5" providerId="LiveId" clId="{F8931099-75CA-5660-A155-55881DF68D84}" dt="2026-07-23T14:12:15.972" v="639" actId="20577"/>
        <pc:sldMkLst>
          <pc:docMk/>
          <pc:sldMk cId="2166782429" sldId="917"/>
        </pc:sldMkLst>
      </pc:sldChg>
      <pc:sldChg chg="modNotesTx">
        <pc:chgData name="J. Tower" userId="9d06de10716639e5" providerId="LiveId" clId="{F8931099-75CA-5660-A155-55881DF68D84}" dt="2026-07-23T14:12:48.353" v="640" actId="20577"/>
        <pc:sldMkLst>
          <pc:docMk/>
          <pc:sldMk cId="3030128795" sldId="918"/>
        </pc:sldMkLst>
      </pc:sldChg>
      <pc:sldChg chg="modSp">
        <pc:chgData name="J. Tower" userId="9d06de10716639e5" providerId="LiveId" clId="{F8931099-75CA-5660-A155-55881DF68D84}" dt="2026-07-23T14:14:13.543" v="642"/>
        <pc:sldMkLst>
          <pc:docMk/>
          <pc:sldMk cId="4102950063" sldId="920"/>
        </pc:sldMkLst>
        <pc:spChg chg="mod">
          <ac:chgData name="J. Tower" userId="9d06de10716639e5" providerId="LiveId" clId="{F8931099-75CA-5660-A155-55881DF68D84}" dt="2026-07-23T14:14:13.543" v="642"/>
          <ac:spMkLst>
            <pc:docMk/>
            <pc:sldMk cId="4102950063" sldId="920"/>
            <ac:spMk id="5" creationId="{4BCAD4E9-452A-7D8F-4017-609F3B2E6724}"/>
          </ac:spMkLst>
        </pc:spChg>
      </pc:sldChg>
      <pc:sldChg chg="modSp">
        <pc:chgData name="J. Tower" userId="9d06de10716639e5" providerId="LiveId" clId="{F8931099-75CA-5660-A155-55881DF68D84}" dt="2026-07-23T14:14:20.420" v="644"/>
        <pc:sldMkLst>
          <pc:docMk/>
          <pc:sldMk cId="3104105461" sldId="921"/>
        </pc:sldMkLst>
        <pc:spChg chg="mod">
          <ac:chgData name="J. Tower" userId="9d06de10716639e5" providerId="LiveId" clId="{F8931099-75CA-5660-A155-55881DF68D84}" dt="2026-07-23T14:14:20.420" v="644"/>
          <ac:spMkLst>
            <pc:docMk/>
            <pc:sldMk cId="3104105461" sldId="921"/>
            <ac:spMk id="5" creationId="{E81B21E8-72CE-E7C0-D716-20D2F9E8D740}"/>
          </ac:spMkLst>
        </pc:spChg>
      </pc:sldChg>
      <pc:sldChg chg="modSp">
        <pc:chgData name="J. Tower" userId="9d06de10716639e5" providerId="LiveId" clId="{F8931099-75CA-5660-A155-55881DF68D84}" dt="2026-07-23T14:14:23.910" v="645"/>
        <pc:sldMkLst>
          <pc:docMk/>
          <pc:sldMk cId="3892859101" sldId="922"/>
        </pc:sldMkLst>
        <pc:spChg chg="mod">
          <ac:chgData name="J. Tower" userId="9d06de10716639e5" providerId="LiveId" clId="{F8931099-75CA-5660-A155-55881DF68D84}" dt="2026-07-23T14:14:23.910" v="645"/>
          <ac:spMkLst>
            <pc:docMk/>
            <pc:sldMk cId="3892859101" sldId="922"/>
            <ac:spMk id="5" creationId="{75DBBF1D-963D-B40B-84D5-08FF7C205663}"/>
          </ac:spMkLst>
        </pc:spChg>
      </pc:sldChg>
      <pc:sldChg chg="modSp">
        <pc:chgData name="J. Tower" userId="9d06de10716639e5" providerId="LiveId" clId="{F8931099-75CA-5660-A155-55881DF68D84}" dt="2026-07-23T14:14:26.285" v="646"/>
        <pc:sldMkLst>
          <pc:docMk/>
          <pc:sldMk cId="394936117" sldId="923"/>
        </pc:sldMkLst>
        <pc:spChg chg="mod">
          <ac:chgData name="J. Tower" userId="9d06de10716639e5" providerId="LiveId" clId="{F8931099-75CA-5660-A155-55881DF68D84}" dt="2026-07-23T14:14:26.285" v="646"/>
          <ac:spMkLst>
            <pc:docMk/>
            <pc:sldMk cId="394936117" sldId="923"/>
            <ac:spMk id="5" creationId="{9332DA04-E04C-ABD2-04C1-FBFFDDF1A2F2}"/>
          </ac:spMkLst>
        </pc:spChg>
      </pc:sldChg>
      <pc:sldChg chg="modSp mod">
        <pc:chgData name="J. Tower" userId="9d06de10716639e5" providerId="LiveId" clId="{F8931099-75CA-5660-A155-55881DF68D84}" dt="2026-07-23T14:14:30.559" v="649"/>
        <pc:sldMkLst>
          <pc:docMk/>
          <pc:sldMk cId="44498495" sldId="925"/>
        </pc:sldMkLst>
        <pc:spChg chg="mod">
          <ac:chgData name="J. Tower" userId="9d06de10716639e5" providerId="LiveId" clId="{F8931099-75CA-5660-A155-55881DF68D84}" dt="2026-07-23T14:14:30.559" v="649"/>
          <ac:spMkLst>
            <pc:docMk/>
            <pc:sldMk cId="44498495" sldId="925"/>
            <ac:spMk id="5" creationId="{499B2C90-7514-5A97-1D62-64AAAEA6D7F1}"/>
          </ac:spMkLst>
        </pc:spChg>
      </pc:sldChg>
      <pc:sldChg chg="modSp">
        <pc:chgData name="J. Tower" userId="9d06de10716639e5" providerId="LiveId" clId="{F8931099-75CA-5660-A155-55881DF68D84}" dt="2026-07-23T14:14:33.850" v="650"/>
        <pc:sldMkLst>
          <pc:docMk/>
          <pc:sldMk cId="2363967969" sldId="926"/>
        </pc:sldMkLst>
        <pc:spChg chg="mod">
          <ac:chgData name="J. Tower" userId="9d06de10716639e5" providerId="LiveId" clId="{F8931099-75CA-5660-A155-55881DF68D84}" dt="2026-07-23T14:14:33.850" v="650"/>
          <ac:spMkLst>
            <pc:docMk/>
            <pc:sldMk cId="2363967969" sldId="926"/>
            <ac:spMk id="5" creationId="{01C770F8-4241-734F-2A97-5194B9D0DCD3}"/>
          </ac:spMkLst>
        </pc:spChg>
      </pc:sldChg>
      <pc:sldChg chg="modSp mod">
        <pc:chgData name="J. Tower" userId="9d06de10716639e5" providerId="LiveId" clId="{F8931099-75CA-5660-A155-55881DF68D84}" dt="2026-07-23T14:15:41.904" v="672" actId="20577"/>
        <pc:sldMkLst>
          <pc:docMk/>
          <pc:sldMk cId="454019570" sldId="927"/>
        </pc:sldMkLst>
        <pc:spChg chg="mod">
          <ac:chgData name="J. Tower" userId="9d06de10716639e5" providerId="LiveId" clId="{F8931099-75CA-5660-A155-55881DF68D84}" dt="2026-07-23T14:14:37.352" v="651"/>
          <ac:spMkLst>
            <pc:docMk/>
            <pc:sldMk cId="454019570" sldId="927"/>
            <ac:spMk id="5" creationId="{ABD02729-B4ED-687A-671E-C067EBA4B5BD}"/>
          </ac:spMkLst>
        </pc:spChg>
        <pc:spChg chg="mod">
          <ac:chgData name="J. Tower" userId="9d06de10716639e5" providerId="LiveId" clId="{F8931099-75CA-5660-A155-55881DF68D84}" dt="2026-07-23T14:15:41.904" v="672" actId="20577"/>
          <ac:spMkLst>
            <pc:docMk/>
            <pc:sldMk cId="454019570" sldId="927"/>
            <ac:spMk id="7" creationId="{013BF725-4253-78ED-B328-4710A7D019B2}"/>
          </ac:spMkLst>
        </pc:spChg>
      </pc:sldChg>
      <pc:sldChg chg="del">
        <pc:chgData name="J. Tower" userId="9d06de10716639e5" providerId="LiveId" clId="{F8931099-75CA-5660-A155-55881DF68D84}" dt="2026-07-23T19:26:49.032" v="930"/>
        <pc:sldMkLst>
          <pc:docMk/>
          <pc:sldMk cId="1511208586" sldId="931"/>
        </pc:sldMkLst>
      </pc:sldChg>
      <pc:sldChg chg="del">
        <pc:chgData name="J. Tower" userId="9d06de10716639e5" providerId="LiveId" clId="{F8931099-75CA-5660-A155-55881DF68D84}" dt="2026-07-23T19:27:11.316" v="932"/>
        <pc:sldMkLst>
          <pc:docMk/>
          <pc:sldMk cId="1254007352" sldId="932"/>
        </pc:sldMkLst>
      </pc:sldChg>
      <pc:sldChg chg="del">
        <pc:chgData name="J. Tower" userId="9d06de10716639e5" providerId="LiveId" clId="{F8931099-75CA-5660-A155-55881DF68D84}" dt="2026-07-23T19:26:07.661" v="926"/>
        <pc:sldMkLst>
          <pc:docMk/>
          <pc:sldMk cId="4087115035" sldId="933"/>
        </pc:sldMkLst>
      </pc:sldChg>
      <pc:sldChg chg="del">
        <pc:chgData name="J. Tower" userId="9d06de10716639e5" providerId="LiveId" clId="{F8931099-75CA-5660-A155-55881DF68D84}" dt="2026-07-23T19:26:28.663" v="928"/>
        <pc:sldMkLst>
          <pc:docMk/>
          <pc:sldMk cId="1838424444" sldId="935"/>
        </pc:sldMkLst>
      </pc:sldChg>
      <pc:sldChg chg="del">
        <pc:chgData name="J. Tower" userId="9d06de10716639e5" providerId="LiveId" clId="{F8931099-75CA-5660-A155-55881DF68D84}" dt="2026-07-23T19:29:42.597" v="946"/>
        <pc:sldMkLst>
          <pc:docMk/>
          <pc:sldMk cId="3681607655" sldId="936"/>
        </pc:sldMkLst>
      </pc:sldChg>
      <pc:sldChg chg="del">
        <pc:chgData name="J. Tower" userId="9d06de10716639e5" providerId="LiveId" clId="{F8931099-75CA-5660-A155-55881DF68D84}" dt="2026-07-23T19:30:02.075" v="948"/>
        <pc:sldMkLst>
          <pc:docMk/>
          <pc:sldMk cId="2296336208" sldId="937"/>
        </pc:sldMkLst>
      </pc:sldChg>
      <pc:sldChg chg="modSp del mod">
        <pc:chgData name="J. Tower" userId="9d06de10716639e5" providerId="LiveId" clId="{F8931099-75CA-5660-A155-55881DF68D84}" dt="2026-07-23T19:31:23.827" v="954"/>
        <pc:sldMkLst>
          <pc:docMk/>
          <pc:sldMk cId="51673440" sldId="938"/>
        </pc:sldMkLst>
        <pc:spChg chg="mod">
          <ac:chgData name="J. Tower" userId="9d06de10716639e5" providerId="LiveId" clId="{F8931099-75CA-5660-A155-55881DF68D84}" dt="2026-07-22T15:13:49.002" v="23" actId="20577"/>
          <ac:spMkLst>
            <pc:docMk/>
            <pc:sldMk cId="51673440" sldId="938"/>
            <ac:spMk id="2" creationId="{D1C651DE-92FE-AD5B-D925-9C24CB3059D2}"/>
          </ac:spMkLst>
        </pc:spChg>
      </pc:sldChg>
      <pc:sldChg chg="del">
        <pc:chgData name="J. Tower" userId="9d06de10716639e5" providerId="LiveId" clId="{F8931099-75CA-5660-A155-55881DF68D84}" dt="2026-07-23T19:31:44.788" v="956"/>
        <pc:sldMkLst>
          <pc:docMk/>
          <pc:sldMk cId="586042726" sldId="939"/>
        </pc:sldMkLst>
      </pc:sldChg>
      <pc:sldChg chg="del">
        <pc:chgData name="J. Tower" userId="9d06de10716639e5" providerId="LiveId" clId="{F8931099-75CA-5660-A155-55881DF68D84}" dt="2026-07-23T19:32:25.231" v="960"/>
        <pc:sldMkLst>
          <pc:docMk/>
          <pc:sldMk cId="1798226156" sldId="940"/>
        </pc:sldMkLst>
      </pc:sldChg>
      <pc:sldChg chg="del">
        <pc:chgData name="J. Tower" userId="9d06de10716639e5" providerId="LiveId" clId="{F8931099-75CA-5660-A155-55881DF68D84}" dt="2026-07-23T19:32:44.639" v="962"/>
        <pc:sldMkLst>
          <pc:docMk/>
          <pc:sldMk cId="1072179456" sldId="941"/>
        </pc:sldMkLst>
      </pc:sldChg>
      <pc:sldChg chg="del">
        <pc:chgData name="J. Tower" userId="9d06de10716639e5" providerId="LiveId" clId="{F8931099-75CA-5660-A155-55881DF68D84}" dt="2026-07-23T19:34:24.749" v="972"/>
        <pc:sldMkLst>
          <pc:docMk/>
          <pc:sldMk cId="3761668633" sldId="942"/>
        </pc:sldMkLst>
      </pc:sldChg>
      <pc:sldChg chg="del">
        <pc:chgData name="J. Tower" userId="9d06de10716639e5" providerId="LiveId" clId="{F8931099-75CA-5660-A155-55881DF68D84}" dt="2026-07-23T19:34:47.087" v="974"/>
        <pc:sldMkLst>
          <pc:docMk/>
          <pc:sldMk cId="2400402955" sldId="943"/>
        </pc:sldMkLst>
      </pc:sldChg>
      <pc:sldChg chg="addSp delSp modSp mod">
        <pc:chgData name="J. Tower" userId="9d06de10716639e5" providerId="LiveId" clId="{F8931099-75CA-5660-A155-55881DF68D84}" dt="2026-07-22T17:38:03.579" v="382" actId="478"/>
        <pc:sldMkLst>
          <pc:docMk/>
          <pc:sldMk cId="3598741161" sldId="945"/>
        </pc:sldMkLst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3" creationId="{8BEF8152-310C-70C0-921E-0730CD159ABF}"/>
          </ac:spMkLst>
        </pc:spChg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4" creationId="{BF1DBF5B-2B7F-C558-ACA9-5D80F89B633C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5" creationId="{00D21D3C-2501-9042-1C96-DAFD27E404F0}"/>
          </ac:spMkLst>
        </pc:spChg>
        <pc:spChg chg="mod">
          <ac:chgData name="J. Tower" userId="9d06de10716639e5" providerId="LiveId" clId="{F8931099-75CA-5660-A155-55881DF68D84}" dt="2026-07-22T17:38:00.580" v="381" actId="166"/>
          <ac:spMkLst>
            <pc:docMk/>
            <pc:sldMk cId="3598741161" sldId="945"/>
            <ac:spMk id="6" creationId="{06D4D8DF-EB84-5687-5C0C-4B201BC481B4}"/>
          </ac:spMkLst>
        </pc:spChg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7" creationId="{F64060AE-9F0E-A3B5-695C-9969730AB62C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8" creationId="{C2B8B17A-7DE8-2FFC-4A66-13ACFB64DA52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9" creationId="{CE4A4DB6-9B12-F287-406F-1608298B942F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0" creationId="{9C5B75E4-C547-A9E6-5387-F99815D4B279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1" creationId="{4188B749-D505-527F-9CBD-23806A33CDB5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2" creationId="{8C98A068-0AA9-53CF-B830-64312EEC0F83}"/>
          </ac:spMkLst>
        </pc:spChg>
      </pc:sldChg>
      <pc:sldChg chg="addSp delSp modSp mod">
        <pc:chgData name="J. Tower" userId="9d06de10716639e5" providerId="LiveId" clId="{F8931099-75CA-5660-A155-55881DF68D84}" dt="2026-07-23T14:16:12.622" v="675" actId="478"/>
        <pc:sldMkLst>
          <pc:docMk/>
          <pc:sldMk cId="3303466725" sldId="946"/>
        </pc:sldMkLst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3" creationId="{4638176F-53C9-4DDA-9D1F-1BDB5E7DE626}"/>
          </ac:spMkLst>
        </pc:spChg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4" creationId="{58DF62FD-74AF-9FDE-E1BD-3063E2E47C4E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5" creationId="{B06B6615-1789-3F9C-F197-850126F601AE}"/>
          </ac:spMkLst>
        </pc:spChg>
        <pc:spChg chg="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6" creationId="{5839A565-8096-18D9-D4AC-59AA63887D20}"/>
          </ac:spMkLst>
        </pc:spChg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7" creationId="{8C6D485C-C8C0-0726-FF75-5F9F1325506D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8" creationId="{40BB0544-355C-8F69-E4FC-588C7D91976C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9" creationId="{03B1D67A-D89E-607F-B96A-9D2C126433A4}"/>
          </ac:spMkLst>
        </pc:spChg>
      </pc:sldChg>
      <pc:sldChg chg="addSp delSp modSp mod">
        <pc:chgData name="J. Tower" userId="9d06de10716639e5" providerId="LiveId" clId="{F8931099-75CA-5660-A155-55881DF68D84}" dt="2026-07-22T17:37:13.320" v="318" actId="166"/>
        <pc:sldMkLst>
          <pc:docMk/>
          <pc:sldMk cId="2295188133" sldId="947"/>
        </pc:sldMkLst>
        <pc:spChg chg="mod">
          <ac:chgData name="J. Tower" userId="9d06de10716639e5" providerId="LiveId" clId="{F8931099-75CA-5660-A155-55881DF68D84}" dt="2026-07-22T17:37:04.227" v="316" actId="688"/>
          <ac:spMkLst>
            <pc:docMk/>
            <pc:sldMk cId="2295188133" sldId="947"/>
            <ac:spMk id="3" creationId="{A61B9C13-7DD9-0BAE-1BE5-351D72546389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4" creationId="{D9864F9A-EDFB-7C75-99F5-6CF5F390CBC3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5" creationId="{A4DE312F-CBB1-9C39-4AC4-034F3DD4AE6F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6" creationId="{8C5C6D94-006C-5585-A368-C78AEFCD8E0B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7" creationId="{DC1454EC-3BDA-9C37-83B6-032E76C2936A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8" creationId="{90F54E44-4A20-F9C9-6366-D61B770DC7C4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9" creationId="{0461C04A-977F-49D6-E0D1-3F34C680902C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0" creationId="{925A8223-3C52-A57C-9788-83E2847D0611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1" creationId="{B9080E2F-A4EE-FBFA-A94B-0751848C4549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2" creationId="{48B58109-7957-B3E3-E7EC-EA86BDAF5E30}"/>
          </ac:spMkLst>
        </pc:spChg>
        <pc:spChg chg="mod">
          <ac:chgData name="J. Tower" userId="9d06de10716639e5" providerId="LiveId" clId="{F8931099-75CA-5660-A155-55881DF68D84}" dt="2026-07-22T17:37:08.151" v="317" actId="688"/>
          <ac:spMkLst>
            <pc:docMk/>
            <pc:sldMk cId="2295188133" sldId="947"/>
            <ac:spMk id="15" creationId="{308E5376-C49C-AF05-8DCD-D14ADC6FA5FB}"/>
          </ac:spMkLst>
        </pc:spChg>
        <pc:spChg chg="mod">
          <ac:chgData name="J. Tower" userId="9d06de10716639e5" providerId="LiveId" clId="{F8931099-75CA-5660-A155-55881DF68D84}" dt="2026-07-22T17:37:13.320" v="318" actId="166"/>
          <ac:spMkLst>
            <pc:docMk/>
            <pc:sldMk cId="2295188133" sldId="947"/>
            <ac:spMk id="16" creationId="{8E168570-A169-1439-8CAD-0F83C2738163}"/>
          </ac:spMkLst>
        </pc:spChg>
      </pc:sldChg>
      <pc:sldChg chg="addSp delSp modSp mod">
        <pc:chgData name="J. Tower" userId="9d06de10716639e5" providerId="LiveId" clId="{F8931099-75CA-5660-A155-55881DF68D84}" dt="2026-07-22T17:38:53.942" v="474" actId="1038"/>
        <pc:sldMkLst>
          <pc:docMk/>
          <pc:sldMk cId="2554511693" sldId="948"/>
        </pc:sldMkLst>
        <pc:spChg chg="mod">
          <ac:chgData name="J. Tower" userId="9d06de10716639e5" providerId="LiveId" clId="{F8931099-75CA-5660-A155-55881DF68D84}" dt="2026-07-22T17:38:32.408" v="386" actId="688"/>
          <ac:spMkLst>
            <pc:docMk/>
            <pc:sldMk cId="2554511693" sldId="948"/>
            <ac:spMk id="3" creationId="{04ECA20F-40B9-4004-B45A-A1CE1FBCD449}"/>
          </ac:spMkLst>
        </pc:spChg>
        <pc:spChg chg="mod">
          <ac:chgData name="J. Tower" userId="9d06de10716639e5" providerId="LiveId" clId="{F8931099-75CA-5660-A155-55881DF68D84}" dt="2026-07-22T17:38:53.942" v="474" actId="1038"/>
          <ac:spMkLst>
            <pc:docMk/>
            <pc:sldMk cId="2554511693" sldId="948"/>
            <ac:spMk id="4" creationId="{D5969FCE-C23F-2F98-5F09-867D803AD13E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5" creationId="{3D5CF3B1-AF33-B624-0A15-23EC78D2462D}"/>
          </ac:spMkLst>
        </pc:spChg>
        <pc:spChg chg="mod">
          <ac:chgData name="J. Tower" userId="9d06de10716639e5" providerId="LiveId" clId="{F8931099-75CA-5660-A155-55881DF68D84}" dt="2026-07-22T17:38:53.942" v="474" actId="1038"/>
          <ac:spMkLst>
            <pc:docMk/>
            <pc:sldMk cId="2554511693" sldId="948"/>
            <ac:spMk id="6" creationId="{C2233E55-8D3F-6774-FBE2-0874E5028E71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7" creationId="{F6309353-74B2-360A-2D77-BA64572EF343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8" creationId="{D54EC427-A312-BFD9-1F8F-9B9367639C30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9" creationId="{F5922088-1A64-31C3-9EBB-07719C01EDA3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10" creationId="{2194168D-5925-17D9-318D-E4C58F9D4245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11" creationId="{80A04B14-1627-6D8D-2EBB-0D8925F7389C}"/>
          </ac:spMkLst>
        </pc:spChg>
        <pc:spChg chg="mod">
          <ac:chgData name="J. Tower" userId="9d06de10716639e5" providerId="LiveId" clId="{F8931099-75CA-5660-A155-55881DF68D84}" dt="2026-07-22T17:38:36.297" v="387" actId="688"/>
          <ac:spMkLst>
            <pc:docMk/>
            <pc:sldMk cId="2554511693" sldId="948"/>
            <ac:spMk id="15" creationId="{36D9602C-67DA-7FF2-597B-C846809EA735}"/>
          </ac:spMkLst>
        </pc:spChg>
        <pc:spChg chg="mod">
          <ac:chgData name="J. Tower" userId="9d06de10716639e5" providerId="LiveId" clId="{F8931099-75CA-5660-A155-55881DF68D84}" dt="2026-07-22T17:38:28.927" v="385" actId="166"/>
          <ac:spMkLst>
            <pc:docMk/>
            <pc:sldMk cId="2554511693" sldId="948"/>
            <ac:spMk id="16" creationId="{DDA5FB28-6503-8AA5-7248-4452B37E9A91}"/>
          </ac:spMkLst>
        </pc:spChg>
      </pc:sldChg>
      <pc:sldChg chg="del">
        <pc:chgData name="J. Tower" userId="9d06de10716639e5" providerId="LiveId" clId="{F8931099-75CA-5660-A155-55881DF68D84}" dt="2026-07-23T14:31:23.295" v="875"/>
        <pc:sldMkLst>
          <pc:docMk/>
          <pc:sldMk cId="3016990468" sldId="949"/>
        </pc:sldMkLst>
      </pc:sldChg>
      <pc:sldChg chg="del">
        <pc:chgData name="J. Tower" userId="9d06de10716639e5" providerId="LiveId" clId="{F8931099-75CA-5660-A155-55881DF68D84}" dt="2026-07-23T14:32:01.081" v="877"/>
        <pc:sldMkLst>
          <pc:docMk/>
          <pc:sldMk cId="2588110502" sldId="950"/>
        </pc:sldMkLst>
      </pc:sldChg>
      <pc:sldChg chg="del">
        <pc:chgData name="J. Tower" userId="9d06de10716639e5" providerId="LiveId" clId="{F8931099-75CA-5660-A155-55881DF68D84}" dt="2026-07-23T14:49:56.254" v="914"/>
        <pc:sldMkLst>
          <pc:docMk/>
          <pc:sldMk cId="9999961" sldId="951"/>
        </pc:sldMkLst>
      </pc:sldChg>
      <pc:sldChg chg="del">
        <pc:chgData name="J. Tower" userId="9d06de10716639e5" providerId="LiveId" clId="{F8931099-75CA-5660-A155-55881DF68D84}" dt="2026-07-23T14:50:32.874" v="916"/>
        <pc:sldMkLst>
          <pc:docMk/>
          <pc:sldMk cId="688783251" sldId="952"/>
        </pc:sldMkLst>
      </pc:sldChg>
      <pc:sldChg chg="del">
        <pc:chgData name="J. Tower" userId="9d06de10716639e5" providerId="LiveId" clId="{F8931099-75CA-5660-A155-55881DF68D84}" dt="2026-07-23T14:51:52.914" v="922"/>
        <pc:sldMkLst>
          <pc:docMk/>
          <pc:sldMk cId="2372623074" sldId="955"/>
        </pc:sldMkLst>
      </pc:sldChg>
      <pc:sldChg chg="del">
        <pc:chgData name="J. Tower" userId="9d06de10716639e5" providerId="LiveId" clId="{F8931099-75CA-5660-A155-55881DF68D84}" dt="2026-07-23T19:30:21" v="950"/>
        <pc:sldMkLst>
          <pc:docMk/>
          <pc:sldMk cId="1930113288" sldId="956"/>
        </pc:sldMkLst>
      </pc:sldChg>
      <pc:sldChg chg="del">
        <pc:chgData name="J. Tower" userId="9d06de10716639e5" providerId="LiveId" clId="{F8931099-75CA-5660-A155-55881DF68D84}" dt="2026-07-23T19:30:45.569" v="952"/>
        <pc:sldMkLst>
          <pc:docMk/>
          <pc:sldMk cId="349432613" sldId="957"/>
        </pc:sldMkLst>
      </pc:sldChg>
      <pc:sldChg chg="del">
        <pc:chgData name="J. Tower" userId="9d06de10716639e5" providerId="LiveId" clId="{F8931099-75CA-5660-A155-55881DF68D84}" dt="2026-07-23T19:32:03.488" v="958"/>
        <pc:sldMkLst>
          <pc:docMk/>
          <pc:sldMk cId="869461942" sldId="958"/>
        </pc:sldMkLst>
      </pc:sldChg>
      <pc:sldChg chg="del">
        <pc:chgData name="J. Tower" userId="9d06de10716639e5" providerId="LiveId" clId="{F8931099-75CA-5660-A155-55881DF68D84}" dt="2026-07-22T15:18:49.288" v="25"/>
        <pc:sldMkLst>
          <pc:docMk/>
          <pc:sldMk cId="970239318" sldId="959"/>
        </pc:sldMkLst>
      </pc:sldChg>
      <pc:sldChg chg="del">
        <pc:chgData name="J. Tower" userId="9d06de10716639e5" providerId="LiveId" clId="{F8931099-75CA-5660-A155-55881DF68D84}" dt="2026-07-23T19:33:23.998" v="966"/>
        <pc:sldMkLst>
          <pc:docMk/>
          <pc:sldMk cId="559650111" sldId="960"/>
        </pc:sldMkLst>
      </pc:sldChg>
      <pc:sldChg chg="del">
        <pc:chgData name="J. Tower" userId="9d06de10716639e5" providerId="LiveId" clId="{F8931099-75CA-5660-A155-55881DF68D84}" dt="2026-07-23T19:33:43.470" v="968"/>
        <pc:sldMkLst>
          <pc:docMk/>
          <pc:sldMk cId="1380243444" sldId="964"/>
        </pc:sldMkLst>
      </pc:sldChg>
      <pc:sldChg chg="modSp del mod">
        <pc:chgData name="J. Tower" userId="9d06de10716639e5" providerId="LiveId" clId="{F8931099-75CA-5660-A155-55881DF68D84}" dt="2026-07-23T19:34:03.191" v="970"/>
        <pc:sldMkLst>
          <pc:docMk/>
          <pc:sldMk cId="3375524048" sldId="965"/>
        </pc:sldMkLst>
        <pc:spChg chg="mod">
          <ac:chgData name="J. Tower" userId="9d06de10716639e5" providerId="LiveId" clId="{F8931099-75CA-5660-A155-55881DF68D84}" dt="2026-07-22T17:23:57.475" v="112" actId="20577"/>
          <ac:spMkLst>
            <pc:docMk/>
            <pc:sldMk cId="3375524048" sldId="965"/>
            <ac:spMk id="2" creationId="{38ED83D5-57EB-0B9B-E148-8C9D75C6438B}"/>
          </ac:spMkLst>
        </pc:spChg>
      </pc:sldChg>
      <pc:sldChg chg="del">
        <pc:chgData name="J. Tower" userId="9d06de10716639e5" providerId="LiveId" clId="{F8931099-75CA-5660-A155-55881DF68D84}" dt="2026-07-23T14:24:38.935" v="827"/>
        <pc:sldMkLst>
          <pc:docMk/>
          <pc:sldMk cId="3053302117" sldId="968"/>
        </pc:sldMkLst>
      </pc:sldChg>
      <pc:sldChg chg="del">
        <pc:chgData name="J. Tower" userId="9d06de10716639e5" providerId="LiveId" clId="{F8931099-75CA-5660-A155-55881DF68D84}" dt="2026-07-23T14:26:18.111" v="844"/>
        <pc:sldMkLst>
          <pc:docMk/>
          <pc:sldMk cId="501613534" sldId="969"/>
        </pc:sldMkLst>
      </pc:sldChg>
      <pc:sldChg chg="add del">
        <pc:chgData name="J. Tower" userId="9d06de10716639e5" providerId="LiveId" clId="{F8931099-75CA-5660-A155-55881DF68D84}" dt="2026-07-22T15:12:41.198" v="21"/>
        <pc:sldMkLst>
          <pc:docMk/>
          <pc:sldMk cId="2877731959" sldId="970"/>
        </pc:sldMkLst>
      </pc:sldChg>
      <pc:sldChg chg="del">
        <pc:chgData name="J. Tower" userId="9d06de10716639e5" providerId="LiveId" clId="{F8931099-75CA-5660-A155-55881DF68D84}" dt="2026-07-22T15:09:47.137" v="17"/>
        <pc:sldMkLst>
          <pc:docMk/>
          <pc:sldMk cId="3764582370" sldId="971"/>
        </pc:sldMkLst>
      </pc:sldChg>
      <pc:sldChg chg="del">
        <pc:chgData name="J. Tower" userId="9d06de10716639e5" providerId="LiveId" clId="{F8931099-75CA-5660-A155-55881DF68D84}" dt="2026-07-23T14:32:22.216" v="879"/>
        <pc:sldMkLst>
          <pc:docMk/>
          <pc:sldMk cId="2731366515" sldId="972"/>
        </pc:sldMkLst>
      </pc:sldChg>
      <pc:sldChg chg="del">
        <pc:chgData name="J. Tower" userId="9d06de10716639e5" providerId="LiveId" clId="{F8931099-75CA-5660-A155-55881DF68D84}" dt="2026-07-23T14:43:57.944" v="892"/>
        <pc:sldMkLst>
          <pc:docMk/>
          <pc:sldMk cId="2625973047" sldId="973"/>
        </pc:sldMkLst>
      </pc:sldChg>
      <pc:sldChg chg="del">
        <pc:chgData name="J. Tower" userId="9d06de10716639e5" providerId="LiveId" clId="{F8931099-75CA-5660-A155-55881DF68D84}" dt="2026-07-23T14:44:21.981" v="894"/>
        <pc:sldMkLst>
          <pc:docMk/>
          <pc:sldMk cId="1276698067" sldId="974"/>
        </pc:sldMkLst>
      </pc:sldChg>
      <pc:sldChg chg="del">
        <pc:chgData name="J. Tower" userId="9d06de10716639e5" providerId="LiveId" clId="{F8931099-75CA-5660-A155-55881DF68D84}" dt="2026-07-23T14:44:45.419" v="896"/>
        <pc:sldMkLst>
          <pc:docMk/>
          <pc:sldMk cId="1681806958" sldId="975"/>
        </pc:sldMkLst>
      </pc:sldChg>
      <pc:sldChg chg="del">
        <pc:chgData name="J. Tower" userId="9d06de10716639e5" providerId="LiveId" clId="{F8931099-75CA-5660-A155-55881DF68D84}" dt="2026-07-23T14:45:08.911" v="898"/>
        <pc:sldMkLst>
          <pc:docMk/>
          <pc:sldMk cId="2835129121" sldId="976"/>
        </pc:sldMkLst>
      </pc:sldChg>
      <pc:sldChg chg="del">
        <pc:chgData name="J. Tower" userId="9d06de10716639e5" providerId="LiveId" clId="{F8931099-75CA-5660-A155-55881DF68D84}" dt="2026-07-22T15:08:32.619" v="3"/>
        <pc:sldMkLst>
          <pc:docMk/>
          <pc:sldMk cId="3326777995" sldId="977"/>
        </pc:sldMkLst>
      </pc:sldChg>
      <pc:sldChg chg="del">
        <pc:chgData name="J. Tower" userId="9d06de10716639e5" providerId="LiveId" clId="{F8931099-75CA-5660-A155-55881DF68D84}" dt="2026-07-22T15:08:40.099" v="5"/>
        <pc:sldMkLst>
          <pc:docMk/>
          <pc:sldMk cId="1272709593" sldId="978"/>
        </pc:sldMkLst>
      </pc:sldChg>
      <pc:sldChg chg="del">
        <pc:chgData name="J. Tower" userId="9d06de10716639e5" providerId="LiveId" clId="{F8931099-75CA-5660-A155-55881DF68D84}" dt="2026-07-22T15:08:44.684" v="7"/>
        <pc:sldMkLst>
          <pc:docMk/>
          <pc:sldMk cId="4177593595" sldId="979"/>
        </pc:sldMkLst>
      </pc:sldChg>
      <pc:sldChg chg="del">
        <pc:chgData name="J. Tower" userId="9d06de10716639e5" providerId="LiveId" clId="{F8931099-75CA-5660-A155-55881DF68D84}" dt="2026-07-22T15:08:57.585" v="9"/>
        <pc:sldMkLst>
          <pc:docMk/>
          <pc:sldMk cId="2732213289" sldId="980"/>
        </pc:sldMkLst>
      </pc:sldChg>
      <pc:sldChg chg="del">
        <pc:chgData name="J. Tower" userId="9d06de10716639e5" providerId="LiveId" clId="{F8931099-75CA-5660-A155-55881DF68D84}" dt="2026-07-22T15:09:07.506" v="11"/>
        <pc:sldMkLst>
          <pc:docMk/>
          <pc:sldMk cId="2060202290" sldId="981"/>
        </pc:sldMkLst>
      </pc:sldChg>
      <pc:sldChg chg="del">
        <pc:chgData name="J. Tower" userId="9d06de10716639e5" providerId="LiveId" clId="{F8931099-75CA-5660-A155-55881DF68D84}" dt="2026-07-22T15:09:10.862" v="13"/>
        <pc:sldMkLst>
          <pc:docMk/>
          <pc:sldMk cId="2817854769" sldId="982"/>
        </pc:sldMkLst>
      </pc:sldChg>
      <pc:sldChg chg="del">
        <pc:chgData name="J. Tower" userId="9d06de10716639e5" providerId="LiveId" clId="{F8931099-75CA-5660-A155-55881DF68D84}" dt="2026-07-23T14:50:53.735" v="918"/>
        <pc:sldMkLst>
          <pc:docMk/>
          <pc:sldMk cId="845922992" sldId="983"/>
        </pc:sldMkLst>
      </pc:sldChg>
      <pc:sldChg chg="del">
        <pc:chgData name="J. Tower" userId="9d06de10716639e5" providerId="LiveId" clId="{F8931099-75CA-5660-A155-55881DF68D84}" dt="2026-07-23T14:51:32.291" v="920"/>
        <pc:sldMkLst>
          <pc:docMk/>
          <pc:sldMk cId="307283080" sldId="984"/>
        </pc:sldMkLst>
      </pc:sldChg>
      <pc:sldChg chg="del">
        <pc:chgData name="J. Tower" userId="9d06de10716639e5" providerId="LiveId" clId="{F8931099-75CA-5660-A155-55881DF68D84}" dt="2026-07-23T19:27:54.865" v="936"/>
        <pc:sldMkLst>
          <pc:docMk/>
          <pc:sldMk cId="2862623153" sldId="985"/>
        </pc:sldMkLst>
      </pc:sldChg>
      <pc:sldChg chg="del">
        <pc:chgData name="J. Tower" userId="9d06de10716639e5" providerId="LiveId" clId="{F8931099-75CA-5660-A155-55881DF68D84}" dt="2026-07-23T19:28:15.271" v="938"/>
        <pc:sldMkLst>
          <pc:docMk/>
          <pc:sldMk cId="959080444" sldId="986"/>
        </pc:sldMkLst>
      </pc:sldChg>
      <pc:sldChg chg="del">
        <pc:chgData name="J. Tower" userId="9d06de10716639e5" providerId="LiveId" clId="{F8931099-75CA-5660-A155-55881DF68D84}" dt="2026-07-23T19:28:55.725" v="942"/>
        <pc:sldMkLst>
          <pc:docMk/>
          <pc:sldMk cId="426978608" sldId="987"/>
        </pc:sldMkLst>
      </pc:sldChg>
      <pc:sldChg chg="del">
        <pc:chgData name="J. Tower" userId="9d06de10716639e5" providerId="LiveId" clId="{F8931099-75CA-5660-A155-55881DF68D84}" dt="2026-07-23T19:29:15.361" v="944"/>
        <pc:sldMkLst>
          <pc:docMk/>
          <pc:sldMk cId="2026769911" sldId="988"/>
        </pc:sldMkLst>
      </pc:sldChg>
      <pc:sldChg chg="del">
        <pc:chgData name="J. Tower" userId="9d06de10716639e5" providerId="LiveId" clId="{F8931099-75CA-5660-A155-55881DF68D84}" dt="2026-07-23T14:23:45.938" v="684" actId="2696"/>
        <pc:sldMkLst>
          <pc:docMk/>
          <pc:sldMk cId="589922249" sldId="990"/>
        </pc:sldMkLst>
      </pc:sldChg>
      <pc:sldChg chg="add del">
        <pc:chgData name="J. Tower" userId="9d06de10716639e5" providerId="LiveId" clId="{F8931099-75CA-5660-A155-55881DF68D84}" dt="2026-07-23T14:46:12.751" v="900"/>
        <pc:sldMkLst>
          <pc:docMk/>
          <pc:sldMk cId="798412512" sldId="993"/>
        </pc:sldMkLst>
      </pc:sldChg>
      <pc:sldChg chg="add del">
        <pc:chgData name="J. Tower" userId="9d06de10716639e5" providerId="LiveId" clId="{F8931099-75CA-5660-A155-55881DF68D84}" dt="2026-07-23T14:46:44.792" v="902"/>
        <pc:sldMkLst>
          <pc:docMk/>
          <pc:sldMk cId="3197260045" sldId="994"/>
        </pc:sldMkLst>
      </pc:sldChg>
      <pc:sldChg chg="add del">
        <pc:chgData name="J. Tower" userId="9d06de10716639e5" providerId="LiveId" clId="{F8931099-75CA-5660-A155-55881DF68D84}" dt="2026-07-23T14:47:11.206" v="904"/>
        <pc:sldMkLst>
          <pc:docMk/>
          <pc:sldMk cId="2928582378" sldId="995"/>
        </pc:sldMkLst>
      </pc:sldChg>
      <pc:sldChg chg="add del">
        <pc:chgData name="J. Tower" userId="9d06de10716639e5" providerId="LiveId" clId="{F8931099-75CA-5660-A155-55881DF68D84}" dt="2026-07-23T14:47:56.519" v="906"/>
        <pc:sldMkLst>
          <pc:docMk/>
          <pc:sldMk cId="956334858" sldId="996"/>
        </pc:sldMkLst>
      </pc:sldChg>
      <pc:sldChg chg="add del">
        <pc:chgData name="J. Tower" userId="9d06de10716639e5" providerId="LiveId" clId="{F8931099-75CA-5660-A155-55881DF68D84}" dt="2026-07-23T14:48:21.567" v="908"/>
        <pc:sldMkLst>
          <pc:docMk/>
          <pc:sldMk cId="180200022" sldId="997"/>
        </pc:sldMkLst>
      </pc:sldChg>
      <pc:sldChg chg="add del">
        <pc:chgData name="J. Tower" userId="9d06de10716639e5" providerId="LiveId" clId="{F8931099-75CA-5660-A155-55881DF68D84}" dt="2026-07-23T14:48:47.426" v="910"/>
        <pc:sldMkLst>
          <pc:docMk/>
          <pc:sldMk cId="1893142196" sldId="998"/>
        </pc:sldMkLst>
      </pc:sldChg>
      <pc:sldChg chg="add del">
        <pc:chgData name="J. Tower" userId="9d06de10716639e5" providerId="LiveId" clId="{F8931099-75CA-5660-A155-55881DF68D84}" dt="2026-07-23T14:49:23.290" v="912"/>
        <pc:sldMkLst>
          <pc:docMk/>
          <pc:sldMk cId="4252315377" sldId="999"/>
        </pc:sldMkLst>
      </pc:sldChg>
      <pc:sldChg chg="add del modNotesTx">
        <pc:chgData name="J. Tower" userId="9d06de10716639e5" providerId="LiveId" clId="{F8931099-75CA-5660-A155-55881DF68D84}" dt="2026-07-23T14:28:26.519" v="867"/>
        <pc:sldMkLst>
          <pc:docMk/>
          <pc:sldMk cId="2479003900" sldId="1000"/>
        </pc:sldMkLst>
      </pc:sldChg>
      <pc:sldChg chg="add del modNotesTx">
        <pc:chgData name="J. Tower" userId="9d06de10716639e5" providerId="LiveId" clId="{F8931099-75CA-5660-A155-55881DF68D84}" dt="2026-07-23T14:29:36.963" v="871"/>
        <pc:sldMkLst>
          <pc:docMk/>
          <pc:sldMk cId="3893776547" sldId="1001"/>
        </pc:sldMkLst>
      </pc:sldChg>
      <pc:sldChg chg="add del modNotesTx">
        <pc:chgData name="J. Tower" userId="9d06de10716639e5" providerId="LiveId" clId="{F8931099-75CA-5660-A155-55881DF68D84}" dt="2026-07-23T14:29:15.899" v="869"/>
        <pc:sldMkLst>
          <pc:docMk/>
          <pc:sldMk cId="110146681" sldId="1002"/>
        </pc:sldMkLst>
      </pc:sldChg>
      <pc:sldChg chg="add del">
        <pc:chgData name="J. Tower" userId="9d06de10716639e5" providerId="LiveId" clId="{F8931099-75CA-5660-A155-55881DF68D84}" dt="2026-07-23T19:33:04.656" v="964"/>
        <pc:sldMkLst>
          <pc:docMk/>
          <pc:sldMk cId="824133476" sldId="1003"/>
        </pc:sldMkLst>
      </pc:sldChg>
      <pc:sldChg chg="addSp modSp add del mod">
        <pc:chgData name="J. Tower" userId="9d06de10716639e5" providerId="LiveId" clId="{F8931099-75CA-5660-A155-55881DF68D84}" dt="2026-07-23T14:16:56.612" v="676" actId="2696"/>
        <pc:sldMkLst>
          <pc:docMk/>
          <pc:sldMk cId="960307442" sldId="1004"/>
        </pc:sldMkLst>
        <pc:spChg chg="add mod">
          <ac:chgData name="J. Tower" userId="9d06de10716639e5" providerId="LiveId" clId="{F8931099-75CA-5660-A155-55881DF68D84}" dt="2026-07-22T17:39:42.143" v="549" actId="207"/>
          <ac:spMkLst>
            <pc:docMk/>
            <pc:sldMk cId="960307442" sldId="1004"/>
            <ac:spMk id="5" creationId="{9185D80A-8581-3635-D7B7-6F2E20A50EF5}"/>
          </ac:spMkLst>
        </pc:spChg>
      </pc:sldChg>
      <pc:sldChg chg="modSp add mod ord">
        <pc:chgData name="J. Tower" userId="9d06de10716639e5" providerId="LiveId" clId="{F8931099-75CA-5660-A155-55881DF68D84}" dt="2026-07-22T17:42:34.901" v="556" actId="20578"/>
        <pc:sldMkLst>
          <pc:docMk/>
          <pc:sldMk cId="564184913" sldId="1005"/>
        </pc:sldMkLst>
        <pc:spChg chg="mod">
          <ac:chgData name="J. Tower" userId="9d06de10716639e5" providerId="LiveId" clId="{F8931099-75CA-5660-A155-55881DF68D84}" dt="2026-07-22T17:42:27.785" v="555" actId="20577"/>
          <ac:spMkLst>
            <pc:docMk/>
            <pc:sldMk cId="564184913" sldId="1005"/>
            <ac:spMk id="3" creationId="{738DCC90-7F97-4EB4-10A2-3956FCB0064D}"/>
          </ac:spMkLst>
        </pc:spChg>
      </pc:sldChg>
      <pc:sldChg chg="add">
        <pc:chgData name="J. Tower" userId="9d06de10716639e5" providerId="LiveId" clId="{F8931099-75CA-5660-A155-55881DF68D84}" dt="2026-07-23T14:16:08.676" v="674" actId="2890"/>
        <pc:sldMkLst>
          <pc:docMk/>
          <pc:sldMk cId="3211785631" sldId="1006"/>
        </pc:sldMkLst>
      </pc:sldChg>
      <pc:sldChg chg="add">
        <pc:chgData name="J. Tower" userId="9d06de10716639e5" providerId="LiveId" clId="{F8931099-75CA-5660-A155-55881DF68D84}" dt="2026-07-23T14:21:44.886" v="678"/>
        <pc:sldMkLst>
          <pc:docMk/>
          <pc:sldMk cId="823823958" sldId="1007"/>
        </pc:sldMkLst>
      </pc:sldChg>
      <pc:sldChg chg="add">
        <pc:chgData name="J. Tower" userId="9d06de10716639e5" providerId="LiveId" clId="{F8931099-75CA-5660-A155-55881DF68D84}" dt="2026-07-23T14:23:21.341" v="680"/>
        <pc:sldMkLst>
          <pc:docMk/>
          <pc:sldMk cId="4130276673" sldId="1008"/>
        </pc:sldMkLst>
      </pc:sldChg>
      <pc:sldChg chg="addSp modSp add mod modNotesTx">
        <pc:chgData name="J. Tower" userId="9d06de10716639e5" providerId="LiveId" clId="{F8931099-75CA-5660-A155-55881DF68D84}" dt="2026-07-23T14:24:55.656" v="842" actId="313"/>
        <pc:sldMkLst>
          <pc:docMk/>
          <pc:sldMk cId="2921239428" sldId="1009"/>
        </pc:sldMkLst>
        <pc:spChg chg="add mod">
          <ac:chgData name="J. Tower" userId="9d06de10716639e5" providerId="LiveId" clId="{F8931099-75CA-5660-A155-55881DF68D84}" dt="2026-07-23T14:23:44.095" v="683"/>
          <ac:spMkLst>
            <pc:docMk/>
            <pc:sldMk cId="2921239428" sldId="1009"/>
            <ac:spMk id="3" creationId="{D4B9B0FB-422F-347A-7D53-85663769E690}"/>
          </ac:spMkLst>
        </pc:spChg>
        <pc:spChg chg="add mod">
          <ac:chgData name="J. Tower" userId="9d06de10716639e5" providerId="LiveId" clId="{F8931099-75CA-5660-A155-55881DF68D84}" dt="2026-07-23T14:24:52.733" v="841" actId="313"/>
          <ac:spMkLst>
            <pc:docMk/>
            <pc:sldMk cId="2921239428" sldId="1009"/>
            <ac:spMk id="6" creationId="{A5D57921-30D6-B0B4-5A33-72FE7EA62756}"/>
          </ac:spMkLst>
        </pc:spChg>
        <pc:spChg chg="add mod">
          <ac:chgData name="J. Tower" userId="9d06de10716639e5" providerId="LiveId" clId="{F8931099-75CA-5660-A155-55881DF68D84}" dt="2026-07-23T14:23:44.095" v="683"/>
          <ac:spMkLst>
            <pc:docMk/>
            <pc:sldMk cId="2921239428" sldId="1009"/>
            <ac:spMk id="7" creationId="{94E19EF5-F7E9-BB2A-B5B5-1F550E8AD1F2}"/>
          </ac:spMkLst>
        </pc:spChg>
      </pc:sldChg>
      <pc:sldChg chg="add">
        <pc:chgData name="J. Tower" userId="9d06de10716639e5" providerId="LiveId" clId="{F8931099-75CA-5660-A155-55881DF68D84}" dt="2026-07-23T14:24:38.933" v="826"/>
        <pc:sldMkLst>
          <pc:docMk/>
          <pc:sldMk cId="2566835873" sldId="1010"/>
        </pc:sldMkLst>
      </pc:sldChg>
      <pc:sldChg chg="add">
        <pc:chgData name="J. Tower" userId="9d06de10716639e5" providerId="LiveId" clId="{F8931099-75CA-5660-A155-55881DF68D84}" dt="2026-07-23T14:26:18.109" v="843"/>
        <pc:sldMkLst>
          <pc:docMk/>
          <pc:sldMk cId="2500154418" sldId="1011"/>
        </pc:sldMkLst>
      </pc:sldChg>
      <pc:sldChg chg="add">
        <pc:chgData name="J. Tower" userId="9d06de10716639e5" providerId="LiveId" clId="{F8931099-75CA-5660-A155-55881DF68D84}" dt="2026-07-23T14:28:26.517" v="866"/>
        <pc:sldMkLst>
          <pc:docMk/>
          <pc:sldMk cId="802331092" sldId="1012"/>
        </pc:sldMkLst>
      </pc:sldChg>
      <pc:sldChg chg="add">
        <pc:chgData name="J. Tower" userId="9d06de10716639e5" providerId="LiveId" clId="{F8931099-75CA-5660-A155-55881DF68D84}" dt="2026-07-23T14:29:15.897" v="868"/>
        <pc:sldMkLst>
          <pc:docMk/>
          <pc:sldMk cId="59724984" sldId="1013"/>
        </pc:sldMkLst>
      </pc:sldChg>
      <pc:sldChg chg="add">
        <pc:chgData name="J. Tower" userId="9d06de10716639e5" providerId="LiveId" clId="{F8931099-75CA-5660-A155-55881DF68D84}" dt="2026-07-23T14:29:36.961" v="870"/>
        <pc:sldMkLst>
          <pc:docMk/>
          <pc:sldMk cId="1834747444" sldId="1014"/>
        </pc:sldMkLst>
      </pc:sldChg>
      <pc:sldChg chg="add modNotesTx">
        <pc:chgData name="J. Tower" userId="9d06de10716639e5" providerId="LiveId" clId="{F8931099-75CA-5660-A155-55881DF68D84}" dt="2026-07-23T14:33:50.376" v="880" actId="20577"/>
        <pc:sldMkLst>
          <pc:docMk/>
          <pc:sldMk cId="1119816949" sldId="1015"/>
        </pc:sldMkLst>
      </pc:sldChg>
      <pc:sldChg chg="add modNotesTx">
        <pc:chgData name="J. Tower" userId="9d06de10716639e5" providerId="LiveId" clId="{F8931099-75CA-5660-A155-55881DF68D84}" dt="2026-07-23T14:34:05.651" v="882" actId="20577"/>
        <pc:sldMkLst>
          <pc:docMk/>
          <pc:sldMk cId="2162509311" sldId="1016"/>
        </pc:sldMkLst>
      </pc:sldChg>
      <pc:sldChg chg="add modNotesTx">
        <pc:chgData name="J. Tower" userId="9d06de10716639e5" providerId="LiveId" clId="{F8931099-75CA-5660-A155-55881DF68D84}" dt="2026-07-23T14:34:16.828" v="884" actId="20577"/>
        <pc:sldMkLst>
          <pc:docMk/>
          <pc:sldMk cId="2736070910" sldId="1017"/>
        </pc:sldMkLst>
      </pc:sldChg>
      <pc:sldChg chg="add modNotesTx">
        <pc:chgData name="J. Tower" userId="9d06de10716639e5" providerId="LiveId" clId="{F8931099-75CA-5660-A155-55881DF68D84}" dt="2026-07-23T14:34:30.931" v="886" actId="20577"/>
        <pc:sldMkLst>
          <pc:docMk/>
          <pc:sldMk cId="1047169501" sldId="1018"/>
        </pc:sldMkLst>
      </pc:sldChg>
      <pc:sldChg chg="add">
        <pc:chgData name="J. Tower" userId="9d06de10716639e5" providerId="LiveId" clId="{F8931099-75CA-5660-A155-55881DF68D84}" dt="2026-07-23T14:43:21.674" v="889"/>
        <pc:sldMkLst>
          <pc:docMk/>
          <pc:sldMk cId="937264815" sldId="1019"/>
        </pc:sldMkLst>
      </pc:sldChg>
      <pc:sldChg chg="add">
        <pc:chgData name="J. Tower" userId="9d06de10716639e5" providerId="LiveId" clId="{F8931099-75CA-5660-A155-55881DF68D84}" dt="2026-07-23T14:43:57.942" v="891"/>
        <pc:sldMkLst>
          <pc:docMk/>
          <pc:sldMk cId="3508868225" sldId="1020"/>
        </pc:sldMkLst>
      </pc:sldChg>
      <pc:sldChg chg="add">
        <pc:chgData name="J. Tower" userId="9d06de10716639e5" providerId="LiveId" clId="{F8931099-75CA-5660-A155-55881DF68D84}" dt="2026-07-23T14:44:21.979" v="893"/>
        <pc:sldMkLst>
          <pc:docMk/>
          <pc:sldMk cId="2929215452" sldId="1021"/>
        </pc:sldMkLst>
      </pc:sldChg>
      <pc:sldChg chg="add">
        <pc:chgData name="J. Tower" userId="9d06de10716639e5" providerId="LiveId" clId="{F8931099-75CA-5660-A155-55881DF68D84}" dt="2026-07-23T14:44:45.417" v="895"/>
        <pc:sldMkLst>
          <pc:docMk/>
          <pc:sldMk cId="894853912" sldId="1022"/>
        </pc:sldMkLst>
      </pc:sldChg>
      <pc:sldChg chg="add">
        <pc:chgData name="J. Tower" userId="9d06de10716639e5" providerId="LiveId" clId="{F8931099-75CA-5660-A155-55881DF68D84}" dt="2026-07-23T14:45:08.909" v="897"/>
        <pc:sldMkLst>
          <pc:docMk/>
          <pc:sldMk cId="2315321067" sldId="1023"/>
        </pc:sldMkLst>
      </pc:sldChg>
      <pc:sldChg chg="add">
        <pc:chgData name="J. Tower" userId="9d06de10716639e5" providerId="LiveId" clId="{F8931099-75CA-5660-A155-55881DF68D84}" dt="2026-07-23T14:46:12.743" v="899"/>
        <pc:sldMkLst>
          <pc:docMk/>
          <pc:sldMk cId="3081219128" sldId="1024"/>
        </pc:sldMkLst>
      </pc:sldChg>
      <pc:sldChg chg="add">
        <pc:chgData name="J. Tower" userId="9d06de10716639e5" providerId="LiveId" clId="{F8931099-75CA-5660-A155-55881DF68D84}" dt="2026-07-23T14:46:44.790" v="901"/>
        <pc:sldMkLst>
          <pc:docMk/>
          <pc:sldMk cId="1406205258" sldId="1025"/>
        </pc:sldMkLst>
      </pc:sldChg>
      <pc:sldChg chg="add">
        <pc:chgData name="J. Tower" userId="9d06de10716639e5" providerId="LiveId" clId="{F8931099-75CA-5660-A155-55881DF68D84}" dt="2026-07-23T14:47:11.198" v="903"/>
        <pc:sldMkLst>
          <pc:docMk/>
          <pc:sldMk cId="3640525435" sldId="1026"/>
        </pc:sldMkLst>
      </pc:sldChg>
      <pc:sldChg chg="add">
        <pc:chgData name="J. Tower" userId="9d06de10716639e5" providerId="LiveId" clId="{F8931099-75CA-5660-A155-55881DF68D84}" dt="2026-07-23T14:47:56.517" v="905"/>
        <pc:sldMkLst>
          <pc:docMk/>
          <pc:sldMk cId="2836013283" sldId="1027"/>
        </pc:sldMkLst>
      </pc:sldChg>
      <pc:sldChg chg="add">
        <pc:chgData name="J. Tower" userId="9d06de10716639e5" providerId="LiveId" clId="{F8931099-75CA-5660-A155-55881DF68D84}" dt="2026-07-23T14:48:21.565" v="907"/>
        <pc:sldMkLst>
          <pc:docMk/>
          <pc:sldMk cId="674764231" sldId="1028"/>
        </pc:sldMkLst>
      </pc:sldChg>
      <pc:sldChg chg="add">
        <pc:chgData name="J. Tower" userId="9d06de10716639e5" providerId="LiveId" clId="{F8931099-75CA-5660-A155-55881DF68D84}" dt="2026-07-23T14:48:47.424" v="909"/>
        <pc:sldMkLst>
          <pc:docMk/>
          <pc:sldMk cId="3793223757" sldId="1029"/>
        </pc:sldMkLst>
      </pc:sldChg>
      <pc:sldChg chg="add">
        <pc:chgData name="J. Tower" userId="9d06de10716639e5" providerId="LiveId" clId="{F8931099-75CA-5660-A155-55881DF68D84}" dt="2026-07-23T14:49:23.288" v="911"/>
        <pc:sldMkLst>
          <pc:docMk/>
          <pc:sldMk cId="131633082" sldId="1030"/>
        </pc:sldMkLst>
      </pc:sldChg>
      <pc:sldChg chg="add">
        <pc:chgData name="J. Tower" userId="9d06de10716639e5" providerId="LiveId" clId="{F8931099-75CA-5660-A155-55881DF68D84}" dt="2026-07-23T14:49:56.253" v="913"/>
        <pc:sldMkLst>
          <pc:docMk/>
          <pc:sldMk cId="2128655419" sldId="1031"/>
        </pc:sldMkLst>
      </pc:sldChg>
      <pc:sldChg chg="add">
        <pc:chgData name="J. Tower" userId="9d06de10716639e5" providerId="LiveId" clId="{F8931099-75CA-5660-A155-55881DF68D84}" dt="2026-07-23T14:50:32.872" v="915"/>
        <pc:sldMkLst>
          <pc:docMk/>
          <pc:sldMk cId="1222917327" sldId="1032"/>
        </pc:sldMkLst>
      </pc:sldChg>
      <pc:sldChg chg="add">
        <pc:chgData name="J. Tower" userId="9d06de10716639e5" providerId="LiveId" clId="{F8931099-75CA-5660-A155-55881DF68D84}" dt="2026-07-23T14:50:53.731" v="917"/>
        <pc:sldMkLst>
          <pc:docMk/>
          <pc:sldMk cId="2562532650" sldId="1033"/>
        </pc:sldMkLst>
      </pc:sldChg>
      <pc:sldChg chg="add">
        <pc:chgData name="J. Tower" userId="9d06de10716639e5" providerId="LiveId" clId="{F8931099-75CA-5660-A155-55881DF68D84}" dt="2026-07-23T14:51:32.287" v="919"/>
        <pc:sldMkLst>
          <pc:docMk/>
          <pc:sldMk cId="4278728072" sldId="1034"/>
        </pc:sldMkLst>
      </pc:sldChg>
      <pc:sldChg chg="add">
        <pc:chgData name="J. Tower" userId="9d06de10716639e5" providerId="LiveId" clId="{F8931099-75CA-5660-A155-55881DF68D84}" dt="2026-07-23T14:51:52.910" v="921"/>
        <pc:sldMkLst>
          <pc:docMk/>
          <pc:sldMk cId="48129285" sldId="1035"/>
        </pc:sldMkLst>
      </pc:sldChg>
      <pc:sldChg chg="add">
        <pc:chgData name="J. Tower" userId="9d06de10716639e5" providerId="LiveId" clId="{F8931099-75CA-5660-A155-55881DF68D84}" dt="2026-07-23T19:25:07.116" v="923"/>
        <pc:sldMkLst>
          <pc:docMk/>
          <pc:sldMk cId="4099665203" sldId="1036"/>
        </pc:sldMkLst>
      </pc:sldChg>
      <pc:sldChg chg="add">
        <pc:chgData name="J. Tower" userId="9d06de10716639e5" providerId="LiveId" clId="{F8931099-75CA-5660-A155-55881DF68D84}" dt="2026-07-23T19:26:07.658" v="925"/>
        <pc:sldMkLst>
          <pc:docMk/>
          <pc:sldMk cId="3691882659" sldId="1037"/>
        </pc:sldMkLst>
      </pc:sldChg>
      <pc:sldChg chg="add">
        <pc:chgData name="J. Tower" userId="9d06de10716639e5" providerId="LiveId" clId="{F8931099-75CA-5660-A155-55881DF68D84}" dt="2026-07-23T19:26:28.660" v="927"/>
        <pc:sldMkLst>
          <pc:docMk/>
          <pc:sldMk cId="942239955" sldId="1038"/>
        </pc:sldMkLst>
      </pc:sldChg>
      <pc:sldChg chg="add">
        <pc:chgData name="J. Tower" userId="9d06de10716639e5" providerId="LiveId" clId="{F8931099-75CA-5660-A155-55881DF68D84}" dt="2026-07-23T19:26:49.030" v="929"/>
        <pc:sldMkLst>
          <pc:docMk/>
          <pc:sldMk cId="4197467227" sldId="1039"/>
        </pc:sldMkLst>
      </pc:sldChg>
      <pc:sldChg chg="add">
        <pc:chgData name="J. Tower" userId="9d06de10716639e5" providerId="LiveId" clId="{F8931099-75CA-5660-A155-55881DF68D84}" dt="2026-07-23T19:27:11.314" v="931"/>
        <pc:sldMkLst>
          <pc:docMk/>
          <pc:sldMk cId="545703398" sldId="1040"/>
        </pc:sldMkLst>
      </pc:sldChg>
      <pc:sldChg chg="add">
        <pc:chgData name="J. Tower" userId="9d06de10716639e5" providerId="LiveId" clId="{F8931099-75CA-5660-A155-55881DF68D84}" dt="2026-07-23T19:27:32.953" v="933"/>
        <pc:sldMkLst>
          <pc:docMk/>
          <pc:sldMk cId="932314959" sldId="1041"/>
        </pc:sldMkLst>
      </pc:sldChg>
      <pc:sldChg chg="add">
        <pc:chgData name="J. Tower" userId="9d06de10716639e5" providerId="LiveId" clId="{F8931099-75CA-5660-A155-55881DF68D84}" dt="2026-07-23T19:27:54.863" v="935"/>
        <pc:sldMkLst>
          <pc:docMk/>
          <pc:sldMk cId="3364760678" sldId="1042"/>
        </pc:sldMkLst>
      </pc:sldChg>
      <pc:sldChg chg="add">
        <pc:chgData name="J. Tower" userId="9d06de10716639e5" providerId="LiveId" clId="{F8931099-75CA-5660-A155-55881DF68D84}" dt="2026-07-23T19:28:15.269" v="937"/>
        <pc:sldMkLst>
          <pc:docMk/>
          <pc:sldMk cId="2186282649" sldId="1043"/>
        </pc:sldMkLst>
      </pc:sldChg>
      <pc:sldChg chg="add">
        <pc:chgData name="J. Tower" userId="9d06de10716639e5" providerId="LiveId" clId="{F8931099-75CA-5660-A155-55881DF68D84}" dt="2026-07-23T19:28:36.099" v="939"/>
        <pc:sldMkLst>
          <pc:docMk/>
          <pc:sldMk cId="2843280452" sldId="1044"/>
        </pc:sldMkLst>
      </pc:sldChg>
      <pc:sldChg chg="add">
        <pc:chgData name="J. Tower" userId="9d06de10716639e5" providerId="LiveId" clId="{F8931099-75CA-5660-A155-55881DF68D84}" dt="2026-07-23T19:28:55.724" v="941"/>
        <pc:sldMkLst>
          <pc:docMk/>
          <pc:sldMk cId="1535175024" sldId="1045"/>
        </pc:sldMkLst>
      </pc:sldChg>
      <pc:sldChg chg="add">
        <pc:chgData name="J. Tower" userId="9d06de10716639e5" providerId="LiveId" clId="{F8931099-75CA-5660-A155-55881DF68D84}" dt="2026-07-23T19:29:15.356" v="943"/>
        <pc:sldMkLst>
          <pc:docMk/>
          <pc:sldMk cId="2988944652" sldId="1046"/>
        </pc:sldMkLst>
      </pc:sldChg>
      <pc:sldChg chg="add">
        <pc:chgData name="J. Tower" userId="9d06de10716639e5" providerId="LiveId" clId="{F8931099-75CA-5660-A155-55881DF68D84}" dt="2026-07-23T19:29:42.591" v="945"/>
        <pc:sldMkLst>
          <pc:docMk/>
          <pc:sldMk cId="4011192384" sldId="1047"/>
        </pc:sldMkLst>
      </pc:sldChg>
      <pc:sldChg chg="add">
        <pc:chgData name="J. Tower" userId="9d06de10716639e5" providerId="LiveId" clId="{F8931099-75CA-5660-A155-55881DF68D84}" dt="2026-07-23T19:30:02.073" v="947"/>
        <pc:sldMkLst>
          <pc:docMk/>
          <pc:sldMk cId="1343491904" sldId="1048"/>
        </pc:sldMkLst>
      </pc:sldChg>
      <pc:sldChg chg="add del">
        <pc:chgData name="J. Tower" userId="9d06de10716639e5" providerId="LiveId" clId="{F8931099-75CA-5660-A155-55881DF68D84}" dt="2026-07-23T19:38:02.730" v="976"/>
        <pc:sldMkLst>
          <pc:docMk/>
          <pc:sldMk cId="2124736573" sldId="1049"/>
        </pc:sldMkLst>
      </pc:sldChg>
      <pc:sldChg chg="add">
        <pc:chgData name="J. Tower" userId="9d06de10716639e5" providerId="LiveId" clId="{F8931099-75CA-5660-A155-55881DF68D84}" dt="2026-07-23T19:30:45.565" v="951"/>
        <pc:sldMkLst>
          <pc:docMk/>
          <pc:sldMk cId="2677444251" sldId="1050"/>
        </pc:sldMkLst>
      </pc:sldChg>
      <pc:sldChg chg="add">
        <pc:chgData name="J. Tower" userId="9d06de10716639e5" providerId="LiveId" clId="{F8931099-75CA-5660-A155-55881DF68D84}" dt="2026-07-23T19:31:23.825" v="953"/>
        <pc:sldMkLst>
          <pc:docMk/>
          <pc:sldMk cId="1094132319" sldId="1051"/>
        </pc:sldMkLst>
      </pc:sldChg>
      <pc:sldChg chg="add">
        <pc:chgData name="J. Tower" userId="9d06de10716639e5" providerId="LiveId" clId="{F8931099-75CA-5660-A155-55881DF68D84}" dt="2026-07-23T19:31:44.787" v="955"/>
        <pc:sldMkLst>
          <pc:docMk/>
          <pc:sldMk cId="1473013847" sldId="1052"/>
        </pc:sldMkLst>
      </pc:sldChg>
      <pc:sldChg chg="add">
        <pc:chgData name="J. Tower" userId="9d06de10716639e5" providerId="LiveId" clId="{F8931099-75CA-5660-A155-55881DF68D84}" dt="2026-07-23T19:32:03.486" v="957"/>
        <pc:sldMkLst>
          <pc:docMk/>
          <pc:sldMk cId="2631331820" sldId="1053"/>
        </pc:sldMkLst>
      </pc:sldChg>
      <pc:sldChg chg="add">
        <pc:chgData name="J. Tower" userId="9d06de10716639e5" providerId="LiveId" clId="{F8931099-75CA-5660-A155-55881DF68D84}" dt="2026-07-23T19:32:25.230" v="959"/>
        <pc:sldMkLst>
          <pc:docMk/>
          <pc:sldMk cId="3370053802" sldId="1054"/>
        </pc:sldMkLst>
      </pc:sldChg>
      <pc:sldChg chg="add">
        <pc:chgData name="J. Tower" userId="9d06de10716639e5" providerId="LiveId" clId="{F8931099-75CA-5660-A155-55881DF68D84}" dt="2026-07-23T19:32:44.637" v="961"/>
        <pc:sldMkLst>
          <pc:docMk/>
          <pc:sldMk cId="72846134" sldId="1055"/>
        </pc:sldMkLst>
      </pc:sldChg>
      <pc:sldChg chg="add">
        <pc:chgData name="J. Tower" userId="9d06de10716639e5" providerId="LiveId" clId="{F8931099-75CA-5660-A155-55881DF68D84}" dt="2026-07-23T19:33:04.654" v="963"/>
        <pc:sldMkLst>
          <pc:docMk/>
          <pc:sldMk cId="2911668436" sldId="1056"/>
        </pc:sldMkLst>
      </pc:sldChg>
      <pc:sldChg chg="add">
        <pc:chgData name="J. Tower" userId="9d06de10716639e5" providerId="LiveId" clId="{F8931099-75CA-5660-A155-55881DF68D84}" dt="2026-07-23T19:33:23.996" v="965"/>
        <pc:sldMkLst>
          <pc:docMk/>
          <pc:sldMk cId="733055622" sldId="1057"/>
        </pc:sldMkLst>
      </pc:sldChg>
      <pc:sldChg chg="add">
        <pc:chgData name="J. Tower" userId="9d06de10716639e5" providerId="LiveId" clId="{F8931099-75CA-5660-A155-55881DF68D84}" dt="2026-07-23T19:33:43.468" v="967"/>
        <pc:sldMkLst>
          <pc:docMk/>
          <pc:sldMk cId="4266294602" sldId="1058"/>
        </pc:sldMkLst>
      </pc:sldChg>
      <pc:sldChg chg="add">
        <pc:chgData name="J. Tower" userId="9d06de10716639e5" providerId="LiveId" clId="{F8931099-75CA-5660-A155-55881DF68D84}" dt="2026-07-23T19:34:03.189" v="969"/>
        <pc:sldMkLst>
          <pc:docMk/>
          <pc:sldMk cId="89201700" sldId="1059"/>
        </pc:sldMkLst>
      </pc:sldChg>
      <pc:sldChg chg="add">
        <pc:chgData name="J. Tower" userId="9d06de10716639e5" providerId="LiveId" clId="{F8931099-75CA-5660-A155-55881DF68D84}" dt="2026-07-23T19:34:24.748" v="971"/>
        <pc:sldMkLst>
          <pc:docMk/>
          <pc:sldMk cId="3802169251" sldId="1060"/>
        </pc:sldMkLst>
      </pc:sldChg>
      <pc:sldChg chg="add">
        <pc:chgData name="J. Tower" userId="9d06de10716639e5" providerId="LiveId" clId="{F8931099-75CA-5660-A155-55881DF68D84}" dt="2026-07-23T19:34:47.085" v="973"/>
        <pc:sldMkLst>
          <pc:docMk/>
          <pc:sldMk cId="73221224" sldId="1061"/>
        </pc:sldMkLst>
      </pc:sldChg>
      <pc:sldChg chg="add del">
        <pc:chgData name="J. Tower" userId="9d06de10716639e5" providerId="LiveId" clId="{F8931099-75CA-5660-A155-55881DF68D84}" dt="2026-07-23T19:39:41.331" v="978"/>
        <pc:sldMkLst>
          <pc:docMk/>
          <pc:sldMk cId="1641270364" sldId="1062"/>
        </pc:sldMkLst>
      </pc:sldChg>
      <pc:sldChg chg="add">
        <pc:chgData name="J. Tower" userId="9d06de10716639e5" providerId="LiveId" clId="{F8931099-75CA-5660-A155-55881DF68D84}" dt="2026-07-23T19:39:41.329" v="977"/>
        <pc:sldMkLst>
          <pc:docMk/>
          <pc:sldMk cId="82946099" sldId="106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row per advance. Say which box in each row is the decision.</a:t>
            </a:r>
          </a:p>
          <a:p>
            <a:r>
              <a:t>07 classify: the model picks one label from your list, and the label picks the queue. The decision is the model's.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09: what is the software allowed to send without a human reading it first.</a:t>
            </a:r>
          </a:p>
          <a:p>
            <a:r>
              <a:t>The thread to watch: errors are not symmetric. A misrouted complaint costs somebody a day; a misrouted emergency is a headline. Measure recall on the class that matters, give ambiguity an </a:t>
            </a:r>
            <a:r>
              <a:rPr>
                <a:latin typeface="Consolas"/>
              </a:rPr>
              <a:t>unsure</a:t>
            </a:r>
            <a:r>
              <a:t> lane to a person, and remember: a prompt instruction is a request, a policy lane is a guarantee. Feature 09 makes the sharpest version of that by failing, live, every time. Set it up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two modules produced answers for a user. This one produces decisions for the people running the product — a ranger, an ops lead, a support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is usually a colleague; the rhythm again: three demos, then your lab hour.</a:t>
            </a:r>
          </a:p>
          <a:p>
            <a:r>
              <a:t>07: which queue does this message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08: which of these 500 reports deserves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detect: embed, measure distance from "normal," apply a threshold rule. The decision is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approve: the model drafts, a human approves, edits, or rejects, then send and log. The decision is a person's.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label, a "this is unusual," a signature. Three different kinds of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07 and 09 ask a model to decide anything; 08 asks it only for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wraps the other two: the routing policy says which decisions a model may make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problem, spoken, 60 seconds: every message to Trailhead lands in one inbox — permits, conditions, complaints, lost-and-found, and occasionally an actual emergency. A ranger triages by hand once or twice a day; the permit waits behind the granola questions, and the emergency sits unread for four hours. The user's real problem: their message goes into a hole.</a:t>
            </a:r>
          </a:p>
          <a:p>
            <a:r>
              <a:t>No concept slide: it's classification again (03 was the warm-up), now with consequences. Zero-shot, taxonomy as plain-language descriptions, and the demo shows the whole thing — including fixing a misroute by editing a sentence,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version: text classification assigns one of a fixed set of categories to a piece of text; routing is what the label triggers. Zero-shot means the categories are described in plain language, with no training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~8 min · </a:t>
            </a:r>
            <a:r>
              <a:rPr>
                <a:latin typeface="Consolas"/>
              </a:rPr>
              <a:t>cd modules/M3-deciding/F07-classification-routing/dotnet</a:t>
            </a:r>
          </a:p>
          <a:p>
            <a:r>
              <a:t>Files: </a:t>
            </a:r>
            <a:r>
              <a:rPr>
                <a:latin typeface="Consolas"/>
              </a:rPr>
              <a:t>inquiries.jsonl</a:t>
            </a:r>
            <a:r>
              <a:t> = the full inbox, 100 · </a:t>
            </a:r>
            <a:r>
              <a:rPr>
                <a:latin typeface="Consolas"/>
              </a:rPr>
              <a:t>inquiries-slice.jsonl</a:t>
            </a:r>
            <a:r>
              <a:t> = the 20 the demo scores · </a:t>
            </a:r>
            <a:r>
              <a:rPr>
                <a:latin typeface="Consolas"/>
              </a:rPr>
              <a:t>reference-labels.json</a:t>
            </a:r>
            <a:r>
              <a:t> = hand labels</a:t>
            </a:r>
          </a:p>
          <a:p>
            <a:r>
              <a:t>Args: an inquiry id; starter default inq-0005, complete with none = all 20</a:t>
            </a:r>
          </a:p>
          <a:p>
            <a:r>
              <a:t>1. Open </a:t>
            </a:r>
            <a:r>
              <a:rPr>
                <a:latin typeface="Consolas"/>
              </a:rPr>
              <a:t>data/inquiries.jsonl</a:t>
            </a:r>
            <a:r>
              <a:t>, scroll. Let the room find the emergency.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</a:t>
            </a:r>
            <a:r>
              <a:t>. One label, free text. Nothing stops a label that does not exist.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</a:t>
            </a:r>
            <a:r>
              <a:t>. All 20 routed and scored, enum-constrained. The emergency at the top of its own queue.</a:t>
            </a:r>
          </a:p>
          <a:p>
            <a:r>
              <a:t>4. inq-0030 is wrong. Edit its category description in </a:t>
            </a:r>
            <a:r>
              <a:rPr>
                <a:latin typeface="Consolas"/>
              </a:rPr>
              <a:t>Program.cs</a:t>
            </a:r>
            <a:r>
              <a:t>, not the code. </a:t>
            </a:r>
            <a:r>
              <a:rPr>
                <a:latin typeface="Consolas"/>
              </a:rPr>
              <a:t>dotnet run</a:t>
            </a:r>
            <a:r>
              <a:t> again.</a:t>
            </a:r>
          </a:p>
          <a:p>
            <a:r>
              <a:t>5. </a:t>
            </a:r>
            <a:r>
              <a:rPr>
                <a:latin typeface="Consolas"/>
              </a:rPr>
              <a:t>dotnet run -- inq-0035</a:t>
            </a:r>
            <a:r>
              <a:t>: </a:t>
            </a:r>
            <a:r>
              <a:rPr>
                <a:latin typeface="Consolas"/>
              </a:rPr>
              <a:t>unsure</a:t>
            </a:r>
            <a:r>
              <a:t>, correctly. The description forbids anything dangerous landing here.</a:t>
            </a:r>
          </a:p>
          <a:p>
            <a:r>
              <a:t>6. 17/20, 2/2 emergencies. Which number matters.</a:t>
            </a:r>
          </a:p>
          <a:p>
            <a:r>
              <a:t>Cut: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Support, sales leads, HR, incoming documents. Ongoing work is refining the taxonomy as traffic reveals edge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for your boss. Row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Easy. If asked about cost: days; no training data to start; local models make per-message cost roughly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problem, spoken, 60 seconds: about 500 trail-condition reports a season across 200 trails, and almost all of them say "muddy in spots, otherwise fine." Then in one week three hikers report a washed-out bridge on the same trail and a fourth mentions aggressive bear activity two trails over — and nobody notices. The park hears about the bridge from a one-star review a month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version: anomaly detection identifies items that deviate significantly from the majority of the data. Here the "majority" is a centroid of embedded reports and deviation is cosine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Barely an AI feature: embeddings plus arithmetic. Start with one trail's condition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nomic-embed-text, with the classification: prefix. The prefix is in the model card, and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Average the vectors. That point is the centroid of "normal."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Measure each new report's distance from it. "Bridge washed out" sits farther from the mud cluster than mud reports sit from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 the threshold, and two or more in fourteen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Alert. Every box after the embedding is subtraction and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only makes vectors. It never decides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alert rule is the feature: one flagged report is noise, two in fourteen days is a washout.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04's code plus one task prefix. Say "some AI features are mostly arithmetic wearing an AI badge" while pointing at the last three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~9 min · </a:t>
            </a:r>
            <a:r>
              <a:rPr>
                <a:latin typeface="Consolas"/>
              </a:rPr>
              <a:t>cd modules/M3-deciding/F08-anomaly-detection/dotnet</a:t>
            </a:r>
          </a:p>
          <a:p>
            <a:r>
              <a:t>Files: </a:t>
            </a:r>
            <a:r>
              <a:rPr>
                <a:latin typeface="Consolas"/>
              </a:rPr>
              <a:t>reports-0117.jsonl</a:t>
            </a:r>
            <a:r>
              <a:t> = 40 reports, the washout trail · </a:t>
            </a:r>
            <a:r>
              <a:rPr>
                <a:latin typeface="Consolas"/>
              </a:rPr>
              <a:t>reports-0042.jsonl</a:t>
            </a:r>
            <a:r>
              <a:t> = 25 reports, the bear trail · </a:t>
            </a:r>
            <a:r>
              <a:rPr>
                <a:latin typeface="Consolas"/>
              </a:rPr>
              <a:t>embeddings-0117.json</a:t>
            </a:r>
            <a:r>
              <a:t> = precomputed vectors, the starter runs offline on them</a:t>
            </a:r>
          </a:p>
          <a:p>
            <a:r>
              <a:t>Flags: </a:t>
            </a:r>
            <a:r>
              <a:rPr>
                <a:latin typeface="Consolas"/>
              </a:rPr>
              <a:t>--raw</a:t>
            </a:r>
            <a:r>
              <a:t> = no task prefix · </a:t>
            </a:r>
            <a:r>
              <a:rPr>
                <a:latin typeface="Consolas"/>
              </a:rPr>
              <a:t>--trail 0042</a:t>
            </a:r>
            <a:r>
              <a:t> = the other trail · </a:t>
            </a:r>
            <a:r>
              <a:rPr>
                <a:latin typeface="Consolas"/>
              </a:rPr>
              <a:t>--sigma</a:t>
            </a:r>
            <a:r>
              <a:t> = threshold (default mean + 1 sd) · </a:t>
            </a:r>
            <a:r>
              <a:rPr>
                <a:latin typeface="Consolas"/>
              </a:rPr>
              <a:t>--window</a:t>
            </a:r>
            <a:r>
              <a:t> = days (default 14)</a:t>
            </a:r>
          </a:p>
          <a:p>
            <a:r>
              <a:t>1. Open </a:t>
            </a:r>
            <a:r>
              <a:rPr>
                <a:latin typeface="Consolas"/>
              </a:rPr>
              <a:t>data/reports-0117.jsonl</a:t>
            </a:r>
            <a:r>
              <a:t>, scroll. Boring on purpose. Find the problem. Nobody can.</a:t>
            </a:r>
          </a:p>
          <a:p>
            <a:r>
              <a:t>2. Centroid: average the vectors, the center of normal.</a:t>
            </a:r>
          </a:p>
          <a:p>
            <a:r>
              <a:t>3. Before: </a:t>
            </a:r>
            <a:r>
              <a:rPr>
                <a:latin typeface="Consolas"/>
              </a:rPr>
              <a:t>cd complete &amp;&amp; dotnet run -- --raw</a:t>
            </a:r>
            <a:r>
              <a:t>. Washouts lost mid-list.</a:t>
            </a:r>
          </a:p>
          <a:p>
            <a:r>
              <a:t>4. After: </a:t>
            </a:r>
            <a:r>
              <a:rPr>
                <a:latin typeface="Consolas"/>
              </a:rPr>
              <a:t>dotnet run</a:t>
            </a:r>
            <a:r>
              <a:t>. </a:t>
            </a:r>
            <a:r>
              <a:rPr>
                <a:latin typeface="Consolas"/>
              </a:rPr>
              <a:t>classification:</a:t>
            </a:r>
            <a:r>
              <a:t> prefix. A washout jumps to rank 2. Read the model card.</a:t>
            </a:r>
          </a:p>
          <a:p>
            <a:r>
              <a:t>5. Same output, the alert block: 1 alert, 3 real reports, 0 false.</a:t>
            </a:r>
          </a:p>
          <a:p>
            <a:r>
              <a:t>6. </a:t>
            </a:r>
            <a:r>
              <a:rPr>
                <a:latin typeface="Consolas"/>
              </a:rPr>
              <a:t>dotnet run -- --trail 0042</a:t>
            </a:r>
            <a:r>
              <a:t>: the bear spike, cleaner still.</a:t>
            </a:r>
          </a:p>
          <a:p>
            <a:r>
              <a:t>7. Model calls: embeddings only. The rest was subtraction.</a:t>
            </a:r>
          </a:p>
          <a:p>
            <a:r>
              <a:t>Cut: 3, go straight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Tickets, logs, safety reports, transaction notes, review streams. Pairs with 07: classification handles the categories you knew to define; anomaly detection catches the things you didn't.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for your boss. Row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Medium. If asked about cost: days to build, cheap to run forever; embeddings are the only model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problem, spoken, 60 seconds: 07 routed the inbox, and now the ranger has forty messages that need replies, most of them boilerplate typed a hundred times. The obvious move is to let the AI answer; the obvious disaster is the AI telling a visitor campfires are fine during a burn ban, on official letterhead. The ranger's problem is drudgery; the park's problem is that fully automating outbound communication is how you end up apologizing publicly.</a:t>
            </a:r>
          </a:p>
          <a:p>
            <a:r>
              <a:t>The demo opens with the failure that makes the point: asked to draft a reply to a woman whose husband is four hours overdue, the model writes a warm, reassuring, useless note — every run, even with the escalation instruction moved to the top, where it announces ESCALATE and then writes the note anyway. More prompt engineering is not the lesson; the policy lives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 (IBM): a human actively participates in the operation, supervision, or decision-making of an automated system. The machine gets the efficiency; the human keeps the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product pattern, not a model feature: the difference between AI features that ship and ones killed in legal review. It starts with a routed inquiry from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Retrieve the park docs, the way 05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drafts a reply.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human approves, edits, or rejects. This box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Send, and log the draft, the decision, and the final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types, a person decides, the log proves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policy table sits in front of this line. Three lanes by error cost and reversibility: auto-send, draft-for-approval, human-only. The emergency row skips the whole diagram; that is the design, not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Today's edits are tomorrow's prompt. The human is the feedback signal as much as the safety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~9 min · </a:t>
            </a:r>
            <a:r>
              <a:rPr>
                <a:latin typeface="Consolas"/>
              </a:rPr>
              <a:t>cd modules/M3-deciding/F09-human-in-the-loop/dotnet</a:t>
            </a:r>
          </a:p>
          <a:p>
            <a:r>
              <a:t>Files: </a:t>
            </a:r>
            <a:r>
              <a:rPr>
                <a:latin typeface="Consolas"/>
              </a:rPr>
              <a:t>inquiries.jsonl</a:t>
            </a:r>
            <a:r>
              <a:t> = a queue of 6, one is the overdue-husband emergency · </a:t>
            </a:r>
            <a:r>
              <a:rPr>
                <a:latin typeface="Consolas"/>
              </a:rPr>
              <a:t>outbox/</a:t>
            </a:r>
            <a:r>
              <a:t> = what got sent · </a:t>
            </a:r>
            <a:r>
              <a:rPr>
                <a:latin typeface="Consolas"/>
              </a:rPr>
              <a:t>decisions.jsonl</a:t>
            </a:r>
            <a:r>
              <a:t> = the audit log</a:t>
            </a:r>
          </a:p>
          <a:p>
            <a:r>
              <a:t>Flags: </a:t>
            </a:r>
            <a:r>
              <a:rPr>
                <a:latin typeface="Consolas"/>
              </a:rPr>
              <a:t>--policy</a:t>
            </a:r>
            <a:r>
              <a:t> = print the routing table and exit · </a:t>
            </a:r>
            <a:r>
              <a:rPr>
                <a:latin typeface="Consolas"/>
              </a:rPr>
              <a:t>--auto-approve-dry-run</a:t>
            </a:r>
            <a:r>
              <a:t> = non-interactive, testing only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Six drafts, all sent, none reviewed. The emergency gets a warm, useless note. Every time.</a:t>
            </a:r>
          </a:p>
          <a:p>
            <a:r>
              <a:t>2. After: </a:t>
            </a:r>
            <a:r>
              <a:rPr>
                <a:latin typeface="Consolas"/>
              </a:rPr>
              <a:t>cd ../complete &amp;&amp; dotnet run</a:t>
            </a:r>
            <a:r>
              <a:t>. The queue, one at a time. Approve one. Edit one. Reject one and write it.</a:t>
            </a:r>
          </a:p>
          <a:p>
            <a:r>
              <a:t>3. Open </a:t>
            </a:r>
            <a:r>
              <a:rPr>
                <a:latin typeface="Consolas"/>
              </a:rPr>
              <a:t>decisions.jsonl</a:t>
            </a:r>
            <a:r>
              <a:t>: draft, decision, final text, edit distance.</a:t>
            </a:r>
          </a:p>
          <a:p>
            <a:r>
              <a:t>4. </a:t>
            </a:r>
            <a:r>
              <a:rPr>
                <a:latin typeface="Consolas"/>
              </a:rPr>
              <a:t>dotnet run -- --policy</a:t>
            </a:r>
            <a:r>
              <a:t>: the table. Point at the emergency row. No AI, by policy.</a:t>
            </a:r>
          </a:p>
          <a:p>
            <a:r>
              <a:t>5. The edits are tomorrow's prompt.</a:t>
            </a:r>
          </a:p>
          <a:p>
            <a:r>
              <a:t>Cut: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 replies, quotes, claims decisions. Often what makes the other nine shippable.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for your boss. Row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Medium. If asked about cost: drafting is trivial; the approval UI, audit trail, and policy design are ordinary product engineering, measured in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is structured output with an enum plus an honest scoring pass; the number that matters is emergency recall, not overall accuracy.</a:t>
            </a:r>
          </a:p>
          <a:p>
            <a:r>
              <a:t>Then choose by energy as much as by interest: 08 lets you go straight to the math; 09 is mostly a decision about what your software may do unsupervised — running out of gas? Take this. It is also the one most likely to matter back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whose classifier caught both emergencies? Whose model wrote the reassuring note? Rows 7–9 of the framework are done. Break, then Module 4 — everyone does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7/23/26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16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Module 3: Deciding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shield-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299008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F09 Approve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pPr/>
            <a:r>
              <a:rPr sz="2800"/>
              <a:t>A label · a "this is unusual" · a signature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pPr/>
            <a:r>
              <a:rPr sz="2800"/>
              <a:t>A label · a "this is unusual" · a signature</a:t>
            </a:r>
          </a:p>
          <a:p>
            <a:pPr/>
            <a:r>
              <a:rPr sz="2800"/>
              <a:t>08 never asks the model to decide — only for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pPr/>
            <a:r>
              <a:rPr sz="2800"/>
              <a:t>A label · a "this is unusual" · a signature</a:t>
            </a:r>
          </a:p>
          <a:p>
            <a:pPr/>
            <a:r>
              <a:rPr sz="2800"/>
              <a:t>08 never asks the model to decide — only for numbers</a:t>
            </a:r>
          </a:p>
          <a:p>
            <a:pPr/>
            <a:r>
              <a:rPr sz="2800"/>
              <a:t>09 wraps the other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F07 · Classification &amp; Routing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Give each message a </a:t>
            </a:r>
            <a:r>
              <a:rPr b="1" sz="4000">
                <a:solidFill>
                  <a:srgbClr val="017AB4"/>
                </a:solidFill>
              </a:rPr>
              <a:t>label</a:t>
            </a:r>
            <a:r>
              <a:rPr sz="4000"/>
              <a:t>, and let the label pick the </a:t>
            </a:r>
            <a:r>
              <a:rPr b="1" sz="4000">
                <a:solidFill>
                  <a:srgbClr val="017AB4"/>
                </a:solidFill>
              </a:rPr>
              <a:t>queue</a:t>
            </a:r>
            <a:r>
              <a:rPr sz="400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F07 Classification &amp; Routing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800"/>
              <a:t>The room finds the emergency in the raw inbox</a:t>
            </a:r>
          </a:p>
          <a:p>
            <a:pPr/>
            <a:r>
              <a:rPr sz="2800"/>
              <a:t>One method · plain-language taxonomy · one label</a:t>
            </a:r>
          </a:p>
          <a:p>
            <a:pPr/>
            <a:r>
              <a:rPr sz="2800"/>
              <a:t>The pile → tidy queues, in seconds</a:t>
            </a:r>
          </a:p>
          <a:p>
            <a:pPr/>
            <a:r>
              <a:rPr sz="2800">
                <a:latin typeface="Consolas"/>
              </a:rPr>
              <a:t>inq-0030</a:t>
            </a:r>
            <a:r>
              <a:rPr sz="2800"/>
              <a:t>: fixed by editing a sentence</a:t>
            </a:r>
          </a:p>
          <a:p>
            <a:pPr/>
            <a:r>
              <a:rPr sz="2800">
                <a:latin typeface="Consolas"/>
              </a:rPr>
              <a:t>inq-0035</a:t>
            </a:r>
            <a:r>
              <a:rPr sz="2800"/>
              <a:t> → </a:t>
            </a:r>
            <a:r>
              <a:rPr sz="2800">
                <a:latin typeface="Consolas"/>
              </a:rPr>
              <a:t>unsure</a:t>
            </a:r>
            <a:r>
              <a:rPr sz="2800"/>
              <a:t>, correctly</a:t>
            </a:r>
          </a:p>
          <a:p>
            <a:pPr/>
            <a:r>
              <a:rPr sz="2800"/>
              <a:t>📊 17/20 · 2/2 emergencies · every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F08 · Anomaly Detection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Spot the item in a stream that </a:t>
            </a:r>
            <a:r>
              <a:rPr b="1" sz="4000">
                <a:solidFill>
                  <a:srgbClr val="017AB4"/>
                </a:solidFill>
              </a:rPr>
              <a:t>doesn't look like the rest</a:t>
            </a:r>
            <a:r>
              <a:rPr sz="400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pPr/>
            <a:r>
              <a:rPr sz="2800"/>
              <a:t>The model only makes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pPr/>
            <a:r>
              <a:rPr sz="2800"/>
              <a:t>The model only makes vectors</a:t>
            </a:r>
          </a:p>
          <a:p>
            <a:pPr/>
            <a:r>
              <a:rPr sz="2800"/>
              <a:t>The alert rule is the feature: 1 is noise · 2 in 14 days is a washout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pPr/>
            <a:r>
              <a:rPr sz="2800"/>
              <a:t>The model only makes vectors</a:t>
            </a:r>
          </a:p>
          <a:p>
            <a:pPr/>
            <a:r>
              <a:rPr sz="2800"/>
              <a:t>The alert rule is the feature: 1 is noise · 2 in 14 days is a washout</a:t>
            </a:r>
          </a:p>
          <a:p>
            <a:pPr/>
            <a:r>
              <a:rPr sz="2800"/>
              <a:t>04's code + one task prefix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F08 Anomaly Detection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400"/>
              <a:t>The stream is boring on purpose</a:t>
            </a:r>
          </a:p>
          <a:p>
            <a:pPr/>
            <a:r>
              <a:rPr sz="2400"/>
              <a:t>The centroid: the center of normal</a:t>
            </a:r>
          </a:p>
          <a:p>
            <a:pPr/>
            <a:r>
              <a:rPr sz="2400"/>
              <a:t>❌ </a:t>
            </a:r>
            <a:r>
              <a:rPr sz="2400">
                <a:latin typeface="Consolas"/>
              </a:rPr>
              <a:t>--raw</a:t>
            </a:r>
            <a:r>
              <a:rPr sz="2400"/>
              <a:t>: washouts lost mid-list</a:t>
            </a:r>
          </a:p>
          <a:p>
            <a:pPr/>
            <a:r>
              <a:rPr sz="2400"/>
              <a:t>✅ </a:t>
            </a:r>
            <a:r>
              <a:rPr sz="2400">
                <a:latin typeface="Consolas"/>
              </a:rPr>
              <a:t>classification:</a:t>
            </a:r>
            <a:r>
              <a:rPr sz="2400"/>
              <a:t> prefix: rank 11 → 2</a:t>
            </a:r>
          </a:p>
          <a:p>
            <a:pPr/>
            <a:r>
              <a:rPr sz="2400"/>
              <a:t>Alert rule: 1 alert · 3 real reports · 0 false</a:t>
            </a:r>
          </a:p>
          <a:p>
            <a:pPr/>
            <a:r>
              <a:rPr sz="2400"/>
              <a:t>The bear trail: cleaner still</a:t>
            </a:r>
          </a:p>
          <a:p>
            <a:pPr/>
            <a:r>
              <a:rPr sz="2400"/>
              <a:t>Model calls: embeddings only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F09 · Human-in-the-Loop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ield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The AI drafts; a </a:t>
            </a:r>
            <a:r>
              <a:rPr b="1" sz="4000">
                <a:solidFill>
                  <a:srgbClr val="017AB4"/>
                </a:solidFill>
              </a:rPr>
              <a:t>person approves</a:t>
            </a:r>
            <a:r>
              <a:rPr sz="4000"/>
              <a:t> before anything goes out.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pPr/>
            <a:r>
              <a:rPr sz="2800"/>
              <a:t>The model types · a person decides · the log proves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pPr/>
            <a:r>
              <a:rPr sz="2800"/>
              <a:t>The model types · a person decides · the log proves it</a:t>
            </a:r>
          </a:p>
          <a:p>
            <a:pPr/>
            <a:r>
              <a:rPr sz="2800"/>
              <a:t>A policy table sits in front of this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pPr/>
            <a:r>
              <a:rPr sz="2800"/>
              <a:t>The model types · a person decides · the log proves it</a:t>
            </a:r>
          </a:p>
          <a:p>
            <a:pPr/>
            <a:r>
              <a:rPr sz="2800"/>
              <a:t>A policy table sits in front of this line</a:t>
            </a:r>
          </a:p>
          <a:p>
            <a:pPr/>
            <a:r>
              <a:rPr sz="2800"/>
              <a:t>Today's edits → tomorrow's prompt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F09 Human-in-the-Loop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800"/>
              <a:t>The escalation failure, live: </a:t>
            </a:r>
            <a:r>
              <a:rPr sz="2800">
                <a:latin typeface="Consolas"/>
              </a:rPr>
              <a:t>ESCALATE</a:t>
            </a:r>
            <a:r>
              <a:rPr sz="2800"/>
              <a:t>… then the note anyway</a:t>
            </a:r>
          </a:p>
          <a:p>
            <a:pPr/>
            <a:r>
              <a:rPr sz="2800"/>
              <a:t>A routed queue awaiting replies</a:t>
            </a:r>
          </a:p>
          <a:p>
            <a:pPr/>
            <a:r>
              <a:rPr sz="2800"/>
              <a:t>One grounded draft: good, not perfect</a:t>
            </a:r>
          </a:p>
          <a:p>
            <a:pPr/>
            <a:r>
              <a:rPr sz="2800"/>
              <a:t>Approve · edit · reject-and-rewrite</a:t>
            </a:r>
          </a:p>
          <a:p>
            <a:pPr/>
            <a:r>
              <a:rPr sz="2800"/>
              <a:t>The audit log, with edit distance</a:t>
            </a:r>
          </a:p>
          <a:p>
            <a:pPr/>
            <a:r>
              <a:rPr sz="2800"/>
              <a:t>The policy table — point at the emergency row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3: ~60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3600"/>
              <a:t>⭐ Recommended: </a:t>
            </a:r>
            <a:r>
              <a:rPr sz="3600" b="1"/>
              <a:t>F07 Classification &amp; Routing</a:t>
            </a:r>
          </a:p>
          <a:p>
            <a:pPr/>
            <a:r>
              <a:rPr sz="3600"/>
              <a:t>⛰️ Challenge: </a:t>
            </a:r>
            <a:r>
              <a:rPr sz="3600" b="1"/>
              <a:t>F08 Anomaly Detection</a:t>
            </a:r>
            <a:r>
              <a:rPr sz="3600"/>
              <a:t> · </a:t>
            </a:r>
            <a:r>
              <a:rPr sz="3600" b="1"/>
              <a:t>F09 Human-in-the-Loop</a:t>
            </a:r>
          </a:p>
          <a:p>
            <a:pPr/>
            <a:r>
              <a:rPr sz="2800">
                <a:latin typeface="Consolas"/>
              </a:rPr>
              <a:t>FNN-lab.md</a:t>
            </a:r>
            <a:r>
              <a:rPr sz="2800"/>
              <a:t> · </a:t>
            </a:r>
            <a:r>
              <a:rPr sz="2800">
                <a:latin typeface="Consolas"/>
              </a:rPr>
              <a:t>http/ollama.http</a:t>
            </a:r>
            <a:r>
              <a:rPr sz="2800"/>
              <a:t> · </a:t>
            </a:r>
            <a:r>
              <a:rPr sz="2800">
                <a:latin typeface="Consolas"/>
              </a:rPr>
              <a:t>expected-output.md</a:t>
            </a:r>
            <a:r>
              <a:rPr sz="2800"/>
              <a:t> · </a:t>
            </a:r>
            <a:r>
              <a:rPr sz="2800">
                <a:latin typeface="Consolas"/>
              </a:rPr>
              <a:t>data/</a:t>
            </a:r>
          </a:p>
          <a:p>
            <a:pPr/>
          </a:p>
          <a:p/>
          <a:p>
            <a:r>
              <a:rPr sz="3200"/>
              <a:t>✅ Done = 2/2 emergencies caught — 19/20 with a miss is a fail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3: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t/>
            </a:r>
          </a:p>
          <a:p>
            <a:pPr/>
            <a:r>
              <a:rPr sz="2800"/>
              <a:t>How'd it go?				  Observations?			      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98555</TotalTime>
  <Words>10437</Words>
  <Application>Microsoft Macintosh PowerPoint</Application>
  <PresentationFormat>Widescreen</PresentationFormat>
  <Paragraphs>1731</Paragraphs>
  <Slides>122</Slides>
  <Notes>91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31" baseType="lpstr">
      <vt:lpstr>Calibri Light</vt:lpstr>
      <vt:lpstr>Segoe UI</vt:lpstr>
      <vt:lpstr>Calibri</vt:lpstr>
      <vt:lpstr>Consolas</vt:lpstr>
      <vt:lpstr>Arial</vt:lpstr>
      <vt:lpstr>Ink Free</vt:lpstr>
      <vt:lpstr>Komika Axis</vt:lpstr>
      <vt:lpstr>Google Sans</vt:lpstr>
      <vt:lpstr>Metropolitan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we can learn from  NASA’s Power of Ten  that will help us create  more reliable software</vt:lpstr>
      <vt:lpstr>Jonathan "J." Tower</vt:lpstr>
      <vt:lpstr>What Is  Mission-Critical Code?</vt:lpstr>
      <vt:lpstr>From the Moon…to the Hospital</vt:lpstr>
      <vt:lpstr>From Patients…to Money</vt:lpstr>
      <vt:lpstr>From Trading…to Your Shopping Cart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Setting The Right Level</vt:lpstr>
      <vt:lpstr>Setting The Right Level</vt:lpstr>
      <vt:lpstr>Setting The Right Level</vt:lpstr>
      <vt:lpstr>Setting The Right Level</vt:lpstr>
      <vt:lpstr>Setting The Right Level</vt:lpstr>
      <vt:lpstr>History of Power of Ten</vt:lpstr>
      <vt:lpstr>PowerPoint Presentation</vt:lpstr>
      <vt:lpstr>PowerPoint Presentation</vt:lpstr>
      <vt:lpstr>Patterns in Mission-Critical Software Failures</vt:lpstr>
      <vt:lpstr>Power of Ten Was Meant to Produce</vt:lpstr>
      <vt:lpstr>The Original Power of Ten</vt:lpstr>
      <vt:lpstr>The Original Power of Ten</vt:lpstr>
      <vt:lpstr>The Original Power of Ten</vt:lpstr>
      <vt:lpstr>1. Restrict all code  to very simple  control flow  constructs</vt:lpstr>
      <vt:lpstr>Why Simple Control Flow?</vt:lpstr>
      <vt:lpstr>Anti-Pattern</vt:lpstr>
      <vt:lpstr>Pattern</vt:lpstr>
      <vt:lpstr>Pattern</vt:lpstr>
      <vt:lpstr>Pattern</vt:lpstr>
      <vt:lpstr>Pattern</vt:lpstr>
      <vt:lpstr>2. All loops must  have a fixed  upper-bound</vt:lpstr>
      <vt:lpstr>Why Bounded Loops?</vt:lpstr>
      <vt:lpstr>Anti-Pattern</vt:lpstr>
      <vt:lpstr>Anti-Pattern</vt:lpstr>
      <vt:lpstr>Anti-Pattern</vt:lpstr>
      <vt:lpstr>Pattern</vt:lpstr>
      <vt:lpstr>Anti-Pattern</vt:lpstr>
      <vt:lpstr>Pattern</vt:lpstr>
      <vt:lpstr>Pattern</vt:lpstr>
      <vt:lpstr>3. Do not use  dynamic memory  allocation after  initialization</vt:lpstr>
      <vt:lpstr>Why Limit Resource Usage?</vt:lpstr>
      <vt:lpstr>Anti-Pattern</vt:lpstr>
      <vt:lpstr>Anti-Pattern</vt:lpstr>
      <vt:lpstr>Anti-Pattern</vt:lpstr>
      <vt:lpstr>Anti-Pattern</vt:lpstr>
      <vt:lpstr>Anti-Pattern</vt:lpstr>
      <vt:lpstr>Pattern</vt:lpstr>
      <vt:lpstr>Pattern</vt:lpstr>
      <vt:lpstr>Pattern</vt:lpstr>
      <vt:lpstr>Pattern</vt:lpstr>
      <vt:lpstr>Pattern</vt:lpstr>
      <vt:lpstr>Pattern</vt:lpstr>
      <vt:lpstr>Pattern</vt:lpstr>
      <vt:lpstr>Anti-Pattern</vt:lpstr>
      <vt:lpstr>Pattern</vt:lpstr>
      <vt:lpstr>Pattern</vt:lpstr>
      <vt:lpstr>Stack vs Heap</vt:lpstr>
      <vt:lpstr>Stack vs Heap</vt:lpstr>
      <vt:lpstr>Stack vs Heap</vt:lpstr>
      <vt:lpstr>4. No function should  be longer than what  can be printed on a  single sheet of paper </vt:lpstr>
      <vt:lpstr>Why Short Functions?</vt:lpstr>
      <vt:lpstr>Anti-Pattern</vt:lpstr>
      <vt:lpstr>Anti-Pattern</vt:lpstr>
      <vt:lpstr>Anti-Pattern</vt:lpstr>
      <vt:lpstr>Pattern</vt:lpstr>
      <vt:lpstr>Pattern</vt:lpstr>
      <vt:lpstr>5. Assertion density  of the code should  average to a  minimum of two  per function</vt:lpstr>
      <vt:lpstr>Why Assertions?</vt:lpstr>
      <vt:lpstr>Anti-Pattern</vt:lpstr>
      <vt:lpstr>Anti-Pattern</vt:lpstr>
      <vt:lpstr>Anti-Pattern</vt:lpstr>
      <vt:lpstr>Pattern</vt:lpstr>
      <vt:lpstr>Pattern</vt:lpstr>
      <vt:lpstr>Pattern</vt:lpstr>
      <vt:lpstr>6. Data objects must be declared at the smallest possible level of scope</vt:lpstr>
      <vt:lpstr>Why Limit Data Scope?</vt:lpstr>
      <vt:lpstr>Anti-Pattern</vt:lpstr>
      <vt:lpstr>Pattern</vt:lpstr>
      <vt:lpstr>Anti-Pattern</vt:lpstr>
      <vt:lpstr>Pattern</vt:lpstr>
      <vt:lpstr>7. Return value of  non-void functions  and validity of  parameters must  be checked</vt:lpstr>
      <vt:lpstr>Why Return Success?</vt:lpstr>
      <vt:lpstr>Anti-Pattern</vt:lpstr>
      <vt:lpstr>Pattern</vt:lpstr>
      <vt:lpstr>Pattern</vt:lpstr>
      <vt:lpstr>8. The use of the  preprocessor must  be limited</vt:lpstr>
      <vt:lpstr>8. The use of the  preprocessor must  be limited</vt:lpstr>
      <vt:lpstr>8. The use of the  preprocessor must  be limited</vt:lpstr>
      <vt:lpstr>Why Limit Metaprogramming?</vt:lpstr>
      <vt:lpstr>Anti-Pattern</vt:lpstr>
      <vt:lpstr>Why Limit Metaprogramming?</vt:lpstr>
      <vt:lpstr>Why Limit Metaprogramming?</vt:lpstr>
      <vt:lpstr>Pattern</vt:lpstr>
      <vt:lpstr>9. Use of pointers  should be restricted</vt:lpstr>
      <vt:lpstr>9. Use of pointers  should be restricted</vt:lpstr>
      <vt:lpstr>9. Use of pointers  should be restricted</vt:lpstr>
      <vt:lpstr>Why Limit Indirection &amp; Dynamic Dispatch?</vt:lpstr>
      <vt:lpstr>Anti-Pattern</vt:lpstr>
      <vt:lpstr>Pattern</vt:lpstr>
      <vt:lpstr>Anti-Pattern</vt:lpstr>
      <vt:lpstr>Pattern</vt:lpstr>
      <vt:lpstr>10. Zero warnings,  most pedantic  setting; daily static  analysis</vt:lpstr>
      <vt:lpstr>Why Warnings and Static Analysis?</vt:lpstr>
      <vt:lpstr>Anti-Pattern</vt:lpstr>
      <vt:lpstr>Pattern</vt:lpstr>
      <vt:lpstr>Anti-Pattern</vt:lpstr>
      <vt:lpstr>Pattern</vt:lpstr>
      <vt:lpstr>Summing Up</vt:lpstr>
      <vt:lpstr>Thanks! 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2026-07-23T19:39:51Z</dcterms:modified>
  <cp:category/>
</cp:coreProperties>
</file>