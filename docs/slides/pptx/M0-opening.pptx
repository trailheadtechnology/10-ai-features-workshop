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14.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76"/>
  </p:notesMasterIdLst>
  <p:sldIdLst>
    <p:sldId id="424" r:id="rId2"/>
    <p:sldId id="576" r:id="rId3"/>
    <p:sldId id="577" r:id="rId4"/>
    <p:sldId id="578" r:id="rId5"/>
    <p:sldId id="579" r:id="rId6"/>
    <p:sldId id="580" r:id="rId7"/>
    <p:sldId id="581" r:id="rId8"/>
    <p:sldId id="582" r:id="rId9"/>
    <p:sldId id="583" r:id="rId10"/>
    <p:sldId id="584" r:id="rId11"/>
    <p:sldId id="585" r:id="rId12"/>
    <p:sldId id="586" r:id="rId13"/>
    <p:sldId id="587" r:id="rId14"/>
    <p:sldId id="588" r:id="rId15"/>
    <p:sldId id="589" r:id="rId16"/>
    <p:sldId id="590" r:id="rId17"/>
    <p:sldId id="591" r:id="rId18"/>
    <p:sldId id="592" r:id="rId19"/>
    <p:sldId id="575" r:id="rId20"/>
    <p:sldId id="593" r:id="rId21"/>
    <p:sldId id="594" r:id="rId22"/>
    <p:sldId id="595" r:id="rId23"/>
    <p:sldId id="596" r:id="rId24"/>
    <p:sldId id="597" r:id="rId25"/>
    <p:sldId id="598" r:id="rId26"/>
    <p:sldId id="656" r:id="rId27"/>
    <p:sldId id="657" r:id="rId28"/>
    <p:sldId id="658" r:id="rId29"/>
    <p:sldId id="659" r:id="rId30"/>
    <p:sldId id="660" r:id="rId31"/>
    <p:sldId id="604" r:id="rId32"/>
    <p:sldId id="605" r:id="rId33"/>
    <p:sldId id="606" r:id="rId34"/>
    <p:sldId id="607" r:id="rId35"/>
    <p:sldId id="608" r:id="rId36"/>
    <p:sldId id="305" r:id="rId37"/>
    <p:sldId id="609" r:id="rId38"/>
    <p:sldId id="610" r:id="rId39"/>
    <p:sldId id="611" r:id="rId40"/>
    <p:sldId id="612" r:id="rId41"/>
    <p:sldId id="613" r:id="rId42"/>
    <p:sldId id="614" r:id="rId43"/>
    <p:sldId id="615" r:id="rId44"/>
    <p:sldId id="616" r:id="rId45"/>
    <p:sldId id="617" r:id="rId46"/>
    <p:sldId id="618" r:id="rId47"/>
    <p:sldId id="619" r:id="rId48"/>
    <p:sldId id="620" r:id="rId49"/>
    <p:sldId id="621" r:id="rId50"/>
    <p:sldId id="622" r:id="rId51"/>
    <p:sldId id="623" r:id="rId52"/>
    <p:sldId id="624" r:id="rId53"/>
    <p:sldId id="625" r:id="rId54"/>
    <p:sldId id="626" r:id="rId55"/>
    <p:sldId id="627" r:id="rId56"/>
    <p:sldId id="628" r:id="rId57"/>
    <p:sldId id="629" r:id="rId58"/>
    <p:sldId id="630" r:id="rId59"/>
    <p:sldId id="631" r:id="rId60"/>
    <p:sldId id="632" r:id="rId61"/>
    <p:sldId id="633" r:id="rId62"/>
    <p:sldId id="634" r:id="rId63"/>
    <p:sldId id="635" r:id="rId64"/>
    <p:sldId id="636" r:id="rId65"/>
    <p:sldId id="637" r:id="rId66"/>
    <p:sldId id="638" r:id="rId67"/>
    <p:sldId id="639" r:id="rId68"/>
    <p:sldId id="640" r:id="rId69"/>
    <p:sldId id="641" r:id="rId70"/>
    <p:sldId id="642" r:id="rId71"/>
    <p:sldId id="643" r:id="rId72"/>
    <p:sldId id="644" r:id="rId73"/>
    <p:sldId id="645" r:id="rId74"/>
    <p:sldId id="646" r:id="rId75"/>
  </p:sldIdLst>
  <p:sldSz cx="12192000" cy="6858000"/>
  <p:notesSz cx="6858000" cy="9144000"/>
  <p:embeddedFontLst>
    <p:embeddedFont>
      <p:font typeface="Consolas" panose="020B0609020204030204" pitchFamily="49" charset="0"/>
      <p:regular r:id="rId77"/>
      <p:bold r:id="rId78"/>
      <p:italic r:id="rId79"/>
      <p:boldItalic r:id="rId80"/>
    </p:embeddedFont>
    <p:embeddedFont>
      <p:font typeface="Segoe UI" panose="020B0502040204020203" pitchFamily="34" charset="0"/>
      <p:regular r:id="rId81"/>
      <p:bold r:id="rId82"/>
      <p:italic r:id="rId83"/>
      <p:boldItalic r:id="rId8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19" autoAdjust="0"/>
    <p:restoredTop sz="66867" autoAdjust="0"/>
  </p:normalViewPr>
  <p:slideViewPr>
    <p:cSldViewPr snapToGrid="0">
      <p:cViewPr varScale="1">
        <p:scale>
          <a:sx n="101" d="100"/>
          <a:sy n="101" d="100"/>
        </p:scale>
        <p:origin x="1800"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font" Target="fonts/font1.fntdata"/><Relationship Id="rId78" Type="http://schemas.openxmlformats.org/officeDocument/2006/relationships/font" Target="fonts/font2.fntdata"/><Relationship Id="rId79" Type="http://schemas.openxmlformats.org/officeDocument/2006/relationships/font" Target="fonts/font3.fntdata"/><Relationship Id="rId80" Type="http://schemas.openxmlformats.org/officeDocument/2006/relationships/font" Target="fonts/font4.fntdata"/><Relationship Id="rId81" Type="http://schemas.openxmlformats.org/officeDocument/2006/relationships/font" Target="fonts/font5.fntdata"/><Relationship Id="rId82" Type="http://schemas.openxmlformats.org/officeDocument/2006/relationships/font" Target="fonts/font6.fntdata"/><Relationship Id="rId83" Type="http://schemas.openxmlformats.org/officeDocument/2006/relationships/font" Target="fonts/font7.fntdata"/><Relationship Id="rId84" Type="http://schemas.openxmlformats.org/officeDocument/2006/relationships/font" Target="fonts/font8.fntdata"/><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delSection modSection">
      <pc:chgData name="J. Tower" userId="9d06de10716639e5" providerId="LiveId" clId="{F8931099-75CA-5660-A155-55881DF68D84}" dt="2026-08-31T18:06:04.784" v="1569" actId="17851"/>
      <pc:docMkLst>
        <pc:docMk/>
      </pc:docMkLst>
      <pc:sldChg chg="modSp mod">
        <pc:chgData name="J. Tower" userId="9d06de10716639e5" providerId="LiveId" clId="{F8931099-75CA-5660-A155-55881DF68D84}" dt="2026-08-31T17:12:55.746" v="1108" actId="113"/>
        <pc:sldMkLst>
          <pc:docMk/>
          <pc:sldMk cId="2221029909" sldId="575"/>
        </pc:sldMkLst>
        <pc:spChg chg="mod">
          <ac:chgData name="J. Tower" userId="9d06de10716639e5" providerId="LiveId" clId="{F8931099-75CA-5660-A155-55881DF68D84}" dt="2026-08-31T17:12:55.746" v="1108" actId="113"/>
          <ac:spMkLst>
            <pc:docMk/>
            <pc:sldMk cId="2221029909" sldId="575"/>
            <ac:spMk id="2" creationId="{7DAC186A-8C8F-4ED9-BBB1-4749E274B419}"/>
          </ac:spMkLst>
        </pc:spChg>
      </pc:sldChg>
      <pc:sldChg chg="addSp modSp mod ord">
        <pc:chgData name="J. Tower" userId="9d06de10716639e5" providerId="LiveId" clId="{F8931099-75CA-5660-A155-55881DF68D84}" dt="2026-08-31T17:12:08.681" v="1093" actId="20578"/>
        <pc:sldMkLst>
          <pc:docMk/>
          <pc:sldMk cId="0" sldId="586"/>
        </pc:sldMkLst>
        <pc:spChg chg="mod">
          <ac:chgData name="J. Tower" userId="9d06de10716639e5" providerId="LiveId" clId="{F8931099-75CA-5660-A155-55881DF68D84}" dt="2026-08-31T17:03:36.677" v="989" actId="14100"/>
          <ac:spMkLst>
            <pc:docMk/>
            <pc:sldMk cId="0" sldId="586"/>
            <ac:spMk id="2" creationId="{00000000-0000-0000-0000-000000000000}"/>
          </ac:spMkLst>
        </pc:spChg>
        <pc:picChg chg="add mod">
          <ac:chgData name="J. Tower" userId="9d06de10716639e5" providerId="LiveId" clId="{F8931099-75CA-5660-A155-55881DF68D84}" dt="2026-08-31T17:03:48.770" v="990"/>
          <ac:picMkLst>
            <pc:docMk/>
            <pc:sldMk cId="0" sldId="586"/>
            <ac:picMk id="3" creationId="{164AC3B2-33DC-7818-4F2E-20E827027667}"/>
          </ac:picMkLst>
        </pc:picChg>
      </pc:sldChg>
      <pc:sldChg chg="addSp delSp modSp mod ord">
        <pc:chgData name="J. Tower" userId="9d06de10716639e5" providerId="LiveId" clId="{F8931099-75CA-5660-A155-55881DF68D84}" dt="2026-08-31T17:12:08.681" v="1093" actId="20578"/>
        <pc:sldMkLst>
          <pc:docMk/>
          <pc:sldMk cId="0" sldId="587"/>
        </pc:sldMkLst>
        <pc:spChg chg="mod">
          <ac:chgData name="J. Tower" userId="9d06de10716639e5" providerId="LiveId" clId="{F8931099-75CA-5660-A155-55881DF68D84}" dt="2026-08-31T17:05:15.818" v="1006" actId="1076"/>
          <ac:spMkLst>
            <pc:docMk/>
            <pc:sldMk cId="0" sldId="587"/>
            <ac:spMk id="2" creationId="{00000000-0000-0000-0000-000000000000}"/>
          </ac:spMkLst>
        </pc:spChg>
        <pc:spChg chg="add del">
          <ac:chgData name="J. Tower" userId="9d06de10716639e5" providerId="LiveId" clId="{F8931099-75CA-5660-A155-55881DF68D84}" dt="2026-08-31T17:04:27.054" v="992" actId="22"/>
          <ac:spMkLst>
            <pc:docMk/>
            <pc:sldMk cId="0" sldId="587"/>
            <ac:spMk id="4" creationId="{0B8DD976-086F-A148-EF77-1CFCC15E0F47}"/>
          </ac:spMkLst>
        </pc:spChg>
        <pc:picChg chg="add mod">
          <ac:chgData name="J. Tower" userId="9d06de10716639e5" providerId="LiveId" clId="{F8931099-75CA-5660-A155-55881DF68D84}" dt="2026-08-31T17:05:12.749" v="1005" actId="1076"/>
          <ac:picMkLst>
            <pc:docMk/>
            <pc:sldMk cId="0" sldId="587"/>
            <ac:picMk id="5" creationId="{B239F663-F4F0-806B-B885-435A969160D4}"/>
          </ac:picMkLst>
        </pc:picChg>
      </pc:sldChg>
      <pc:sldChg chg="addSp modSp mod ord">
        <pc:chgData name="J. Tower" userId="9d06de10716639e5" providerId="LiveId" clId="{F8931099-75CA-5660-A155-55881DF68D84}" dt="2026-08-31T17:12:08.681" v="1093" actId="20578"/>
        <pc:sldMkLst>
          <pc:docMk/>
          <pc:sldMk cId="0" sldId="588"/>
        </pc:sldMkLst>
        <pc:spChg chg="mod">
          <ac:chgData name="J. Tower" userId="9d06de10716639e5" providerId="LiveId" clId="{F8931099-75CA-5660-A155-55881DF68D84}" dt="2026-08-31T17:06:16.487" v="1007" actId="14100"/>
          <ac:spMkLst>
            <pc:docMk/>
            <pc:sldMk cId="0" sldId="588"/>
            <ac:spMk id="2" creationId="{00000000-0000-0000-0000-000000000000}"/>
          </ac:spMkLst>
        </pc:spChg>
        <pc:picChg chg="add mod">
          <ac:chgData name="J. Tower" userId="9d06de10716639e5" providerId="LiveId" clId="{F8931099-75CA-5660-A155-55881DF68D84}" dt="2026-08-31T17:06:32.335" v="1012" actId="1076"/>
          <ac:picMkLst>
            <pc:docMk/>
            <pc:sldMk cId="0" sldId="588"/>
            <ac:picMk id="3" creationId="{F1A1668C-0901-C324-6578-ACFF6CF771F0}"/>
          </ac:picMkLst>
        </pc:picChg>
      </pc:sldChg>
      <pc:sldChg chg="addSp modSp mod ord">
        <pc:chgData name="J. Tower" userId="9d06de10716639e5" providerId="LiveId" clId="{F8931099-75CA-5660-A155-55881DF68D84}" dt="2026-08-31T17:12:08.681" v="1093" actId="20578"/>
        <pc:sldMkLst>
          <pc:docMk/>
          <pc:sldMk cId="0" sldId="589"/>
        </pc:sldMkLst>
        <pc:spChg chg="mod">
          <ac:chgData name="J. Tower" userId="9d06de10716639e5" providerId="LiveId" clId="{F8931099-75CA-5660-A155-55881DF68D84}" dt="2026-08-31T17:10:15.039" v="1078" actId="20577"/>
          <ac:spMkLst>
            <pc:docMk/>
            <pc:sldMk cId="0" sldId="589"/>
            <ac:spMk id="2" creationId="{00000000-0000-0000-0000-000000000000}"/>
          </ac:spMkLst>
        </pc:spChg>
        <pc:picChg chg="add mod">
          <ac:chgData name="J. Tower" userId="9d06de10716639e5" providerId="LiveId" clId="{F8931099-75CA-5660-A155-55881DF68D84}" dt="2026-08-31T17:06:58.093" v="1017" actId="1076"/>
          <ac:picMkLst>
            <pc:docMk/>
            <pc:sldMk cId="0" sldId="589"/>
            <ac:picMk id="3" creationId="{169F8E55-8153-0112-9BC3-641DDB2C5379}"/>
          </ac:picMkLst>
        </pc:picChg>
      </pc:sldChg>
      <pc:sldChg chg="addSp modSp mod ord">
        <pc:chgData name="J. Tower" userId="9d06de10716639e5" providerId="LiveId" clId="{F8931099-75CA-5660-A155-55881DF68D84}" dt="2026-08-31T17:12:08.681" v="1093" actId="20578"/>
        <pc:sldMkLst>
          <pc:docMk/>
          <pc:sldMk cId="0" sldId="590"/>
        </pc:sldMkLst>
        <pc:spChg chg="mod">
          <ac:chgData name="J. Tower" userId="9d06de10716639e5" providerId="LiveId" clId="{F8931099-75CA-5660-A155-55881DF68D84}" dt="2026-08-31T17:10:16.594" v="1080" actId="1076"/>
          <ac:spMkLst>
            <pc:docMk/>
            <pc:sldMk cId="0" sldId="590"/>
            <ac:spMk id="2" creationId="{00000000-0000-0000-0000-000000000000}"/>
          </ac:spMkLst>
        </pc:spChg>
        <pc:picChg chg="add mod modCrop">
          <ac:chgData name="J. Tower" userId="9d06de10716639e5" providerId="LiveId" clId="{F8931099-75CA-5660-A155-55881DF68D84}" dt="2026-08-31T17:10:17.562" v="1081" actId="1076"/>
          <ac:picMkLst>
            <pc:docMk/>
            <pc:sldMk cId="0" sldId="590"/>
            <ac:picMk id="3" creationId="{B21038F6-E05F-A23C-600D-BE4DB04FB0BC}"/>
          </ac:picMkLst>
        </pc:picChg>
      </pc:sldChg>
      <pc:sldChg chg="addSp modSp mod ord">
        <pc:chgData name="J. Tower" userId="9d06de10716639e5" providerId="LiveId" clId="{F8931099-75CA-5660-A155-55881DF68D84}" dt="2026-08-31T17:12:08.681" v="1093" actId="20578"/>
        <pc:sldMkLst>
          <pc:docMk/>
          <pc:sldMk cId="0" sldId="591"/>
        </pc:sldMkLst>
        <pc:spChg chg="mod">
          <ac:chgData name="J. Tower" userId="9d06de10716639e5" providerId="LiveId" clId="{F8931099-75CA-5660-A155-55881DF68D84}" dt="2026-08-31T17:10:47.967" v="1088" actId="1076"/>
          <ac:spMkLst>
            <pc:docMk/>
            <pc:sldMk cId="0" sldId="591"/>
            <ac:spMk id="2" creationId="{00000000-0000-0000-0000-000000000000}"/>
          </ac:spMkLst>
        </pc:spChg>
        <pc:picChg chg="add mod modCrop">
          <ac:chgData name="J. Tower" userId="9d06de10716639e5" providerId="LiveId" clId="{F8931099-75CA-5660-A155-55881DF68D84}" dt="2026-08-31T17:10:40.733" v="1086" actId="732"/>
          <ac:picMkLst>
            <pc:docMk/>
            <pc:sldMk cId="0" sldId="591"/>
            <ac:picMk id="3" creationId="{4DBC475E-8513-CE57-1C40-2CDB60272A2E}"/>
          </ac:picMkLst>
        </pc:picChg>
      </pc:sldChg>
      <pc:sldChg chg="addSp modSp mod ord">
        <pc:chgData name="J. Tower" userId="9d06de10716639e5" providerId="LiveId" clId="{F8931099-75CA-5660-A155-55881DF68D84}" dt="2026-08-31T17:12:08.681" v="1093" actId="20578"/>
        <pc:sldMkLst>
          <pc:docMk/>
          <pc:sldMk cId="0" sldId="592"/>
        </pc:sldMkLst>
        <pc:spChg chg="mod">
          <ac:chgData name="J. Tower" userId="9d06de10716639e5" providerId="LiveId" clId="{F8931099-75CA-5660-A155-55881DF68D84}" dt="2026-08-31T17:11:55.448" v="1092" actId="14100"/>
          <ac:spMkLst>
            <pc:docMk/>
            <pc:sldMk cId="0" sldId="592"/>
            <ac:spMk id="2" creationId="{00000000-0000-0000-0000-000000000000}"/>
          </ac:spMkLst>
        </pc:spChg>
        <pc:picChg chg="add mod">
          <ac:chgData name="J. Tower" userId="9d06de10716639e5" providerId="LiveId" clId="{F8931099-75CA-5660-A155-55881DF68D84}" dt="2026-08-31T17:11:50.072" v="1091" actId="14100"/>
          <ac:picMkLst>
            <pc:docMk/>
            <pc:sldMk cId="0" sldId="592"/>
            <ac:picMk id="3" creationId="{9EC98BCB-25A6-21A1-0E33-0C3A594E6467}"/>
          </ac:picMkLst>
        </pc:picChg>
      </pc:sldChg>
      <pc:sldChg chg="modSp mod">
        <pc:chgData name="J. Tower" userId="9d06de10716639e5" providerId="LiveId" clId="{F8931099-75CA-5660-A155-55881DF68D84}" dt="2026-08-31T17:13:50.180" v="1115" actId="20577"/>
        <pc:sldMkLst>
          <pc:docMk/>
          <pc:sldMk cId="0" sldId="593"/>
        </pc:sldMkLst>
        <pc:spChg chg="mod">
          <ac:chgData name="J. Tower" userId="9d06de10716639e5" providerId="LiveId" clId="{F8931099-75CA-5660-A155-55881DF68D84}" dt="2026-08-31T17:13:50.180" v="1115" actId="20577"/>
          <ac:spMkLst>
            <pc:docMk/>
            <pc:sldMk cId="0" sldId="593"/>
            <ac:spMk id="3" creationId="{00000000-0000-0000-0000-000000000000}"/>
          </ac:spMkLst>
        </pc:spChg>
      </pc:sldChg>
      <pc:sldChg chg="modSp mod">
        <pc:chgData name="J. Tower" userId="9d06de10716639e5" providerId="LiveId" clId="{F8931099-75CA-5660-A155-55881DF68D84}" dt="2026-08-31T17:13:53.902" v="1118" actId="20577"/>
        <pc:sldMkLst>
          <pc:docMk/>
          <pc:sldMk cId="0" sldId="594"/>
        </pc:sldMkLst>
        <pc:spChg chg="mod">
          <ac:chgData name="J. Tower" userId="9d06de10716639e5" providerId="LiveId" clId="{F8931099-75CA-5660-A155-55881DF68D84}" dt="2026-08-31T17:13:53.902" v="1118" actId="20577"/>
          <ac:spMkLst>
            <pc:docMk/>
            <pc:sldMk cId="0" sldId="594"/>
            <ac:spMk id="3" creationId="{00000000-0000-0000-0000-000000000000}"/>
          </ac:spMkLst>
        </pc:spChg>
      </pc:sldChg>
      <pc:sldChg chg="modSp mod">
        <pc:chgData name="J. Tower" userId="9d06de10716639e5" providerId="LiveId" clId="{F8931099-75CA-5660-A155-55881DF68D84}" dt="2026-08-31T17:16:24.551" v="1120" actId="403"/>
        <pc:sldMkLst>
          <pc:docMk/>
          <pc:sldMk cId="0" sldId="595"/>
        </pc:sldMkLst>
        <pc:spChg chg="mod">
          <ac:chgData name="J. Tower" userId="9d06de10716639e5" providerId="LiveId" clId="{F8931099-75CA-5660-A155-55881DF68D84}" dt="2026-08-31T17:16:24.551" v="1120" actId="403"/>
          <ac:spMkLst>
            <pc:docMk/>
            <pc:sldMk cId="0" sldId="595"/>
            <ac:spMk id="3" creationId="{00000000-0000-0000-0000-000000000000}"/>
          </ac:spMkLst>
        </pc:spChg>
      </pc:sldChg>
      <pc:sldChg chg="modSp mod">
        <pc:chgData name="J. Tower" userId="9d06de10716639e5" providerId="LiveId" clId="{F8931099-75CA-5660-A155-55881DF68D84}" dt="2026-08-31T17:16:27.150" v="1122" actId="403"/>
        <pc:sldMkLst>
          <pc:docMk/>
          <pc:sldMk cId="0" sldId="596"/>
        </pc:sldMkLst>
        <pc:spChg chg="mod">
          <ac:chgData name="J. Tower" userId="9d06de10716639e5" providerId="LiveId" clId="{F8931099-75CA-5660-A155-55881DF68D84}" dt="2026-08-31T17:16:27.150" v="1122" actId="403"/>
          <ac:spMkLst>
            <pc:docMk/>
            <pc:sldMk cId="0" sldId="596"/>
            <ac:spMk id="3" creationId="{00000000-0000-0000-0000-000000000000}"/>
          </ac:spMkLst>
        </pc:spChg>
      </pc:sldChg>
      <pc:sldChg chg="modSp mod">
        <pc:chgData name="J. Tower" userId="9d06de10716639e5" providerId="LiveId" clId="{F8931099-75CA-5660-A155-55881DF68D84}" dt="2026-08-31T17:16:30.591" v="1124" actId="403"/>
        <pc:sldMkLst>
          <pc:docMk/>
          <pc:sldMk cId="0" sldId="597"/>
        </pc:sldMkLst>
        <pc:spChg chg="mod">
          <ac:chgData name="J. Tower" userId="9d06de10716639e5" providerId="LiveId" clId="{F8931099-75CA-5660-A155-55881DF68D84}" dt="2026-08-31T17:16:30.591" v="1124" actId="403"/>
          <ac:spMkLst>
            <pc:docMk/>
            <pc:sldMk cId="0" sldId="597"/>
            <ac:spMk id="3" creationId="{00000000-0000-0000-0000-000000000000}"/>
          </ac:spMkLst>
        </pc:spChg>
      </pc:sldChg>
      <pc:sldChg chg="modSp mod">
        <pc:chgData name="J. Tower" userId="9d06de10716639e5" providerId="LiveId" clId="{F8931099-75CA-5660-A155-55881DF68D84}" dt="2026-08-31T17:16:57.213" v="1152" actId="20577"/>
        <pc:sldMkLst>
          <pc:docMk/>
          <pc:sldMk cId="0" sldId="598"/>
        </pc:sldMkLst>
        <pc:spChg chg="mod">
          <ac:chgData name="J. Tower" userId="9d06de10716639e5" providerId="LiveId" clId="{F8931099-75CA-5660-A155-55881DF68D84}" dt="2026-08-31T17:16:57.213" v="1152" actId="20577"/>
          <ac:spMkLst>
            <pc:docMk/>
            <pc:sldMk cId="0" sldId="598"/>
            <ac:spMk id="3" creationId="{00000000-0000-0000-0000-000000000000}"/>
          </ac:spMkLst>
        </pc:spChg>
      </pc:sldChg>
      <pc:sldChg chg="modSp mod">
        <pc:chgData name="J. Tower" userId="9d06de10716639e5" providerId="LiveId" clId="{F8931099-75CA-5660-A155-55881DF68D84}" dt="2026-08-31T18:01:16.865" v="1478" actId="20577"/>
        <pc:sldMkLst>
          <pc:docMk/>
          <pc:sldMk cId="0" sldId="604"/>
        </pc:sldMkLst>
        <pc:spChg chg="mod">
          <ac:chgData name="J. Tower" userId="9d06de10716639e5" providerId="LiveId" clId="{F8931099-75CA-5660-A155-55881DF68D84}" dt="2026-08-31T17:57:00.801" v="1299" actId="20577"/>
          <ac:spMkLst>
            <pc:docMk/>
            <pc:sldMk cId="0" sldId="604"/>
            <ac:spMk id="2" creationId="{00000000-0000-0000-0000-000000000000}"/>
          </ac:spMkLst>
        </pc:spChg>
        <pc:spChg chg="mod">
          <ac:chgData name="J. Tower" userId="9d06de10716639e5" providerId="LiveId" clId="{F8931099-75CA-5660-A155-55881DF68D84}" dt="2026-08-31T18:01:16.865" v="1478" actId="20577"/>
          <ac:spMkLst>
            <pc:docMk/>
            <pc:sldMk cId="0" sldId="604"/>
            <ac:spMk id="3" creationId="{00000000-0000-0000-0000-000000000000}"/>
          </ac:spMkLst>
        </pc:spChg>
      </pc:sldChg>
      <pc:sldChg chg="modSp mod">
        <pc:chgData name="J. Tower" userId="9d06de10716639e5" providerId="LiveId" clId="{F8931099-75CA-5660-A155-55881DF68D84}" dt="2026-08-31T18:01:24.493" v="1482" actId="20577"/>
        <pc:sldMkLst>
          <pc:docMk/>
          <pc:sldMk cId="0" sldId="605"/>
        </pc:sldMkLst>
        <pc:spChg chg="mod">
          <ac:chgData name="J. Tower" userId="9d06de10716639e5" providerId="LiveId" clId="{F8931099-75CA-5660-A155-55881DF68D84}" dt="2026-08-31T17:57:03.110" v="1300"/>
          <ac:spMkLst>
            <pc:docMk/>
            <pc:sldMk cId="0" sldId="605"/>
            <ac:spMk id="2" creationId="{00000000-0000-0000-0000-000000000000}"/>
          </ac:spMkLst>
        </pc:spChg>
        <pc:spChg chg="mod">
          <ac:chgData name="J. Tower" userId="9d06de10716639e5" providerId="LiveId" clId="{F8931099-75CA-5660-A155-55881DF68D84}" dt="2026-08-31T18:01:24.493" v="1482" actId="20577"/>
          <ac:spMkLst>
            <pc:docMk/>
            <pc:sldMk cId="0" sldId="605"/>
            <ac:spMk id="3" creationId="{00000000-0000-0000-0000-000000000000}"/>
          </ac:spMkLst>
        </pc:spChg>
      </pc:sldChg>
      <pc:sldChg chg="modSp mod">
        <pc:chgData name="J. Tower" userId="9d06de10716639e5" providerId="LiveId" clId="{F8931099-75CA-5660-A155-55881DF68D84}" dt="2026-08-31T18:01:32.391" v="1497" actId="20577"/>
        <pc:sldMkLst>
          <pc:docMk/>
          <pc:sldMk cId="0" sldId="606"/>
        </pc:sldMkLst>
        <pc:spChg chg="mod">
          <ac:chgData name="J. Tower" userId="9d06de10716639e5" providerId="LiveId" clId="{F8931099-75CA-5660-A155-55881DF68D84}" dt="2026-08-31T17:57:06.401" v="1301"/>
          <ac:spMkLst>
            <pc:docMk/>
            <pc:sldMk cId="0" sldId="606"/>
            <ac:spMk id="2" creationId="{00000000-0000-0000-0000-000000000000}"/>
          </ac:spMkLst>
        </pc:spChg>
        <pc:spChg chg="mod">
          <ac:chgData name="J. Tower" userId="9d06de10716639e5" providerId="LiveId" clId="{F8931099-75CA-5660-A155-55881DF68D84}" dt="2026-08-31T18:01:32.391" v="1497" actId="20577"/>
          <ac:spMkLst>
            <pc:docMk/>
            <pc:sldMk cId="0" sldId="606"/>
            <ac:spMk id="3" creationId="{00000000-0000-0000-0000-000000000000}"/>
          </ac:spMkLst>
        </pc:spChg>
      </pc:sldChg>
      <pc:sldChg chg="modSp mod">
        <pc:chgData name="J. Tower" userId="9d06de10716639e5" providerId="LiveId" clId="{F8931099-75CA-5660-A155-55881DF68D84}" dt="2026-08-31T18:01:44.888" v="1511" actId="20577"/>
        <pc:sldMkLst>
          <pc:docMk/>
          <pc:sldMk cId="0" sldId="607"/>
        </pc:sldMkLst>
        <pc:spChg chg="mod">
          <ac:chgData name="J. Tower" userId="9d06de10716639e5" providerId="LiveId" clId="{F8931099-75CA-5660-A155-55881DF68D84}" dt="2026-08-31T17:57:08.842" v="1302"/>
          <ac:spMkLst>
            <pc:docMk/>
            <pc:sldMk cId="0" sldId="607"/>
            <ac:spMk id="2" creationId="{00000000-0000-0000-0000-000000000000}"/>
          </ac:spMkLst>
        </pc:spChg>
        <pc:spChg chg="mod">
          <ac:chgData name="J. Tower" userId="9d06de10716639e5" providerId="LiveId" clId="{F8931099-75CA-5660-A155-55881DF68D84}" dt="2026-08-31T18:01:44.888" v="1511" actId="20577"/>
          <ac:spMkLst>
            <pc:docMk/>
            <pc:sldMk cId="0" sldId="607"/>
            <ac:spMk id="3" creationId="{00000000-0000-0000-0000-000000000000}"/>
          </ac:spMkLst>
        </pc:spChg>
      </pc:sldChg>
      <pc:sldChg chg="addSp delSp modSp mod">
        <pc:chgData name="J. Tower" userId="9d06de10716639e5" providerId="LiveId" clId="{F8931099-75CA-5660-A155-55881DF68D84}" dt="2026-08-31T18:00:43.141" v="1477" actId="20577"/>
        <pc:sldMkLst>
          <pc:docMk/>
          <pc:sldMk cId="0" sldId="608"/>
        </pc:sldMkLst>
        <pc:spChg chg="mod">
          <ac:chgData name="J. Tower" userId="9d06de10716639e5" providerId="LiveId" clId="{F8931099-75CA-5660-A155-55881DF68D84}" dt="2026-08-31T17:57:28.075" v="1318" actId="20577"/>
          <ac:spMkLst>
            <pc:docMk/>
            <pc:sldMk cId="0" sldId="608"/>
            <ac:spMk id="2" creationId="{00000000-0000-0000-0000-000000000000}"/>
          </ac:spMkLst>
        </pc:spChg>
        <pc:spChg chg="del">
          <ac:chgData name="J. Tower" userId="9d06de10716639e5" providerId="LiveId" clId="{F8931099-75CA-5660-A155-55881DF68D84}" dt="2026-08-31T17:54:43.115" v="1205" actId="21"/>
          <ac:spMkLst>
            <pc:docMk/>
            <pc:sldMk cId="0" sldId="608"/>
            <ac:spMk id="3" creationId="{00000000-0000-0000-0000-000000000000}"/>
          </ac:spMkLst>
        </pc:spChg>
        <pc:spChg chg="add del mod">
          <ac:chgData name="J. Tower" userId="9d06de10716639e5" providerId="LiveId" clId="{F8931099-75CA-5660-A155-55881DF68D84}" dt="2026-08-31T17:54:53.118" v="1206" actId="3680"/>
          <ac:spMkLst>
            <pc:docMk/>
            <pc:sldMk cId="0" sldId="608"/>
            <ac:spMk id="5" creationId="{4CF18BBD-00AF-A837-F3C1-145A8E7CC302}"/>
          </ac:spMkLst>
        </pc:spChg>
        <pc:spChg chg="add del mod">
          <ac:chgData name="J. Tower" userId="9d06de10716639e5" providerId="LiveId" clId="{F8931099-75CA-5660-A155-55881DF68D84}" dt="2026-08-31T17:56:32.111" v="1270" actId="478"/>
          <ac:spMkLst>
            <pc:docMk/>
            <pc:sldMk cId="0" sldId="608"/>
            <ac:spMk id="7" creationId="{CF36C4AA-643F-C4D2-C0DD-7513A78306AE}"/>
          </ac:spMkLst>
        </pc:spChg>
        <pc:graphicFrameChg chg="add mod ord modGraphic">
          <ac:chgData name="J. Tower" userId="9d06de10716639e5" providerId="LiveId" clId="{F8931099-75CA-5660-A155-55881DF68D84}" dt="2026-08-31T18:00:43.141" v="1477" actId="20577"/>
          <ac:graphicFrameMkLst>
            <pc:docMk/>
            <pc:sldMk cId="0" sldId="608"/>
            <ac:graphicFrameMk id="6" creationId="{073D13F6-8DFA-C7C6-2097-C92C927E48AC}"/>
          </ac:graphicFrameMkLst>
        </pc:graphicFrameChg>
      </pc:sldChg>
      <pc:sldChg chg="modSp mod">
        <pc:chgData name="J. Tower" userId="9d06de10716639e5" providerId="LiveId" clId="{F8931099-75CA-5660-A155-55881DF68D84}" dt="2026-08-31T18:02:07.265" v="1512" actId="403"/>
        <pc:sldMkLst>
          <pc:docMk/>
          <pc:sldMk cId="0" sldId="609"/>
        </pc:sldMkLst>
        <pc:spChg chg="mod">
          <ac:chgData name="J. Tower" userId="9d06de10716639e5" providerId="LiveId" clId="{F8931099-75CA-5660-A155-55881DF68D84}" dt="2026-08-31T18:02:07.265" v="1512" actId="403"/>
          <ac:spMkLst>
            <pc:docMk/>
            <pc:sldMk cId="0" sldId="609"/>
            <ac:spMk id="3" creationId="{00000000-0000-0000-0000-000000000000}"/>
          </ac:spMkLst>
        </pc:spChg>
      </pc:sldChg>
      <pc:sldChg chg="modSp mod">
        <pc:chgData name="J. Tower" userId="9d06de10716639e5" providerId="LiveId" clId="{F8931099-75CA-5660-A155-55881DF68D84}" dt="2026-08-31T18:02:10.138" v="1513" actId="403"/>
        <pc:sldMkLst>
          <pc:docMk/>
          <pc:sldMk cId="0" sldId="610"/>
        </pc:sldMkLst>
        <pc:spChg chg="mod">
          <ac:chgData name="J. Tower" userId="9d06de10716639e5" providerId="LiveId" clId="{F8931099-75CA-5660-A155-55881DF68D84}" dt="2026-08-31T18:02:10.138" v="1513" actId="403"/>
          <ac:spMkLst>
            <pc:docMk/>
            <pc:sldMk cId="0" sldId="610"/>
            <ac:spMk id="3" creationId="{00000000-0000-0000-0000-000000000000}"/>
          </ac:spMkLst>
        </pc:spChg>
      </pc:sldChg>
      <pc:sldChg chg="modSp mod">
        <pc:chgData name="J. Tower" userId="9d06de10716639e5" providerId="LiveId" clId="{F8931099-75CA-5660-A155-55881DF68D84}" dt="2026-08-31T18:02:17.318" v="1514" actId="403"/>
        <pc:sldMkLst>
          <pc:docMk/>
          <pc:sldMk cId="0" sldId="611"/>
        </pc:sldMkLst>
        <pc:spChg chg="mod">
          <ac:chgData name="J. Tower" userId="9d06de10716639e5" providerId="LiveId" clId="{F8931099-75CA-5660-A155-55881DF68D84}" dt="2026-08-31T18:02:17.318" v="1514" actId="403"/>
          <ac:spMkLst>
            <pc:docMk/>
            <pc:sldMk cId="0" sldId="611"/>
            <ac:spMk id="3" creationId="{00000000-0000-0000-0000-000000000000}"/>
          </ac:spMkLst>
        </pc:spChg>
      </pc:sldChg>
      <pc:sldChg chg="modSp mod">
        <pc:chgData name="J. Tower" userId="9d06de10716639e5" providerId="LiveId" clId="{F8931099-75CA-5660-A155-55881DF68D84}" dt="2026-08-31T18:02:22.413" v="1515" actId="403"/>
        <pc:sldMkLst>
          <pc:docMk/>
          <pc:sldMk cId="0" sldId="612"/>
        </pc:sldMkLst>
        <pc:spChg chg="mod">
          <ac:chgData name="J. Tower" userId="9d06de10716639e5" providerId="LiveId" clId="{F8931099-75CA-5660-A155-55881DF68D84}" dt="2026-08-31T18:02:22.413" v="1515" actId="403"/>
          <ac:spMkLst>
            <pc:docMk/>
            <pc:sldMk cId="0" sldId="612"/>
            <ac:spMk id="3" creationId="{00000000-0000-0000-0000-000000000000}"/>
          </ac:spMkLst>
        </pc:spChg>
      </pc:sldChg>
      <pc:sldChg chg="modSp mod">
        <pc:chgData name="J. Tower" userId="9d06de10716639e5" providerId="LiveId" clId="{F8931099-75CA-5660-A155-55881DF68D84}" dt="2026-08-31T18:02:26.643" v="1516" actId="403"/>
        <pc:sldMkLst>
          <pc:docMk/>
          <pc:sldMk cId="0" sldId="613"/>
        </pc:sldMkLst>
        <pc:spChg chg="mod">
          <ac:chgData name="J. Tower" userId="9d06de10716639e5" providerId="LiveId" clId="{F8931099-75CA-5660-A155-55881DF68D84}" dt="2026-08-31T18:02:26.643" v="1516" actId="403"/>
          <ac:spMkLst>
            <pc:docMk/>
            <pc:sldMk cId="0" sldId="613"/>
            <ac:spMk id="3" creationId="{00000000-0000-0000-0000-000000000000}"/>
          </ac:spMkLst>
        </pc:spChg>
      </pc:sldChg>
      <pc:sldChg chg="modSp mod">
        <pc:chgData name="J. Tower" userId="9d06de10716639e5" providerId="LiveId" clId="{F8931099-75CA-5660-A155-55881DF68D84}" dt="2026-08-31T18:02:30.692" v="1517" actId="403"/>
        <pc:sldMkLst>
          <pc:docMk/>
          <pc:sldMk cId="0" sldId="614"/>
        </pc:sldMkLst>
        <pc:spChg chg="mod">
          <ac:chgData name="J. Tower" userId="9d06de10716639e5" providerId="LiveId" clId="{F8931099-75CA-5660-A155-55881DF68D84}" dt="2026-08-31T18:02:30.692" v="1517" actId="403"/>
          <ac:spMkLst>
            <pc:docMk/>
            <pc:sldMk cId="0" sldId="614"/>
            <ac:spMk id="3" creationId="{00000000-0000-0000-0000-000000000000}"/>
          </ac:spMkLst>
        </pc:spChg>
      </pc:sldChg>
      <pc:sldChg chg="modSp mod">
        <pc:chgData name="J. Tower" userId="9d06de10716639e5" providerId="LiveId" clId="{F8931099-75CA-5660-A155-55881DF68D84}" dt="2026-08-31T18:02:33.663" v="1518" actId="403"/>
        <pc:sldMkLst>
          <pc:docMk/>
          <pc:sldMk cId="0" sldId="615"/>
        </pc:sldMkLst>
        <pc:spChg chg="mod">
          <ac:chgData name="J. Tower" userId="9d06de10716639e5" providerId="LiveId" clId="{F8931099-75CA-5660-A155-55881DF68D84}" dt="2026-08-31T18:02:33.663" v="1518" actId="403"/>
          <ac:spMkLst>
            <pc:docMk/>
            <pc:sldMk cId="0" sldId="615"/>
            <ac:spMk id="3" creationId="{00000000-0000-0000-0000-000000000000}"/>
          </ac:spMkLst>
        </pc:spChg>
      </pc:sldChg>
      <pc:sldChg chg="modSp mod">
        <pc:chgData name="J. Tower" userId="9d06de10716639e5" providerId="LiveId" clId="{F8931099-75CA-5660-A155-55881DF68D84}" dt="2026-08-31T18:02:37.495" v="1519" actId="403"/>
        <pc:sldMkLst>
          <pc:docMk/>
          <pc:sldMk cId="0" sldId="616"/>
        </pc:sldMkLst>
        <pc:spChg chg="mod">
          <ac:chgData name="J. Tower" userId="9d06de10716639e5" providerId="LiveId" clId="{F8931099-75CA-5660-A155-55881DF68D84}" dt="2026-08-31T18:02:37.495" v="1519" actId="403"/>
          <ac:spMkLst>
            <pc:docMk/>
            <pc:sldMk cId="0" sldId="616"/>
            <ac:spMk id="3" creationId="{00000000-0000-0000-0000-000000000000}"/>
          </ac:spMkLst>
        </pc:spChg>
      </pc:sldChg>
      <pc:sldChg chg="modSp mod">
        <pc:chgData name="J. Tower" userId="9d06de10716639e5" providerId="LiveId" clId="{F8931099-75CA-5660-A155-55881DF68D84}" dt="2026-08-31T18:02:44.704" v="1520" actId="403"/>
        <pc:sldMkLst>
          <pc:docMk/>
          <pc:sldMk cId="0" sldId="617"/>
        </pc:sldMkLst>
        <pc:spChg chg="mod">
          <ac:chgData name="J. Tower" userId="9d06de10716639e5" providerId="LiveId" clId="{F8931099-75CA-5660-A155-55881DF68D84}" dt="2026-08-31T18:02:44.704" v="1520" actId="403"/>
          <ac:spMkLst>
            <pc:docMk/>
            <pc:sldMk cId="0" sldId="617"/>
            <ac:spMk id="3" creationId="{00000000-0000-0000-0000-000000000000}"/>
          </ac:spMkLst>
        </pc:spChg>
      </pc:sldChg>
      <pc:sldChg chg="modSp mod">
        <pc:chgData name="J. Tower" userId="9d06de10716639e5" providerId="LiveId" clId="{F8931099-75CA-5660-A155-55881DF68D84}" dt="2026-08-31T18:02:48.016" v="1521" actId="403"/>
        <pc:sldMkLst>
          <pc:docMk/>
          <pc:sldMk cId="0" sldId="618"/>
        </pc:sldMkLst>
        <pc:spChg chg="mod">
          <ac:chgData name="J. Tower" userId="9d06de10716639e5" providerId="LiveId" clId="{F8931099-75CA-5660-A155-55881DF68D84}" dt="2026-08-31T18:02:48.016" v="1521" actId="403"/>
          <ac:spMkLst>
            <pc:docMk/>
            <pc:sldMk cId="0" sldId="618"/>
            <ac:spMk id="3" creationId="{00000000-0000-0000-0000-000000000000}"/>
          </ac:spMkLst>
        </pc:spChg>
      </pc:sldChg>
      <pc:sldChg chg="modSp mod">
        <pc:chgData name="J. Tower" userId="9d06de10716639e5" providerId="LiveId" clId="{F8931099-75CA-5660-A155-55881DF68D84}" dt="2026-08-31T18:02:51.014" v="1522" actId="403"/>
        <pc:sldMkLst>
          <pc:docMk/>
          <pc:sldMk cId="0" sldId="619"/>
        </pc:sldMkLst>
        <pc:spChg chg="mod">
          <ac:chgData name="J. Tower" userId="9d06de10716639e5" providerId="LiveId" clId="{F8931099-75CA-5660-A155-55881DF68D84}" dt="2026-08-31T18:02:51.014" v="1522" actId="403"/>
          <ac:spMkLst>
            <pc:docMk/>
            <pc:sldMk cId="0" sldId="619"/>
            <ac:spMk id="3" creationId="{00000000-0000-0000-0000-000000000000}"/>
          </ac:spMkLst>
        </pc:spChg>
      </pc:sldChg>
      <pc:sldChg chg="modSp mod">
        <pc:chgData name="J. Tower" userId="9d06de10716639e5" providerId="LiveId" clId="{F8931099-75CA-5660-A155-55881DF68D84}" dt="2026-08-31T18:03:27.670" v="1539" actId="403"/>
        <pc:sldMkLst>
          <pc:docMk/>
          <pc:sldMk cId="0" sldId="620"/>
        </pc:sldMkLst>
        <pc:spChg chg="mod">
          <ac:chgData name="J. Tower" userId="9d06de10716639e5" providerId="LiveId" clId="{F8931099-75CA-5660-A155-55881DF68D84}" dt="2026-08-31T18:03:03.855" v="1533" actId="20577"/>
          <ac:spMkLst>
            <pc:docMk/>
            <pc:sldMk cId="0" sldId="620"/>
            <ac:spMk id="2" creationId="{00000000-0000-0000-0000-000000000000}"/>
          </ac:spMkLst>
        </pc:spChg>
        <pc:spChg chg="mod">
          <ac:chgData name="J. Tower" userId="9d06de10716639e5" providerId="LiveId" clId="{F8931099-75CA-5660-A155-55881DF68D84}" dt="2026-08-31T18:03:27.670" v="1539" actId="403"/>
          <ac:spMkLst>
            <pc:docMk/>
            <pc:sldMk cId="0" sldId="620"/>
            <ac:spMk id="3" creationId="{00000000-0000-0000-0000-000000000000}"/>
          </ac:spMkLst>
        </pc:spChg>
      </pc:sldChg>
      <pc:sldChg chg="modSp mod">
        <pc:chgData name="J. Tower" userId="9d06de10716639e5" providerId="LiveId" clId="{F8931099-75CA-5660-A155-55881DF68D84}" dt="2026-08-31T18:03:52.613" v="1544" actId="20577"/>
        <pc:sldMkLst>
          <pc:docMk/>
          <pc:sldMk cId="0" sldId="621"/>
        </pc:sldMkLst>
        <pc:spChg chg="mod">
          <ac:chgData name="J. Tower" userId="9d06de10716639e5" providerId="LiveId" clId="{F8931099-75CA-5660-A155-55881DF68D84}" dt="2026-08-31T18:03:07.885" v="1534"/>
          <ac:spMkLst>
            <pc:docMk/>
            <pc:sldMk cId="0" sldId="621"/>
            <ac:spMk id="2" creationId="{00000000-0000-0000-0000-000000000000}"/>
          </ac:spMkLst>
        </pc:spChg>
        <pc:spChg chg="mod">
          <ac:chgData name="J. Tower" userId="9d06de10716639e5" providerId="LiveId" clId="{F8931099-75CA-5660-A155-55881DF68D84}" dt="2026-08-31T18:03:52.613" v="1544" actId="20577"/>
          <ac:spMkLst>
            <pc:docMk/>
            <pc:sldMk cId="0" sldId="621"/>
            <ac:spMk id="3" creationId="{00000000-0000-0000-0000-000000000000}"/>
          </ac:spMkLst>
        </pc:spChg>
      </pc:sldChg>
      <pc:sldChg chg="modSp mod">
        <pc:chgData name="J. Tower" userId="9d06de10716639e5" providerId="LiveId" clId="{F8931099-75CA-5660-A155-55881DF68D84}" dt="2026-08-31T18:04:02.091" v="1549" actId="20577"/>
        <pc:sldMkLst>
          <pc:docMk/>
          <pc:sldMk cId="0" sldId="622"/>
        </pc:sldMkLst>
        <pc:spChg chg="mod">
          <ac:chgData name="J. Tower" userId="9d06de10716639e5" providerId="LiveId" clId="{F8931099-75CA-5660-A155-55881DF68D84}" dt="2026-08-31T18:03:10.176" v="1535"/>
          <ac:spMkLst>
            <pc:docMk/>
            <pc:sldMk cId="0" sldId="622"/>
            <ac:spMk id="2" creationId="{00000000-0000-0000-0000-000000000000}"/>
          </ac:spMkLst>
        </pc:spChg>
        <pc:spChg chg="mod">
          <ac:chgData name="J. Tower" userId="9d06de10716639e5" providerId="LiveId" clId="{F8931099-75CA-5660-A155-55881DF68D84}" dt="2026-08-31T18:04:02.091" v="1549" actId="20577"/>
          <ac:spMkLst>
            <pc:docMk/>
            <pc:sldMk cId="0" sldId="622"/>
            <ac:spMk id="3" creationId="{00000000-0000-0000-0000-000000000000}"/>
          </ac:spMkLst>
        </pc:spChg>
      </pc:sldChg>
      <pc:sldChg chg="modSp">
        <pc:chgData name="J. Tower" userId="9d06de10716639e5" providerId="LiveId" clId="{F8931099-75CA-5660-A155-55881DF68D84}" dt="2026-08-31T18:03:12.436" v="1536"/>
        <pc:sldMkLst>
          <pc:docMk/>
          <pc:sldMk cId="0" sldId="623"/>
        </pc:sldMkLst>
        <pc:spChg chg="mod">
          <ac:chgData name="J. Tower" userId="9d06de10716639e5" providerId="LiveId" clId="{F8931099-75CA-5660-A155-55881DF68D84}" dt="2026-08-31T18:03:12.436" v="1536"/>
          <ac:spMkLst>
            <pc:docMk/>
            <pc:sldMk cId="0" sldId="623"/>
            <ac:spMk id="2" creationId="{00000000-0000-0000-0000-000000000000}"/>
          </ac:spMkLst>
        </pc:spChg>
      </pc:sldChg>
      <pc:sldChg chg="modSp mod">
        <pc:chgData name="J. Tower" userId="9d06de10716639e5" providerId="LiveId" clId="{F8931099-75CA-5660-A155-55881DF68D84}" dt="2026-08-31T18:05:28.996" v="1568" actId="403"/>
        <pc:sldMkLst>
          <pc:docMk/>
          <pc:sldMk cId="0" sldId="631"/>
        </pc:sldMkLst>
        <pc:spChg chg="mod">
          <ac:chgData name="J. Tower" userId="9d06de10716639e5" providerId="LiveId" clId="{F8931099-75CA-5660-A155-55881DF68D84}" dt="2026-08-31T18:05:28.996" v="1568" actId="403"/>
          <ac:spMkLst>
            <pc:docMk/>
            <pc:sldMk cId="0" sldId="631"/>
            <ac:spMk id="3" creationId="{00000000-0000-0000-0000-000000000000}"/>
          </ac:spMkLst>
        </pc:spChg>
      </pc:sldChg>
      <pc:sldChg chg="modSp mod">
        <pc:chgData name="J. Tower" userId="9d06de10716639e5" providerId="LiveId" clId="{F8931099-75CA-5660-A155-55881DF68D84}" dt="2026-08-31T18:05:25.870" v="1567" actId="403"/>
        <pc:sldMkLst>
          <pc:docMk/>
          <pc:sldMk cId="0" sldId="632"/>
        </pc:sldMkLst>
        <pc:spChg chg="mod">
          <ac:chgData name="J. Tower" userId="9d06de10716639e5" providerId="LiveId" clId="{F8931099-75CA-5660-A155-55881DF68D84}" dt="2026-08-31T18:05:25.870" v="1567" actId="403"/>
          <ac:spMkLst>
            <pc:docMk/>
            <pc:sldMk cId="0" sldId="632"/>
            <ac:spMk id="3" creationId="{00000000-0000-0000-0000-000000000000}"/>
          </ac:spMkLst>
        </pc:spChg>
      </pc:sldChg>
      <pc:sldChg chg="modSp mod">
        <pc:chgData name="J. Tower" userId="9d06de10716639e5" providerId="LiveId" clId="{F8931099-75CA-5660-A155-55881DF68D84}" dt="2026-08-31T18:05:22.915" v="1566" actId="403"/>
        <pc:sldMkLst>
          <pc:docMk/>
          <pc:sldMk cId="0" sldId="633"/>
        </pc:sldMkLst>
        <pc:spChg chg="mod">
          <ac:chgData name="J. Tower" userId="9d06de10716639e5" providerId="LiveId" clId="{F8931099-75CA-5660-A155-55881DF68D84}" dt="2026-08-31T18:05:22.915" v="1566" actId="403"/>
          <ac:spMkLst>
            <pc:docMk/>
            <pc:sldMk cId="0" sldId="633"/>
            <ac:spMk id="3" creationId="{00000000-0000-0000-0000-000000000000}"/>
          </ac:spMkLst>
        </pc:spChg>
      </pc:sldChg>
      <pc:sldChg chg="modSp mod">
        <pc:chgData name="J. Tower" userId="9d06de10716639e5" providerId="LiveId" clId="{F8931099-75CA-5660-A155-55881DF68D84}" dt="2026-08-31T18:05:20.504" v="1565" actId="403"/>
        <pc:sldMkLst>
          <pc:docMk/>
          <pc:sldMk cId="0" sldId="634"/>
        </pc:sldMkLst>
        <pc:spChg chg="mod">
          <ac:chgData name="J. Tower" userId="9d06de10716639e5" providerId="LiveId" clId="{F8931099-75CA-5660-A155-55881DF68D84}" dt="2026-08-31T18:05:20.504" v="1565" actId="403"/>
          <ac:spMkLst>
            <pc:docMk/>
            <pc:sldMk cId="0" sldId="634"/>
            <ac:spMk id="3" creationId="{00000000-0000-0000-0000-000000000000}"/>
          </ac:spMkLst>
        </pc:spChg>
      </pc:sldChg>
      <pc:sldChg chg="modSp mod">
        <pc:chgData name="J. Tower" userId="9d06de10716639e5" providerId="LiveId" clId="{F8931099-75CA-5660-A155-55881DF68D84}" dt="2026-08-31T18:05:16.741" v="1564" actId="403"/>
        <pc:sldMkLst>
          <pc:docMk/>
          <pc:sldMk cId="0" sldId="635"/>
        </pc:sldMkLst>
        <pc:spChg chg="mod">
          <ac:chgData name="J. Tower" userId="9d06de10716639e5" providerId="LiveId" clId="{F8931099-75CA-5660-A155-55881DF68D84}" dt="2026-08-31T18:05:16.741" v="1564" actId="403"/>
          <ac:spMkLst>
            <pc:docMk/>
            <pc:sldMk cId="0" sldId="635"/>
            <ac:spMk id="3" creationId="{00000000-0000-0000-0000-000000000000}"/>
          </ac:spMkLst>
        </pc:spChg>
      </pc:sldChg>
      <pc:sldChg chg="modSp mod">
        <pc:chgData name="J. Tower" userId="9d06de10716639e5" providerId="LiveId" clId="{F8931099-75CA-5660-A155-55881DF68D84}" dt="2026-08-31T18:05:14.189" v="1563" actId="403"/>
        <pc:sldMkLst>
          <pc:docMk/>
          <pc:sldMk cId="0" sldId="636"/>
        </pc:sldMkLst>
        <pc:spChg chg="mod">
          <ac:chgData name="J. Tower" userId="9d06de10716639e5" providerId="LiveId" clId="{F8931099-75CA-5660-A155-55881DF68D84}" dt="2026-08-31T18:05:14.189" v="1563" actId="403"/>
          <ac:spMkLst>
            <pc:docMk/>
            <pc:sldMk cId="0" sldId="636"/>
            <ac:spMk id="3" creationId="{00000000-0000-0000-0000-000000000000}"/>
          </ac:spMkLst>
        </pc:spChg>
      </pc:sldChg>
      <pc:sldChg chg="modSp mod">
        <pc:chgData name="J. Tower" userId="9d06de10716639e5" providerId="LiveId" clId="{F8931099-75CA-5660-A155-55881DF68D84}" dt="2026-08-31T18:05:11.238" v="1562" actId="403"/>
        <pc:sldMkLst>
          <pc:docMk/>
          <pc:sldMk cId="0" sldId="637"/>
        </pc:sldMkLst>
        <pc:spChg chg="mod">
          <ac:chgData name="J. Tower" userId="9d06de10716639e5" providerId="LiveId" clId="{F8931099-75CA-5660-A155-55881DF68D84}" dt="2026-08-31T18:05:11.238" v="1562" actId="403"/>
          <ac:spMkLst>
            <pc:docMk/>
            <pc:sldMk cId="0" sldId="637"/>
            <ac:spMk id="3" creationId="{00000000-0000-0000-0000-000000000000}"/>
          </ac:spMkLst>
        </pc:spChg>
      </pc:sldChg>
      <pc:sldChg chg="modSp mod">
        <pc:chgData name="J. Tower" userId="9d06de10716639e5" providerId="LiveId" clId="{F8931099-75CA-5660-A155-55881DF68D84}" dt="2026-08-31T18:04:57.432" v="1561" actId="403"/>
        <pc:sldMkLst>
          <pc:docMk/>
          <pc:sldMk cId="0" sldId="638"/>
        </pc:sldMkLst>
        <pc:spChg chg="mod">
          <ac:chgData name="J. Tower" userId="9d06de10716639e5" providerId="LiveId" clId="{F8931099-75CA-5660-A155-55881DF68D84}" dt="2026-08-31T18:04:57.432" v="1561" actId="403"/>
          <ac:spMkLst>
            <pc:docMk/>
            <pc:sldMk cId="0" sldId="638"/>
            <ac:spMk id="3" creationId="{00000000-0000-0000-0000-000000000000}"/>
          </ac:spMkLst>
        </pc:spChg>
      </pc:sldChg>
      <pc:sldChg chg="modSp mod">
        <pc:chgData name="J. Tower" userId="9d06de10716639e5" providerId="LiveId" clId="{F8931099-75CA-5660-A155-55881DF68D84}" dt="2026-08-31T18:04:53.248" v="1559" actId="403"/>
        <pc:sldMkLst>
          <pc:docMk/>
          <pc:sldMk cId="0" sldId="639"/>
        </pc:sldMkLst>
        <pc:spChg chg="mod">
          <ac:chgData name="J. Tower" userId="9d06de10716639e5" providerId="LiveId" clId="{F8931099-75CA-5660-A155-55881DF68D84}" dt="2026-08-31T18:04:53.248" v="1559" actId="403"/>
          <ac:spMkLst>
            <pc:docMk/>
            <pc:sldMk cId="0" sldId="639"/>
            <ac:spMk id="3" creationId="{00000000-0000-0000-0000-000000000000}"/>
          </ac:spMkLst>
        </pc:spChg>
      </pc:sldChg>
      <pc:sldChg chg="modSp mod">
        <pc:chgData name="J. Tower" userId="9d06de10716639e5" providerId="LiveId" clId="{F8931099-75CA-5660-A155-55881DF68D84}" dt="2026-08-31T18:04:51.027" v="1557" actId="403"/>
        <pc:sldMkLst>
          <pc:docMk/>
          <pc:sldMk cId="0" sldId="640"/>
        </pc:sldMkLst>
        <pc:spChg chg="mod">
          <ac:chgData name="J. Tower" userId="9d06de10716639e5" providerId="LiveId" clId="{F8931099-75CA-5660-A155-55881DF68D84}" dt="2026-08-31T18:04:51.027" v="1557" actId="403"/>
          <ac:spMkLst>
            <pc:docMk/>
            <pc:sldMk cId="0" sldId="640"/>
            <ac:spMk id="3" creationId="{00000000-0000-0000-0000-000000000000}"/>
          </ac:spMkLst>
        </pc:spChg>
      </pc:sldChg>
      <pc:sldChg chg="modSp mod">
        <pc:chgData name="J. Tower" userId="9d06de10716639e5" providerId="LiveId" clId="{F8931099-75CA-5660-A155-55881DF68D84}" dt="2026-08-31T18:04:48.560" v="1555" actId="403"/>
        <pc:sldMkLst>
          <pc:docMk/>
          <pc:sldMk cId="0" sldId="641"/>
        </pc:sldMkLst>
        <pc:spChg chg="mod">
          <ac:chgData name="J. Tower" userId="9d06de10716639e5" providerId="LiveId" clId="{F8931099-75CA-5660-A155-55881DF68D84}" dt="2026-08-31T18:04:48.560" v="1555" actId="403"/>
          <ac:spMkLst>
            <pc:docMk/>
            <pc:sldMk cId="0" sldId="641"/>
            <ac:spMk id="3" creationId="{00000000-0000-0000-0000-000000000000}"/>
          </ac:spMkLst>
        </pc:spChg>
      </pc:sldChg>
      <pc:sldChg chg="modSp mod">
        <pc:chgData name="J. Tower" userId="9d06de10716639e5" providerId="LiveId" clId="{F8931099-75CA-5660-A155-55881DF68D84}" dt="2026-08-31T18:04:46.402" v="1553" actId="403"/>
        <pc:sldMkLst>
          <pc:docMk/>
          <pc:sldMk cId="0" sldId="642"/>
        </pc:sldMkLst>
        <pc:spChg chg="mod">
          <ac:chgData name="J. Tower" userId="9d06de10716639e5" providerId="LiveId" clId="{F8931099-75CA-5660-A155-55881DF68D84}" dt="2026-08-31T18:04:46.402" v="1553" actId="403"/>
          <ac:spMkLst>
            <pc:docMk/>
            <pc:sldMk cId="0" sldId="642"/>
            <ac:spMk id="3" creationId="{00000000-0000-0000-0000-000000000000}"/>
          </ac:spMkLst>
        </pc:spChg>
      </pc:sldChg>
      <pc:sldChg chg="modSp mod">
        <pc:chgData name="J. Tower" userId="9d06de10716639e5" providerId="LiveId" clId="{F8931099-75CA-5660-A155-55881DF68D84}" dt="2026-08-31T18:04:43.379" v="1551" actId="403"/>
        <pc:sldMkLst>
          <pc:docMk/>
          <pc:sldMk cId="0" sldId="643"/>
        </pc:sldMkLst>
        <pc:spChg chg="mod">
          <ac:chgData name="J. Tower" userId="9d06de10716639e5" providerId="LiveId" clId="{F8931099-75CA-5660-A155-55881DF68D84}" dt="2026-08-31T18:04:43.379" v="1551" actId="403"/>
          <ac:spMkLst>
            <pc:docMk/>
            <pc:sldMk cId="0" sldId="643"/>
            <ac:spMk id="3" creationId="{00000000-0000-0000-0000-000000000000}"/>
          </ac:spMkLst>
        </pc:spChg>
      </pc:sldChg>
      <pc:sldChg chg="del">
        <pc:chgData name="J. Tower" userId="9d06de10716639e5" providerId="LiveId" clId="{F8931099-75CA-5660-A155-55881DF68D84}" dt="2026-08-31T17:53:52.416" v="1194" actId="2696"/>
        <pc:sldMkLst>
          <pc:docMk/>
          <pc:sldMk cId="0" sldId="652"/>
        </pc:sldMkLst>
      </pc:sldChg>
      <pc:sldChg chg="del">
        <pc:chgData name="J. Tower" userId="9d06de10716639e5" providerId="LiveId" clId="{F8931099-75CA-5660-A155-55881DF68D84}" dt="2026-08-31T17:53:52.416" v="1194" actId="2696"/>
        <pc:sldMkLst>
          <pc:docMk/>
          <pc:sldMk cId="0" sldId="653"/>
        </pc:sldMkLst>
      </pc:sldChg>
      <pc:sldChg chg="del">
        <pc:chgData name="J. Tower" userId="9d06de10716639e5" providerId="LiveId" clId="{F8931099-75CA-5660-A155-55881DF68D84}" dt="2026-08-31T17:53:52.416" v="1194" actId="2696"/>
        <pc:sldMkLst>
          <pc:docMk/>
          <pc:sldMk cId="0" sldId="654"/>
        </pc:sldMkLst>
      </pc:sldChg>
      <pc:sldChg chg="del">
        <pc:chgData name="J. Tower" userId="9d06de10716639e5" providerId="LiveId" clId="{F8931099-75CA-5660-A155-55881DF68D84}" dt="2026-08-31T17:53:52.416" v="1194" actId="2696"/>
        <pc:sldMkLst>
          <pc:docMk/>
          <pc:sldMk cId="0" sldId="655"/>
        </pc:sldMkLst>
      </pc:sldChg>
      <pc:sldChg chg="delSp modSp mod">
        <pc:chgData name="J. Tower" userId="9d06de10716639e5" providerId="LiveId" clId="{F8931099-75CA-5660-A155-55881DF68D84}" dt="2026-08-31T17:54:00.630" v="1199" actId="478"/>
        <pc:sldMkLst>
          <pc:docMk/>
          <pc:sldMk cId="0" sldId="656"/>
        </pc:sldMkLst>
        <pc:spChg chg="mod">
          <ac:chgData name="J. Tower" userId="9d06de10716639e5" providerId="LiveId" clId="{F8931099-75CA-5660-A155-55881DF68D84}" dt="2026-08-31T17:53:44.208" v="1193" actId="20577"/>
          <ac:spMkLst>
            <pc:docMk/>
            <pc:sldMk cId="0" sldId="656"/>
            <ac:spMk id="4" creationId="{00000000-0000-0000-0000-000000000000}"/>
          </ac:spMkLst>
        </pc:spChg>
        <pc:spChg chg="del mod">
          <ac:chgData name="J. Tower" userId="9d06de10716639e5" providerId="LiveId" clId="{F8931099-75CA-5660-A155-55881DF68D84}" dt="2026-08-31T17:54:00.630" v="1199" actId="478"/>
          <ac:spMkLst>
            <pc:docMk/>
            <pc:sldMk cId="0" sldId="656"/>
            <ac:spMk id="6" creationId="{00000000-0000-0000-0000-000000000000}"/>
          </ac:spMkLst>
        </pc:spChg>
        <pc:spChg chg="del mod">
          <ac:chgData name="J. Tower" userId="9d06de10716639e5" providerId="LiveId" clId="{F8931099-75CA-5660-A155-55881DF68D84}" dt="2026-08-31T17:54:00.630" v="1199" actId="478"/>
          <ac:spMkLst>
            <pc:docMk/>
            <pc:sldMk cId="0" sldId="656"/>
            <ac:spMk id="8" creationId="{00000000-0000-0000-0000-000000000000}"/>
          </ac:spMkLst>
        </pc:spChg>
        <pc:spChg chg="del mod">
          <ac:chgData name="J. Tower" userId="9d06de10716639e5" providerId="LiveId" clId="{F8931099-75CA-5660-A155-55881DF68D84}" dt="2026-08-31T17:54:00.630" v="1199" actId="478"/>
          <ac:spMkLst>
            <pc:docMk/>
            <pc:sldMk cId="0" sldId="656"/>
            <ac:spMk id="10" creationId="{00000000-0000-0000-0000-000000000000}"/>
          </ac:spMkLst>
        </pc:spChg>
        <pc:spChg chg="del mod">
          <ac:chgData name="J. Tower" userId="9d06de10716639e5" providerId="LiveId" clId="{F8931099-75CA-5660-A155-55881DF68D84}" dt="2026-08-31T17:54:00.630" v="1199" actId="478"/>
          <ac:spMkLst>
            <pc:docMk/>
            <pc:sldMk cId="0" sldId="656"/>
            <ac:spMk id="12" creationId="{00000000-0000-0000-0000-000000000000}"/>
          </ac:spMkLst>
        </pc:spChg>
        <pc:picChg chg="del">
          <ac:chgData name="J. Tower" userId="9d06de10716639e5" providerId="LiveId" clId="{F8931099-75CA-5660-A155-55881DF68D84}" dt="2026-08-31T17:54:00.630" v="1199" actId="478"/>
          <ac:picMkLst>
            <pc:docMk/>
            <pc:sldMk cId="0" sldId="656"/>
            <ac:picMk id="5" creationId="{00000000-0000-0000-0000-000000000000}"/>
          </ac:picMkLst>
        </pc:picChg>
        <pc:picChg chg="del">
          <ac:chgData name="J. Tower" userId="9d06de10716639e5" providerId="LiveId" clId="{F8931099-75CA-5660-A155-55881DF68D84}" dt="2026-08-31T17:54:00.630" v="1199" actId="478"/>
          <ac:picMkLst>
            <pc:docMk/>
            <pc:sldMk cId="0" sldId="656"/>
            <ac:picMk id="7" creationId="{00000000-0000-0000-0000-000000000000}"/>
          </ac:picMkLst>
        </pc:picChg>
        <pc:picChg chg="del">
          <ac:chgData name="J. Tower" userId="9d06de10716639e5" providerId="LiveId" clId="{F8931099-75CA-5660-A155-55881DF68D84}" dt="2026-08-31T17:54:00.630" v="1199" actId="478"/>
          <ac:picMkLst>
            <pc:docMk/>
            <pc:sldMk cId="0" sldId="656"/>
            <ac:picMk id="9" creationId="{00000000-0000-0000-0000-000000000000}"/>
          </ac:picMkLst>
        </pc:picChg>
        <pc:picChg chg="del mod">
          <ac:chgData name="J. Tower" userId="9d06de10716639e5" providerId="LiveId" clId="{F8931099-75CA-5660-A155-55881DF68D84}" dt="2026-08-31T17:54:00.630" v="1199" actId="478"/>
          <ac:picMkLst>
            <pc:docMk/>
            <pc:sldMk cId="0" sldId="656"/>
            <ac:picMk id="11" creationId="{00000000-0000-0000-0000-000000000000}"/>
          </ac:picMkLst>
        </pc:picChg>
      </pc:sldChg>
      <pc:sldChg chg="delSp add mod">
        <pc:chgData name="J. Tower" userId="9d06de10716639e5" providerId="LiveId" clId="{F8931099-75CA-5660-A155-55881DF68D84}" dt="2026-08-31T17:54:04.146" v="1200" actId="478"/>
        <pc:sldMkLst>
          <pc:docMk/>
          <pc:sldMk cId="1110134982" sldId="657"/>
        </pc:sldMkLst>
        <pc:spChg chg="del">
          <ac:chgData name="J. Tower" userId="9d06de10716639e5" providerId="LiveId" clId="{F8931099-75CA-5660-A155-55881DF68D84}" dt="2026-08-31T17:54:04.146" v="1200" actId="478"/>
          <ac:spMkLst>
            <pc:docMk/>
            <pc:sldMk cId="1110134982" sldId="657"/>
            <ac:spMk id="8" creationId="{E31C2A6F-2427-627F-BFE0-894AF9DA5596}"/>
          </ac:spMkLst>
        </pc:spChg>
        <pc:spChg chg="del">
          <ac:chgData name="J. Tower" userId="9d06de10716639e5" providerId="LiveId" clId="{F8931099-75CA-5660-A155-55881DF68D84}" dt="2026-08-31T17:54:04.146" v="1200" actId="478"/>
          <ac:spMkLst>
            <pc:docMk/>
            <pc:sldMk cId="1110134982" sldId="657"/>
            <ac:spMk id="10" creationId="{43D38887-C1CC-E5A5-17DD-74EDFEB682BA}"/>
          </ac:spMkLst>
        </pc:spChg>
        <pc:spChg chg="del">
          <ac:chgData name="J. Tower" userId="9d06de10716639e5" providerId="LiveId" clId="{F8931099-75CA-5660-A155-55881DF68D84}" dt="2026-08-31T17:54:04.146" v="1200" actId="478"/>
          <ac:spMkLst>
            <pc:docMk/>
            <pc:sldMk cId="1110134982" sldId="657"/>
            <ac:spMk id="12" creationId="{F3D51CA3-9D14-EF65-B4DA-4A2DBABDCD35}"/>
          </ac:spMkLst>
        </pc:spChg>
        <pc:picChg chg="del">
          <ac:chgData name="J. Tower" userId="9d06de10716639e5" providerId="LiveId" clId="{F8931099-75CA-5660-A155-55881DF68D84}" dt="2026-08-31T17:54:04.146" v="1200" actId="478"/>
          <ac:picMkLst>
            <pc:docMk/>
            <pc:sldMk cId="1110134982" sldId="657"/>
            <ac:picMk id="7" creationId="{DB478E3E-9469-F94A-28A7-CCD0DF9DE7BF}"/>
          </ac:picMkLst>
        </pc:picChg>
        <pc:picChg chg="del">
          <ac:chgData name="J. Tower" userId="9d06de10716639e5" providerId="LiveId" clId="{F8931099-75CA-5660-A155-55881DF68D84}" dt="2026-08-31T17:54:04.146" v="1200" actId="478"/>
          <ac:picMkLst>
            <pc:docMk/>
            <pc:sldMk cId="1110134982" sldId="657"/>
            <ac:picMk id="9" creationId="{391CAC6E-662A-CF67-65A3-04286ADC16CD}"/>
          </ac:picMkLst>
        </pc:picChg>
        <pc:picChg chg="del">
          <ac:chgData name="J. Tower" userId="9d06de10716639e5" providerId="LiveId" clId="{F8931099-75CA-5660-A155-55881DF68D84}" dt="2026-08-31T17:54:04.146" v="1200" actId="478"/>
          <ac:picMkLst>
            <pc:docMk/>
            <pc:sldMk cId="1110134982" sldId="657"/>
            <ac:picMk id="11" creationId="{E5729BF7-F7BF-E5EF-D548-FFFDC7B8041E}"/>
          </ac:picMkLst>
        </pc:picChg>
      </pc:sldChg>
      <pc:sldChg chg="delSp modSp add mod">
        <pc:chgData name="J. Tower" userId="9d06de10716639e5" providerId="LiveId" clId="{F8931099-75CA-5660-A155-55881DF68D84}" dt="2026-08-31T17:54:10.730" v="1203" actId="478"/>
        <pc:sldMkLst>
          <pc:docMk/>
          <pc:sldMk cId="1792891384" sldId="658"/>
        </pc:sldMkLst>
        <pc:spChg chg="del mod">
          <ac:chgData name="J. Tower" userId="9d06de10716639e5" providerId="LiveId" clId="{F8931099-75CA-5660-A155-55881DF68D84}" dt="2026-08-31T17:54:10.730" v="1203" actId="478"/>
          <ac:spMkLst>
            <pc:docMk/>
            <pc:sldMk cId="1792891384" sldId="658"/>
            <ac:spMk id="10" creationId="{4EBEC920-25A5-009E-F512-4C6E53EA491B}"/>
          </ac:spMkLst>
        </pc:spChg>
        <pc:spChg chg="del">
          <ac:chgData name="J. Tower" userId="9d06de10716639e5" providerId="LiveId" clId="{F8931099-75CA-5660-A155-55881DF68D84}" dt="2026-08-31T17:54:07.163" v="1201" actId="478"/>
          <ac:spMkLst>
            <pc:docMk/>
            <pc:sldMk cId="1792891384" sldId="658"/>
            <ac:spMk id="12" creationId="{604F5F24-4AB5-04CB-5363-072A9D9A0353}"/>
          </ac:spMkLst>
        </pc:spChg>
        <pc:picChg chg="del">
          <ac:chgData name="J. Tower" userId="9d06de10716639e5" providerId="LiveId" clId="{F8931099-75CA-5660-A155-55881DF68D84}" dt="2026-08-31T17:54:07.163" v="1201" actId="478"/>
          <ac:picMkLst>
            <pc:docMk/>
            <pc:sldMk cId="1792891384" sldId="658"/>
            <ac:picMk id="9" creationId="{8FBBB155-E60E-0DCE-D148-C3A94CCB78FC}"/>
          </ac:picMkLst>
        </pc:picChg>
        <pc:picChg chg="del">
          <ac:chgData name="J. Tower" userId="9d06de10716639e5" providerId="LiveId" clId="{F8931099-75CA-5660-A155-55881DF68D84}" dt="2026-08-31T17:54:07.163" v="1201" actId="478"/>
          <ac:picMkLst>
            <pc:docMk/>
            <pc:sldMk cId="1792891384" sldId="658"/>
            <ac:picMk id="11" creationId="{CE22B937-FCCE-7C73-4F38-32FCB2060B9F}"/>
          </ac:picMkLst>
        </pc:picChg>
      </pc:sldChg>
      <pc:sldChg chg="delSp add mod">
        <pc:chgData name="J. Tower" userId="9d06de10716639e5" providerId="LiveId" clId="{F8931099-75CA-5660-A155-55881DF68D84}" dt="2026-08-31T17:54:13.216" v="1204" actId="478"/>
        <pc:sldMkLst>
          <pc:docMk/>
          <pc:sldMk cId="537135610" sldId="659"/>
        </pc:sldMkLst>
        <pc:spChg chg="del">
          <ac:chgData name="J. Tower" userId="9d06de10716639e5" providerId="LiveId" clId="{F8931099-75CA-5660-A155-55881DF68D84}" dt="2026-08-31T17:54:13.216" v="1204" actId="478"/>
          <ac:spMkLst>
            <pc:docMk/>
            <pc:sldMk cId="537135610" sldId="659"/>
            <ac:spMk id="12" creationId="{D7E02372-F055-3863-6E30-F13B8A4DE560}"/>
          </ac:spMkLst>
        </pc:spChg>
        <pc:picChg chg="del">
          <ac:chgData name="J. Tower" userId="9d06de10716639e5" providerId="LiveId" clId="{F8931099-75CA-5660-A155-55881DF68D84}" dt="2026-08-31T17:54:13.216" v="1204" actId="478"/>
          <ac:picMkLst>
            <pc:docMk/>
            <pc:sldMk cId="537135610" sldId="659"/>
            <ac:picMk id="11" creationId="{5AC5D1DD-BF52-676C-5EE9-EE8F85093C40}"/>
          </ac:picMkLst>
        </pc:picChg>
      </pc:sldChg>
      <pc:sldChg chg="add">
        <pc:chgData name="J. Tower" userId="9d06de10716639e5" providerId="LiveId" clId="{F8931099-75CA-5660-A155-55881DF68D84}" dt="2026-08-31T17:53:55.607" v="1198" actId="2890"/>
        <pc:sldMkLst>
          <pc:docMk/>
          <pc:sldMk cId="494659632" sldId="66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repo URL comes up on the Get Set Up slide; advance to it while people settle.</a:t>
            </a:r>
          </a:p>
          <a:p>
            <a:r>
              <a:t>Ask who did the SETUP.md pre-work. Anyone who didn't should say so now, not in the first lab.</a:t>
            </a:r>
          </a:p>
        </p:txBody>
      </p:sp>
      <p:sp>
        <p:nvSpPr>
          <p:cNvPr id="4" name="Slide Number Placeholder 3"/>
          <p:cNvSpPr>
            <a:spLocks noGrp="1"/>
          </p:cNvSpPr>
          <p:nvPr>
            <p:ph type="sldNum" sz="quarter" idx="5"/>
          </p:nvPr>
        </p:nvSpPr>
        <p:spPr/>
        <p:txBody>
          <a:bodyPr/>
          <a:lstStyle/>
          <a:p>
            <a:fld id="{44FD6E22-9A40-4B73-8B1F-06CEEFE4CFDF}" type="slidenum">
              <a:rPr lang="en-US" smtClean="0"/>
              <a:t>1</a:t>
            </a:fld>
            <a:endParaRPr lang="en-US"/>
          </a:p>
        </p:txBody>
      </p:sp>
    </p:spTree>
    <p:extLst>
      <p:ext uri="{BB962C8B-B14F-4D97-AF65-F5344CB8AC3E}">
        <p14:creationId xmlns:p14="http://schemas.microsoft.com/office/powerpoint/2010/main" val="4451761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SETUP.md, revealed line by line; the finished checklist stays up.</a:t>
            </a:r>
          </a:p>
          <a:p>
            <a:r>
              <a:t>The pulls, one per command: </a:t>
            </a:r>
            <a:r>
              <a:rPr>
                <a:latin typeface="Consolas"/>
              </a:rPr>
              <a:t>ollama pull llama3.2</a:t>
            </a:r>
            <a:r>
              <a:t> then </a:t>
            </a:r>
            <a:r>
              <a:rPr>
                <a:latin typeface="Consolas"/>
              </a:rPr>
              <a:t>ollama pull phi3</a:t>
            </a:r>
            <a:r>
              <a:t> then </a:t>
            </a:r>
            <a:r>
              <a:rPr>
                <a:latin typeface="Consolas"/>
              </a:rPr>
              <a:t>ollama pull nomic-embed-text</a:t>
            </a:r>
            <a:r>
              <a:t>.</a:t>
            </a:r>
          </a:p>
          <a:p>
            <a:r>
              <a:t>REST Client from the terminal: </a:t>
            </a:r>
            <a:r>
              <a:rPr>
                <a:latin typeface="Consolas"/>
              </a:rPr>
              <a:t>code --install-extension humao.rest-client</a:t>
            </a:r>
            <a:r>
              <a:t>.</a:t>
            </a:r>
          </a:p>
          <a:p>
            <a:r>
              <a:t>The clone: </a:t>
            </a:r>
            <a:r>
              <a:rPr>
                <a:latin typeface="Consolas"/>
              </a:rPr>
              <a:t>git clone https://github.com/trailheadtechnology/10-ai-features-workshop.git</a:t>
            </a:r>
          </a:p>
          <a:p>
            <a:r>
              <a:t>Models are about 5 GB total, no GPU needed. Runtimes: .NET 10 SDK, Python 3, or Node.</a:t>
            </a:r>
          </a:p>
          <a:p>
            <a:r>
              <a:t>JetBrains users can skip REST Client; the built-in HTTP client opens the same .http files.</a:t>
            </a:r>
          </a:p>
          <a:p>
            <a:r>
              <a:t>Azure endpoint and deployment names are already in the lab files; the key is handed out in the room.</a:t>
            </a:r>
          </a:p>
          <a:p>
            <a:r>
              <a:t>Ask for hands: who has all three models pulled? Anyone without them starts copying from the USB drives now, during the framing, rather than in the first lab.</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path: modules/M0-opening/F00-setup-and-framing/http/smoke-test.http. Paste the room key over &lt;KEY FROM INSTRUCTOR&gt; for the Azure request.</a:t>
            </a:r>
          </a:p>
          <a:p>
            <a:r>
              <a:t>Room key (key2): in </a:t>
            </a:r>
            <a:r>
              <a:rPr>
                <a:latin typeface="Consolas"/>
              </a:rPr>
              <a:t>instructor.local.md</a:t>
            </a:r>
            <a:r>
              <a:t> at the repo root (untracked). Write it on the whiteboard, not a slide. Regenerate it after the workshop; the command is in the same file.</a:t>
            </a:r>
          </a:p>
          <a:p>
            <a:r>
              <a:t>Do this before the framing, about ten minutes in, because the most expensive twenty minutes of a hands-on workshop is the twenty minutes in the first lab when a third of the room finds out their setup doesn't work.</a:t>
            </a:r>
          </a:p>
          <a:p>
            <a:r>
              <a:t>Fallbacks exist for exactly this moment. Walk the room while people run it. Curl versions are in the lab README.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path: modules/M0-opening/F00-setup-and-framing/http/smoke-test.http. Paste the room key over &lt;KEY FROM INSTRUCTOR&gt; for the Azure request.</a:t>
            </a:r>
          </a:p>
          <a:p>
            <a:r>
              <a:t>Room key (key2): in </a:t>
            </a:r>
            <a:r>
              <a:rPr>
                <a:latin typeface="Consolas"/>
              </a:rPr>
              <a:t>instructor.local.md</a:t>
            </a:r>
            <a:r>
              <a:t> at the repo root (untracked). Write it on the whiteboard, not a slide. Regenerate it after the workshop; the command is in the same file.</a:t>
            </a:r>
          </a:p>
          <a:p>
            <a:r>
              <a:t>Do this before the framing, about ten minutes in, because the most expensive twenty minutes of a hands-on workshop is the twenty minutes in the first lab when a third of the room finds out their setup doesn't work.</a:t>
            </a:r>
          </a:p>
          <a:p>
            <a:r>
              <a:t>Fallbacks exist for exactly this moment. Walk the room while people run it. Curl versions are in the lab README.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path: modules/M0-opening/F00-setup-and-framing/http/smoke-test.http. Paste the room key over &lt;KEY FROM INSTRUCTOR&gt; for the Azure request.</a:t>
            </a:r>
          </a:p>
          <a:p>
            <a:r>
              <a:t>Room key (key2): in </a:t>
            </a:r>
            <a:r>
              <a:rPr>
                <a:latin typeface="Consolas"/>
              </a:rPr>
              <a:t>instructor.local.md</a:t>
            </a:r>
            <a:r>
              <a:t> at the repo root (untracked). Write it on the whiteboard, not a slide. Regenerate it after the workshop; the command is in the same file.</a:t>
            </a:r>
          </a:p>
          <a:p>
            <a:r>
              <a:t>Do this before the framing, about ten minutes in, because the most expensive twenty minutes of a hands-on workshop is the twenty minutes in the first lab when a third of the room finds out their setup doesn't work.</a:t>
            </a:r>
          </a:p>
          <a:p>
            <a:r>
              <a:t>Fallbacks exist for exactly this moment. Walk the room while people run it. Curl versions are in the lab README.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path: modules/M0-opening/F00-setup-and-framing/http/smoke-test.http. Paste the room key over &lt;KEY FROM INSTRUCTOR&gt; for the Azure request.</a:t>
            </a:r>
          </a:p>
          <a:p>
            <a:r>
              <a:t>Room key (key2): in </a:t>
            </a:r>
            <a:r>
              <a:rPr>
                <a:latin typeface="Consolas"/>
              </a:rPr>
              <a:t>instructor.local.md</a:t>
            </a:r>
            <a:r>
              <a:t> at the repo root (untracked). Write it on the whiteboard, not a slide. Regenerate it after the workshop; the command is in the same file.</a:t>
            </a:r>
          </a:p>
          <a:p>
            <a:r>
              <a:t>Do this before the framing, about ten minutes in, because the most expensive twenty minutes of a hands-on workshop is the twenty minutes in the first lab when a third of the room finds out their setup doesn't work.</a:t>
            </a:r>
          </a:p>
          <a:p>
            <a:r>
              <a:t>Fallbacks exist for exactly this moment. Walk the room while people run it. Curl versions are in the lab README.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Everyone's settled, machines are proven. Now the story that frames the whole day.</a:t>
            </a:r>
          </a:p>
          <a:p>
            <a:r>
              <a:t>A hiker. Alarm before dawn, coffee in the car, ninety minutes to the trailhead.</a:t>
            </a:r>
          </a:p>
          <a:p>
            <a:r>
              <a:t>She planned this trip in a trip-planning app. (It's our fictional app, Trailhead Guides; the room will live in its data all day.)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trail she picked. Moderate, family-rated, a lake at the end.</a:t>
            </a:r>
          </a:p>
          <a:p>
            <a:r>
              <a:t>The app showed photos, distance, elevation. All accurate.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app also had forty-one trip reports for this trail. Real hikers, real conditions, about 1,200 words each.</a:t>
            </a:r>
          </a:p>
          <a:p>
            <a:r>
              <a:t>Ask the room: who reads forty-one essays before a day hike?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top three. "Beautiful." "Crowded by ten." "Bring bug spray."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Report fourteen. One sentence, buried in a paragraph about huckleberries.</a:t>
            </a:r>
          </a:p>
          <a:p>
            <a:r>
              <a:t>She never saw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hours of driving, two miles of walking, and the trip is over at a creek she can't cross.</a:t>
            </a:r>
          </a:p>
          <a:p>
            <a:r>
              <a:t>Beat of silence, then the turn: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not an AI story yet. This is a product failure story.</a:t>
            </a:r>
          </a:p>
          <a:p>
            <a:r>
              <a:t>The data was in the product. A user needed one sentence of it, and the product's job was to surface that sentence.</a:t>
            </a:r>
          </a:p>
          <a:p>
            <a:r>
              <a:t>Every feature you build today exists to close exactly this kind of gap. And this bridge, this trail, this corpus: you'll meet them all day. That washout is planted in the workshop data, and by this afternoon your code will find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31775" indent="-231775">
              <a:buFont typeface="Arial" panose="020B0604020202020204" pitchFamily="34" charset="0"/>
              <a:buChar char="•"/>
            </a:pPr>
            <a:r>
              <a:t>The promise of the day.</a:t>
            </a:r>
            <a:endParaRPr lang="en-US" dirty="0"/>
          </a:p>
          <a:p>
            <a:r>
              <a:t>Not a survey, not vendor slides: you build these, you measure them, and you leave with a decision framework for picking the first one to ship at work.</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4FD6E22-9A40-4B73-8B1F-06CEEFE4CFD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894535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company is asking the first question right now. Today asks the second.</a:t>
            </a:r>
          </a:p>
          <a:p>
            <a:r>
              <a:t>This is the thesis. Say it plainly and come back to it in every module: every feature today opens with a user who is stuck, and the AI only shows up as the answer.</a:t>
            </a:r>
          </a:p>
          <a:p>
            <a:r>
              <a:t>The technology is the last thing we talk about in each feature, not the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company is asking the first question right now. Today asks the second.</a:t>
            </a:r>
          </a:p>
          <a:p>
            <a:r>
              <a:t>This is the thesis. Say it plainly and come back to it in every module: every feature today opens with a user who is stuck, and the AI only shows up as the answer.</a:t>
            </a:r>
          </a:p>
          <a:p>
            <a:r>
              <a:t>The technology is the last thing we talk about in each feature, not the first.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Stakeholders are users too. "Nobody has time to read all of this" is a real user problem; it just belongs to a user on your payroll.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Stakeholders are users too. "Nobody has time to read all of this" is a real user problem; it just belongs to a user on your payroll.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Stakeholders are users too. "Nobody has time to read all of this" is a real user problem; it just belongs to a user on your payroll.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Stakeholders are users too. "Nobody has time to read all of this" is a real user problem; it just belongs to a user on your payroll.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Who this is for: you write software for a living, you can make an HTTP request, and you haven't shipped an LLM feature yet, or you've shipped one and want the other nine.</a:t>
            </a:r>
          </a:p>
          <a:p>
            <a:r>
              <a:t>Say the four outcomes out loud, one per reveal; these are the promises the day is measured against, and they come back one at a time in each module's debrief. One outcome per module.</a:t>
            </a:r>
          </a:p>
          <a:p>
            <a:r>
              <a:t>If someone in the room has shipped all of this already, they are a helper for the day; say so now.</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308A3-DD2E-BEB0-1D9F-940EC7F96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1D540-320B-E128-FD98-6D81B2D53CD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005EF6-96EE-0B2A-00BA-829AF69DB615}"/>
              </a:ext>
            </a:extLst>
          </p:cNvPr>
          <p:cNvSpPr>
            <a:spLocks noGrp="1"/>
          </p:cNvSpPr>
          <p:nvPr>
            <p:ph type="body" sz="quarter" idx="3"/>
          </p:nvPr>
        </p:nvSpPr>
        <p:spPr/>
        <p:txBody>
          <a:bodyPr/>
          <a:lstStyle/>
          <a:p>
            <a:r>
              <a:t>Who this is for: you write software for a living, you can make an HTTP request, and you haven't shipped an LLM feature yet, or you've shipped one and want the other nine.</a:t>
            </a:r>
          </a:p>
          <a:p>
            <a:r>
              <a:t>Say the four outcomes out loud, one per reveal; these are the promises the day is measured against, and they come back one at a time in each module's debrief. One outcome per module.</a:t>
            </a:r>
          </a:p>
          <a:p>
            <a:r>
              <a:t>If someone in the room has shipped all of this already, they are a helper for the day; say so now.</a:t>
            </a:r>
          </a:p>
        </p:txBody>
      </p:sp>
      <p:sp>
        <p:nvSpPr>
          <p:cNvPr id="4" name="Slide Number Placeholder 3">
            <a:extLst>
              <a:ext uri="{FF2B5EF4-FFF2-40B4-BE49-F238E27FC236}">
                <a16:creationId xmlns:a16="http://schemas.microsoft.com/office/drawing/2014/main" id="{92871A28-B8A0-13B8-A877-89D2B01E8407}"/>
              </a:ext>
            </a:extLst>
          </p:cNvPr>
          <p:cNvSpPr>
            <a:spLocks noGrp="1"/>
          </p:cNvSpPr>
          <p:nvPr>
            <p:ph type="sldNum" sz="quarter" idx="5"/>
          </p:nvPr>
        </p:nvSpPr>
        <p:spPr/>
      </p:sp>
    </p:spTree>
    <p:extLst>
      <p:ext uri="{BB962C8B-B14F-4D97-AF65-F5344CB8AC3E}">
        <p14:creationId xmlns:p14="http://schemas.microsoft.com/office/powerpoint/2010/main" val="23954840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68E7-9EDC-32F8-0447-FA5A8F35A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6548AE-1C00-E85F-8AA7-0164AF4AA49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A045F8E-837B-0288-6F2E-694AFBF61236}"/>
              </a:ext>
            </a:extLst>
          </p:cNvPr>
          <p:cNvSpPr>
            <a:spLocks noGrp="1"/>
          </p:cNvSpPr>
          <p:nvPr>
            <p:ph type="body" sz="quarter" idx="3"/>
          </p:nvPr>
        </p:nvSpPr>
        <p:spPr/>
        <p:txBody>
          <a:bodyPr/>
          <a:lstStyle/>
          <a:p>
            <a:r>
              <a:t>Who this is for: you write software for a living, you can make an HTTP request, and you haven't shipped an LLM feature yet, or you've shipped one and want the other nine.</a:t>
            </a:r>
          </a:p>
          <a:p>
            <a:r>
              <a:t>Say the four outcomes out loud, one per reveal; these are the promises the day is measured against, and they come back one at a time in each module's debrief. One outcome per module.</a:t>
            </a:r>
          </a:p>
          <a:p>
            <a:r>
              <a:t>If someone in the room has shipped all of this already, they are a helper for the day; say so now.</a:t>
            </a:r>
          </a:p>
        </p:txBody>
      </p:sp>
      <p:sp>
        <p:nvSpPr>
          <p:cNvPr id="4" name="Slide Number Placeholder 3">
            <a:extLst>
              <a:ext uri="{FF2B5EF4-FFF2-40B4-BE49-F238E27FC236}">
                <a16:creationId xmlns:a16="http://schemas.microsoft.com/office/drawing/2014/main" id="{5165F20D-D160-460D-DFDC-35D0BABD8A8D}"/>
              </a:ext>
            </a:extLst>
          </p:cNvPr>
          <p:cNvSpPr>
            <a:spLocks noGrp="1"/>
          </p:cNvSpPr>
          <p:nvPr>
            <p:ph type="sldNum" sz="quarter" idx="5"/>
          </p:nvPr>
        </p:nvSpPr>
        <p:spPr/>
      </p:sp>
    </p:spTree>
    <p:extLst>
      <p:ext uri="{BB962C8B-B14F-4D97-AF65-F5344CB8AC3E}">
        <p14:creationId xmlns:p14="http://schemas.microsoft.com/office/powerpoint/2010/main" val="1991194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4B823-E209-2C6E-6B3B-49879A021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34DB0-7181-F2A8-6A49-0D251013560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00C4EF-6D22-9E2D-9C51-2B71ABEAF0AA}"/>
              </a:ext>
            </a:extLst>
          </p:cNvPr>
          <p:cNvSpPr>
            <a:spLocks noGrp="1"/>
          </p:cNvSpPr>
          <p:nvPr>
            <p:ph type="body" sz="quarter" idx="3"/>
          </p:nvPr>
        </p:nvSpPr>
        <p:spPr/>
        <p:txBody>
          <a:bodyPr/>
          <a:lstStyle/>
          <a:p>
            <a:r>
              <a:t>Who this is for: you write software for a living, you can make an HTTP request, and you haven't shipped an LLM feature yet, or you've shipped one and want the other nine.</a:t>
            </a:r>
          </a:p>
          <a:p>
            <a:r>
              <a:t>Say the four outcomes out loud, one per reveal; these are the promises the day is measured against, and they come back one at a time in each module's debrief. One outcome per module.</a:t>
            </a:r>
          </a:p>
          <a:p>
            <a:r>
              <a:t>If someone in the room has shipped all of this already, they are a helper for the day; say so now.</a:t>
            </a:r>
          </a:p>
        </p:txBody>
      </p:sp>
      <p:sp>
        <p:nvSpPr>
          <p:cNvPr id="4" name="Slide Number Placeholder 3">
            <a:extLst>
              <a:ext uri="{FF2B5EF4-FFF2-40B4-BE49-F238E27FC236}">
                <a16:creationId xmlns:a16="http://schemas.microsoft.com/office/drawing/2014/main" id="{2D2F192B-1A95-19D7-26C6-1CFDB26D298E}"/>
              </a:ext>
            </a:extLst>
          </p:cNvPr>
          <p:cNvSpPr>
            <a:spLocks noGrp="1"/>
          </p:cNvSpPr>
          <p:nvPr>
            <p:ph type="sldNum" sz="quarter" idx="5"/>
          </p:nvPr>
        </p:nvSpPr>
        <p:spPr/>
      </p:sp>
    </p:spTree>
    <p:extLst>
      <p:ext uri="{BB962C8B-B14F-4D97-AF65-F5344CB8AC3E}">
        <p14:creationId xmlns:p14="http://schemas.microsoft.com/office/powerpoint/2010/main" val="30040222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2376C-F690-013F-0B8A-D5A4B9561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2FAB6B-9809-CC06-5F58-AF6127F818B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5960F58-1C5F-0F91-C68B-30BF1824E90C}"/>
              </a:ext>
            </a:extLst>
          </p:cNvPr>
          <p:cNvSpPr>
            <a:spLocks noGrp="1"/>
          </p:cNvSpPr>
          <p:nvPr>
            <p:ph type="body" sz="quarter" idx="3"/>
          </p:nvPr>
        </p:nvSpPr>
        <p:spPr/>
        <p:txBody>
          <a:bodyPr/>
          <a:lstStyle/>
          <a:p>
            <a:r>
              <a:t>Who this is for: you write software for a living, you can make an HTTP request, and you haven't shipped an LLM feature yet, or you've shipped one and want the other nine.</a:t>
            </a:r>
          </a:p>
          <a:p>
            <a:r>
              <a:t>Say the four outcomes out loud, one per reveal; these are the promises the day is measured against, and they come back one at a time in each module's debrief. One outcome per module.</a:t>
            </a:r>
          </a:p>
          <a:p>
            <a:r>
              <a:t>If someone in the room has shipped all of this already, they are a helper for the day; say so now.</a:t>
            </a:r>
          </a:p>
        </p:txBody>
      </p:sp>
      <p:sp>
        <p:nvSpPr>
          <p:cNvPr id="4" name="Slide Number Placeholder 3">
            <a:extLst>
              <a:ext uri="{FF2B5EF4-FFF2-40B4-BE49-F238E27FC236}">
                <a16:creationId xmlns:a16="http://schemas.microsoft.com/office/drawing/2014/main" id="{C16D3D3A-1277-45EE-6973-BAF6A54112C2}"/>
              </a:ext>
            </a:extLst>
          </p:cNvPr>
          <p:cNvSpPr>
            <a:spLocks noGrp="1"/>
          </p:cNvSpPr>
          <p:nvPr>
            <p:ph type="sldNum" sz="quarter" idx="5"/>
          </p:nvPr>
        </p:nvSpPr>
        <p:spPr/>
      </p:sp>
    </p:spTree>
    <p:extLst>
      <p:ext uri="{BB962C8B-B14F-4D97-AF65-F5344CB8AC3E}">
        <p14:creationId xmlns:p14="http://schemas.microsoft.com/office/powerpoint/2010/main" val="23705973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Breaks between modules and an hour for lunch after Module 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Breaks between modules and an hour for lunch after Module 2.</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Breaks between modules and an hour for lunch after Module 2.</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Breaks between modules and an hour for lunch after Module 2.</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Breaks between modules and an hour for lunch after Module 2.</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intro, then the free offer: tinyurl.com/th-offer, on screen again at the end.</a:t>
            </a:r>
            <a:endParaRPr lang="en-US" dirty="0"/>
          </a:p>
        </p:txBody>
      </p:sp>
      <p:sp>
        <p:nvSpPr>
          <p:cNvPr id="4" name="Slide Number Placeholder 3"/>
          <p:cNvSpPr>
            <a:spLocks noGrp="1"/>
          </p:cNvSpPr>
          <p:nvPr>
            <p:ph type="sldNum" sz="quarter" idx="10"/>
          </p:nvPr>
        </p:nvSpPr>
        <p:spPr/>
        <p:txBody>
          <a:bodyPr/>
          <a:lstStyle/>
          <a:p>
            <a:fld id="{3BB40B87-443D-4E3D-A216-6700B651FC59}" type="slidenum">
              <a:rPr lang="en-US" smtClean="0"/>
              <a:t>36</a:t>
            </a:fld>
            <a:endParaRPr lang="en-US"/>
          </a:p>
        </p:txBody>
      </p:sp>
    </p:spTree>
    <p:extLst>
      <p:ext uri="{BB962C8B-B14F-4D97-AF65-F5344CB8AC3E}">
        <p14:creationId xmlns:p14="http://schemas.microsoft.com/office/powerpoint/2010/main" val="138602582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instructor half: the module's theme, then all three features demoed live in .NET. The build half: pick the Recommended lab unless you have a reason not to; the other two are for anyone with time left. The capstone splits 10 and 50 instead of 30 and 60, and every lab has a stretch goal.</a:t>
            </a:r>
          </a:p>
          <a:p>
            <a:r>
              <a:t>Set expectations hard here. Ten labs in a day is not the goal, and nobody is behind. Helping the person next to you is a good use of leftover time.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instructor half: the module's theme, then all three features demoed live in .NET. The build half: pick the Recommended lab unless you have a reason not to; the other two are for anyone with time left. The capstone splits 10 and 50 instead of 30 and 60, and every lab has a stretch goal.</a:t>
            </a:r>
          </a:p>
          <a:p>
            <a:r>
              <a:t>Set expectations hard here. Ten labs in a day is not the goal, and nobody is behind. Helping the person next to you is a good use of leftover time.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instructor half: the module's theme, then all three features demoed live in .NET. The build half: pick the Recommended lab unless you have a reason not to; the other two are for anyone with time left. The capstone splits 10 and 50 instead of 30 and 60, and every lab has a stretch goal.</a:t>
            </a:r>
          </a:p>
          <a:p>
            <a:r>
              <a:t>Set expectations hard here. Ten labs in a day is not the goal, and nobody is behind. Helping the person next to you is a good use of leftover time.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instructor half: the module's theme, then all three features demoed live in .NET. The build half: pick the Recommended lab unless you have a reason not to; the other two are for anyone with time left. The capstone splits 10 and 50 instead of 30 and 60, and every lab has a stretch goal.</a:t>
            </a:r>
          </a:p>
          <a:p>
            <a:r>
              <a:t>Set expectations hard here. Ten labs in a day is not the goal, and nobody is behind. Helping the person next to you is a good use of leftover time.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lab ships as raw .http files against Ollama and Azure OpenAI. Java, Go, Rust, anything with an HTTP client is welcome.</a:t>
            </a:r>
          </a:p>
          <a:p>
            <a:r>
              <a:t>The .NET projects are the demo; the Python and TypeScript ports produce the same output, so pick whichever you read fastest.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lab ships as raw .http files against Ollama and Azure OpenAI. Java, Go, Rust, anything with an HTTP client is welcome.</a:t>
            </a:r>
          </a:p>
          <a:p>
            <a:r>
              <a:t>The .NET projects are the demo; the Python and TypeScript ports produce the same output, so pick whichever you read fastest.</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lab ships as raw .http files against Ollama and Azure OpenAI. Java, Go, Rust, anything with an HTTP client is welcome.</a:t>
            </a:r>
          </a:p>
          <a:p>
            <a:r>
              <a:t>The .NET projects are the demo; the Python and TypeScript ports produce the same output, so pick whichever you read fastest.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cards become the framework we assemble in the closing session; it's the artifact you take back to work. Point at docs/decision-framework.md in the repo now so people know it exists.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cards become the framework we assemble in the closing session; it's the artifact you take back to work. Point at docs/decision-framework.md in the repo now so people know it exists.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cards become the framework we assemble in the closing session; it's the artifact you take back to work. Point at docs/decision-framework.md in the repo now so people know it exists.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cards become the framework we assemble in the closing session; it's the artifact you take back to work. Point at docs/decision-framework.md in the repo now so people know it exists.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payoffs: you learn where free/private/small is enough, and most of the day survives conference wifi.</a:t>
            </a:r>
          </a:p>
          <a:p>
            <a:r>
              <a:t>Rows 1 through 8 of the framework mostly run on free local models. That is a finding your leadership will care about on its own.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payoffs: you learn where free/private/small is enough, and most of the day survives conference wifi.</a:t>
            </a:r>
          </a:p>
          <a:p>
            <a:r>
              <a:t>Rows 1 through 8 of the framework mostly run on free local models. That is a finding your leadership will care about on its own.</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payoffs: you learn where free/private/small is enough, and most of the day survives conference wifi.</a:t>
            </a:r>
          </a:p>
          <a:p>
            <a:r>
              <a:t>Rows 1 through 8 of the framework mostly run on free local models. That is a finding your leadership will care about on its own.</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diagram box by box as you talk, and leave the picture in people's heads for the day. What changes per feature is the data going in, the instruction, and what your code does with what comes back. Modules 2 to 4 add a vector store, a retrieval step, a tool loop.</a:t>
            </a:r>
          </a:p>
          <a:p>
            <a:r>
              <a:t>Every module opens with a version of this diagram with more boxes; point back to this one each time.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Ollama also exposes an OpenAI-compatible /v1; Foundry serves gpt-4.1 and gpt-5.5 per deployment name.</a:t>
            </a:r>
          </a:p>
          <a:p>
            <a:r>
              <a:t>Show one request to each on screen: the smoke test's local chat and its cloud chat, side by side. Point at the URL and the header.</a:t>
            </a:r>
          </a:p>
          <a:p>
            <a:r>
              <a:t>The http/ track is the real thing with the SDK removed; Microsoft.Extensions.AI and the openai package are wrappers over these POSTs. This is why "any language" is true and why local-to-cloud is a config change, which the next slide makes concrete in code.</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Ollama also exposes an OpenAI-compatible /v1; Foundry serves gpt-4.1 and gpt-5.5 per deployment name.</a:t>
            </a:r>
          </a:p>
          <a:p>
            <a:r>
              <a:t>Show one request to each on screen: the smoke test's local chat and its cloud chat, side by side. Point at the URL and the header.</a:t>
            </a:r>
          </a:p>
          <a:p>
            <a:r>
              <a:t>The http/ track is the real thing with the SDK removed; Microsoft.Extensions.AI and the openai package are wrappers over these POSTs. This is why "any language" is true and why local-to-cloud is a config change, which the next slide makes concrete in code.</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Ollama also exposes an OpenAI-compatible /v1; Foundry serves gpt-4.1 and gpt-5.5 per deployment name.</a:t>
            </a:r>
          </a:p>
          <a:p>
            <a:r>
              <a:t>Show one request to each on screen: the smoke test's local chat and its cloud chat, side by side. Point at the URL and the header.</a:t>
            </a:r>
          </a:p>
          <a:p>
            <a:r>
              <a:t>The http/ track is the real thing with the SDK removed; Microsoft.Extensions.AI and the openai package are wrappers over these POSTs. This is why "any language" is true and why local-to-cloud is a config change, which the next slide makes concrete in code.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Ollama also exposes an OpenAI-compatible /v1; Foundry serves gpt-4.1 and gpt-5.5 per deployment name.</a:t>
            </a:r>
          </a:p>
          <a:p>
            <a:r>
              <a:t>Show one request to each on screen: the smoke test's local chat and its cloud chat, side by side. Point at the URL and the header.</a:t>
            </a:r>
          </a:p>
          <a:p>
            <a:r>
              <a:t>The http/ track is the real thing with the SDK removed; Microsoft.Extensions.AI and the openai package are wrappers over these POSTs. This is why "any language" is true and why local-to-cloud is a config change, which the next slide makes concrete in code.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.NET demo uses Microsoft.Extensions.AI. Ollama today, Azure OpenAI tomorrow, is a change in DI registration, not in the feature.</a:t>
            </a:r>
          </a:p>
          <a:p>
            <a:r>
              <a:t>This is the one "framework" slide of the day. Show the two registration lines side by side, and then move on; that is all the framework talk the day needs.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.NET demo uses Microsoft.Extensions.AI. Ollama today, Azure OpenAI tomorrow, is a change in DI registration, not in the feature.</a:t>
            </a:r>
          </a:p>
          <a:p>
            <a:r>
              <a:t>This is the one "framework" slide of the day. Show the two registration lines side by side, and then move on; that is all the framework talk the day needs.</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.NET demo uses Microsoft.Extensions.AI. Ollama today, Azure OpenAI tomorrow, is a change in DI registration, not in the feature.</a:t>
            </a:r>
          </a:p>
          <a:p>
            <a:r>
              <a:t>This is the one "framework" slide of the day. Show the two registration lines side by side, and then move on; that is all the framework talk the day needs.</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fictional national-park trip-planning app, one deliberately messy corpus, reused all day; each feature's data/ holds what its lab reads. Do not plan a real trip from it.</a:t>
            </a:r>
          </a:p>
          <a:p>
            <a:r>
              <a:t>Two minutes, not a tour; each lab doc describes its own data when people get there.</a:t>
            </a:r>
          </a:p>
          <a:p>
            <a:r>
              <a:t>Open one trip report on screen and scroll it slowly; that is the problem feature 01 is about to solve.</a:t>
            </a:r>
          </a:p>
          <a:p>
            <a:r>
              <a:t>Mention the two planted facts people will meet repeatedly: the washed-out footbridge on Avalanche Lake Trail (trail-0117), from the story, and a bear-activity spike two trails over.</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framing question is the cheapest AI work your team will ever do, and it happens in a meeting room, not a codebase.</a:t>
            </a:r>
          </a:p>
          <a:p>
            <a:r>
              <a:t>Then break straight into Module 1.</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framing question is the cheapest AI work your team will ever do, and it happens in a meeting room, not a codebase.</a:t>
            </a:r>
          </a:p>
          <a:p>
            <a:r>
              <a:t>Then break straight into Module 1.</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framing question is the cheapest AI work your team will ever do, and it happens in a meeting room, not a codebase.</a:t>
            </a:r>
          </a:p>
          <a:p>
            <a:r>
              <a:t>Then break straight into Module 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8/31/26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8/31/26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8/31/26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svg"/><Relationship Id="rId8"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17.svg"/><Relationship Id="rId6" Type="http://schemas.openxmlformats.org/officeDocument/2006/relationships/image" Target="../media/image18.svg"/><Relationship Id="rId7" Type="http://schemas.openxmlformats.org/officeDocument/2006/relationships/image" Target="../media/image19.svg"/><Relationship Id="rId8" Type="http://schemas.openxmlformats.org/officeDocument/2006/relationships/image" Target="../media/image20.svg"/><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Slide" descr="A close-up of a person&#10;&#10;Description automatically generated">
            <a:extLst>
              <a:ext uri="{FF2B5EF4-FFF2-40B4-BE49-F238E27FC236}">
                <a16:creationId xmlns:a16="http://schemas.microsoft.com/office/drawing/2014/main" id="{6BA25722-2173-BB49-D3B6-69CF357CD175}"/>
              </a:ext>
            </a:extLst>
          </p:cNvPr>
          <p:cNvPicPr>
            <a:picLocks noChangeAspect="1"/>
          </p:cNvPicPr>
          <p:nvPr/>
        </p:nvPicPr>
        <p:blipFill rotWithShape="1">
          <a:blip r:embed="rId3"/>
          <a:srcRect b="53547"/>
          <a:stretch/>
        </p:blipFill>
        <p:spPr>
          <a:xfrm>
            <a:off x="0" y="9846"/>
            <a:ext cx="12192000" cy="3185741"/>
          </a:xfrm>
          <a:prstGeom prst="rect">
            <a:avLst/>
          </a:prstGeom>
        </p:spPr>
      </p:pic>
      <p:sp>
        <p:nvSpPr>
          <p:cNvPr id="8" name="Title 1">
            <a:extLst>
              <a:ext uri="{FF2B5EF4-FFF2-40B4-BE49-F238E27FC236}">
                <a16:creationId xmlns:a16="http://schemas.microsoft.com/office/drawing/2014/main" id="{52AA3203-CCC3-7706-8F8F-1528AF22EF87}"/>
              </a:ext>
            </a:extLst>
          </p:cNvPr>
          <p:cNvSpPr txBox="1">
            <a:spLocks/>
          </p:cNvSpPr>
          <p:nvPr/>
        </p:nvSpPr>
        <p:spPr>
          <a:xfrm>
            <a:off x="690133" y="3340420"/>
            <a:ext cx="7300928" cy="1539596"/>
          </a:xfrm>
          <a:prstGeom prst="rect">
            <a:avLst/>
          </a:prstGeom>
        </p:spPr>
        <p:txBody>
          <a:bodyPr vert="horz" lIns="91440" tIns="45720" rIns="91440" bIns="45720" rtlCol="0" anchor="ctr">
            <a:normAutofit/>
          </a:bodyPr>
          <a:lstStyle>
            <a:lvl1pPr algn="l" defTabSz="685800" rtl="0" eaLnBrk="1" latinLnBrk="0" hangingPunct="1">
              <a:lnSpc>
                <a:spcPct val="85000"/>
              </a:lnSpc>
              <a:spcBef>
                <a:spcPct val="0"/>
              </a:spcBef>
              <a:buNone/>
              <a:defRPr sz="4050" kern="1200" spc="-90" baseline="0">
                <a:solidFill>
                  <a:schemeClr val="accent1"/>
                </a:solidFill>
                <a:latin typeface="Segoe UI" panose="020B0502040204020203" pitchFamily="34" charset="0"/>
                <a:ea typeface="+mj-ea"/>
                <a:cs typeface="Segoe UI" panose="020B0502040204020203" pitchFamily="34" charset="0"/>
              </a:defRPr>
            </a:lvl1pPr>
          </a:lstStyle>
          <a:p>
            <a:r>
              <a:rPr lang="en-US" sz="5400" b="1" dirty="0"/>
              <a:t>Building Pragmatic AI</a:t>
            </a:r>
          </a:p>
        </p:txBody>
      </p:sp>
      <p:sp>
        <p:nvSpPr>
          <p:cNvPr id="10" name="Subtitle 2">
            <a:extLst>
              <a:ext uri="{FF2B5EF4-FFF2-40B4-BE49-F238E27FC236}">
                <a16:creationId xmlns:a16="http://schemas.microsoft.com/office/drawing/2014/main" id="{ED4CE94E-AC66-87F4-47E1-80C357655A1B}"/>
              </a:ext>
            </a:extLst>
          </p:cNvPr>
          <p:cNvSpPr txBox="1">
            <a:spLocks/>
          </p:cNvSpPr>
          <p:nvPr/>
        </p:nvSpPr>
        <p:spPr>
          <a:xfrm>
            <a:off x="667998" y="4659524"/>
            <a:ext cx="6791581" cy="1535690"/>
          </a:xfrm>
          <a:prstGeom prst="rect">
            <a:avLst/>
          </a:prstGeom>
        </p:spPr>
        <p:txBody>
          <a:bodyPr vert="horz" lIns="91440" tIns="45720" rIns="91440" bIns="45720" rtlCol="0">
            <a:normAutofit/>
          </a:bodyPr>
          <a:lst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a:lstStyle>
          <a:p>
            <a:pPr marL="0" indent="0">
              <a:buNone/>
            </a:pPr>
            <a:r>
              <a:rPr lang="en-US" sz="4000" dirty="0"/>
              <a:t>10 AI Features Your Users Actually Want</a:t>
            </a:r>
            <a:endParaRPr lang="en-US" sz="4000" dirty="0">
              <a:solidFill>
                <a:srgbClr val="000000"/>
              </a:solidFill>
              <a:latin typeface="Komika Axis"/>
            </a:endParaRPr>
          </a:p>
        </p:txBody>
      </p:sp>
      <p:sp>
        <p:nvSpPr>
          <p:cNvPr id="3" name="TextBox 2">
            <a:extLst>
              <a:ext uri="{FF2B5EF4-FFF2-40B4-BE49-F238E27FC236}">
                <a16:creationId xmlns:a16="http://schemas.microsoft.com/office/drawing/2014/main" id="{A3580AB0-9592-FC7D-0EA3-04D0FC228422}"/>
              </a:ext>
            </a:extLst>
          </p:cNvPr>
          <p:cNvSpPr txBox="1"/>
          <p:nvPr/>
        </p:nvSpPr>
        <p:spPr>
          <a:xfrm>
            <a:off x="9009918" y="5825882"/>
            <a:ext cx="2692644" cy="369332"/>
          </a:xfrm>
          <a:prstGeom prst="rect">
            <a:avLst/>
          </a:prstGeom>
          <a:noFill/>
        </p:spPr>
        <p:txBody>
          <a:bodyPr wrap="square">
            <a:spAutoFit/>
          </a:bodyPr>
          <a:lstStyle/>
          <a:p>
            <a:pPr algn="ctr"/>
            <a:r>
              <a:rPr lang="en-US" sz="1800" b="1" dirty="0">
                <a:latin typeface="Segoe UI" panose="020B0502040204020203" pitchFamily="34" charset="0"/>
                <a:cs typeface="Segoe UI" panose="020B0502040204020203" pitchFamily="34" charset="0"/>
              </a:rPr>
              <a:t>Jonathan “J.” Tower</a:t>
            </a:r>
            <a:endParaRPr lang="en-US" b="1" dirty="0">
              <a:latin typeface="Segoe UI" panose="020B0502040204020203" pitchFamily="34" charset="0"/>
              <a:cs typeface="Segoe UI" panose="020B0502040204020203" pitchFamily="34" charset="0"/>
            </a:endParaRPr>
          </a:p>
        </p:txBody>
      </p:sp>
      <p:pic>
        <p:nvPicPr>
          <p:cNvPr id="9218" name="Picture 2">
            <a:extLst>
              <a:ext uri="{FF2B5EF4-FFF2-40B4-BE49-F238E27FC236}">
                <a16:creationId xmlns:a16="http://schemas.microsoft.com/office/drawing/2014/main" id="{6912A263-871C-941D-4984-9C52334DEB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1091" y="3655584"/>
            <a:ext cx="2170298" cy="2170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530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a:p>
            <a:r>
              <a:rPr sz="2000"/>
              <a:t>⬇️ </a:t>
            </a:r>
            <a:r>
              <a:rPr sz="2000">
                <a:latin typeface="Consolas"/>
              </a:rPr>
              <a:t>ollama pull</a:t>
            </a:r>
            <a:r>
              <a:rPr sz="2000"/>
              <a:t> · </a:t>
            </a:r>
            <a:r>
              <a:rPr sz="2000">
                <a:latin typeface="Consolas"/>
              </a:rPr>
              <a:t>llama3.2</a:t>
            </a:r>
            <a:r>
              <a:rPr sz="2000"/>
              <a:t> · </a:t>
            </a:r>
            <a:r>
              <a:rPr sz="2000">
                <a:latin typeface="Consolas"/>
              </a:rPr>
              <a:t>phi3</a:t>
            </a:r>
            <a:r>
              <a:rPr sz="2000"/>
              <a:t> · </a:t>
            </a:r>
            <a:r>
              <a:rPr sz="2000">
                <a:latin typeface="Consolas"/>
              </a:rPr>
              <a:t>nomic-embed-text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a:p>
            <a:r>
              <a:rPr sz="2000"/>
              <a:t>⬇️ </a:t>
            </a:r>
            <a:r>
              <a:rPr sz="2000">
                <a:latin typeface="Consolas"/>
              </a:rPr>
              <a:t>ollama pull</a:t>
            </a:r>
            <a:r>
              <a:rPr sz="2000"/>
              <a:t> · </a:t>
            </a:r>
            <a:r>
              <a:rPr sz="2000">
                <a:latin typeface="Consolas"/>
              </a:rPr>
              <a:t>llama3.2</a:t>
            </a:r>
            <a:r>
              <a:rPr sz="2000"/>
              <a:t> · </a:t>
            </a:r>
            <a:r>
              <a:rPr sz="2000">
                <a:latin typeface="Consolas"/>
              </a:rPr>
              <a:t>phi3</a:t>
            </a:r>
            <a:r>
              <a:rPr sz="2000"/>
              <a:t> · </a:t>
            </a:r>
            <a:r>
              <a:rPr sz="2000">
                <a:latin typeface="Consolas"/>
              </a:rPr>
              <a:t>nomic-embed-text</a:t>
            </a:r>
          </a:p>
          <a:p>
            <a:r>
              <a:rPr sz="2000"/>
              <a:t>🧰 VS Code + REST Client (</a:t>
            </a:r>
            <a:r>
              <a:rPr sz="2000">
                <a:latin typeface="Consolas"/>
              </a:rPr>
              <a:t>humao.rest-client</a:t>
            </a:r>
            <a:r>
              <a:rPr sz="200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a:p>
            <a:r>
              <a:rPr sz="2000"/>
              <a:t>⬇️ </a:t>
            </a:r>
            <a:r>
              <a:rPr sz="2000">
                <a:latin typeface="Consolas"/>
              </a:rPr>
              <a:t>ollama pull</a:t>
            </a:r>
            <a:r>
              <a:rPr sz="2000"/>
              <a:t> · </a:t>
            </a:r>
            <a:r>
              <a:rPr sz="2000">
                <a:latin typeface="Consolas"/>
              </a:rPr>
              <a:t>llama3.2</a:t>
            </a:r>
            <a:r>
              <a:rPr sz="2000"/>
              <a:t> · </a:t>
            </a:r>
            <a:r>
              <a:rPr sz="2000">
                <a:latin typeface="Consolas"/>
              </a:rPr>
              <a:t>phi3</a:t>
            </a:r>
            <a:r>
              <a:rPr sz="2000"/>
              <a:t> · </a:t>
            </a:r>
            <a:r>
              <a:rPr sz="2000">
                <a:latin typeface="Consolas"/>
              </a:rPr>
              <a:t>nomic-embed-text</a:t>
            </a:r>
          </a:p>
          <a:p>
            <a:r>
              <a:rPr sz="2000"/>
              <a:t>🧰 VS Code + REST Client (</a:t>
            </a:r>
            <a:r>
              <a:rPr sz="2000">
                <a:latin typeface="Consolas"/>
              </a:rPr>
              <a:t>humao.rest-client</a:t>
            </a:r>
            <a:r>
              <a:rPr sz="2000"/>
              <a:t>)</a:t>
            </a:r>
          </a:p>
          <a:p>
            <a:r>
              <a:rPr sz="2000"/>
              <a:t>⌨️ C#, Python, or TypeScript — and its runtime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a:p>
            <a:r>
              <a:rPr sz="2000"/>
              <a:t>⬇️ </a:t>
            </a:r>
            <a:r>
              <a:rPr sz="2000">
                <a:latin typeface="Consolas"/>
              </a:rPr>
              <a:t>ollama pull</a:t>
            </a:r>
            <a:r>
              <a:rPr sz="2000"/>
              <a:t> · </a:t>
            </a:r>
            <a:r>
              <a:rPr sz="2000">
                <a:latin typeface="Consolas"/>
              </a:rPr>
              <a:t>llama3.2</a:t>
            </a:r>
            <a:r>
              <a:rPr sz="2000"/>
              <a:t> · </a:t>
            </a:r>
            <a:r>
              <a:rPr sz="2000">
                <a:latin typeface="Consolas"/>
              </a:rPr>
              <a:t>phi3</a:t>
            </a:r>
            <a:r>
              <a:rPr sz="2000"/>
              <a:t> · </a:t>
            </a:r>
            <a:r>
              <a:rPr sz="2000">
                <a:latin typeface="Consolas"/>
              </a:rPr>
              <a:t>nomic-embed-text</a:t>
            </a:r>
          </a:p>
          <a:p>
            <a:r>
              <a:rPr sz="2000"/>
              <a:t>🧰 VS Code + REST Client (</a:t>
            </a:r>
            <a:r>
              <a:rPr sz="2000">
                <a:latin typeface="Consolas"/>
              </a:rPr>
              <a:t>humao.rest-client</a:t>
            </a:r>
            <a:r>
              <a:rPr sz="2000"/>
              <a:t>)</a:t>
            </a:r>
          </a:p>
          <a:p>
            <a:r>
              <a:rPr sz="2000"/>
              <a:t>⌨️ C#, Python, or TypeScript — and its runtime</a:t>
            </a:r>
          </a:p>
          <a:p>
            <a:r>
              <a:rPr sz="2000"/>
              <a:t>📦 </a:t>
            </a:r>
            <a:r>
              <a:rPr sz="2000">
                <a:latin typeface="Consolas"/>
              </a:rPr>
              <a:t>git clone</a:t>
            </a:r>
            <a:r>
              <a:rPr sz="2000"/>
              <a:t> github.com/trailheadtechnology/10-ai-features-workshop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Get Set Up</a:t>
            </a:r>
          </a:p>
        </p:txBody>
      </p:sp>
      <p:sp>
        <p:nvSpPr>
          <p:cNvPr id="3" name="Content Placeholder 2"/>
          <p:cNvSpPr>
            <a:spLocks noGrp="1"/>
          </p:cNvSpPr>
          <p:nvPr>
            <p:ph idx="1"/>
          </p:nvPr>
        </p:nvSpPr>
        <p:spPr>
          <a:xfrm>
            <a:off x="612648" y="1920240"/>
            <a:ext cx="10966704" cy="4617720"/>
          </a:xfrm>
        </p:spPr>
        <p:txBody>
          <a:bodyPr wrap="square"/>
          <a:lstStyle/>
          <a:p>
            <a:r>
              <a:rPr sz="2000"/>
              <a:t>🦙 ollama.com/download</a:t>
            </a:r>
          </a:p>
          <a:p>
            <a:r>
              <a:rPr sz="2000"/>
              <a:t>⬇️ </a:t>
            </a:r>
            <a:r>
              <a:rPr sz="2000">
                <a:latin typeface="Consolas"/>
              </a:rPr>
              <a:t>ollama pull</a:t>
            </a:r>
            <a:r>
              <a:rPr sz="2000"/>
              <a:t> · </a:t>
            </a:r>
            <a:r>
              <a:rPr sz="2000">
                <a:latin typeface="Consolas"/>
              </a:rPr>
              <a:t>llama3.2</a:t>
            </a:r>
            <a:r>
              <a:rPr sz="2000"/>
              <a:t> · </a:t>
            </a:r>
            <a:r>
              <a:rPr sz="2000">
                <a:latin typeface="Consolas"/>
              </a:rPr>
              <a:t>phi3</a:t>
            </a:r>
            <a:r>
              <a:rPr sz="2000"/>
              <a:t> · </a:t>
            </a:r>
            <a:r>
              <a:rPr sz="2000">
                <a:latin typeface="Consolas"/>
              </a:rPr>
              <a:t>nomic-embed-text</a:t>
            </a:r>
          </a:p>
          <a:p>
            <a:r>
              <a:rPr sz="2000"/>
              <a:t>🧰 VS Code + REST Client (</a:t>
            </a:r>
            <a:r>
              <a:rPr sz="2000">
                <a:latin typeface="Consolas"/>
              </a:rPr>
              <a:t>humao.rest-client</a:t>
            </a:r>
            <a:r>
              <a:rPr sz="2000"/>
              <a:t>)</a:t>
            </a:r>
          </a:p>
          <a:p>
            <a:r>
              <a:rPr sz="2000"/>
              <a:t>⌨️ C#, Python, or TypeScript — and its runtime</a:t>
            </a:r>
          </a:p>
          <a:p>
            <a:r>
              <a:rPr sz="2000"/>
              <a:t>📦 </a:t>
            </a:r>
            <a:r>
              <a:rPr sz="2000">
                <a:latin typeface="Consolas"/>
              </a:rPr>
              <a:t>git clone</a:t>
            </a:r>
            <a:r>
              <a:rPr sz="2000"/>
              <a:t> github.com/trailheadtechnology/10-ai-features-workshop</a:t>
            </a:r>
          </a:p>
          <a:p>
            <a:r>
              <a:rPr sz="2000"/>
              <a:t>☁️ Azure OpenAI: nothing to install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First, Prove Your Machine Works</a:t>
            </a:r>
          </a:p>
        </p:txBody>
      </p:sp>
      <p:sp>
        <p:nvSpPr>
          <p:cNvPr id="3" name="Content Placeholder 2"/>
          <p:cNvSpPr>
            <a:spLocks noGrp="1"/>
          </p:cNvSpPr>
          <p:nvPr>
            <p:ph idx="1"/>
          </p:nvPr>
        </p:nvSpPr>
        <p:spPr>
          <a:xfrm>
            <a:off x="612648" y="1920240"/>
            <a:ext cx="10966704" cy="4617720"/>
          </a:xfrm>
        </p:spPr>
        <p:txBody>
          <a:bodyPr wrap="square"/>
          <a:lstStyle/>
          <a:p>
            <a:r>
              <a:rPr sz="2400">
                <a:latin typeface="Consolas"/>
              </a:rPr>
              <a:t>http/smoke-test.http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First, Prove Your Machine Works</a:t>
            </a:r>
          </a:p>
        </p:txBody>
      </p:sp>
      <p:sp>
        <p:nvSpPr>
          <p:cNvPr id="3" name="Content Placeholder 2"/>
          <p:cNvSpPr>
            <a:spLocks noGrp="1"/>
          </p:cNvSpPr>
          <p:nvPr>
            <p:ph idx="1"/>
          </p:nvPr>
        </p:nvSpPr>
        <p:spPr>
          <a:xfrm>
            <a:off x="612648" y="1920240"/>
            <a:ext cx="10966704" cy="4617720"/>
          </a:xfrm>
        </p:spPr>
        <p:txBody>
          <a:bodyPr wrap="square"/>
          <a:lstStyle/>
          <a:p>
            <a:r>
              <a:rPr sz="2400">
                <a:latin typeface="Consolas"/>
              </a:rPr>
              <a:t>http/smoke-test.http</a:t>
            </a:r>
          </a:p>
          <a:p>
            <a:r>
              <a:rPr sz="2400"/>
              <a:t>💬 local chat · 🔢 local embeddings · ☁️ Azure chat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First, Prove Your Machine Works</a:t>
            </a:r>
          </a:p>
        </p:txBody>
      </p:sp>
      <p:sp>
        <p:nvSpPr>
          <p:cNvPr id="3" name="Content Placeholder 2"/>
          <p:cNvSpPr>
            <a:spLocks noGrp="1"/>
          </p:cNvSpPr>
          <p:nvPr>
            <p:ph idx="1"/>
          </p:nvPr>
        </p:nvSpPr>
        <p:spPr>
          <a:xfrm>
            <a:off x="612648" y="1920240"/>
            <a:ext cx="10966704" cy="4617720"/>
          </a:xfrm>
        </p:spPr>
        <p:txBody>
          <a:bodyPr wrap="square"/>
          <a:lstStyle/>
          <a:p>
            <a:r>
              <a:rPr sz="2400">
                <a:latin typeface="Consolas"/>
              </a:rPr>
              <a:t>http/smoke-test.http</a:t>
            </a:r>
          </a:p>
          <a:p>
            <a:r>
              <a:rPr sz="2400"/>
              <a:t>💬 local chat · 🔢 local embeddings · ☁️ Azure chat</a:t>
            </a:r>
          </a:p>
          <a:p>
            <a:r>
              <a:rPr sz="2400"/>
              <a:t>✅ Three JSON responses, no red text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First, Prove Your Machine Works</a:t>
            </a:r>
          </a:p>
        </p:txBody>
      </p:sp>
      <p:sp>
        <p:nvSpPr>
          <p:cNvPr id="3" name="Content Placeholder 2"/>
          <p:cNvSpPr>
            <a:spLocks noGrp="1"/>
          </p:cNvSpPr>
          <p:nvPr>
            <p:ph idx="1"/>
          </p:nvPr>
        </p:nvSpPr>
        <p:spPr>
          <a:xfrm>
            <a:off x="612648" y="1920240"/>
            <a:ext cx="10966704" cy="4617720"/>
          </a:xfrm>
        </p:spPr>
        <p:txBody>
          <a:bodyPr wrap="square"/>
          <a:lstStyle/>
          <a:p>
            <a:r>
              <a:rPr sz="2400">
                <a:latin typeface="Consolas"/>
              </a:rPr>
              <a:t>http/smoke-test.http</a:t>
            </a:r>
          </a:p>
          <a:p>
            <a:r>
              <a:rPr sz="2400"/>
              <a:t>💬 local chat · 🔢 local embeddings · ☁️ Azure chat</a:t>
            </a:r>
          </a:p>
          <a:p>
            <a:r>
              <a:rPr sz="2400"/>
              <a:t>✅ Three JSON responses, no red text</a:t>
            </a:r>
          </a:p>
          <a:p>
            <a:r>
              <a:rPr sz="2400"/>
              <a:t>🖐️ Broken? Raise a hand now.</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4AC3B2-33DC-7818-4F2E-20E827027667}"/>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40000" contrast="40000"/>
                    </a14:imgEffect>
                  </a14:imgLayer>
                </a14:imgProps>
              </a:ext>
            </a:extLst>
          </a:blip>
          <a:stretch>
            <a:fillRect/>
          </a:stretch>
        </p:blipFill>
        <p:spPr>
          <a:xfrm>
            <a:off x="7620000" y="0"/>
            <a:ext cx="4572000" cy="6858000"/>
          </a:xfrm>
          <a:prstGeom prst="rect">
            <a:avLst/>
          </a:prstGeom>
        </p:spPr>
      </p:pic>
      <p:sp>
        <p:nvSpPr>
          <p:cNvPr id="2" name="TextBox 1"/>
          <p:cNvSpPr txBox="1"/>
          <p:nvPr/>
        </p:nvSpPr>
        <p:spPr>
          <a:xfrm>
            <a:off x="822960" y="2967335"/>
            <a:ext cx="5996940" cy="923330"/>
          </a:xfrm>
          <a:prstGeom prst="rect">
            <a:avLst/>
          </a:prstGeom>
          <a:noFill/>
        </p:spPr>
        <p:txBody>
          <a:bodyPr wrap="square" anchor="ctr">
            <a:spAutoFit/>
          </a:bodyPr>
          <a:lstStyle/>
          <a:p>
            <a:pPr algn="ctr"/>
            <a:r>
              <a:rPr sz="5400" dirty="0"/>
              <a:t>Saturday. 5:58 a.m.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39F663-F4F0-806B-B885-435A969160D4}"/>
              </a:ext>
            </a:extLst>
          </p:cNvPr>
          <p:cNvPicPr>
            <a:picLocks noChangeAspect="1"/>
          </p:cNvPicPr>
          <p:nvPr/>
        </p:nvPicPr>
        <p:blipFill>
          <a:blip r:embed="rId3"/>
          <a:stretch>
            <a:fillRect/>
          </a:stretch>
        </p:blipFill>
        <p:spPr>
          <a:xfrm>
            <a:off x="-725932" y="0"/>
            <a:ext cx="9400032" cy="6858000"/>
          </a:xfrm>
          <a:prstGeom prst="rect">
            <a:avLst/>
          </a:prstGeom>
        </p:spPr>
      </p:pic>
      <p:sp>
        <p:nvSpPr>
          <p:cNvPr id="2" name="TextBox 1"/>
          <p:cNvSpPr txBox="1"/>
          <p:nvPr/>
        </p:nvSpPr>
        <p:spPr>
          <a:xfrm>
            <a:off x="8862060" y="2551837"/>
            <a:ext cx="3114040" cy="1754326"/>
          </a:xfrm>
          <a:prstGeom prst="rect">
            <a:avLst/>
          </a:prstGeom>
          <a:noFill/>
        </p:spPr>
        <p:txBody>
          <a:bodyPr wrap="square" anchor="ctr">
            <a:spAutoFit/>
          </a:bodyPr>
          <a:lstStyle/>
          <a:p>
            <a:pPr algn="ctr"/>
            <a:r>
              <a:rPr sz="5400" dirty="0"/>
              <a:t>Avalanche Lake Trail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551837"/>
            <a:ext cx="2783840" cy="1754326"/>
          </a:xfrm>
          <a:prstGeom prst="rect">
            <a:avLst/>
          </a:prstGeom>
          <a:noFill/>
        </p:spPr>
        <p:txBody>
          <a:bodyPr wrap="square" anchor="ctr">
            <a:spAutoFit/>
          </a:bodyPr>
          <a:lstStyle/>
          <a:p>
            <a:pPr algn="ctr"/>
            <a:r>
              <a:rPr sz="5400" dirty="0"/>
              <a:t>41 trip reports</a:t>
            </a:r>
          </a:p>
        </p:txBody>
      </p:sp>
      <p:pic>
        <p:nvPicPr>
          <p:cNvPr id="3" name="Picture 2">
            <a:extLst>
              <a:ext uri="{FF2B5EF4-FFF2-40B4-BE49-F238E27FC236}">
                <a16:creationId xmlns:a16="http://schemas.microsoft.com/office/drawing/2014/main" id="{F1A1668C-0901-C324-6578-ACFF6CF771F0}"/>
              </a:ext>
            </a:extLst>
          </p:cNvPr>
          <p:cNvPicPr>
            <a:picLocks noChangeAspect="1"/>
          </p:cNvPicPr>
          <p:nvPr/>
        </p:nvPicPr>
        <p:blipFill>
          <a:blip r:embed="rId3"/>
          <a:stretch>
            <a:fillRect/>
          </a:stretch>
        </p:blipFill>
        <p:spPr>
          <a:xfrm>
            <a:off x="4365244" y="0"/>
            <a:ext cx="10277856"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318500" y="2551837"/>
            <a:ext cx="3020060" cy="1754326"/>
          </a:xfrm>
          <a:prstGeom prst="rect">
            <a:avLst/>
          </a:prstGeom>
          <a:noFill/>
        </p:spPr>
        <p:txBody>
          <a:bodyPr wrap="square" anchor="ctr">
            <a:spAutoFit/>
          </a:bodyPr>
          <a:lstStyle/>
          <a:p>
            <a:pPr algn="ctr"/>
            <a:r>
              <a:rPr sz="5400" dirty="0"/>
              <a:t>She read three.</a:t>
            </a:r>
          </a:p>
        </p:txBody>
      </p:sp>
      <p:pic>
        <p:nvPicPr>
          <p:cNvPr id="3" name="Picture 2">
            <a:extLst>
              <a:ext uri="{FF2B5EF4-FFF2-40B4-BE49-F238E27FC236}">
                <a16:creationId xmlns:a16="http://schemas.microsoft.com/office/drawing/2014/main" id="{169F8E55-8153-0112-9BC3-641DDB2C5379}"/>
              </a:ext>
            </a:extLst>
          </p:cNvPr>
          <p:cNvPicPr>
            <a:picLocks noChangeAspect="1"/>
          </p:cNvPicPr>
          <p:nvPr/>
        </p:nvPicPr>
        <p:blipFill>
          <a:blip r:embed="rId3"/>
          <a:stretch>
            <a:fillRect/>
          </a:stretch>
        </p:blipFill>
        <p:spPr>
          <a:xfrm>
            <a:off x="-2641600" y="0"/>
            <a:ext cx="10277856"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674400"/>
            <a:ext cx="3837940" cy="5509200"/>
          </a:xfrm>
          <a:prstGeom prst="rect">
            <a:avLst/>
          </a:prstGeom>
          <a:noFill/>
        </p:spPr>
        <p:txBody>
          <a:bodyPr wrap="square" anchor="ctr">
            <a:spAutoFit/>
          </a:bodyPr>
          <a:lstStyle/>
          <a:p>
            <a:pPr algn="ctr"/>
            <a:r>
              <a:rPr sz="5400" dirty="0"/>
              <a:t>"The footbridge at the creek is gone. We had to turn around."</a:t>
            </a:r>
          </a:p>
          <a:p>
            <a:pPr algn="ctr"/>
            <a:r>
              <a:rPr sz="2800" dirty="0"/>
              <a:t>Report #14 of 41</a:t>
            </a:r>
          </a:p>
        </p:txBody>
      </p:sp>
      <p:pic>
        <p:nvPicPr>
          <p:cNvPr id="3" name="Picture 2">
            <a:extLst>
              <a:ext uri="{FF2B5EF4-FFF2-40B4-BE49-F238E27FC236}">
                <a16:creationId xmlns:a16="http://schemas.microsoft.com/office/drawing/2014/main" id="{B21038F6-E05F-A23C-600D-BE4DB04FB0BC}"/>
              </a:ext>
            </a:extLst>
          </p:cNvPr>
          <p:cNvPicPr>
            <a:picLocks noChangeAspect="1"/>
          </p:cNvPicPr>
          <p:nvPr/>
        </p:nvPicPr>
        <p:blipFill>
          <a:blip r:embed="rId3"/>
          <a:srcRect l="18735"/>
          <a:stretch>
            <a:fillRect/>
          </a:stretch>
        </p:blipFill>
        <p:spPr>
          <a:xfrm>
            <a:off x="5359400" y="0"/>
            <a:ext cx="838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76260" y="2136338"/>
            <a:ext cx="3418840" cy="2585323"/>
          </a:xfrm>
          <a:prstGeom prst="rect">
            <a:avLst/>
          </a:prstGeom>
          <a:noFill/>
        </p:spPr>
        <p:txBody>
          <a:bodyPr wrap="square" anchor="ctr">
            <a:spAutoFit/>
          </a:bodyPr>
          <a:lstStyle/>
          <a:p>
            <a:pPr algn="ctr"/>
            <a:r>
              <a:rPr sz="5400" dirty="0"/>
              <a:t>Mile </a:t>
            </a:r>
            <a:r>
              <a:rPr lang="en-US" sz="5400" dirty="0"/>
              <a:t>2 is </a:t>
            </a:r>
            <a:r>
              <a:rPr sz="5400" dirty="0"/>
              <a:t>where she found out.</a:t>
            </a:r>
          </a:p>
        </p:txBody>
      </p:sp>
      <p:pic>
        <p:nvPicPr>
          <p:cNvPr id="3" name="Picture 2">
            <a:extLst>
              <a:ext uri="{FF2B5EF4-FFF2-40B4-BE49-F238E27FC236}">
                <a16:creationId xmlns:a16="http://schemas.microsoft.com/office/drawing/2014/main" id="{4DBC475E-8513-CE57-1C40-2CDB60272A2E}"/>
              </a:ext>
            </a:extLst>
          </p:cNvPr>
          <p:cNvPicPr>
            <a:picLocks noChangeAspect="1"/>
          </p:cNvPicPr>
          <p:nvPr/>
        </p:nvPicPr>
        <p:blipFill>
          <a:blip r:embed="rId3"/>
          <a:srcRect l="15111" r="11739"/>
          <a:stretch>
            <a:fillRect/>
          </a:stretch>
        </p:blipFill>
        <p:spPr>
          <a:xfrm>
            <a:off x="0" y="0"/>
            <a:ext cx="75184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136339"/>
            <a:ext cx="5730240" cy="2585323"/>
          </a:xfrm>
          <a:prstGeom prst="rect">
            <a:avLst/>
          </a:prstGeom>
          <a:noFill/>
        </p:spPr>
        <p:txBody>
          <a:bodyPr wrap="square" anchor="ctr">
            <a:spAutoFit/>
          </a:bodyPr>
          <a:lstStyle/>
          <a:p>
            <a:pPr algn="ctr"/>
            <a:r>
              <a:rPr sz="5400" dirty="0"/>
              <a:t>The answer existed</a:t>
            </a:r>
            <a:r>
              <a:rPr lang="en-US" sz="5400" dirty="0"/>
              <a:t>, </a:t>
            </a:r>
            <a:br>
              <a:rPr lang="en-US" sz="5400" dirty="0"/>
            </a:br>
            <a:r>
              <a:rPr lang="en-US" sz="5400" dirty="0"/>
              <a:t>but the </a:t>
            </a:r>
            <a:r>
              <a:rPr sz="5400" dirty="0"/>
              <a:t>product buried it.</a:t>
            </a:r>
          </a:p>
        </p:txBody>
      </p:sp>
      <p:pic>
        <p:nvPicPr>
          <p:cNvPr id="3" name="Picture 2">
            <a:extLst>
              <a:ext uri="{FF2B5EF4-FFF2-40B4-BE49-F238E27FC236}">
                <a16:creationId xmlns:a16="http://schemas.microsoft.com/office/drawing/2014/main" id="{9EC98BCB-25A6-21A1-0E33-0C3A594E6467}"/>
              </a:ext>
            </a:extLst>
          </p:cNvPr>
          <p:cNvPicPr>
            <a:picLocks noChangeAspect="1"/>
          </p:cNvPicPr>
          <p:nvPr/>
        </p:nvPicPr>
        <p:blipFill>
          <a:blip r:embed="rId3"/>
          <a:stretch>
            <a:fillRect/>
          </a:stretch>
        </p:blipFill>
        <p:spPr>
          <a:xfrm>
            <a:off x="7620000" y="0"/>
            <a:ext cx="457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B92320E-39A1-8619-9101-65DEAF8C0097}"/>
              </a:ext>
            </a:extLst>
          </p:cNvPr>
          <p:cNvSpPr/>
          <p:nvPr/>
        </p:nvSpPr>
        <p:spPr>
          <a:xfrm>
            <a:off x="0" y="0"/>
            <a:ext cx="12192000" cy="6858000"/>
          </a:xfrm>
          <a:prstGeom prst="rect">
            <a:avLst/>
          </a:prstGeom>
          <a:solidFill>
            <a:srgbClr val="017A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AC186A-8C8F-4ED9-BBB1-4749E274B419}"/>
              </a:ext>
            </a:extLst>
          </p:cNvPr>
          <p:cNvSpPr>
            <a:spLocks noGrp="1"/>
          </p:cNvSpPr>
          <p:nvPr>
            <p:ph type="title"/>
          </p:nvPr>
        </p:nvSpPr>
        <p:spPr>
          <a:xfrm>
            <a:off x="706298" y="639763"/>
            <a:ext cx="11253091" cy="5492750"/>
          </a:xfrm>
        </p:spPr>
        <p:txBody>
          <a:bodyPr>
            <a:normAutofit/>
          </a:bodyPr>
          <a:lstStyle/>
          <a:p>
            <a:pPr>
              <a:lnSpc>
                <a:spcPct val="100000"/>
              </a:lnSpc>
            </a:pPr>
            <a:r>
              <a:rPr sz="5400" dirty="0">
                <a:solidFill>
                  <a:srgbClr val="FFFFFF"/>
                </a:solidFill>
              </a:rPr>
              <a:t>Ten </a:t>
            </a:r>
            <a:r>
              <a:rPr sz="5400" b="1" dirty="0">
                <a:solidFill>
                  <a:srgbClr val="FFFFFF"/>
                </a:solidFill>
              </a:rPr>
              <a:t>shippable</a:t>
            </a:r>
            <a:r>
              <a:rPr sz="5400" dirty="0">
                <a:solidFill>
                  <a:srgbClr val="FFFFFF"/>
                </a:solidFill>
              </a:rPr>
              <a:t> AI features that solve problems your users </a:t>
            </a:r>
            <a:r>
              <a:rPr sz="5400" b="1" dirty="0">
                <a:solidFill>
                  <a:srgbClr val="FFFFFF"/>
                </a:solidFill>
              </a:rPr>
              <a:t>already have</a:t>
            </a:r>
            <a:r>
              <a:rPr lang="en-US" sz="5400" dirty="0">
                <a:solidFill>
                  <a:srgbClr val="FFFFFF"/>
                </a:solidFill>
              </a:rPr>
              <a:t>,</a:t>
            </a:r>
            <a:r>
              <a:rPr sz="5400" dirty="0">
                <a:solidFill>
                  <a:srgbClr val="FFFFFF"/>
                </a:solidFill>
              </a:rPr>
              <a:t> and the judgment to know </a:t>
            </a:r>
            <a:r>
              <a:rPr lang="en-US" sz="5400" b="1" dirty="0">
                <a:solidFill>
                  <a:srgbClr val="FFFFFF"/>
                </a:solidFill>
              </a:rPr>
              <a:t>when</a:t>
            </a:r>
            <a:r>
              <a:rPr sz="5400" b="1" dirty="0">
                <a:solidFill>
                  <a:srgbClr val="FFFFFF"/>
                </a:solidFill>
              </a:rPr>
              <a:t> to build </a:t>
            </a:r>
            <a:r>
              <a:rPr lang="en-US" sz="5400" b="1" dirty="0">
                <a:solidFill>
                  <a:srgbClr val="FFFFFF"/>
                </a:solidFill>
              </a:rPr>
              <a:t>each</a:t>
            </a:r>
            <a:r>
              <a:rPr lang="en-US" sz="5400" dirty="0">
                <a:solidFill>
                  <a:srgbClr val="FFFFFF"/>
                </a:solidFill>
              </a:rPr>
              <a:t>.</a:t>
            </a:r>
            <a:endParaRPr sz="5400" dirty="0">
              <a:solidFill>
                <a:srgbClr val="FFFFFF"/>
              </a:solidFill>
            </a:endParaRPr>
          </a:p>
        </p:txBody>
      </p:sp>
      <p:pic>
        <p:nvPicPr>
          <p:cNvPr id="5" name="Picture 4" descr="A white text on a black background&#10;&#10;Description automatically generated with medium confidence">
            <a:extLst>
              <a:ext uri="{FF2B5EF4-FFF2-40B4-BE49-F238E27FC236}">
                <a16:creationId xmlns:a16="http://schemas.microsoft.com/office/drawing/2014/main" id="{3BA2C68D-2E57-F162-1104-F6BAFF7BBB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24068" y="5904331"/>
            <a:ext cx="2694464" cy="666047"/>
          </a:xfrm>
          <a:prstGeom prst="rect">
            <a:avLst/>
          </a:prstGeom>
        </p:spPr>
      </p:pic>
    </p:spTree>
    <p:extLst>
      <p:ext uri="{BB962C8B-B14F-4D97-AF65-F5344CB8AC3E}">
        <p14:creationId xmlns:p14="http://schemas.microsoft.com/office/powerpoint/2010/main" val="22210299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Wrong Question and the Better One</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"Where can we </a:t>
            </a:r>
            <a:r>
              <a:rPr lang="en-US" sz="3200" dirty="0"/>
              <a:t>use</a:t>
            </a:r>
            <a:r>
              <a:rPr sz="3200" dirty="0"/>
              <a:t> AI?"</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Wrong Question and the Better One</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"Where can we </a:t>
            </a:r>
            <a:r>
              <a:rPr lang="en-US" sz="3200" dirty="0"/>
              <a:t>use</a:t>
            </a:r>
            <a:r>
              <a:rPr sz="3200" dirty="0"/>
              <a:t> AI?"</a:t>
            </a:r>
          </a:p>
          <a:p>
            <a:r>
              <a:rPr sz="3200" dirty="0"/>
              <a:t>✅ "What problems can AI best solve for our users?"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"Users" Is a Broad Word</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The hiker planning Saturday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"Users" Is a Broad Word</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The hiker planning Saturday</a:t>
            </a:r>
          </a:p>
          <a:p>
            <a:r>
              <a:rPr sz="3200" dirty="0"/>
              <a:t>📊 The PM facing 300 reviews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"Users" Is a Broad Word</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The hiker planning Saturday</a:t>
            </a:r>
          </a:p>
          <a:p>
            <a:r>
              <a:rPr sz="3200" dirty="0"/>
              <a:t>📊 The PM facing 300 reviews</a:t>
            </a:r>
          </a:p>
          <a:p>
            <a:r>
              <a:rPr sz="3200" dirty="0"/>
              <a:t>🏞️ The ranger facing a full inbox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"Users" Is a Broad Word</a:t>
            </a:r>
          </a:p>
        </p:txBody>
      </p:sp>
      <p:sp>
        <p:nvSpPr>
          <p:cNvPr id="3" name="Content Placeholder 2"/>
          <p:cNvSpPr>
            <a:spLocks noGrp="1"/>
          </p:cNvSpPr>
          <p:nvPr>
            <p:ph idx="1"/>
          </p:nvPr>
        </p:nvSpPr>
        <p:spPr>
          <a:xfrm>
            <a:off x="612648" y="1920240"/>
            <a:ext cx="10966704" cy="4617720"/>
          </a:xfrm>
        </p:spPr>
        <p:txBody>
          <a:bodyPr wrap="square">
            <a:normAutofit/>
          </a:bodyPr>
          <a:lstStyle/>
          <a:p>
            <a:r>
              <a:rPr sz="3200" dirty="0"/>
              <a:t>🥾 The hiker planning Saturday</a:t>
            </a:r>
          </a:p>
          <a:p>
            <a:r>
              <a:rPr sz="3200" dirty="0"/>
              <a:t>📊 The PM facing 300 reviews</a:t>
            </a:r>
          </a:p>
          <a:p>
            <a:r>
              <a:rPr sz="3200" dirty="0"/>
              <a:t>🏞️ The ranger facing a full inbox</a:t>
            </a:r>
          </a:p>
          <a:p>
            <a:endParaRPr lang="en-US" sz="3200" dirty="0"/>
          </a:p>
          <a:p>
            <a:r>
              <a:rPr sz="2400" dirty="0">
                <a:solidFill>
                  <a:schemeClr val="bg1">
                    <a:lumMod val="50000"/>
                  </a:schemeClr>
                </a:solidFill>
              </a:rPr>
              <a:t>Features 03</a:t>
            </a:r>
            <a:r>
              <a:rPr lang="en-US" sz="2400" dirty="0">
                <a:solidFill>
                  <a:schemeClr val="bg1">
                    <a:lumMod val="50000"/>
                  </a:schemeClr>
                </a:solidFill>
              </a:rPr>
              <a:t>, </a:t>
            </a:r>
            <a:r>
              <a:rPr sz="2400" dirty="0">
                <a:solidFill>
                  <a:schemeClr val="bg1">
                    <a:lumMod val="50000"/>
                  </a:schemeClr>
                </a:solidFill>
              </a:rPr>
              <a:t>07</a:t>
            </a:r>
            <a:r>
              <a:rPr lang="en-US" sz="2400" dirty="0">
                <a:solidFill>
                  <a:schemeClr val="bg1">
                    <a:lumMod val="50000"/>
                  </a:schemeClr>
                </a:solidFill>
              </a:rPr>
              <a:t>, and</a:t>
            </a:r>
            <a:r>
              <a:rPr sz="2400" dirty="0">
                <a:solidFill>
                  <a:schemeClr val="bg1">
                    <a:lumMod val="50000"/>
                  </a:schemeClr>
                </a:solidFill>
              </a:rPr>
              <a:t> </a:t>
            </a:r>
            <a:r>
              <a:rPr sz="2400">
                <a:solidFill>
                  <a:schemeClr val="bg1">
                    <a:lumMod val="50000"/>
                  </a:schemeClr>
                </a:solidFill>
              </a:rPr>
              <a:t>08 </a:t>
            </a:r>
            <a:r>
              <a:rPr lang="en-US" sz="2400">
                <a:solidFill>
                  <a:schemeClr val="bg1">
                    <a:lumMod val="50000"/>
                  </a:schemeClr>
                </a:solidFill>
              </a:rPr>
              <a:t>might </a:t>
            </a:r>
            <a:r>
              <a:rPr sz="2400">
                <a:solidFill>
                  <a:schemeClr val="bg1">
                    <a:lumMod val="50000"/>
                  </a:schemeClr>
                </a:solidFill>
              </a:rPr>
              <a:t>serve </a:t>
            </a:r>
            <a:r>
              <a:rPr sz="2400" dirty="0">
                <a:solidFill>
                  <a:schemeClr val="bg1">
                    <a:lumMod val="50000"/>
                  </a:schemeClr>
                </a:solidFill>
              </a:rPr>
              <a:t>the people running </a:t>
            </a:r>
            <a:r>
              <a:rPr sz="2400">
                <a:solidFill>
                  <a:schemeClr val="bg1">
                    <a:lumMod val="50000"/>
                  </a:schemeClr>
                </a:solidFill>
              </a:rPr>
              <a:t>the product</a:t>
            </a:r>
            <a:r>
              <a:rPr lang="en-US" sz="2400">
                <a:solidFill>
                  <a:schemeClr val="bg1">
                    <a:lumMod val="50000"/>
                  </a:schemeClr>
                </a:solidFill>
              </a:rPr>
              <a:t>.</a:t>
            </a:r>
            <a:endParaRPr sz="2400" dirty="0">
              <a:solidFill>
                <a:schemeClr val="bg1">
                  <a:lumMod val="50000"/>
                </a:schemeClr>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You Leave Able to Do</a:t>
            </a:r>
          </a:p>
        </p:txBody>
      </p:sp>
      <p:pic>
        <p:nvPicPr>
          <p:cNvPr id="3" name="Picture 2" descr="document.png"/>
          <p:cNvPicPr>
            <a:picLocks noChangeAspect="1"/>
          </p:cNvPicPr>
          <p:nvPr/>
        </p:nvPicPr>
        <p:blipFill>
          <a:blip r:embed="rId3"/>
          <a:stretch>
            <a:fillRect/>
          </a:stretch>
        </p:blipFill>
        <p:spPr>
          <a:xfrm>
            <a:off x="1363980" y="2468880"/>
            <a:ext cx="868680" cy="868680"/>
          </a:xfrm>
          <a:prstGeom prst="rect">
            <a:avLst/>
          </a:prstGeom>
        </p:spPr>
      </p:pic>
      <p:sp>
        <p:nvSpPr>
          <p:cNvPr id="4" name="TextBox 3"/>
          <p:cNvSpPr txBox="1"/>
          <p:nvPr/>
        </p:nvSpPr>
        <p:spPr>
          <a:xfrm>
            <a:off x="723900" y="3520440"/>
            <a:ext cx="2148840" cy="830997"/>
          </a:xfrm>
          <a:prstGeom prst="rect">
            <a:avLst/>
          </a:prstGeom>
          <a:noFill/>
        </p:spPr>
        <p:txBody>
          <a:bodyPr wrap="square">
            <a:spAutoFit/>
          </a:bodyPr>
          <a:lstStyle/>
          <a:p>
            <a:pPr algn="ctr"/>
            <a:r>
              <a:rPr sz="2400" b="1" dirty="0"/>
              <a:t>Summaries &amp;</a:t>
            </a:r>
          </a:p>
          <a:p>
            <a:pPr algn="ctr"/>
            <a:r>
              <a:rPr sz="2400" b="1" dirty="0"/>
              <a:t>Validat</a:t>
            </a:r>
            <a:r>
              <a:rPr lang="en-US" sz="2400" b="1" dirty="0"/>
              <a:t>ions</a:t>
            </a:r>
            <a:endParaRPr sz="2400" b="1" dirty="0"/>
          </a:p>
        </p:txBody>
      </p:sp>
      <p:pic>
        <p:nvPicPr>
          <p:cNvPr id="13" name="Picture 12"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02292-A02E-CB8C-5068-086B82880C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ABC697-781A-B745-D126-852AFFCD3296}"/>
              </a:ext>
            </a:extLst>
          </p:cNvPr>
          <p:cNvSpPr>
            <a:spLocks noGrp="1"/>
          </p:cNvSpPr>
          <p:nvPr>
            <p:ph type="title"/>
          </p:nvPr>
        </p:nvSpPr>
        <p:spPr/>
        <p:txBody>
          <a:bodyPr/>
          <a:lstStyle/>
          <a:p>
            <a:r>
              <a:t>What You Leave Able to Do</a:t>
            </a:r>
          </a:p>
        </p:txBody>
      </p:sp>
      <p:pic>
        <p:nvPicPr>
          <p:cNvPr id="3" name="Picture 2" descr="document.png">
            <a:extLst>
              <a:ext uri="{FF2B5EF4-FFF2-40B4-BE49-F238E27FC236}">
                <a16:creationId xmlns:a16="http://schemas.microsoft.com/office/drawing/2014/main" id="{35AF4DDB-400A-F4B1-07D9-66DC901F9BB6}"/>
              </a:ext>
            </a:extLst>
          </p:cNvPr>
          <p:cNvPicPr>
            <a:picLocks noChangeAspect="1"/>
          </p:cNvPicPr>
          <p:nvPr/>
        </p:nvPicPr>
        <p:blipFill>
          <a:blip r:embed="rId3"/>
          <a:stretch>
            <a:fillRect/>
          </a:stretch>
        </p:blipFill>
        <p:spPr>
          <a:xfrm>
            <a:off x="1363980" y="2468880"/>
            <a:ext cx="868680" cy="868680"/>
          </a:xfrm>
          <a:prstGeom prst="rect">
            <a:avLst/>
          </a:prstGeom>
        </p:spPr>
      </p:pic>
      <p:sp>
        <p:nvSpPr>
          <p:cNvPr id="4" name="TextBox 3">
            <a:extLst>
              <a:ext uri="{FF2B5EF4-FFF2-40B4-BE49-F238E27FC236}">
                <a16:creationId xmlns:a16="http://schemas.microsoft.com/office/drawing/2014/main" id="{7E91B2C1-717F-250D-7EAF-66C3E3A6BB7F}"/>
              </a:ext>
            </a:extLst>
          </p:cNvPr>
          <p:cNvSpPr txBox="1"/>
          <p:nvPr/>
        </p:nvSpPr>
        <p:spPr>
          <a:xfrm>
            <a:off x="723900" y="3520440"/>
            <a:ext cx="2148840" cy="830997"/>
          </a:xfrm>
          <a:prstGeom prst="rect">
            <a:avLst/>
          </a:prstGeom>
          <a:noFill/>
        </p:spPr>
        <p:txBody>
          <a:bodyPr wrap="square">
            <a:spAutoFit/>
          </a:bodyPr>
          <a:lstStyle/>
          <a:p>
            <a:pPr algn="ctr"/>
            <a:r>
              <a:rPr sz="2400" b="1" dirty="0"/>
              <a:t>Summaries &amp;</a:t>
            </a:r>
          </a:p>
          <a:p>
            <a:pPr algn="ctr"/>
            <a:r>
              <a:rPr sz="2400" b="1" dirty="0"/>
              <a:t>Validat</a:t>
            </a:r>
            <a:r>
              <a:rPr lang="en-US" sz="2400" b="1" dirty="0"/>
              <a:t>ions</a:t>
            </a:r>
            <a:endParaRPr sz="2400" b="1" dirty="0"/>
          </a:p>
        </p:txBody>
      </p:sp>
      <p:pic>
        <p:nvPicPr>
          <p:cNvPr id="5" name="Picture 4" descr="search.png">
            <a:extLst>
              <a:ext uri="{FF2B5EF4-FFF2-40B4-BE49-F238E27FC236}">
                <a16:creationId xmlns:a16="http://schemas.microsoft.com/office/drawing/2014/main" id="{99FD210D-EEFC-1B46-9531-652507E99611}"/>
              </a:ext>
            </a:extLst>
          </p:cNvPr>
          <p:cNvPicPr>
            <a:picLocks noChangeAspect="1"/>
          </p:cNvPicPr>
          <p:nvPr/>
        </p:nvPicPr>
        <p:blipFill>
          <a:blip r:embed="rId4"/>
          <a:stretch>
            <a:fillRect/>
          </a:stretch>
        </p:blipFill>
        <p:spPr>
          <a:xfrm>
            <a:off x="3512820" y="2468880"/>
            <a:ext cx="868680" cy="868680"/>
          </a:xfrm>
          <a:prstGeom prst="rect">
            <a:avLst/>
          </a:prstGeom>
        </p:spPr>
      </p:pic>
      <p:sp>
        <p:nvSpPr>
          <p:cNvPr id="6" name="TextBox 5">
            <a:extLst>
              <a:ext uri="{FF2B5EF4-FFF2-40B4-BE49-F238E27FC236}">
                <a16:creationId xmlns:a16="http://schemas.microsoft.com/office/drawing/2014/main" id="{D0FC625C-D633-DF1E-FB15-5B0A208F2688}"/>
              </a:ext>
            </a:extLst>
          </p:cNvPr>
          <p:cNvSpPr txBox="1"/>
          <p:nvPr/>
        </p:nvSpPr>
        <p:spPr>
          <a:xfrm>
            <a:off x="2872740" y="3520440"/>
            <a:ext cx="2148840" cy="830997"/>
          </a:xfrm>
          <a:prstGeom prst="rect">
            <a:avLst/>
          </a:prstGeom>
          <a:noFill/>
        </p:spPr>
        <p:txBody>
          <a:bodyPr wrap="square">
            <a:spAutoFit/>
          </a:bodyPr>
          <a:lstStyle/>
          <a:p>
            <a:pPr algn="ctr"/>
            <a:r>
              <a:rPr sz="2400" b="1"/>
              <a:t>Search &amp;</a:t>
            </a:r>
          </a:p>
          <a:p>
            <a:pPr algn="ctr"/>
            <a:r>
              <a:rPr sz="2400" b="1"/>
              <a:t>Cited Answers</a:t>
            </a:r>
          </a:p>
        </p:txBody>
      </p:sp>
      <p:pic>
        <p:nvPicPr>
          <p:cNvPr id="13" name="Picture 12" descr="image.png">
            <a:extLst>
              <a:ext uri="{FF2B5EF4-FFF2-40B4-BE49-F238E27FC236}">
                <a16:creationId xmlns:a16="http://schemas.microsoft.com/office/drawing/2014/main" id="{A3A9C153-D650-E78E-506B-ADB93559D9E9}"/>
              </a:ext>
            </a:extLst>
          </p:cNvPr>
          <p:cNvPicPr>
            <a:picLocks noChangeAspect="1"/>
          </p:cNvPicPr>
          <p:nvPr/>
        </p:nvPicPr>
        <p:blipFill>
          <a:blip r:embed="rId5"/>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11101349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3991-7822-2030-6C12-433850690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4A843-FC3D-497F-077C-9B34F2C952D7}"/>
              </a:ext>
            </a:extLst>
          </p:cNvPr>
          <p:cNvSpPr>
            <a:spLocks noGrp="1"/>
          </p:cNvSpPr>
          <p:nvPr>
            <p:ph type="title"/>
          </p:nvPr>
        </p:nvSpPr>
        <p:spPr/>
        <p:txBody>
          <a:bodyPr/>
          <a:lstStyle/>
          <a:p>
            <a:r>
              <a:t>What You Leave Able to Do</a:t>
            </a:r>
          </a:p>
        </p:txBody>
      </p:sp>
      <p:pic>
        <p:nvPicPr>
          <p:cNvPr id="3" name="Picture 2" descr="document.png">
            <a:extLst>
              <a:ext uri="{FF2B5EF4-FFF2-40B4-BE49-F238E27FC236}">
                <a16:creationId xmlns:a16="http://schemas.microsoft.com/office/drawing/2014/main" id="{08D5D3F6-67B5-AE19-5E97-165963548DD5}"/>
              </a:ext>
            </a:extLst>
          </p:cNvPr>
          <p:cNvPicPr>
            <a:picLocks noChangeAspect="1"/>
          </p:cNvPicPr>
          <p:nvPr/>
        </p:nvPicPr>
        <p:blipFill>
          <a:blip r:embed="rId3"/>
          <a:stretch>
            <a:fillRect/>
          </a:stretch>
        </p:blipFill>
        <p:spPr>
          <a:xfrm>
            <a:off x="1363980" y="2468880"/>
            <a:ext cx="868680" cy="868680"/>
          </a:xfrm>
          <a:prstGeom prst="rect">
            <a:avLst/>
          </a:prstGeom>
        </p:spPr>
      </p:pic>
      <p:sp>
        <p:nvSpPr>
          <p:cNvPr id="4" name="TextBox 3">
            <a:extLst>
              <a:ext uri="{FF2B5EF4-FFF2-40B4-BE49-F238E27FC236}">
                <a16:creationId xmlns:a16="http://schemas.microsoft.com/office/drawing/2014/main" id="{578DEEF1-C321-BC4F-E763-3788DEBC5AAF}"/>
              </a:ext>
            </a:extLst>
          </p:cNvPr>
          <p:cNvSpPr txBox="1"/>
          <p:nvPr/>
        </p:nvSpPr>
        <p:spPr>
          <a:xfrm>
            <a:off x="723900" y="3520440"/>
            <a:ext cx="2148840" cy="830997"/>
          </a:xfrm>
          <a:prstGeom prst="rect">
            <a:avLst/>
          </a:prstGeom>
          <a:noFill/>
        </p:spPr>
        <p:txBody>
          <a:bodyPr wrap="square">
            <a:spAutoFit/>
          </a:bodyPr>
          <a:lstStyle/>
          <a:p>
            <a:pPr algn="ctr"/>
            <a:r>
              <a:rPr sz="2400" b="1" dirty="0"/>
              <a:t>Summaries &amp;</a:t>
            </a:r>
          </a:p>
          <a:p>
            <a:pPr algn="ctr"/>
            <a:r>
              <a:rPr sz="2400" b="1" dirty="0"/>
              <a:t>Validat</a:t>
            </a:r>
            <a:r>
              <a:rPr lang="en-US" sz="2400" b="1" dirty="0"/>
              <a:t>ions</a:t>
            </a:r>
            <a:endParaRPr sz="2400" b="1" dirty="0"/>
          </a:p>
        </p:txBody>
      </p:sp>
      <p:pic>
        <p:nvPicPr>
          <p:cNvPr id="5" name="Picture 4" descr="search.png">
            <a:extLst>
              <a:ext uri="{FF2B5EF4-FFF2-40B4-BE49-F238E27FC236}">
                <a16:creationId xmlns:a16="http://schemas.microsoft.com/office/drawing/2014/main" id="{46B01A29-A5CD-DBB2-332F-D12312173331}"/>
              </a:ext>
            </a:extLst>
          </p:cNvPr>
          <p:cNvPicPr>
            <a:picLocks noChangeAspect="1"/>
          </p:cNvPicPr>
          <p:nvPr/>
        </p:nvPicPr>
        <p:blipFill>
          <a:blip r:embed="rId4"/>
          <a:stretch>
            <a:fillRect/>
          </a:stretch>
        </p:blipFill>
        <p:spPr>
          <a:xfrm>
            <a:off x="3512820" y="2468880"/>
            <a:ext cx="868680" cy="868680"/>
          </a:xfrm>
          <a:prstGeom prst="rect">
            <a:avLst/>
          </a:prstGeom>
        </p:spPr>
      </p:pic>
      <p:sp>
        <p:nvSpPr>
          <p:cNvPr id="6" name="TextBox 5">
            <a:extLst>
              <a:ext uri="{FF2B5EF4-FFF2-40B4-BE49-F238E27FC236}">
                <a16:creationId xmlns:a16="http://schemas.microsoft.com/office/drawing/2014/main" id="{D7D8F158-A8A3-E894-9E58-EC54F6A385BA}"/>
              </a:ext>
            </a:extLst>
          </p:cNvPr>
          <p:cNvSpPr txBox="1"/>
          <p:nvPr/>
        </p:nvSpPr>
        <p:spPr>
          <a:xfrm>
            <a:off x="2872740" y="3520440"/>
            <a:ext cx="2148840" cy="830997"/>
          </a:xfrm>
          <a:prstGeom prst="rect">
            <a:avLst/>
          </a:prstGeom>
          <a:noFill/>
        </p:spPr>
        <p:txBody>
          <a:bodyPr wrap="square">
            <a:spAutoFit/>
          </a:bodyPr>
          <a:lstStyle/>
          <a:p>
            <a:pPr algn="ctr"/>
            <a:r>
              <a:rPr sz="2400" b="1"/>
              <a:t>Search &amp;</a:t>
            </a:r>
          </a:p>
          <a:p>
            <a:pPr algn="ctr"/>
            <a:r>
              <a:rPr sz="2400" b="1"/>
              <a:t>Cited Answers</a:t>
            </a:r>
          </a:p>
        </p:txBody>
      </p:sp>
      <p:pic>
        <p:nvPicPr>
          <p:cNvPr id="7" name="Picture 6" descr="shield-check.png">
            <a:extLst>
              <a:ext uri="{FF2B5EF4-FFF2-40B4-BE49-F238E27FC236}">
                <a16:creationId xmlns:a16="http://schemas.microsoft.com/office/drawing/2014/main" id="{D1C4B269-DEEC-971E-DA5D-92E9EF82B4EB}"/>
              </a:ext>
            </a:extLst>
          </p:cNvPr>
          <p:cNvPicPr>
            <a:picLocks noChangeAspect="1"/>
          </p:cNvPicPr>
          <p:nvPr/>
        </p:nvPicPr>
        <p:blipFill>
          <a:blip r:embed="rId5"/>
          <a:stretch>
            <a:fillRect/>
          </a:stretch>
        </p:blipFill>
        <p:spPr>
          <a:xfrm>
            <a:off x="5661660" y="2468880"/>
            <a:ext cx="868680" cy="868680"/>
          </a:xfrm>
          <a:prstGeom prst="rect">
            <a:avLst/>
          </a:prstGeom>
        </p:spPr>
      </p:pic>
      <p:sp>
        <p:nvSpPr>
          <p:cNvPr id="8" name="TextBox 7">
            <a:extLst>
              <a:ext uri="{FF2B5EF4-FFF2-40B4-BE49-F238E27FC236}">
                <a16:creationId xmlns:a16="http://schemas.microsoft.com/office/drawing/2014/main" id="{0B6482DF-6BEE-EBA4-D63D-0E630BB54172}"/>
              </a:ext>
            </a:extLst>
          </p:cNvPr>
          <p:cNvSpPr txBox="1"/>
          <p:nvPr/>
        </p:nvSpPr>
        <p:spPr>
          <a:xfrm>
            <a:off x="5021580" y="3520440"/>
            <a:ext cx="2148840" cy="830997"/>
          </a:xfrm>
          <a:prstGeom prst="rect">
            <a:avLst/>
          </a:prstGeom>
          <a:noFill/>
        </p:spPr>
        <p:txBody>
          <a:bodyPr wrap="square">
            <a:spAutoFit/>
          </a:bodyPr>
          <a:lstStyle/>
          <a:p>
            <a:pPr algn="ctr"/>
            <a:r>
              <a:rPr sz="2400" b="1"/>
              <a:t>Routing &amp;</a:t>
            </a:r>
          </a:p>
          <a:p>
            <a:pPr algn="ctr"/>
            <a:r>
              <a:rPr sz="2400" b="1"/>
              <a:t>a Human Gate</a:t>
            </a:r>
          </a:p>
        </p:txBody>
      </p:sp>
      <p:pic>
        <p:nvPicPr>
          <p:cNvPr id="13" name="Picture 12" descr="image.png">
            <a:extLst>
              <a:ext uri="{FF2B5EF4-FFF2-40B4-BE49-F238E27FC236}">
                <a16:creationId xmlns:a16="http://schemas.microsoft.com/office/drawing/2014/main" id="{AAEC11D7-65CA-BA75-5EEA-4598EC287D1F}"/>
              </a:ext>
            </a:extLst>
          </p:cNvPr>
          <p:cNvPicPr>
            <a:picLocks noChangeAspect="1"/>
          </p:cNvPicPr>
          <p:nvPr/>
        </p:nvPicPr>
        <p:blipFill>
          <a:blip r:embed="rId6"/>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17928913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990CC-A9AB-5BE6-ADDC-BB5864290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45224A-8CFF-F63F-8B08-1B938000AADF}"/>
              </a:ext>
            </a:extLst>
          </p:cNvPr>
          <p:cNvSpPr>
            <a:spLocks noGrp="1"/>
          </p:cNvSpPr>
          <p:nvPr>
            <p:ph type="title"/>
          </p:nvPr>
        </p:nvSpPr>
        <p:spPr/>
        <p:txBody>
          <a:bodyPr/>
          <a:lstStyle/>
          <a:p>
            <a:r>
              <a:t>What You Leave Able to Do</a:t>
            </a:r>
          </a:p>
        </p:txBody>
      </p:sp>
      <p:pic>
        <p:nvPicPr>
          <p:cNvPr id="3" name="Picture 2" descr="document.png">
            <a:extLst>
              <a:ext uri="{FF2B5EF4-FFF2-40B4-BE49-F238E27FC236}">
                <a16:creationId xmlns:a16="http://schemas.microsoft.com/office/drawing/2014/main" id="{2CF5F42C-1D69-69B8-F818-BC32F122C93E}"/>
              </a:ext>
            </a:extLst>
          </p:cNvPr>
          <p:cNvPicPr>
            <a:picLocks noChangeAspect="1"/>
          </p:cNvPicPr>
          <p:nvPr/>
        </p:nvPicPr>
        <p:blipFill>
          <a:blip r:embed="rId3"/>
          <a:stretch>
            <a:fillRect/>
          </a:stretch>
        </p:blipFill>
        <p:spPr>
          <a:xfrm>
            <a:off x="1363980" y="2468880"/>
            <a:ext cx="868680" cy="868680"/>
          </a:xfrm>
          <a:prstGeom prst="rect">
            <a:avLst/>
          </a:prstGeom>
        </p:spPr>
      </p:pic>
      <p:sp>
        <p:nvSpPr>
          <p:cNvPr id="4" name="TextBox 3">
            <a:extLst>
              <a:ext uri="{FF2B5EF4-FFF2-40B4-BE49-F238E27FC236}">
                <a16:creationId xmlns:a16="http://schemas.microsoft.com/office/drawing/2014/main" id="{BEA81686-7078-9486-E990-F5530B4C4F28}"/>
              </a:ext>
            </a:extLst>
          </p:cNvPr>
          <p:cNvSpPr txBox="1"/>
          <p:nvPr/>
        </p:nvSpPr>
        <p:spPr>
          <a:xfrm>
            <a:off x="723900" y="3520440"/>
            <a:ext cx="2148840" cy="830997"/>
          </a:xfrm>
          <a:prstGeom prst="rect">
            <a:avLst/>
          </a:prstGeom>
          <a:noFill/>
        </p:spPr>
        <p:txBody>
          <a:bodyPr wrap="square">
            <a:spAutoFit/>
          </a:bodyPr>
          <a:lstStyle/>
          <a:p>
            <a:pPr algn="ctr"/>
            <a:r>
              <a:rPr sz="2400" b="1" dirty="0"/>
              <a:t>Summaries &amp;</a:t>
            </a:r>
          </a:p>
          <a:p>
            <a:pPr algn="ctr"/>
            <a:r>
              <a:rPr sz="2400" b="1" dirty="0"/>
              <a:t>Validat</a:t>
            </a:r>
            <a:r>
              <a:rPr lang="en-US" sz="2400" b="1" dirty="0"/>
              <a:t>ions</a:t>
            </a:r>
            <a:endParaRPr sz="2400" b="1" dirty="0"/>
          </a:p>
        </p:txBody>
      </p:sp>
      <p:pic>
        <p:nvPicPr>
          <p:cNvPr id="5" name="Picture 4" descr="search.png">
            <a:extLst>
              <a:ext uri="{FF2B5EF4-FFF2-40B4-BE49-F238E27FC236}">
                <a16:creationId xmlns:a16="http://schemas.microsoft.com/office/drawing/2014/main" id="{DC9B6E6D-B44D-BC82-7853-27EE67E425B0}"/>
              </a:ext>
            </a:extLst>
          </p:cNvPr>
          <p:cNvPicPr>
            <a:picLocks noChangeAspect="1"/>
          </p:cNvPicPr>
          <p:nvPr/>
        </p:nvPicPr>
        <p:blipFill>
          <a:blip r:embed="rId4"/>
          <a:stretch>
            <a:fillRect/>
          </a:stretch>
        </p:blipFill>
        <p:spPr>
          <a:xfrm>
            <a:off x="3512820" y="2468880"/>
            <a:ext cx="868680" cy="868680"/>
          </a:xfrm>
          <a:prstGeom prst="rect">
            <a:avLst/>
          </a:prstGeom>
        </p:spPr>
      </p:pic>
      <p:sp>
        <p:nvSpPr>
          <p:cNvPr id="6" name="TextBox 5">
            <a:extLst>
              <a:ext uri="{FF2B5EF4-FFF2-40B4-BE49-F238E27FC236}">
                <a16:creationId xmlns:a16="http://schemas.microsoft.com/office/drawing/2014/main" id="{269D8277-3A49-F31D-ABC9-DE2ABCB5948C}"/>
              </a:ext>
            </a:extLst>
          </p:cNvPr>
          <p:cNvSpPr txBox="1"/>
          <p:nvPr/>
        </p:nvSpPr>
        <p:spPr>
          <a:xfrm>
            <a:off x="2872740" y="3520440"/>
            <a:ext cx="2148840" cy="830997"/>
          </a:xfrm>
          <a:prstGeom prst="rect">
            <a:avLst/>
          </a:prstGeom>
          <a:noFill/>
        </p:spPr>
        <p:txBody>
          <a:bodyPr wrap="square">
            <a:spAutoFit/>
          </a:bodyPr>
          <a:lstStyle/>
          <a:p>
            <a:pPr algn="ctr"/>
            <a:r>
              <a:rPr sz="2400" b="1"/>
              <a:t>Search &amp;</a:t>
            </a:r>
          </a:p>
          <a:p>
            <a:pPr algn="ctr"/>
            <a:r>
              <a:rPr sz="2400" b="1"/>
              <a:t>Cited Answers</a:t>
            </a:r>
          </a:p>
        </p:txBody>
      </p:sp>
      <p:pic>
        <p:nvPicPr>
          <p:cNvPr id="7" name="Picture 6" descr="shield-check.png">
            <a:extLst>
              <a:ext uri="{FF2B5EF4-FFF2-40B4-BE49-F238E27FC236}">
                <a16:creationId xmlns:a16="http://schemas.microsoft.com/office/drawing/2014/main" id="{B03B3961-5DE3-A844-6B98-79E4055F2D7E}"/>
              </a:ext>
            </a:extLst>
          </p:cNvPr>
          <p:cNvPicPr>
            <a:picLocks noChangeAspect="1"/>
          </p:cNvPicPr>
          <p:nvPr/>
        </p:nvPicPr>
        <p:blipFill>
          <a:blip r:embed="rId5"/>
          <a:stretch>
            <a:fillRect/>
          </a:stretch>
        </p:blipFill>
        <p:spPr>
          <a:xfrm>
            <a:off x="5661660" y="2468880"/>
            <a:ext cx="868680" cy="868680"/>
          </a:xfrm>
          <a:prstGeom prst="rect">
            <a:avLst/>
          </a:prstGeom>
        </p:spPr>
      </p:pic>
      <p:sp>
        <p:nvSpPr>
          <p:cNvPr id="8" name="TextBox 7">
            <a:extLst>
              <a:ext uri="{FF2B5EF4-FFF2-40B4-BE49-F238E27FC236}">
                <a16:creationId xmlns:a16="http://schemas.microsoft.com/office/drawing/2014/main" id="{E1E45F45-3119-FFC4-4E38-4DA3031254F7}"/>
              </a:ext>
            </a:extLst>
          </p:cNvPr>
          <p:cNvSpPr txBox="1"/>
          <p:nvPr/>
        </p:nvSpPr>
        <p:spPr>
          <a:xfrm>
            <a:off x="5021580" y="3520440"/>
            <a:ext cx="2148840" cy="830997"/>
          </a:xfrm>
          <a:prstGeom prst="rect">
            <a:avLst/>
          </a:prstGeom>
          <a:noFill/>
        </p:spPr>
        <p:txBody>
          <a:bodyPr wrap="square">
            <a:spAutoFit/>
          </a:bodyPr>
          <a:lstStyle/>
          <a:p>
            <a:pPr algn="ctr"/>
            <a:r>
              <a:rPr sz="2400" b="1"/>
              <a:t>Routing &amp;</a:t>
            </a:r>
          </a:p>
          <a:p>
            <a:pPr algn="ctr"/>
            <a:r>
              <a:rPr sz="2400" b="1"/>
              <a:t>a Human Gate</a:t>
            </a:r>
          </a:p>
        </p:txBody>
      </p:sp>
      <p:pic>
        <p:nvPicPr>
          <p:cNvPr id="9" name="Picture 8" descr="robot.png">
            <a:extLst>
              <a:ext uri="{FF2B5EF4-FFF2-40B4-BE49-F238E27FC236}">
                <a16:creationId xmlns:a16="http://schemas.microsoft.com/office/drawing/2014/main" id="{F6A1DB53-4413-CAA3-B051-3F8476444D5C}"/>
              </a:ext>
            </a:extLst>
          </p:cNvPr>
          <p:cNvPicPr>
            <a:picLocks noChangeAspect="1"/>
          </p:cNvPicPr>
          <p:nvPr/>
        </p:nvPicPr>
        <p:blipFill>
          <a:blip r:embed="rId6"/>
          <a:stretch>
            <a:fillRect/>
          </a:stretch>
        </p:blipFill>
        <p:spPr>
          <a:xfrm>
            <a:off x="7810500" y="2468880"/>
            <a:ext cx="868680" cy="868680"/>
          </a:xfrm>
          <a:prstGeom prst="rect">
            <a:avLst/>
          </a:prstGeom>
        </p:spPr>
      </p:pic>
      <p:sp>
        <p:nvSpPr>
          <p:cNvPr id="10" name="TextBox 9">
            <a:extLst>
              <a:ext uri="{FF2B5EF4-FFF2-40B4-BE49-F238E27FC236}">
                <a16:creationId xmlns:a16="http://schemas.microsoft.com/office/drawing/2014/main" id="{C94FB73C-F02A-41A3-4DF8-E1A1F9788260}"/>
              </a:ext>
            </a:extLst>
          </p:cNvPr>
          <p:cNvSpPr txBox="1"/>
          <p:nvPr/>
        </p:nvSpPr>
        <p:spPr>
          <a:xfrm>
            <a:off x="7170420" y="3520440"/>
            <a:ext cx="2148840" cy="830997"/>
          </a:xfrm>
          <a:prstGeom prst="rect">
            <a:avLst/>
          </a:prstGeom>
          <a:noFill/>
        </p:spPr>
        <p:txBody>
          <a:bodyPr wrap="square">
            <a:spAutoFit/>
          </a:bodyPr>
          <a:lstStyle/>
          <a:p>
            <a:pPr algn="ctr"/>
            <a:r>
              <a:rPr sz="2400" b="1"/>
              <a:t>A Bounded</a:t>
            </a:r>
          </a:p>
          <a:p>
            <a:pPr algn="ctr"/>
            <a:r>
              <a:rPr sz="2400" b="1"/>
              <a:t>Agent Loop</a:t>
            </a:r>
          </a:p>
        </p:txBody>
      </p:sp>
      <p:pic>
        <p:nvPicPr>
          <p:cNvPr id="13" name="Picture 12" descr="image.png">
            <a:extLst>
              <a:ext uri="{FF2B5EF4-FFF2-40B4-BE49-F238E27FC236}">
                <a16:creationId xmlns:a16="http://schemas.microsoft.com/office/drawing/2014/main" id="{251C01E6-7A13-7673-F676-DF3577AE6C64}"/>
              </a:ext>
            </a:extLst>
          </p:cNvPr>
          <p:cNvPicPr>
            <a:picLocks noChangeAspect="1"/>
          </p:cNvPicPr>
          <p:nvPr/>
        </p:nvPicPr>
        <p:blipFill>
          <a:blip r:embed="rId7"/>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5371356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05E8-B626-A4B3-EEB7-E5B5B45E83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37F962-302E-121A-84AA-27E57FA5129A}"/>
              </a:ext>
            </a:extLst>
          </p:cNvPr>
          <p:cNvSpPr>
            <a:spLocks noGrp="1"/>
          </p:cNvSpPr>
          <p:nvPr>
            <p:ph type="title"/>
          </p:nvPr>
        </p:nvSpPr>
        <p:spPr/>
        <p:txBody>
          <a:bodyPr/>
          <a:lstStyle/>
          <a:p>
            <a:r>
              <a:t>What You Leave Able to Do</a:t>
            </a:r>
          </a:p>
        </p:txBody>
      </p:sp>
      <p:pic>
        <p:nvPicPr>
          <p:cNvPr id="3" name="Picture 2" descr="document.png">
            <a:extLst>
              <a:ext uri="{FF2B5EF4-FFF2-40B4-BE49-F238E27FC236}">
                <a16:creationId xmlns:a16="http://schemas.microsoft.com/office/drawing/2014/main" id="{B617EEAA-D55A-CE10-A3B5-AE1D68832CC1}"/>
              </a:ext>
            </a:extLst>
          </p:cNvPr>
          <p:cNvPicPr>
            <a:picLocks noChangeAspect="1"/>
          </p:cNvPicPr>
          <p:nvPr/>
        </p:nvPicPr>
        <p:blipFill>
          <a:blip r:embed="rId3"/>
          <a:stretch>
            <a:fillRect/>
          </a:stretch>
        </p:blipFill>
        <p:spPr>
          <a:xfrm>
            <a:off x="1363980" y="2468880"/>
            <a:ext cx="868680" cy="868680"/>
          </a:xfrm>
          <a:prstGeom prst="rect">
            <a:avLst/>
          </a:prstGeom>
        </p:spPr>
      </p:pic>
      <p:sp>
        <p:nvSpPr>
          <p:cNvPr id="4" name="TextBox 3">
            <a:extLst>
              <a:ext uri="{FF2B5EF4-FFF2-40B4-BE49-F238E27FC236}">
                <a16:creationId xmlns:a16="http://schemas.microsoft.com/office/drawing/2014/main" id="{A83176FE-DEC6-9766-C7AC-2C494B523A48}"/>
              </a:ext>
            </a:extLst>
          </p:cNvPr>
          <p:cNvSpPr txBox="1"/>
          <p:nvPr/>
        </p:nvSpPr>
        <p:spPr>
          <a:xfrm>
            <a:off x="723900" y="3520440"/>
            <a:ext cx="2148840" cy="830997"/>
          </a:xfrm>
          <a:prstGeom prst="rect">
            <a:avLst/>
          </a:prstGeom>
          <a:noFill/>
        </p:spPr>
        <p:txBody>
          <a:bodyPr wrap="square">
            <a:spAutoFit/>
          </a:bodyPr>
          <a:lstStyle/>
          <a:p>
            <a:pPr algn="ctr"/>
            <a:r>
              <a:rPr sz="2400" b="1" dirty="0"/>
              <a:t>Summaries &amp;</a:t>
            </a:r>
          </a:p>
          <a:p>
            <a:pPr algn="ctr"/>
            <a:r>
              <a:rPr sz="2400" b="1" dirty="0"/>
              <a:t>Validat</a:t>
            </a:r>
            <a:r>
              <a:rPr lang="en-US" sz="2400" b="1" dirty="0"/>
              <a:t>ions</a:t>
            </a:r>
            <a:endParaRPr sz="2400" b="1" dirty="0"/>
          </a:p>
        </p:txBody>
      </p:sp>
      <p:pic>
        <p:nvPicPr>
          <p:cNvPr id="5" name="Picture 4" descr="search.png">
            <a:extLst>
              <a:ext uri="{FF2B5EF4-FFF2-40B4-BE49-F238E27FC236}">
                <a16:creationId xmlns:a16="http://schemas.microsoft.com/office/drawing/2014/main" id="{B7435854-E308-9334-F830-B74C3E53F6FB}"/>
              </a:ext>
            </a:extLst>
          </p:cNvPr>
          <p:cNvPicPr>
            <a:picLocks noChangeAspect="1"/>
          </p:cNvPicPr>
          <p:nvPr/>
        </p:nvPicPr>
        <p:blipFill>
          <a:blip r:embed="rId4"/>
          <a:stretch>
            <a:fillRect/>
          </a:stretch>
        </p:blipFill>
        <p:spPr>
          <a:xfrm>
            <a:off x="3512820" y="2468880"/>
            <a:ext cx="868680" cy="868680"/>
          </a:xfrm>
          <a:prstGeom prst="rect">
            <a:avLst/>
          </a:prstGeom>
        </p:spPr>
      </p:pic>
      <p:sp>
        <p:nvSpPr>
          <p:cNvPr id="6" name="TextBox 5">
            <a:extLst>
              <a:ext uri="{FF2B5EF4-FFF2-40B4-BE49-F238E27FC236}">
                <a16:creationId xmlns:a16="http://schemas.microsoft.com/office/drawing/2014/main" id="{C96A33A4-A3EA-FF13-CC14-D92A92E5B2AF}"/>
              </a:ext>
            </a:extLst>
          </p:cNvPr>
          <p:cNvSpPr txBox="1"/>
          <p:nvPr/>
        </p:nvSpPr>
        <p:spPr>
          <a:xfrm>
            <a:off x="2872740" y="3520440"/>
            <a:ext cx="2148840" cy="830997"/>
          </a:xfrm>
          <a:prstGeom prst="rect">
            <a:avLst/>
          </a:prstGeom>
          <a:noFill/>
        </p:spPr>
        <p:txBody>
          <a:bodyPr wrap="square">
            <a:spAutoFit/>
          </a:bodyPr>
          <a:lstStyle/>
          <a:p>
            <a:pPr algn="ctr"/>
            <a:r>
              <a:rPr sz="2400" b="1"/>
              <a:t>Search &amp;</a:t>
            </a:r>
          </a:p>
          <a:p>
            <a:pPr algn="ctr"/>
            <a:r>
              <a:rPr sz="2400" b="1"/>
              <a:t>Cited Answers</a:t>
            </a:r>
          </a:p>
        </p:txBody>
      </p:sp>
      <p:pic>
        <p:nvPicPr>
          <p:cNvPr id="7" name="Picture 6" descr="shield-check.png">
            <a:extLst>
              <a:ext uri="{FF2B5EF4-FFF2-40B4-BE49-F238E27FC236}">
                <a16:creationId xmlns:a16="http://schemas.microsoft.com/office/drawing/2014/main" id="{7AE18BB1-6042-571C-548D-5E7B79716AF9}"/>
              </a:ext>
            </a:extLst>
          </p:cNvPr>
          <p:cNvPicPr>
            <a:picLocks noChangeAspect="1"/>
          </p:cNvPicPr>
          <p:nvPr/>
        </p:nvPicPr>
        <p:blipFill>
          <a:blip r:embed="rId5"/>
          <a:stretch>
            <a:fillRect/>
          </a:stretch>
        </p:blipFill>
        <p:spPr>
          <a:xfrm>
            <a:off x="5661660" y="2468880"/>
            <a:ext cx="868680" cy="868680"/>
          </a:xfrm>
          <a:prstGeom prst="rect">
            <a:avLst/>
          </a:prstGeom>
        </p:spPr>
      </p:pic>
      <p:sp>
        <p:nvSpPr>
          <p:cNvPr id="8" name="TextBox 7">
            <a:extLst>
              <a:ext uri="{FF2B5EF4-FFF2-40B4-BE49-F238E27FC236}">
                <a16:creationId xmlns:a16="http://schemas.microsoft.com/office/drawing/2014/main" id="{E0A7BAD5-53FC-363F-871F-1BA61ACCB901}"/>
              </a:ext>
            </a:extLst>
          </p:cNvPr>
          <p:cNvSpPr txBox="1"/>
          <p:nvPr/>
        </p:nvSpPr>
        <p:spPr>
          <a:xfrm>
            <a:off x="5021580" y="3520440"/>
            <a:ext cx="2148840" cy="830997"/>
          </a:xfrm>
          <a:prstGeom prst="rect">
            <a:avLst/>
          </a:prstGeom>
          <a:noFill/>
        </p:spPr>
        <p:txBody>
          <a:bodyPr wrap="square">
            <a:spAutoFit/>
          </a:bodyPr>
          <a:lstStyle/>
          <a:p>
            <a:pPr algn="ctr"/>
            <a:r>
              <a:rPr sz="2400" b="1"/>
              <a:t>Routing &amp;</a:t>
            </a:r>
          </a:p>
          <a:p>
            <a:pPr algn="ctr"/>
            <a:r>
              <a:rPr sz="2400" b="1"/>
              <a:t>a Human Gate</a:t>
            </a:r>
          </a:p>
        </p:txBody>
      </p:sp>
      <p:pic>
        <p:nvPicPr>
          <p:cNvPr id="9" name="Picture 8" descr="robot.png">
            <a:extLst>
              <a:ext uri="{FF2B5EF4-FFF2-40B4-BE49-F238E27FC236}">
                <a16:creationId xmlns:a16="http://schemas.microsoft.com/office/drawing/2014/main" id="{213019EC-D99D-C75B-2972-A94D46FB2D97}"/>
              </a:ext>
            </a:extLst>
          </p:cNvPr>
          <p:cNvPicPr>
            <a:picLocks noChangeAspect="1"/>
          </p:cNvPicPr>
          <p:nvPr/>
        </p:nvPicPr>
        <p:blipFill>
          <a:blip r:embed="rId6"/>
          <a:stretch>
            <a:fillRect/>
          </a:stretch>
        </p:blipFill>
        <p:spPr>
          <a:xfrm>
            <a:off x="7810500" y="2468880"/>
            <a:ext cx="868680" cy="868680"/>
          </a:xfrm>
          <a:prstGeom prst="rect">
            <a:avLst/>
          </a:prstGeom>
        </p:spPr>
      </p:pic>
      <p:sp>
        <p:nvSpPr>
          <p:cNvPr id="10" name="TextBox 9">
            <a:extLst>
              <a:ext uri="{FF2B5EF4-FFF2-40B4-BE49-F238E27FC236}">
                <a16:creationId xmlns:a16="http://schemas.microsoft.com/office/drawing/2014/main" id="{218ACEB8-4437-80A1-6341-5C7D4E7811D9}"/>
              </a:ext>
            </a:extLst>
          </p:cNvPr>
          <p:cNvSpPr txBox="1"/>
          <p:nvPr/>
        </p:nvSpPr>
        <p:spPr>
          <a:xfrm>
            <a:off x="7170420" y="3520440"/>
            <a:ext cx="2148840" cy="830997"/>
          </a:xfrm>
          <a:prstGeom prst="rect">
            <a:avLst/>
          </a:prstGeom>
          <a:noFill/>
        </p:spPr>
        <p:txBody>
          <a:bodyPr wrap="square">
            <a:spAutoFit/>
          </a:bodyPr>
          <a:lstStyle/>
          <a:p>
            <a:pPr algn="ctr"/>
            <a:r>
              <a:rPr sz="2400" b="1"/>
              <a:t>A Bounded</a:t>
            </a:r>
          </a:p>
          <a:p>
            <a:pPr algn="ctr"/>
            <a:r>
              <a:rPr sz="2400" b="1"/>
              <a:t>Agent Loop</a:t>
            </a:r>
          </a:p>
        </p:txBody>
      </p:sp>
      <p:pic>
        <p:nvPicPr>
          <p:cNvPr id="11" name="Picture 10" descr="Programmer female with solid fill">
            <a:extLst>
              <a:ext uri="{FF2B5EF4-FFF2-40B4-BE49-F238E27FC236}">
                <a16:creationId xmlns:a16="http://schemas.microsoft.com/office/drawing/2014/main" id="{CCD31303-BB80-48BD-BF73-6646DCDA66AD}"/>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9959340" y="2468880"/>
            <a:ext cx="868680" cy="868680"/>
          </a:xfrm>
          <a:prstGeom prst="rect">
            <a:avLst/>
          </a:prstGeom>
        </p:spPr>
      </p:pic>
      <p:sp>
        <p:nvSpPr>
          <p:cNvPr id="12" name="TextBox 11">
            <a:extLst>
              <a:ext uri="{FF2B5EF4-FFF2-40B4-BE49-F238E27FC236}">
                <a16:creationId xmlns:a16="http://schemas.microsoft.com/office/drawing/2014/main" id="{AE0224E8-C54F-63CC-8B50-E92CEDCB04C4}"/>
              </a:ext>
            </a:extLst>
          </p:cNvPr>
          <p:cNvSpPr txBox="1"/>
          <p:nvPr/>
        </p:nvSpPr>
        <p:spPr>
          <a:xfrm>
            <a:off x="9319260" y="3520440"/>
            <a:ext cx="2148840" cy="830997"/>
          </a:xfrm>
          <a:prstGeom prst="rect">
            <a:avLst/>
          </a:prstGeom>
          <a:noFill/>
        </p:spPr>
        <p:txBody>
          <a:bodyPr wrap="square">
            <a:spAutoFit/>
          </a:bodyPr>
          <a:lstStyle/>
          <a:p>
            <a:pPr algn="ctr"/>
            <a:r>
              <a:rPr lang="en-US" sz="2400" b="1" dirty="0"/>
              <a:t>See Ten;</a:t>
            </a:r>
            <a:endParaRPr sz="2400" b="1" dirty="0"/>
          </a:p>
          <a:p>
            <a:pPr algn="ctr"/>
            <a:r>
              <a:rPr lang="en-US" sz="2400" b="1" dirty="0"/>
              <a:t>Build Four</a:t>
            </a:r>
            <a:endParaRPr sz="2400" b="1" dirty="0"/>
          </a:p>
        </p:txBody>
      </p:sp>
      <p:pic>
        <p:nvPicPr>
          <p:cNvPr id="13" name="Picture 12" descr="image.png">
            <a:extLst>
              <a:ext uri="{FF2B5EF4-FFF2-40B4-BE49-F238E27FC236}">
                <a16:creationId xmlns:a16="http://schemas.microsoft.com/office/drawing/2014/main" id="{0FBDDEB4-E1A0-2BE8-EEB8-9656322FBB62}"/>
              </a:ext>
            </a:extLst>
          </p:cNvPr>
          <p:cNvPicPr>
            <a:picLocks noChangeAspect="1"/>
          </p:cNvPicPr>
          <p:nvPr/>
        </p:nvPicPr>
        <p:blipFill>
          <a:blip r:embed="rId8"/>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4946596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The Modules</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1 · Understanding — summarize, extract, sentiment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The Modules</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1 · Understanding — summarize, extract, sentiment </a:t>
            </a:r>
            <a:endParaRPr lang="en-US" sz="2800" dirty="0"/>
          </a:p>
          <a:p>
            <a:r>
              <a:rPr sz="2800" dirty="0"/>
              <a:t>2 · Finding — search, RAG, recommend </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The Modules</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1 · Understanding — summarize, extract, sentiment</a:t>
            </a:r>
          </a:p>
          <a:p>
            <a:r>
              <a:rPr sz="2800" dirty="0"/>
              <a:t>2 · Finding — search, RAG, recommend </a:t>
            </a:r>
          </a:p>
          <a:p>
            <a:r>
              <a:rPr sz="2800" dirty="0"/>
              <a:t>3 · Deciding — route, detect, approve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The Modules</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1 · Understanding — summarize, extract, sentiment </a:t>
            </a:r>
          </a:p>
          <a:p>
            <a:r>
              <a:rPr sz="2800" dirty="0"/>
              <a:t>2 · Finding — search, RAG, recommend </a:t>
            </a:r>
          </a:p>
          <a:p>
            <a:r>
              <a:rPr sz="2800" dirty="0"/>
              <a:t>3 · Deciding — route, detect, approve </a:t>
            </a:r>
            <a:endParaRPr lang="en-US" sz="2800" dirty="0"/>
          </a:p>
          <a:p>
            <a:r>
              <a:rPr sz="2800" dirty="0"/>
              <a:t>4 · Doing — the agent capstone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dirty="0"/>
              <a:t>The </a:t>
            </a:r>
            <a:r>
              <a:rPr lang="en-US" dirty="0"/>
              <a:t>Schedule</a:t>
            </a:r>
            <a:endParaRPr dirty="0"/>
          </a:p>
        </p:txBody>
      </p:sp>
      <p:graphicFrame>
        <p:nvGraphicFramePr>
          <p:cNvPr id="6" name="Content Placeholder 5">
            <a:extLst>
              <a:ext uri="{FF2B5EF4-FFF2-40B4-BE49-F238E27FC236}">
                <a16:creationId xmlns:a16="http://schemas.microsoft.com/office/drawing/2014/main" id="{073D13F6-8DFA-C7C6-2097-C92C927E48AC}"/>
              </a:ext>
            </a:extLst>
          </p:cNvPr>
          <p:cNvGraphicFramePr>
            <a:graphicFrameLocks noGrp="1"/>
          </p:cNvGraphicFramePr>
          <p:nvPr>
            <p:ph idx="1"/>
            <p:extLst>
              <p:ext uri="{D42A27DB-BD31-4B8C-83A1-F6EECF244321}">
                <p14:modId xmlns:p14="http://schemas.microsoft.com/office/powerpoint/2010/main" val="550580865"/>
              </p:ext>
            </p:extLst>
          </p:nvPr>
        </p:nvGraphicFramePr>
        <p:xfrm>
          <a:off x="719137" y="1833562"/>
          <a:ext cx="10753725" cy="4663440"/>
        </p:xfrm>
        <a:graphic>
          <a:graphicData uri="http://schemas.openxmlformats.org/drawingml/2006/table">
            <a:tbl>
              <a:tblPr firstRow="1" bandRow="1">
                <a:tableStyleId>{5C22544A-7EE6-4342-B048-85BDC9FD1C3A}</a:tableStyleId>
              </a:tblPr>
              <a:tblGrid>
                <a:gridCol w="2955925">
                  <a:extLst>
                    <a:ext uri="{9D8B030D-6E8A-4147-A177-3AD203B41FA5}">
                      <a16:colId xmlns:a16="http://schemas.microsoft.com/office/drawing/2014/main" val="2601509564"/>
                    </a:ext>
                  </a:extLst>
                </a:gridCol>
                <a:gridCol w="6235700">
                  <a:extLst>
                    <a:ext uri="{9D8B030D-6E8A-4147-A177-3AD203B41FA5}">
                      <a16:colId xmlns:a16="http://schemas.microsoft.com/office/drawing/2014/main" val="3413877516"/>
                    </a:ext>
                  </a:extLst>
                </a:gridCol>
                <a:gridCol w="1562100">
                  <a:extLst>
                    <a:ext uri="{9D8B030D-6E8A-4147-A177-3AD203B41FA5}">
                      <a16:colId xmlns:a16="http://schemas.microsoft.com/office/drawing/2014/main" val="733961774"/>
                    </a:ext>
                  </a:extLst>
                </a:gridCol>
              </a:tblGrid>
              <a:tr h="434010">
                <a:tc>
                  <a:txBody>
                    <a:bodyPr/>
                    <a:lstStyle/>
                    <a:p>
                      <a:r>
                        <a:rPr lang="en-US" sz="2400" dirty="0">
                          <a:latin typeface="Segoe UI" panose="020B0502040204020203" pitchFamily="34" charset="0"/>
                          <a:cs typeface="Segoe UI" panose="020B0502040204020203" pitchFamily="34" charset="0"/>
                        </a:rPr>
                        <a:t>Module</a:t>
                      </a:r>
                    </a:p>
                  </a:txBody>
                  <a:tcPr/>
                </a:tc>
                <a:tc>
                  <a:txBody>
                    <a:bodyPr/>
                    <a:lstStyle/>
                    <a:p>
                      <a:r>
                        <a:rPr lang="en-US" sz="2400" dirty="0">
                          <a:latin typeface="Segoe UI" panose="020B0502040204020203" pitchFamily="34" charset="0"/>
                          <a:cs typeface="Segoe UI" panose="020B0502040204020203" pitchFamily="34" charset="0"/>
                        </a:rPr>
                        <a:t>Features</a:t>
                      </a:r>
                    </a:p>
                  </a:txBody>
                  <a:tcPr/>
                </a:tc>
                <a:tc>
                  <a:txBody>
                    <a:bodyPr/>
                    <a:lstStyle/>
                    <a:p>
                      <a:r>
                        <a:rPr lang="en-US" sz="2400" dirty="0">
                          <a:latin typeface="Segoe UI" panose="020B0502040204020203" pitchFamily="34" charset="0"/>
                          <a:cs typeface="Segoe UI" panose="020B0502040204020203" pitchFamily="34" charset="0"/>
                        </a:rPr>
                        <a:t>Time</a:t>
                      </a:r>
                    </a:p>
                  </a:txBody>
                  <a:tcPr/>
                </a:tc>
                <a:extLst>
                  <a:ext uri="{0D108BD9-81ED-4DB2-BD59-A6C34878D82A}">
                    <a16:rowId xmlns:a16="http://schemas.microsoft.com/office/drawing/2014/main" val="4117152973"/>
                  </a:ext>
                </a:extLst>
              </a:tr>
              <a:tr h="376142">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r>
                        <a:rPr lang="en-US" sz="2000" b="1" dirty="0">
                          <a:latin typeface="Segoe UI" panose="020B0502040204020203" pitchFamily="34" charset="0"/>
                          <a:cs typeface="Segoe UI" panose="020B0502040204020203" pitchFamily="34" charset="0"/>
                        </a:rPr>
                        <a:t>00 Opening</a:t>
                      </a:r>
                    </a:p>
                  </a:txBody>
                  <a:tcPr/>
                </a:tc>
                <a:tc>
                  <a:txBody>
                    <a:bodyPr/>
                    <a:lstStyle/>
                    <a:p>
                      <a:r>
                        <a:rPr lang="en-US" sz="2000" dirty="0">
                          <a:latin typeface="Segoe UI" panose="020B0502040204020203" pitchFamily="34" charset="0"/>
                          <a:cs typeface="Segoe UI" panose="020B0502040204020203" pitchFamily="34" charset="0"/>
                        </a:rPr>
                        <a:t>Setup, context</a:t>
                      </a:r>
                    </a:p>
                  </a:txBody>
                  <a:tcPr/>
                </a:tc>
                <a:tc>
                  <a:txBody>
                    <a:bodyPr/>
                    <a:lstStyle/>
                    <a:p>
                      <a:r>
                        <a:rPr lang="en-US" sz="2000" dirty="0">
                          <a:latin typeface="Segoe UI" panose="020B0502040204020203" pitchFamily="34" charset="0"/>
                          <a:cs typeface="Segoe UI" panose="020B0502040204020203" pitchFamily="34" charset="0"/>
                        </a:rPr>
                        <a:t>30 min</a:t>
                      </a:r>
                    </a:p>
                  </a:txBody>
                  <a:tcPr/>
                </a:tc>
                <a:extLst>
                  <a:ext uri="{0D108BD9-81ED-4DB2-BD59-A6C34878D82A}">
                    <a16:rowId xmlns:a16="http://schemas.microsoft.com/office/drawing/2014/main" val="1902935357"/>
                  </a:ext>
                </a:extLst>
              </a:tr>
              <a:tr h="954822">
                <a:tc>
                  <a:txBody>
                    <a:bodyPr/>
                    <a:lstStyle/>
                    <a:p>
                      <a:pPr marL="0" marR="0" indent="0" algn="l" defTabSz="685800" rtl="0" eaLnBrk="1" fontAlgn="auto" latinLnBrk="0" hangingPunct="1">
                        <a:lnSpc>
                          <a:spcPct val="100000"/>
                        </a:lnSpc>
                        <a:spcBef>
                          <a:spcPts val="0"/>
                        </a:spcBef>
                        <a:spcAft>
                          <a:spcPts val="0"/>
                        </a:spcAft>
                        <a:buClrTx/>
                        <a:buSzTx/>
                        <a:buFontTx/>
                        <a:buNone/>
                        <a:tabLst/>
                        <a:defRPr/>
                      </a:pPr>
                      <a:r>
                        <a:rPr lang="en-US" sz="2000" b="1" dirty="0">
                          <a:latin typeface="Segoe UI" panose="020B0502040204020203" pitchFamily="34" charset="0"/>
                          <a:cs typeface="Segoe UI" panose="020B0502040204020203" pitchFamily="34" charset="0"/>
                        </a:rPr>
                        <a:t>01 Understanding</a:t>
                      </a:r>
                    </a:p>
                  </a:txBody>
                  <a:tcPr/>
                </a:tc>
                <a:tc>
                  <a:txBody>
                    <a:bodyPr/>
                    <a:lstStyle/>
                    <a:p>
                      <a:r>
                        <a:rPr lang="en-US" sz="2000" dirty="0">
                          <a:latin typeface="Segoe UI" panose="020B0502040204020203" pitchFamily="34" charset="0"/>
                          <a:cs typeface="Segoe UI" panose="020B0502040204020203" pitchFamily="34" charset="0"/>
                        </a:rPr>
                        <a:t>F01 Summarize, </a:t>
                      </a:r>
                    </a:p>
                    <a:p>
                      <a:r>
                        <a:rPr lang="en-US" sz="2000" dirty="0">
                          <a:latin typeface="Segoe UI" panose="020B0502040204020203" pitchFamily="34" charset="0"/>
                          <a:cs typeface="Segoe UI" panose="020B0502040204020203" pitchFamily="34" charset="0"/>
                        </a:rPr>
                        <a:t>F02 Extract</a:t>
                      </a:r>
                    </a:p>
                    <a:p>
                      <a:r>
                        <a:rPr lang="en-US" sz="2000" dirty="0">
                          <a:latin typeface="Segoe UI" panose="020B0502040204020203" pitchFamily="34" charset="0"/>
                          <a:cs typeface="Segoe UI" panose="020B0502040204020203" pitchFamily="34" charset="0"/>
                        </a:rPr>
                        <a:t>F03 Sentiment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latin typeface="Segoe UI" panose="020B0502040204020203" pitchFamily="34" charset="0"/>
                          <a:cs typeface="Segoe UI" panose="020B0502040204020203" pitchFamily="34" charset="0"/>
                        </a:rPr>
                        <a:t>90 min</a:t>
                      </a:r>
                    </a:p>
                    <a:p>
                      <a:endParaRPr lang="en-US" sz="20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253779902"/>
                  </a:ext>
                </a:extLst>
              </a:tr>
              <a:tr h="954822">
                <a:tc>
                  <a:txBody>
                    <a:bodyPr/>
                    <a:lstStyle/>
                    <a:p>
                      <a:r>
                        <a:rPr lang="en-US" sz="2000" b="1" dirty="0">
                          <a:latin typeface="Segoe UI" panose="020B0502040204020203" pitchFamily="34" charset="0"/>
                          <a:cs typeface="Segoe UI" panose="020B0502040204020203" pitchFamily="34" charset="0"/>
                        </a:rPr>
                        <a:t>02 Finding</a:t>
                      </a:r>
                    </a:p>
                  </a:txBody>
                  <a:tcPr/>
                </a:tc>
                <a:tc>
                  <a:txBody>
                    <a:bodyPr/>
                    <a:lstStyle/>
                    <a:p>
                      <a:r>
                        <a:rPr lang="en-US" sz="2000" dirty="0">
                          <a:latin typeface="Segoe UI" panose="020B0502040204020203" pitchFamily="34" charset="0"/>
                          <a:cs typeface="Segoe UI" panose="020B0502040204020203" pitchFamily="34" charset="0"/>
                        </a:rPr>
                        <a:t>F04 Search</a:t>
                      </a:r>
                    </a:p>
                    <a:p>
                      <a:r>
                        <a:rPr lang="en-US" sz="2000" dirty="0">
                          <a:latin typeface="Segoe UI" panose="020B0502040204020203" pitchFamily="34" charset="0"/>
                          <a:cs typeface="Segoe UI" panose="020B0502040204020203" pitchFamily="34" charset="0"/>
                        </a:rPr>
                        <a:t>F05 RAG</a:t>
                      </a:r>
                    </a:p>
                    <a:p>
                      <a:r>
                        <a:rPr lang="en-US" sz="2000" dirty="0">
                          <a:latin typeface="Segoe UI" panose="020B0502040204020203" pitchFamily="34" charset="0"/>
                          <a:cs typeface="Segoe UI" panose="020B0502040204020203" pitchFamily="34" charset="0"/>
                        </a:rPr>
                        <a:t>F06 Recommend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latin typeface="Segoe UI" panose="020B0502040204020203" pitchFamily="34" charset="0"/>
                          <a:cs typeface="Segoe UI" panose="020B0502040204020203" pitchFamily="34" charset="0"/>
                        </a:rPr>
                        <a:t>90 min</a:t>
                      </a:r>
                    </a:p>
                    <a:p>
                      <a:endParaRPr lang="en-US" sz="20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6070859"/>
                  </a:ext>
                </a:extLst>
              </a:tr>
              <a:tr h="954822">
                <a:tc>
                  <a:txBody>
                    <a:bodyPr/>
                    <a:lstStyle/>
                    <a:p>
                      <a:r>
                        <a:rPr lang="en-US" sz="2000" b="1" dirty="0">
                          <a:latin typeface="Segoe UI" panose="020B0502040204020203" pitchFamily="34" charset="0"/>
                          <a:cs typeface="Segoe UI" panose="020B0502040204020203" pitchFamily="34" charset="0"/>
                        </a:rPr>
                        <a:t>03 Deciding</a:t>
                      </a:r>
                    </a:p>
                  </a:txBody>
                  <a:tcPr/>
                </a:tc>
                <a:tc>
                  <a:txBody>
                    <a:bodyPr/>
                    <a:lstStyle/>
                    <a:p>
                      <a:r>
                        <a:rPr lang="en-US" sz="2000" dirty="0">
                          <a:latin typeface="Segoe UI" panose="020B0502040204020203" pitchFamily="34" charset="0"/>
                          <a:cs typeface="Segoe UI" panose="020B0502040204020203" pitchFamily="34" charset="0"/>
                        </a:rPr>
                        <a:t>F07 Route</a:t>
                      </a:r>
                    </a:p>
                    <a:p>
                      <a:r>
                        <a:rPr lang="en-US" sz="2000" dirty="0">
                          <a:latin typeface="Segoe UI" panose="020B0502040204020203" pitchFamily="34" charset="0"/>
                          <a:cs typeface="Segoe UI" panose="020B0502040204020203" pitchFamily="34" charset="0"/>
                        </a:rPr>
                        <a:t>F08 Detect</a:t>
                      </a:r>
                    </a:p>
                    <a:p>
                      <a:r>
                        <a:rPr lang="en-US" sz="2000" dirty="0">
                          <a:latin typeface="Segoe UI" panose="020B0502040204020203" pitchFamily="34" charset="0"/>
                          <a:cs typeface="Segoe UI" panose="020B0502040204020203" pitchFamily="34" charset="0"/>
                        </a:rPr>
                        <a:t>F09 Approve </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latin typeface="Segoe UI" panose="020B0502040204020203" pitchFamily="34" charset="0"/>
                          <a:cs typeface="Segoe UI" panose="020B0502040204020203" pitchFamily="34" charset="0"/>
                        </a:rPr>
                        <a:t>90 min</a:t>
                      </a:r>
                    </a:p>
                    <a:p>
                      <a:endParaRPr lang="en-US" sz="20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941737505"/>
                  </a:ext>
                </a:extLst>
              </a:tr>
              <a:tr h="376142">
                <a:tc>
                  <a:txBody>
                    <a:bodyPr/>
                    <a:lstStyle/>
                    <a:p>
                      <a:r>
                        <a:rPr lang="en-US" sz="2000" b="1" dirty="0">
                          <a:latin typeface="Segoe UI" panose="020B0502040204020203" pitchFamily="34" charset="0"/>
                          <a:cs typeface="Segoe UI" panose="020B0502040204020203" pitchFamily="34" charset="0"/>
                        </a:rPr>
                        <a:t>04 Doing</a:t>
                      </a:r>
                    </a:p>
                  </a:txBody>
                  <a:tcPr/>
                </a:tc>
                <a:tc>
                  <a:txBody>
                    <a:bodyPr/>
                    <a:lstStyle/>
                    <a:p>
                      <a:r>
                        <a:rPr lang="en-US" sz="2000" dirty="0">
                          <a:latin typeface="Segoe UI" panose="020B0502040204020203" pitchFamily="34" charset="0"/>
                          <a:cs typeface="Segoe UI" panose="020B0502040204020203" pitchFamily="34" charset="0"/>
                        </a:rPr>
                        <a:t>F10 Agent capstone </a:t>
                      </a:r>
                    </a:p>
                  </a:txBody>
                  <a:tcPr/>
                </a:tc>
                <a:tc>
                  <a:txBody>
                    <a:bodyPr/>
                    <a:lstStyle/>
                    <a:p>
                      <a:r>
                        <a:rPr lang="en-US" sz="2000" dirty="0">
                          <a:latin typeface="Segoe UI" panose="020B0502040204020203" pitchFamily="34" charset="0"/>
                          <a:cs typeface="Segoe UI" panose="020B0502040204020203" pitchFamily="34" charset="0"/>
                        </a:rPr>
                        <a:t>60 min</a:t>
                      </a:r>
                    </a:p>
                  </a:txBody>
                  <a:tcPr/>
                </a:tc>
                <a:extLst>
                  <a:ext uri="{0D108BD9-81ED-4DB2-BD59-A6C34878D82A}">
                    <a16:rowId xmlns:a16="http://schemas.microsoft.com/office/drawing/2014/main" val="2944214635"/>
                  </a:ext>
                </a:extLst>
              </a:tr>
              <a:tr h="376142">
                <a:tc>
                  <a:txBody>
                    <a:bodyPr/>
                    <a:lstStyle/>
                    <a:p>
                      <a:r>
                        <a:rPr lang="en-US" sz="2000" b="1" dirty="0">
                          <a:latin typeface="Segoe UI" panose="020B0502040204020203" pitchFamily="34" charset="0"/>
                          <a:cs typeface="Segoe UI" panose="020B0502040204020203" pitchFamily="34" charset="0"/>
                        </a:rPr>
                        <a:t>05 Closing</a:t>
                      </a:r>
                    </a:p>
                  </a:txBody>
                  <a:tcPr/>
                </a:tc>
                <a:tc>
                  <a:txBody>
                    <a:bodyPr/>
                    <a:lstStyle/>
                    <a:p>
                      <a:r>
                        <a:rPr lang="en-US" sz="2000" dirty="0">
                          <a:latin typeface="Segoe UI" panose="020B0502040204020203" pitchFamily="34" charset="0"/>
                          <a:cs typeface="Segoe UI" panose="020B0502040204020203" pitchFamily="34" charset="0"/>
                        </a:rPr>
                        <a:t>A decision framework </a:t>
                      </a:r>
                    </a:p>
                  </a:txBody>
                  <a:tcPr/>
                </a:tc>
                <a:tc>
                  <a:txBody>
                    <a:bodyPr/>
                    <a:lstStyle/>
                    <a:p>
                      <a:r>
                        <a:rPr lang="en-US" sz="2000" dirty="0">
                          <a:latin typeface="Segoe UI" panose="020B0502040204020203" pitchFamily="34" charset="0"/>
                          <a:cs typeface="Segoe UI" panose="020B0502040204020203" pitchFamily="34" charset="0"/>
                        </a:rPr>
                        <a:t>30 min</a:t>
                      </a:r>
                    </a:p>
                  </a:txBody>
                  <a:tcPr/>
                </a:tc>
                <a:extLst>
                  <a:ext uri="{0D108BD9-81ED-4DB2-BD59-A6C34878D82A}">
                    <a16:rowId xmlns:a16="http://schemas.microsoft.com/office/drawing/2014/main" val="15295669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7654" y="1662612"/>
            <a:ext cx="4981194" cy="456600"/>
          </a:xfrm>
        </p:spPr>
        <p:txBody>
          <a:bodyPr>
            <a:normAutofit/>
          </a:bodyPr>
          <a:lstStyle/>
          <a:p>
            <a:pPr>
              <a:spcBef>
                <a:spcPts val="600"/>
              </a:spcBef>
            </a:pPr>
            <a:r>
              <a:rPr lang="en-US" sz="1800" dirty="0"/>
              <a:t>Principal Consultant &amp; Partner</a:t>
            </a:r>
          </a:p>
        </p:txBody>
      </p:sp>
      <p:pic>
        <p:nvPicPr>
          <p:cNvPr id="4" name="Picture 3"/>
          <p:cNvPicPr>
            <a:picLocks noChangeAspect="1"/>
          </p:cNvPicPr>
          <p:nvPr/>
        </p:nvPicPr>
        <p:blipFill>
          <a:blip r:embed="rId3"/>
          <a:stretch>
            <a:fillRect/>
          </a:stretch>
        </p:blipFill>
        <p:spPr>
          <a:xfrm>
            <a:off x="1184179" y="2219760"/>
            <a:ext cx="4480945" cy="1183348"/>
          </a:xfrm>
          <a:prstGeom prst="rect">
            <a:avLst/>
          </a:prstGeom>
        </p:spPr>
      </p:pic>
      <p:sp>
        <p:nvSpPr>
          <p:cNvPr id="6" name="Content Placeholder 2"/>
          <p:cNvSpPr txBox="1">
            <a:spLocks/>
          </p:cNvSpPr>
          <p:nvPr/>
        </p:nvSpPr>
        <p:spPr>
          <a:xfrm>
            <a:off x="6136234" y="4478455"/>
            <a:ext cx="5293765" cy="1345294"/>
          </a:xfrm>
          <a:prstGeom prst="rect">
            <a:avLst/>
          </a:prstGeom>
        </p:spPr>
        <p:txBody>
          <a:bodyPr vert="horz" lIns="91440" tIns="45720" rIns="91440" bIns="45720" rtlCol="0">
            <a:normAutofit/>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a:tabLst>
                <a:tab pos="233363" algn="ctr"/>
                <a:tab pos="457200" algn="l"/>
              </a:tabLst>
            </a:pPr>
            <a:endParaRPr lang="en-US" sz="2000" dirty="0"/>
          </a:p>
        </p:txBody>
      </p:sp>
      <p:sp>
        <p:nvSpPr>
          <p:cNvPr id="8" name="TextBox 7">
            <a:extLst>
              <a:ext uri="{FF2B5EF4-FFF2-40B4-BE49-F238E27FC236}">
                <a16:creationId xmlns:a16="http://schemas.microsoft.com/office/drawing/2014/main" id="{2856C93C-026F-4286-A517-9691B6D5B7AE}"/>
              </a:ext>
            </a:extLst>
          </p:cNvPr>
          <p:cNvSpPr txBox="1"/>
          <p:nvPr/>
        </p:nvSpPr>
        <p:spPr>
          <a:xfrm>
            <a:off x="43543" y="6165686"/>
            <a:ext cx="12148457" cy="461665"/>
          </a:xfrm>
          <a:prstGeom prst="rect">
            <a:avLst/>
          </a:prstGeom>
          <a:noFill/>
        </p:spPr>
        <p:txBody>
          <a:bodyPr wrap="square" rtlCol="0">
            <a:spAutoFit/>
          </a:bodyPr>
          <a:lstStyle/>
          <a:p>
            <a:pPr algn="ctr"/>
            <a:r>
              <a:rPr lang="en-US" sz="2400" b="1" u="sng" dirty="0">
                <a:solidFill>
                  <a:srgbClr val="0072C6"/>
                </a:solidFill>
              </a:rPr>
              <a:t>github.com/</a:t>
            </a:r>
            <a:r>
              <a:rPr lang="en-US" sz="2400" b="1" u="sng" dirty="0" err="1">
                <a:solidFill>
                  <a:srgbClr val="0072C6"/>
                </a:solidFill>
              </a:rPr>
              <a:t>trailheadtechnology</a:t>
            </a:r>
            <a:r>
              <a:rPr lang="en-US" sz="2400" b="1" u="sng" dirty="0">
                <a:solidFill>
                  <a:srgbClr val="0072C6"/>
                </a:solidFill>
              </a:rPr>
              <a:t>/10-ai-features-workshop</a:t>
            </a:r>
          </a:p>
        </p:txBody>
      </p:sp>
      <p:sp>
        <p:nvSpPr>
          <p:cNvPr id="10" name="Title 9">
            <a:extLst>
              <a:ext uri="{FF2B5EF4-FFF2-40B4-BE49-F238E27FC236}">
                <a16:creationId xmlns:a16="http://schemas.microsoft.com/office/drawing/2014/main" id="{879C7D46-B427-B1BB-7A1F-392BCB232898}"/>
              </a:ext>
            </a:extLst>
          </p:cNvPr>
          <p:cNvSpPr>
            <a:spLocks noGrp="1"/>
          </p:cNvSpPr>
          <p:nvPr>
            <p:ph type="title"/>
          </p:nvPr>
        </p:nvSpPr>
        <p:spPr>
          <a:xfrm>
            <a:off x="1103309" y="499533"/>
            <a:ext cx="10772775" cy="1658198"/>
          </a:xfrm>
        </p:spPr>
        <p:txBody>
          <a:bodyPr/>
          <a:lstStyle/>
          <a:p>
            <a:r>
              <a:rPr lang="en-US" sz="4400" dirty="0"/>
              <a:t>Jonathan "J." Tower</a:t>
            </a:r>
            <a:endParaRPr lang="en-US" dirty="0"/>
          </a:p>
        </p:txBody>
      </p:sp>
      <p:cxnSp>
        <p:nvCxnSpPr>
          <p:cNvPr id="18" name="Straight Connector 17">
            <a:extLst>
              <a:ext uri="{FF2B5EF4-FFF2-40B4-BE49-F238E27FC236}">
                <a16:creationId xmlns:a16="http://schemas.microsoft.com/office/drawing/2014/main" id="{CF2712ED-3129-723F-6D31-0A740072EA88}"/>
              </a:ext>
            </a:extLst>
          </p:cNvPr>
          <p:cNvCxnSpPr>
            <a:cxnSpLocks/>
          </p:cNvCxnSpPr>
          <p:nvPr/>
        </p:nvCxnSpPr>
        <p:spPr>
          <a:xfrm>
            <a:off x="7032517" y="1236032"/>
            <a:ext cx="44229" cy="44951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ontent Placeholder 2">
            <a:extLst>
              <a:ext uri="{FF2B5EF4-FFF2-40B4-BE49-F238E27FC236}">
                <a16:creationId xmlns:a16="http://schemas.microsoft.com/office/drawing/2014/main" id="{E5422206-0EEA-0ED9-B408-CC3FB282F987}"/>
              </a:ext>
            </a:extLst>
          </p:cNvPr>
          <p:cNvSpPr txBox="1">
            <a:spLocks/>
          </p:cNvSpPr>
          <p:nvPr/>
        </p:nvSpPr>
        <p:spPr>
          <a:xfrm>
            <a:off x="1505728" y="3621826"/>
            <a:ext cx="3444002" cy="2109323"/>
          </a:xfrm>
          <a:prstGeom prst="rect">
            <a:avLst/>
          </a:prstGeom>
        </p:spPr>
        <p:txBody>
          <a:bodyPr vert="horz" lIns="68580" tIns="34290" rIns="68580" bIns="34290" rtlCol="0">
            <a:normAutofit lnSpcReduction="10000"/>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marL="3429" lvl="1" indent="0" defTabSz="685800">
              <a:spcBef>
                <a:spcPts val="975"/>
              </a:spcBef>
              <a:buNone/>
              <a:tabLst>
                <a:tab pos="175022" algn="ctr"/>
                <a:tab pos="342900" algn="l"/>
              </a:tabLst>
            </a:pPr>
            <a:r>
              <a:rPr lang="en-US" sz="1500" dirty="0">
                <a:solidFill>
                  <a:prstClr val="black">
                    <a:lumMod val="85000"/>
                    <a:lumOff val="15000"/>
                  </a:prstClr>
                </a:solidFill>
              </a:rPr>
              <a:t>13x Microsoft MVP in .NET and AI</a:t>
            </a:r>
          </a:p>
          <a:p>
            <a:pPr marL="3429" lvl="1" indent="0" defTabSz="685800">
              <a:spcBef>
                <a:spcPts val="975"/>
              </a:spcBef>
              <a:buNone/>
              <a:tabLst>
                <a:tab pos="175022" algn="ctr"/>
                <a:tab pos="342900" algn="l"/>
              </a:tabLst>
            </a:pPr>
            <a:r>
              <a:rPr lang="en-US" sz="1500" dirty="0">
                <a:solidFill>
                  <a:prstClr val="black">
                    <a:lumMod val="85000"/>
                    <a:lumOff val="15000"/>
                  </a:prstClr>
                </a:solidFill>
              </a:rPr>
              <a:t>VP of .NET Foundation</a:t>
            </a:r>
          </a:p>
          <a:p>
            <a:pPr marL="0" indent="0" defTabSz="685800">
              <a:spcBef>
                <a:spcPts val="975"/>
              </a:spcBef>
              <a:buNone/>
              <a:tabLst>
                <a:tab pos="175022" algn="ctr"/>
                <a:tab pos="342900" algn="l"/>
              </a:tabLst>
            </a:pPr>
            <a:r>
              <a:rPr lang="en-US" sz="1500" dirty="0">
                <a:solidFill>
                  <a:prstClr val="black">
                    <a:lumMod val="85000"/>
                    <a:lumOff val="15000"/>
                  </a:prstClr>
                </a:solidFill>
              </a:rPr>
              <a:t>Blue Blazes podcast host</a:t>
            </a:r>
          </a:p>
          <a:p>
            <a:pPr marL="0" indent="0" defTabSz="685800">
              <a:spcBef>
                <a:spcPts val="975"/>
              </a:spcBef>
              <a:buNone/>
              <a:tabLst>
                <a:tab pos="175022" algn="ctr"/>
                <a:tab pos="342900" algn="l"/>
              </a:tabLst>
            </a:pPr>
            <a:r>
              <a:rPr lang="en-US" sz="1500" dirty="0" err="1">
                <a:solidFill>
                  <a:prstClr val="black">
                    <a:lumMod val="85000"/>
                    <a:lumOff val="15000"/>
                  </a:prstClr>
                </a:solidFill>
              </a:rPr>
              <a:t>jtower@trailheadtechnology.com</a:t>
            </a:r>
            <a:endParaRPr lang="en-US" sz="1500" dirty="0">
              <a:solidFill>
                <a:prstClr val="black">
                  <a:lumMod val="85000"/>
                  <a:lumOff val="15000"/>
                </a:prstClr>
              </a:solidFill>
            </a:endParaRPr>
          </a:p>
          <a:p>
            <a:pPr marL="0" indent="0" defTabSz="685800">
              <a:spcBef>
                <a:spcPts val="975"/>
              </a:spcBef>
              <a:buNone/>
              <a:tabLst>
                <a:tab pos="175022" algn="ctr"/>
                <a:tab pos="342900" algn="l"/>
              </a:tabLst>
            </a:pPr>
            <a:r>
              <a:rPr lang="en-US" sz="1500" dirty="0" err="1">
                <a:solidFill>
                  <a:prstClr val="black">
                    <a:lumMod val="85000"/>
                    <a:lumOff val="15000"/>
                  </a:prstClr>
                </a:solidFill>
              </a:rPr>
              <a:t>trailheadtechnology.com</a:t>
            </a:r>
            <a:r>
              <a:rPr lang="en-US" sz="1500" dirty="0">
                <a:solidFill>
                  <a:prstClr val="black">
                    <a:lumMod val="85000"/>
                    <a:lumOff val="15000"/>
                  </a:prstClr>
                </a:solidFill>
              </a:rPr>
              <a:t>/blog</a:t>
            </a:r>
          </a:p>
          <a:p>
            <a:pPr marL="0" indent="0" defTabSz="685800">
              <a:spcBef>
                <a:spcPts val="975"/>
              </a:spcBef>
              <a:buNone/>
              <a:tabLst>
                <a:tab pos="175022" algn="ctr"/>
                <a:tab pos="342900" algn="l"/>
              </a:tabLst>
            </a:pPr>
            <a:r>
              <a:rPr lang="en-US" sz="1500" dirty="0" err="1">
                <a:solidFill>
                  <a:prstClr val="black">
                    <a:lumMod val="85000"/>
                    <a:lumOff val="15000"/>
                  </a:prstClr>
                </a:solidFill>
              </a:rPr>
              <a:t>jtowermi</a:t>
            </a:r>
            <a:endParaRPr lang="en-US" sz="1500" dirty="0">
              <a:solidFill>
                <a:prstClr val="black">
                  <a:lumMod val="85000"/>
                  <a:lumOff val="15000"/>
                </a:prstClr>
              </a:solidFill>
            </a:endParaRPr>
          </a:p>
          <a:p>
            <a:pPr marL="0" indent="0" defTabSz="685800">
              <a:spcBef>
                <a:spcPts val="975"/>
              </a:spcBef>
              <a:buNone/>
              <a:tabLst>
                <a:tab pos="175022" algn="ctr"/>
                <a:tab pos="342900" algn="l"/>
              </a:tabLst>
            </a:pPr>
            <a:r>
              <a:rPr lang="en-US" sz="1500" dirty="0">
                <a:solidFill>
                  <a:prstClr val="black">
                    <a:lumMod val="85000"/>
                    <a:lumOff val="15000"/>
                  </a:prstClr>
                </a:solidFill>
              </a:rPr>
              <a:t>Jonathan “J.” Tower</a:t>
            </a:r>
          </a:p>
        </p:txBody>
      </p:sp>
      <p:pic>
        <p:nvPicPr>
          <p:cNvPr id="5" name="Graphic 4">
            <a:extLst>
              <a:ext uri="{FF2B5EF4-FFF2-40B4-BE49-F238E27FC236}">
                <a16:creationId xmlns:a16="http://schemas.microsoft.com/office/drawing/2014/main" id="{5C7CF00E-0AEA-5733-E1CC-FB07798EAE6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42806" y="3631325"/>
            <a:ext cx="229751" cy="204223"/>
          </a:xfrm>
          <a:prstGeom prst="rect">
            <a:avLst/>
          </a:prstGeom>
        </p:spPr>
      </p:pic>
      <p:pic>
        <p:nvPicPr>
          <p:cNvPr id="12" name="Graphic 11">
            <a:extLst>
              <a:ext uri="{FF2B5EF4-FFF2-40B4-BE49-F238E27FC236}">
                <a16:creationId xmlns:a16="http://schemas.microsoft.com/office/drawing/2014/main" id="{05990DF9-6E57-EEB6-C725-C5686611979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155718">
            <a:off x="1256708" y="4531226"/>
            <a:ext cx="204223" cy="204223"/>
          </a:xfrm>
          <a:prstGeom prst="rect">
            <a:avLst/>
          </a:prstGeom>
        </p:spPr>
      </p:pic>
      <p:pic>
        <p:nvPicPr>
          <p:cNvPr id="13" name="Graphic 12">
            <a:extLst>
              <a:ext uri="{FF2B5EF4-FFF2-40B4-BE49-F238E27FC236}">
                <a16:creationId xmlns:a16="http://schemas.microsoft.com/office/drawing/2014/main" id="{90FDDDAC-FE53-8DB3-53AD-52C0E1F47D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155718">
            <a:off x="1281096" y="4233775"/>
            <a:ext cx="153168" cy="204223"/>
          </a:xfrm>
          <a:prstGeom prst="rect">
            <a:avLst/>
          </a:prstGeom>
        </p:spPr>
      </p:pic>
      <p:pic>
        <p:nvPicPr>
          <p:cNvPr id="14" name="Graphic 13">
            <a:extLst>
              <a:ext uri="{FF2B5EF4-FFF2-40B4-BE49-F238E27FC236}">
                <a16:creationId xmlns:a16="http://schemas.microsoft.com/office/drawing/2014/main" id="{FA3C4E4E-BA85-9AE8-6FE7-3E98D66D5F4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55718">
            <a:off x="1255569" y="4823574"/>
            <a:ext cx="204223" cy="204223"/>
          </a:xfrm>
          <a:prstGeom prst="rect">
            <a:avLst/>
          </a:prstGeom>
        </p:spPr>
      </p:pic>
      <p:pic>
        <p:nvPicPr>
          <p:cNvPr id="15" name="Graphic 14">
            <a:extLst>
              <a:ext uri="{FF2B5EF4-FFF2-40B4-BE49-F238E27FC236}">
                <a16:creationId xmlns:a16="http://schemas.microsoft.com/office/drawing/2014/main" id="{865CD454-2706-560D-0DA8-7698FA808F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rot="155718">
            <a:off x="1276223" y="5417410"/>
            <a:ext cx="178696" cy="204223"/>
          </a:xfrm>
          <a:prstGeom prst="rect">
            <a:avLst/>
          </a:prstGeom>
        </p:spPr>
      </p:pic>
      <p:pic>
        <p:nvPicPr>
          <p:cNvPr id="17" name="Graphic 16">
            <a:extLst>
              <a:ext uri="{FF2B5EF4-FFF2-40B4-BE49-F238E27FC236}">
                <a16:creationId xmlns:a16="http://schemas.microsoft.com/office/drawing/2014/main" id="{C6B7D742-51B1-9C60-581F-2F997D8751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55718">
            <a:off x="1255569" y="5106312"/>
            <a:ext cx="204223" cy="204223"/>
          </a:xfrm>
          <a:prstGeom prst="rect">
            <a:avLst/>
          </a:prstGeom>
        </p:spPr>
      </p:pic>
      <p:pic>
        <p:nvPicPr>
          <p:cNvPr id="19" name="Graphic 18" descr="Board Of Directors with solid fill">
            <a:extLst>
              <a:ext uri="{FF2B5EF4-FFF2-40B4-BE49-F238E27FC236}">
                <a16:creationId xmlns:a16="http://schemas.microsoft.com/office/drawing/2014/main" id="{A3D1BE89-6E9F-C651-0148-6A603AE633F5}"/>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255570" y="3929537"/>
            <a:ext cx="204223" cy="204223"/>
          </a:xfrm>
          <a:prstGeom prst="rect">
            <a:avLst/>
          </a:prstGeom>
        </p:spPr>
      </p:pic>
      <p:sp>
        <p:nvSpPr>
          <p:cNvPr id="7" name="Content Placeholder 2">
            <a:extLst>
              <a:ext uri="{FF2B5EF4-FFF2-40B4-BE49-F238E27FC236}">
                <a16:creationId xmlns:a16="http://schemas.microsoft.com/office/drawing/2014/main" id="{F905BFAC-3397-4195-19D6-77090A9906CD}"/>
              </a:ext>
            </a:extLst>
          </p:cNvPr>
          <p:cNvSpPr txBox="1">
            <a:spLocks/>
          </p:cNvSpPr>
          <p:nvPr/>
        </p:nvSpPr>
        <p:spPr>
          <a:xfrm>
            <a:off x="6915610" y="1050252"/>
            <a:ext cx="5293076" cy="2240849"/>
          </a:xfrm>
          <a:prstGeom prst="rect">
            <a:avLst/>
          </a:prstGeom>
        </p:spPr>
        <p:txBody>
          <a:bodyPr vert="horz" lIns="91428" tIns="45714" rIns="91428" bIns="45714" rtlCol="0">
            <a:normAutofit/>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marL="4571" lvl="1" indent="0" algn="ctr" defTabSz="914217">
              <a:spcBef>
                <a:spcPts val="1300"/>
              </a:spcBef>
              <a:buNone/>
              <a:tabLst>
                <a:tab pos="233316" algn="ctr"/>
                <a:tab pos="457109" algn="l"/>
              </a:tabLst>
            </a:pPr>
            <a:r>
              <a:rPr lang="en-US" sz="7199" dirty="0">
                <a:solidFill>
                  <a:prstClr val="black">
                    <a:lumMod val="85000"/>
                    <a:lumOff val="15000"/>
                  </a:prstClr>
                </a:solidFill>
              </a:rPr>
              <a:t>LET’S</a:t>
            </a:r>
            <a:br>
              <a:rPr lang="en-US" sz="9598" b="1" dirty="0">
                <a:solidFill>
                  <a:prstClr val="black">
                    <a:lumMod val="85000"/>
                    <a:lumOff val="15000"/>
                  </a:prstClr>
                </a:solidFill>
              </a:rPr>
            </a:br>
            <a:r>
              <a:rPr lang="en-US" sz="7199" b="1" dirty="0">
                <a:solidFill>
                  <a:prstClr val="black">
                    <a:lumMod val="85000"/>
                    <a:lumOff val="15000"/>
                  </a:prstClr>
                </a:solidFill>
              </a:rPr>
              <a:t>TALK</a:t>
            </a:r>
            <a:endParaRPr lang="en-US" sz="5399" b="1" dirty="0">
              <a:solidFill>
                <a:prstClr val="black">
                  <a:lumMod val="85000"/>
                  <a:lumOff val="15000"/>
                </a:prstClr>
              </a:solidFill>
            </a:endParaRPr>
          </a:p>
        </p:txBody>
      </p:sp>
      <p:sp>
        <p:nvSpPr>
          <p:cNvPr id="20" name="TextBox 19">
            <a:extLst>
              <a:ext uri="{FF2B5EF4-FFF2-40B4-BE49-F238E27FC236}">
                <a16:creationId xmlns:a16="http://schemas.microsoft.com/office/drawing/2014/main" id="{A9AFE787-FB0C-EFB4-62F6-5DED5B34E76B}"/>
              </a:ext>
            </a:extLst>
          </p:cNvPr>
          <p:cNvSpPr txBox="1"/>
          <p:nvPr/>
        </p:nvSpPr>
        <p:spPr>
          <a:xfrm>
            <a:off x="6526878" y="5438564"/>
            <a:ext cx="6104497" cy="461665"/>
          </a:xfrm>
          <a:prstGeom prst="rect">
            <a:avLst/>
          </a:prstGeom>
          <a:noFill/>
        </p:spPr>
        <p:txBody>
          <a:bodyPr wrap="square">
            <a:spAutoFit/>
          </a:bodyPr>
          <a:lstStyle/>
          <a:p>
            <a:pPr algn="ctr"/>
            <a:r>
              <a:rPr lang="en-US" sz="2400" b="1" u="sng" dirty="0" err="1">
                <a:solidFill>
                  <a:prstClr val="black"/>
                </a:solidFill>
                <a:latin typeface="Calibri Light" panose="020F0302020204030204"/>
              </a:rPr>
              <a:t>tinyurl.com</a:t>
            </a:r>
            <a:r>
              <a:rPr lang="en-US" sz="2400" b="1" u="sng" dirty="0">
                <a:solidFill>
                  <a:prstClr val="black"/>
                </a:solidFill>
                <a:latin typeface="Calibri Light" panose="020F0302020204030204"/>
              </a:rPr>
              <a:t>/</a:t>
            </a:r>
            <a:r>
              <a:rPr lang="en-US" sz="2400" b="1" u="sng" dirty="0" err="1">
                <a:solidFill>
                  <a:prstClr val="black"/>
                </a:solidFill>
                <a:latin typeface="Calibri Light" panose="020F0302020204030204"/>
              </a:rPr>
              <a:t>th</a:t>
            </a:r>
            <a:r>
              <a:rPr lang="en-US" sz="2400" b="1" u="sng" dirty="0">
                <a:solidFill>
                  <a:prstClr val="black"/>
                </a:solidFill>
                <a:latin typeface="Calibri Light" panose="020F0302020204030204"/>
              </a:rPr>
              <a:t>-offer</a:t>
            </a:r>
          </a:p>
        </p:txBody>
      </p:sp>
      <p:grpSp>
        <p:nvGrpSpPr>
          <p:cNvPr id="21" name="Group 20">
            <a:extLst>
              <a:ext uri="{FF2B5EF4-FFF2-40B4-BE49-F238E27FC236}">
                <a16:creationId xmlns:a16="http://schemas.microsoft.com/office/drawing/2014/main" id="{BDA97EEF-A042-AB7E-11A3-38DC3B16EAA9}"/>
              </a:ext>
            </a:extLst>
          </p:cNvPr>
          <p:cNvGrpSpPr/>
          <p:nvPr/>
        </p:nvGrpSpPr>
        <p:grpSpPr>
          <a:xfrm>
            <a:off x="8408341" y="3028385"/>
            <a:ext cx="2341572" cy="2341572"/>
            <a:chOff x="15858348" y="5858285"/>
            <a:chExt cx="4683754" cy="4683754"/>
          </a:xfrm>
        </p:grpSpPr>
        <p:pic>
          <p:nvPicPr>
            <p:cNvPr id="22" name="Picture 21">
              <a:extLst>
                <a:ext uri="{FF2B5EF4-FFF2-40B4-BE49-F238E27FC236}">
                  <a16:creationId xmlns:a16="http://schemas.microsoft.com/office/drawing/2014/main" id="{2574039F-009F-2A08-5BBB-486F5B4F0970}"/>
                </a:ext>
              </a:extLst>
            </p:cNvPr>
            <p:cNvPicPr>
              <a:picLocks noChangeAspect="1"/>
            </p:cNvPicPr>
            <p:nvPr/>
          </p:nvPicPr>
          <p:blipFill>
            <a:blip r:embed="rId11"/>
            <a:stretch>
              <a:fillRect/>
            </a:stretch>
          </p:blipFill>
          <p:spPr>
            <a:xfrm>
              <a:off x="15858348" y="5858285"/>
              <a:ext cx="4683754" cy="4683754"/>
            </a:xfrm>
            <a:prstGeom prst="rect">
              <a:avLst/>
            </a:prstGeom>
          </p:spPr>
        </p:pic>
        <p:sp>
          <p:nvSpPr>
            <p:cNvPr id="23" name="Rectangle 22">
              <a:extLst>
                <a:ext uri="{FF2B5EF4-FFF2-40B4-BE49-F238E27FC236}">
                  <a16:creationId xmlns:a16="http://schemas.microsoft.com/office/drawing/2014/main" id="{95680D52-7452-D141-3402-93ABDF35AD62}"/>
                </a:ext>
              </a:extLst>
            </p:cNvPr>
            <p:cNvSpPr/>
            <p:nvPr/>
          </p:nvSpPr>
          <p:spPr>
            <a:xfrm>
              <a:off x="17416130" y="7421526"/>
              <a:ext cx="1658679" cy="153538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24" name="Picture 23">
              <a:extLst>
                <a:ext uri="{FF2B5EF4-FFF2-40B4-BE49-F238E27FC236}">
                  <a16:creationId xmlns:a16="http://schemas.microsoft.com/office/drawing/2014/main" id="{9D3F7610-2E9F-FF65-5DAD-4DA4EF603B46}"/>
                </a:ext>
              </a:extLst>
            </p:cNvPr>
            <p:cNvPicPr>
              <a:picLocks noChangeAspect="1"/>
            </p:cNvPicPr>
            <p:nvPr/>
          </p:nvPicPr>
          <p:blipFill>
            <a:blip r:embed="rId3"/>
            <a:srcRect r="73380" b="-4670"/>
            <a:stretch>
              <a:fillRect/>
            </a:stretch>
          </p:blipFill>
          <p:spPr>
            <a:xfrm>
              <a:off x="17543720" y="7496969"/>
              <a:ext cx="1360997" cy="1413229"/>
            </a:xfrm>
            <a:prstGeom prst="rect">
              <a:avLst/>
            </a:prstGeom>
          </p:spPr>
        </p:pic>
      </p:grpSp>
    </p:spTree>
    <p:extLst>
      <p:ext uri="{BB962C8B-B14F-4D97-AF65-F5344CB8AC3E}">
        <p14:creationId xmlns:p14="http://schemas.microsoft.com/office/powerpoint/2010/main" val="19729115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How Each Module Works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30 min mine · 60 min yours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How Each Module Works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30 min mine · 60 min yours</a:t>
            </a:r>
          </a:p>
          <a:p>
            <a:r>
              <a:rPr sz="2800" dirty="0"/>
              <a:t>1 lab </a:t>
            </a:r>
            <a:r>
              <a:rPr sz="2800" b="1" dirty="0"/>
              <a:t>Recommended</a:t>
            </a:r>
            <a:r>
              <a:rPr sz="2800" dirty="0"/>
              <a:t> · 2 </a:t>
            </a:r>
            <a:r>
              <a:rPr sz="2800" b="1" dirty="0"/>
              <a:t>Challenge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How Each Module Works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30 min mine · 60 min yours</a:t>
            </a:r>
          </a:p>
          <a:p>
            <a:r>
              <a:rPr sz="2800" dirty="0"/>
              <a:t>1 lab </a:t>
            </a:r>
            <a:r>
              <a:rPr sz="2800" b="1" dirty="0"/>
              <a:t>Recommended</a:t>
            </a:r>
            <a:r>
              <a:rPr sz="2800" dirty="0"/>
              <a:t> · 2 </a:t>
            </a:r>
            <a:r>
              <a:rPr sz="2800" b="1" dirty="0"/>
              <a:t>Challenge</a:t>
            </a:r>
          </a:p>
          <a:p>
            <a:r>
              <a:rPr sz="2800" dirty="0"/>
              <a:t>The capstone: everyone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How Each Module Works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30 min mine · 60 min yours</a:t>
            </a:r>
          </a:p>
          <a:p>
            <a:r>
              <a:rPr sz="2800" dirty="0"/>
              <a:t>1 lab </a:t>
            </a:r>
            <a:r>
              <a:rPr sz="2800" b="1" dirty="0"/>
              <a:t>Recommended</a:t>
            </a:r>
            <a:r>
              <a:rPr sz="2800" dirty="0"/>
              <a:t> · 2 </a:t>
            </a:r>
            <a:r>
              <a:rPr sz="2800" b="1" dirty="0"/>
              <a:t>Challenge</a:t>
            </a:r>
          </a:p>
          <a:p>
            <a:r>
              <a:rPr sz="2800" dirty="0"/>
              <a:t>The capstone: everyone</a:t>
            </a:r>
          </a:p>
          <a:p>
            <a:r>
              <a:rPr sz="2800" dirty="0"/>
              <a:t>Finishing one lab well = success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Any Language</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.http</a:t>
            </a:r>
            <a:r>
              <a:rPr sz="2800" dirty="0"/>
              <a:t> files: VS Code · JetBrains · curl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Any Language</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.http</a:t>
            </a:r>
            <a:r>
              <a:rPr sz="2800" dirty="0"/>
              <a:t> files: VS Code · JetBrains · curl</a:t>
            </a:r>
          </a:p>
          <a:p>
            <a:r>
              <a:rPr sz="2800" dirty="0"/>
              <a:t>Can you make an HTTP request? You're equipped.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Any Language</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.http</a:t>
            </a:r>
            <a:r>
              <a:rPr sz="2800" dirty="0"/>
              <a:t> files: VS Code · JetBrains · curl</a:t>
            </a:r>
          </a:p>
          <a:p>
            <a:r>
              <a:rPr sz="2800" dirty="0"/>
              <a:t>Can you make an HTTP request? You're equipped.</a:t>
            </a:r>
          </a:p>
          <a:p>
            <a:r>
              <a:rPr sz="2800" dirty="0">
                <a:latin typeface="Consolas"/>
              </a:rPr>
              <a:t>dotnet/</a:t>
            </a:r>
            <a:r>
              <a:rPr sz="2800" dirty="0"/>
              <a:t> · </a:t>
            </a:r>
            <a:r>
              <a:rPr sz="2800" dirty="0">
                <a:latin typeface="Consolas"/>
              </a:rPr>
              <a:t>python/</a:t>
            </a:r>
            <a:r>
              <a:rPr sz="2800" dirty="0"/>
              <a:t> · </a:t>
            </a:r>
            <a:r>
              <a:rPr sz="2800" dirty="0">
                <a:latin typeface="Consolas"/>
              </a:rPr>
              <a:t>typescript/</a:t>
            </a:r>
            <a:r>
              <a:rPr sz="2800" dirty="0"/>
              <a:t> — each with </a:t>
            </a:r>
            <a:r>
              <a:rPr sz="2800" dirty="0">
                <a:latin typeface="Consolas"/>
              </a:rPr>
              <a:t>starter/</a:t>
            </a:r>
            <a:r>
              <a:rPr sz="2800" dirty="0"/>
              <a:t> and </a:t>
            </a:r>
            <a:r>
              <a:rPr sz="2800" dirty="0">
                <a:latin typeface="Consolas"/>
              </a:rPr>
              <a:t>complete/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Feature Ends with the Same Card</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When to reach for it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Feature Ends with the Same Card</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When to reach for it</a:t>
            </a:r>
          </a:p>
          <a:p>
            <a:r>
              <a:rPr sz="2800" dirty="0"/>
              <a:t>Think: the line for your boss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Feature Ends with the Same Card</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When to reach for it</a:t>
            </a:r>
          </a:p>
          <a:p>
            <a:r>
              <a:rPr sz="2800" dirty="0"/>
              <a:t>Think: the line for your boss</a:t>
            </a:r>
          </a:p>
          <a:p>
            <a:r>
              <a:rPr sz="2800" dirty="0"/>
              <a:t>Difficulty: easy, medium, or hard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Feature Ends with the Same Card</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When to reach for it</a:t>
            </a:r>
          </a:p>
          <a:p>
            <a:r>
              <a:rPr sz="2800" dirty="0"/>
              <a:t>Think: the line for your boss</a:t>
            </a:r>
          </a:p>
          <a:p>
            <a:r>
              <a:rPr sz="2800" dirty="0"/>
              <a:t>Difficulty: easy, medium, or hard</a:t>
            </a:r>
          </a:p>
          <a:p>
            <a:r>
              <a:rPr sz="2800" dirty="0"/>
              <a:t>10 cards → the decision framework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dirty="0"/>
              <a:t>Local First, Cloud </a:t>
            </a:r>
            <a:r>
              <a:rPr lang="en-US" dirty="0"/>
              <a:t>When Needed</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 </a:t>
            </a:r>
            <a:r>
              <a:rPr sz="2800" dirty="0">
                <a:latin typeface="Consolas"/>
              </a:rPr>
              <a:t>llama3.2</a:t>
            </a:r>
            <a:r>
              <a:rPr sz="2800" dirty="0"/>
              <a:t> · </a:t>
            </a:r>
            <a:r>
              <a:rPr sz="2800" dirty="0">
                <a:latin typeface="Consolas"/>
              </a:rPr>
              <a:t>phi3</a:t>
            </a:r>
            <a:r>
              <a:rPr sz="2800" dirty="0"/>
              <a:t> · </a:t>
            </a:r>
            <a:r>
              <a:rPr sz="2800" dirty="0">
                <a:latin typeface="Consolas"/>
              </a:rPr>
              <a:t>nomic-embed-text</a:t>
            </a:r>
            <a:r>
              <a:rPr sz="2800" dirty="0"/>
              <a:t> — ~5 GB, no GPU</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Local First, Cloud When Needed</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 </a:t>
            </a:r>
            <a:r>
              <a:rPr sz="2800" dirty="0">
                <a:latin typeface="Consolas"/>
              </a:rPr>
              <a:t>llama3.2</a:t>
            </a:r>
            <a:r>
              <a:rPr sz="2800" dirty="0"/>
              <a:t> · </a:t>
            </a:r>
            <a:r>
              <a:rPr sz="2800" dirty="0">
                <a:latin typeface="Consolas"/>
              </a:rPr>
              <a:t>phi3</a:t>
            </a:r>
            <a:r>
              <a:rPr sz="2800" dirty="0"/>
              <a:t> · </a:t>
            </a:r>
            <a:r>
              <a:rPr sz="2800" dirty="0">
                <a:latin typeface="Consolas"/>
              </a:rPr>
              <a:t>nomic-embed-text</a:t>
            </a:r>
            <a:r>
              <a:rPr sz="2800" dirty="0"/>
              <a:t> — ~5 GB, no GPU</a:t>
            </a:r>
          </a:p>
          <a:p>
            <a:r>
              <a:rPr sz="2800" dirty="0"/>
              <a:t>☁️ Foundry only where quality matters: </a:t>
            </a:r>
            <a:r>
              <a:rPr lang="en-US" sz="2800" dirty="0"/>
              <a:t>F</a:t>
            </a:r>
            <a:r>
              <a:rPr sz="2800" dirty="0"/>
              <a:t>03, </a:t>
            </a:r>
            <a:r>
              <a:rPr lang="en-US" sz="2800" dirty="0"/>
              <a:t>F</a:t>
            </a:r>
            <a:r>
              <a:rPr sz="2800" dirty="0"/>
              <a:t>05, </a:t>
            </a:r>
            <a:r>
              <a:rPr lang="en-US" sz="2800" dirty="0"/>
              <a:t>F10</a:t>
            </a:r>
            <a:endParaRPr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lang="en-US" dirty="0"/>
              <a:t>Local First, Cloud When Needed</a:t>
            </a:r>
            <a:endParaRPr dirty="0"/>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 </a:t>
            </a:r>
            <a:r>
              <a:rPr sz="2800" dirty="0">
                <a:latin typeface="Consolas"/>
              </a:rPr>
              <a:t>llama3.2</a:t>
            </a:r>
            <a:r>
              <a:rPr sz="2800" dirty="0"/>
              <a:t> · </a:t>
            </a:r>
            <a:r>
              <a:rPr sz="2800" dirty="0">
                <a:latin typeface="Consolas"/>
              </a:rPr>
              <a:t>phi3</a:t>
            </a:r>
            <a:r>
              <a:rPr sz="2800" dirty="0"/>
              <a:t> · </a:t>
            </a:r>
            <a:r>
              <a:rPr sz="2800" dirty="0">
                <a:latin typeface="Consolas"/>
              </a:rPr>
              <a:t>nomic-embed-text</a:t>
            </a:r>
            <a:r>
              <a:rPr sz="2800" dirty="0"/>
              <a:t> — ~5 GB, no GPU</a:t>
            </a:r>
          </a:p>
          <a:p>
            <a:r>
              <a:rPr sz="2800" dirty="0"/>
              <a:t>☁️ Foundry only where quality matters: </a:t>
            </a:r>
            <a:r>
              <a:rPr lang="en-US" sz="2800" dirty="0"/>
              <a:t>F</a:t>
            </a:r>
            <a:r>
              <a:rPr sz="2800" dirty="0"/>
              <a:t>03, </a:t>
            </a:r>
            <a:r>
              <a:rPr lang="en-US" sz="2800" dirty="0"/>
              <a:t>F</a:t>
            </a:r>
            <a:r>
              <a:rPr sz="2800" dirty="0"/>
              <a:t>05, </a:t>
            </a:r>
            <a:r>
              <a:rPr lang="en-US" sz="2800" dirty="0"/>
              <a:t>F10</a:t>
            </a:r>
            <a:endParaRPr sz="2800" dirty="0"/>
          </a:p>
          <a:p>
            <a:r>
              <a:rPr sz="2800" dirty="0"/>
              <a:t>Free, private, offline-tolerant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Output your code checks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Output your code checks</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UI</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r>
              <a:rPr sz="1800"/>
              <a:t>Ten features, one shape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Output your code checks</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UI</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r>
              <a:rPr sz="1800"/>
              <a:t>Ten features, one shape</a:t>
            </a:r>
          </a:p>
          <a:p>
            <a:r>
              <a:rPr sz="1800"/>
              <a:t>The model is one box; the rest is ordinary software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Output your code checks</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UI</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The Shape of Every Feature</a:t>
            </a:r>
          </a:p>
        </p:txBody>
      </p:sp>
      <p:sp>
        <p:nvSpPr>
          <p:cNvPr id="3" name="Content Placeholder 2"/>
          <p:cNvSpPr>
            <a:spLocks noGrp="1"/>
          </p:cNvSpPr>
          <p:nvPr>
            <p:ph idx="1"/>
          </p:nvPr>
        </p:nvSpPr>
        <p:spPr>
          <a:xfrm>
            <a:off x="612648" y="3236976"/>
            <a:ext cx="10966704" cy="3300984"/>
          </a:xfrm>
        </p:spPr>
        <p:txBody>
          <a:bodyPr wrap="square"/>
          <a:lstStyle/>
          <a:p>
            <a:r>
              <a:rPr sz="1800"/>
              <a:t>Ten features, one shape</a:t>
            </a:r>
          </a:p>
          <a:p>
            <a:r>
              <a:rPr sz="1800"/>
              <a:t>The model is one box; the rest is ordinary software</a:t>
            </a:r>
          </a:p>
          <a:p>
            <a:r>
              <a:rPr sz="1800"/>
              <a:t>Later modules add boxes, never replace them</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data (a report, a query, an inbox)</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instruction + data + the shape you want back</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Model, over HTTP (Ollama or Foundry)</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Output your code checks</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Your UI</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Model Is an HTTP Call</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localhost:11434</a:t>
            </a:r>
            <a:r>
              <a:rPr sz="2800" dirty="0"/>
              <a:t> → </a:t>
            </a:r>
            <a:r>
              <a:rPr sz="2800" dirty="0">
                <a:latin typeface="Consolas"/>
              </a:rPr>
              <a:t>/</a:t>
            </a:r>
            <a:r>
              <a:rPr sz="2800" dirty="0" err="1">
                <a:latin typeface="Consolas"/>
              </a:rPr>
              <a:t>api</a:t>
            </a:r>
            <a:r>
              <a:rPr sz="2800" dirty="0">
                <a:latin typeface="Consolas"/>
              </a:rPr>
              <a:t>/chat</a:t>
            </a:r>
            <a:r>
              <a:rPr sz="2800" dirty="0"/>
              <a:t> · </a:t>
            </a:r>
            <a:r>
              <a:rPr sz="2800" dirty="0">
                <a:latin typeface="Consolas"/>
              </a:rPr>
              <a:t>/</a:t>
            </a:r>
            <a:r>
              <a:rPr sz="2800" dirty="0" err="1">
                <a:latin typeface="Consolas"/>
              </a:rPr>
              <a:t>api</a:t>
            </a:r>
            <a:r>
              <a:rPr sz="2800" dirty="0">
                <a:latin typeface="Consolas"/>
              </a:rPr>
              <a:t>/embed</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Model Is an HTTP Call</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localhost:11434</a:t>
            </a:r>
            <a:r>
              <a:rPr sz="2800" dirty="0"/>
              <a:t> → </a:t>
            </a:r>
            <a:r>
              <a:rPr sz="2800" dirty="0">
                <a:latin typeface="Consolas"/>
              </a:rPr>
              <a:t>/</a:t>
            </a:r>
            <a:r>
              <a:rPr sz="2800" dirty="0" err="1">
                <a:latin typeface="Consolas"/>
              </a:rPr>
              <a:t>api</a:t>
            </a:r>
            <a:r>
              <a:rPr sz="2800" dirty="0">
                <a:latin typeface="Consolas"/>
              </a:rPr>
              <a:t>/chat</a:t>
            </a:r>
            <a:r>
              <a:rPr sz="2800" dirty="0"/>
              <a:t> · </a:t>
            </a:r>
            <a:r>
              <a:rPr sz="2800" dirty="0">
                <a:latin typeface="Consolas"/>
              </a:rPr>
              <a:t>/</a:t>
            </a:r>
            <a:r>
              <a:rPr sz="2800" dirty="0" err="1">
                <a:latin typeface="Consolas"/>
              </a:rPr>
              <a:t>api</a:t>
            </a:r>
            <a:r>
              <a:rPr sz="2800" dirty="0">
                <a:latin typeface="Consolas"/>
              </a:rPr>
              <a:t>/embed</a:t>
            </a:r>
          </a:p>
          <a:p>
            <a:r>
              <a:rPr sz="2800" dirty="0">
                <a:latin typeface="Consolas"/>
              </a:rPr>
              <a:t>…</a:t>
            </a:r>
            <a:r>
              <a:rPr sz="2800" dirty="0" err="1">
                <a:latin typeface="Consolas"/>
              </a:rPr>
              <a:t>openai.azure.com</a:t>
            </a:r>
            <a:r>
              <a:rPr sz="2800" dirty="0">
                <a:latin typeface="Consolas"/>
              </a:rPr>
              <a:t>/…/chat/completions</a:t>
            </a:r>
            <a:r>
              <a:rPr sz="2800" dirty="0"/>
              <a:t> + </a:t>
            </a:r>
            <a:r>
              <a:rPr sz="2800" dirty="0" err="1">
                <a:latin typeface="Consolas"/>
              </a:rPr>
              <a:t>api</a:t>
            </a:r>
            <a:r>
              <a:rPr sz="2800" dirty="0">
                <a:latin typeface="Consolas"/>
              </a:rPr>
              <a:t>-key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Model Is an HTTP Call</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localhost:11434</a:t>
            </a:r>
            <a:r>
              <a:rPr sz="2800" dirty="0"/>
              <a:t> → </a:t>
            </a:r>
            <a:r>
              <a:rPr sz="2800" dirty="0">
                <a:latin typeface="Consolas"/>
              </a:rPr>
              <a:t>/</a:t>
            </a:r>
            <a:r>
              <a:rPr sz="2800" dirty="0" err="1">
                <a:latin typeface="Consolas"/>
              </a:rPr>
              <a:t>api</a:t>
            </a:r>
            <a:r>
              <a:rPr sz="2800" dirty="0">
                <a:latin typeface="Consolas"/>
              </a:rPr>
              <a:t>/chat</a:t>
            </a:r>
            <a:r>
              <a:rPr sz="2800" dirty="0"/>
              <a:t> · </a:t>
            </a:r>
            <a:r>
              <a:rPr sz="2800" dirty="0">
                <a:latin typeface="Consolas"/>
              </a:rPr>
              <a:t>/</a:t>
            </a:r>
            <a:r>
              <a:rPr sz="2800" dirty="0" err="1">
                <a:latin typeface="Consolas"/>
              </a:rPr>
              <a:t>api</a:t>
            </a:r>
            <a:r>
              <a:rPr sz="2800" dirty="0">
                <a:latin typeface="Consolas"/>
              </a:rPr>
              <a:t>/embed</a:t>
            </a:r>
          </a:p>
          <a:p>
            <a:r>
              <a:rPr sz="2800" dirty="0">
                <a:latin typeface="Consolas"/>
              </a:rPr>
              <a:t>…</a:t>
            </a:r>
            <a:r>
              <a:rPr sz="2800" dirty="0" err="1">
                <a:latin typeface="Consolas"/>
              </a:rPr>
              <a:t>openai.azure.com</a:t>
            </a:r>
            <a:r>
              <a:rPr sz="2800" dirty="0">
                <a:latin typeface="Consolas"/>
              </a:rPr>
              <a:t>/…/chat/completions</a:t>
            </a:r>
            <a:r>
              <a:rPr sz="2800" dirty="0"/>
              <a:t> + </a:t>
            </a:r>
            <a:r>
              <a:rPr sz="2800" dirty="0" err="1">
                <a:latin typeface="Consolas"/>
              </a:rPr>
              <a:t>api</a:t>
            </a:r>
            <a:r>
              <a:rPr sz="2800" dirty="0">
                <a:latin typeface="Consolas"/>
              </a:rPr>
              <a:t>-key</a:t>
            </a:r>
          </a:p>
          <a:p>
            <a:r>
              <a:rPr sz="2800" dirty="0"/>
              <a:t>Same request shape · a URL and a key apart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Every Model Is an HTTP Call</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latin typeface="Consolas"/>
              </a:rPr>
              <a:t>localhost:11434</a:t>
            </a:r>
            <a:r>
              <a:rPr sz="2800" dirty="0"/>
              <a:t> → </a:t>
            </a:r>
            <a:r>
              <a:rPr sz="2800" dirty="0">
                <a:latin typeface="Consolas"/>
              </a:rPr>
              <a:t>/</a:t>
            </a:r>
            <a:r>
              <a:rPr sz="2800" dirty="0" err="1">
                <a:latin typeface="Consolas"/>
              </a:rPr>
              <a:t>api</a:t>
            </a:r>
            <a:r>
              <a:rPr sz="2800" dirty="0">
                <a:latin typeface="Consolas"/>
              </a:rPr>
              <a:t>/chat</a:t>
            </a:r>
            <a:r>
              <a:rPr sz="2800" dirty="0"/>
              <a:t> · </a:t>
            </a:r>
            <a:r>
              <a:rPr sz="2800" dirty="0">
                <a:latin typeface="Consolas"/>
              </a:rPr>
              <a:t>/</a:t>
            </a:r>
            <a:r>
              <a:rPr sz="2800" dirty="0" err="1">
                <a:latin typeface="Consolas"/>
              </a:rPr>
              <a:t>api</a:t>
            </a:r>
            <a:r>
              <a:rPr sz="2800" dirty="0">
                <a:latin typeface="Consolas"/>
              </a:rPr>
              <a:t>/embed</a:t>
            </a:r>
          </a:p>
          <a:p>
            <a:r>
              <a:rPr sz="2800" dirty="0">
                <a:latin typeface="Consolas"/>
              </a:rPr>
              <a:t>…</a:t>
            </a:r>
            <a:r>
              <a:rPr sz="2800" dirty="0" err="1">
                <a:latin typeface="Consolas"/>
              </a:rPr>
              <a:t>openai.azure.com</a:t>
            </a:r>
            <a:r>
              <a:rPr sz="2800" dirty="0">
                <a:latin typeface="Consolas"/>
              </a:rPr>
              <a:t>/…/chat/completions</a:t>
            </a:r>
            <a:r>
              <a:rPr sz="2800" dirty="0"/>
              <a:t> + </a:t>
            </a:r>
            <a:r>
              <a:rPr sz="2800" dirty="0" err="1">
                <a:latin typeface="Consolas"/>
              </a:rPr>
              <a:t>api</a:t>
            </a:r>
            <a:r>
              <a:rPr sz="2800" dirty="0">
                <a:latin typeface="Consolas"/>
              </a:rPr>
              <a:t>-key</a:t>
            </a:r>
          </a:p>
          <a:p>
            <a:r>
              <a:rPr sz="2800" dirty="0"/>
              <a:t>Same request shape · a URL and a key apart</a:t>
            </a:r>
          </a:p>
          <a:p>
            <a:r>
              <a:rPr sz="2800" dirty="0"/>
              <a:t>The SDKs are wrappers over these POSTs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One Line of Code, Any Provider</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err="1">
                <a:latin typeface="Consolas"/>
              </a:rPr>
              <a:t>IChatClient</a:t>
            </a:r>
            <a:r>
              <a:rPr sz="2800" dirty="0"/>
              <a:t> · </a:t>
            </a:r>
            <a:r>
              <a:rPr sz="2800" dirty="0" err="1">
                <a:latin typeface="Consolas"/>
              </a:rPr>
              <a:t>IEmbeddingGenerator</a:t>
            </a:r>
            <a:endParaRPr sz="2800" dirty="0">
              <a:latin typeface="Consolas"/>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One Line of Code, Any Provider</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err="1">
                <a:latin typeface="Consolas"/>
              </a:rPr>
              <a:t>IChatClient</a:t>
            </a:r>
            <a:r>
              <a:rPr sz="2800" dirty="0"/>
              <a:t> · </a:t>
            </a:r>
            <a:r>
              <a:rPr sz="2800" dirty="0" err="1">
                <a:latin typeface="Consolas"/>
              </a:rPr>
              <a:t>IEmbeddingGenerator</a:t>
            </a:r>
            <a:endParaRPr sz="2800" dirty="0">
              <a:latin typeface="Consolas"/>
            </a:endParaRPr>
          </a:p>
          <a:p>
            <a:r>
              <a:rPr sz="2800" dirty="0" err="1"/>
              <a:t>Ollama</a:t>
            </a:r>
            <a:r>
              <a:rPr sz="2800" dirty="0"/>
              <a:t> ↔ Azure = one DI line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One Line of Code, Any Provider</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err="1">
                <a:latin typeface="Consolas"/>
              </a:rPr>
              <a:t>IChatClient</a:t>
            </a:r>
            <a:r>
              <a:rPr sz="2800" dirty="0"/>
              <a:t> · </a:t>
            </a:r>
            <a:r>
              <a:rPr sz="2800" dirty="0" err="1">
                <a:latin typeface="Consolas"/>
              </a:rPr>
              <a:t>IEmbeddingGenerator</a:t>
            </a:r>
            <a:endParaRPr sz="2800" dirty="0">
              <a:latin typeface="Consolas"/>
            </a:endParaRPr>
          </a:p>
          <a:p>
            <a:r>
              <a:rPr sz="2800" dirty="0" err="1"/>
              <a:t>Ollama</a:t>
            </a:r>
            <a:r>
              <a:rPr sz="2800" dirty="0"/>
              <a:t> ↔ Azure = one DI line</a:t>
            </a:r>
          </a:p>
          <a:p>
            <a:r>
              <a:rPr sz="2800" dirty="0"/>
              <a:t>03 and 05 do the swap live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a:p>
            <a:r>
              <a:rPr sz="2800" dirty="0"/>
              <a:t>🗺️ 200 trails · 40 trip reports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a:p>
            <a:r>
              <a:rPr sz="2800" dirty="0"/>
              <a:t>🗺️ 200 trails · 40 trip reports</a:t>
            </a:r>
          </a:p>
          <a:p>
            <a:r>
              <a:rPr sz="2800" dirty="0"/>
              <a:t>🎒 ~300 gear reviews · 📜 25 regulation docs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a:p>
            <a:r>
              <a:rPr sz="2800" dirty="0"/>
              <a:t>🗺️ 200 trails · 40 trip reports</a:t>
            </a:r>
          </a:p>
          <a:p>
            <a:r>
              <a:rPr sz="2800" dirty="0"/>
              <a:t>🎒 ~300 gear reviews · 📜 25 regulation docs</a:t>
            </a:r>
          </a:p>
          <a:p>
            <a:r>
              <a:rPr sz="2800" dirty="0"/>
              <a:t>📥 an inquiry inbox · ~500 condition reports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a:p>
            <a:r>
              <a:rPr sz="2800" dirty="0"/>
              <a:t>🗺️ 200 trails · 40 trip reports</a:t>
            </a:r>
          </a:p>
          <a:p>
            <a:r>
              <a:rPr sz="2800" dirty="0"/>
              <a:t>🎒 ~300 gear reviews · 📜 25 regulation docs</a:t>
            </a:r>
          </a:p>
          <a:p>
            <a:r>
              <a:rPr sz="2800" dirty="0"/>
              <a:t>📥 an inquiry inbox · ~500 condition reports</a:t>
            </a:r>
          </a:p>
          <a:p>
            <a:r>
              <a:rPr sz="2800" dirty="0"/>
              <a:t>🔌 mock weather / campsite / permit APIs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Meet Trailhead Guides</a:t>
            </a:r>
          </a:p>
        </p:txBody>
      </p:sp>
      <p:sp>
        <p:nvSpPr>
          <p:cNvPr id="3" name="Content Placeholder 2"/>
          <p:cNvSpPr>
            <a:spLocks noGrp="1"/>
          </p:cNvSpPr>
          <p:nvPr>
            <p:ph idx="1"/>
          </p:nvPr>
        </p:nvSpPr>
        <p:spPr>
          <a:xfrm>
            <a:off x="612648" y="1920240"/>
            <a:ext cx="10966704" cy="4617720"/>
          </a:xfrm>
        </p:spPr>
        <p:txBody>
          <a:bodyPr wrap="square">
            <a:normAutofit/>
          </a:bodyPr>
          <a:lstStyle/>
          <a:p>
            <a:r>
              <a:rPr sz="2800" dirty="0"/>
              <a:t>The app from the story</a:t>
            </a:r>
          </a:p>
          <a:p>
            <a:r>
              <a:rPr sz="2800" dirty="0"/>
              <a:t>🗺️ 200 trails · 40 trip reports</a:t>
            </a:r>
          </a:p>
          <a:p>
            <a:r>
              <a:rPr sz="2800" dirty="0"/>
              <a:t>🎒 ~300 gear reviews · 📜 25 regulation docs</a:t>
            </a:r>
          </a:p>
          <a:p>
            <a:r>
              <a:rPr sz="2800" dirty="0"/>
              <a:t>📥 an inquiry inbox · ~500 condition reports</a:t>
            </a:r>
          </a:p>
          <a:p>
            <a:r>
              <a:rPr sz="2800" dirty="0"/>
              <a:t>🔌 mock weather / campsite / permit APIs</a:t>
            </a:r>
          </a:p>
          <a:p>
            <a:r>
              <a:rPr sz="2800" dirty="0"/>
              <a:t>⚠️ 100% synthetic</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Row 0 of the Framework</a:t>
            </a:r>
          </a:p>
        </p:txBody>
      </p:sp>
      <p:sp>
        <p:nvSpPr>
          <p:cNvPr id="3" name="Content Placeholder 2"/>
          <p:cNvSpPr>
            <a:spLocks noGrp="1"/>
          </p:cNvSpPr>
          <p:nvPr>
            <p:ph idx="1"/>
          </p:nvPr>
        </p:nvSpPr>
        <p:spPr>
          <a:xfrm>
            <a:off x="612648" y="1920240"/>
            <a:ext cx="10966704" cy="4617720"/>
          </a:xfrm>
        </p:spPr>
        <p:txBody>
          <a:bodyPr wrap="square"/>
          <a:lstStyle/>
          <a:p>
            <a:r>
              <a:rPr sz="2400"/>
              <a:t>When: before any AI feature at all</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Row 0 of the Framework</a:t>
            </a:r>
          </a:p>
        </p:txBody>
      </p:sp>
      <p:sp>
        <p:nvSpPr>
          <p:cNvPr id="3" name="Content Placeholder 2"/>
          <p:cNvSpPr>
            <a:spLocks noGrp="1"/>
          </p:cNvSpPr>
          <p:nvPr>
            <p:ph idx="1"/>
          </p:nvPr>
        </p:nvSpPr>
        <p:spPr>
          <a:xfrm>
            <a:off x="612648" y="1920240"/>
            <a:ext cx="10966704" cy="4617720"/>
          </a:xfrm>
        </p:spPr>
        <p:txBody>
          <a:bodyPr wrap="square"/>
          <a:lstStyle/>
          <a:p>
            <a:r>
              <a:rPr sz="2400"/>
              <a:t>When: before any AI feature at all</a:t>
            </a:r>
          </a:p>
          <a:p>
            <a:r>
              <a:rPr sz="2400"/>
              <a:t>Cost: one workshop</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Row 0 of the Framework</a:t>
            </a:r>
          </a:p>
        </p:txBody>
      </p:sp>
      <p:sp>
        <p:nvSpPr>
          <p:cNvPr id="3" name="Content Placeholder 2"/>
          <p:cNvSpPr>
            <a:spLocks noGrp="1"/>
          </p:cNvSpPr>
          <p:nvPr>
            <p:ph idx="1"/>
          </p:nvPr>
        </p:nvSpPr>
        <p:spPr>
          <a:xfrm>
            <a:off x="612648" y="1920240"/>
            <a:ext cx="10966704" cy="4617720"/>
          </a:xfrm>
        </p:spPr>
        <p:txBody>
          <a:bodyPr wrap="square"/>
          <a:lstStyle/>
          <a:p>
            <a:r>
              <a:rPr sz="2400"/>
              <a:t>When: before any AI feature at all</a:t>
            </a:r>
          </a:p>
          <a:p>
            <a:r>
              <a:rPr sz="2400"/>
              <a:t>Cost: one workshop</a:t>
            </a:r>
          </a:p>
          <a:p>
            <a:r>
              <a:rPr sz="2400"/>
              <a:t>"List the ten things users hate doing. The features will pick themselves."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98588</TotalTime>
  <Words>7485</Words>
  <Application>Microsoft Macintosh PowerPoint</Application>
  <PresentationFormat>Widescreen</PresentationFormat>
  <Paragraphs>516</Paragraphs>
  <Slides>74</Slides>
  <Notes>74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74</vt:i4>
      </vt:variant>
    </vt:vector>
  </HeadingPairs>
  <TitlesOfParts>
    <vt:vector size="81" baseType="lpstr">
      <vt:lpstr>Segoe UI</vt:lpstr>
      <vt:lpstr>Calibri</vt:lpstr>
      <vt:lpstr>Consolas</vt:lpstr>
      <vt:lpstr>Komika Axis</vt:lpstr>
      <vt:lpstr>Calibri Light</vt:lpstr>
      <vt:lpstr>Arial</vt:lpstr>
      <vt:lpstr>Metropolitan</vt:lpstr>
      <vt:lpstr>PowerPoint Presentation</vt:lpstr>
      <vt:lpstr>Get Set Up</vt:lpstr>
      <vt:lpstr>Get Set Up</vt:lpstr>
      <vt:lpstr>Get Set Up</vt:lpstr>
      <vt:lpstr>Get Set Up</vt:lpstr>
      <vt:lpstr>Get Set Up</vt:lpstr>
      <vt:lpstr>Get Set Up</vt:lpstr>
      <vt:lpstr>First, Prove Your Machine Works</vt:lpstr>
      <vt:lpstr>First, Prove Your Machine Works</vt:lpstr>
      <vt:lpstr>First, Prove Your Machine Works</vt:lpstr>
      <vt:lpstr>First, Prove Your Machine Works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Ten shippable AI features that solve problems your users already have, and the judgment to know when to build each.</vt:lpstr>
      <vt:lpstr>The Wrong Question and the Better One</vt:lpstr>
      <vt:lpstr>The Wrong Question and the Better One</vt:lpstr>
      <vt:lpstr>"Users" Is a Broad Word</vt:lpstr>
      <vt:lpstr>"Users" Is a Broad Word</vt:lpstr>
      <vt:lpstr>"Users" Is a Broad Word</vt:lpstr>
      <vt:lpstr>"Users" Is a Broad Word</vt:lpstr>
      <vt:lpstr>What You Leave Able to Do</vt:lpstr>
      <vt:lpstr>What You Leave Able to Do</vt:lpstr>
      <vt:lpstr>What You Leave Able to Do</vt:lpstr>
      <vt:lpstr>What You Leave Able to Do</vt:lpstr>
      <vt:lpstr>What You Leave Able to Do</vt:lpstr>
      <vt:lpstr>The Modules</vt:lpstr>
      <vt:lpstr>The Modules</vt:lpstr>
      <vt:lpstr>The Modules</vt:lpstr>
      <vt:lpstr>The Modules</vt:lpstr>
      <vt:lpstr>The Schedule</vt:lpstr>
      <vt:lpstr>Jonathan "J." Tower</vt:lpstr>
      <vt:lpstr>How Each Module Works</vt:lpstr>
      <vt:lpstr>How Each Module Works</vt:lpstr>
      <vt:lpstr>How Each Module Works</vt:lpstr>
      <vt:lpstr>How Each Module Works</vt:lpstr>
      <vt:lpstr>Any Language</vt:lpstr>
      <vt:lpstr>Any Language</vt:lpstr>
      <vt:lpstr>Any Language</vt:lpstr>
      <vt:lpstr>Every Feature Ends with the Same Card</vt:lpstr>
      <vt:lpstr>Every Feature Ends with the Same Card</vt:lpstr>
      <vt:lpstr>Every Feature Ends with the Same Card</vt:lpstr>
      <vt:lpstr>Every Feature Ends with the Same Card</vt:lpstr>
      <vt:lpstr>Local First, Cloud When Needed</vt:lpstr>
      <vt:lpstr>Local First, Cloud When Needed</vt:lpstr>
      <vt:lpstr>Local First, Cloud When Needed</vt:lpstr>
      <vt:lpstr>The Shape of Every Feature</vt:lpstr>
      <vt:lpstr>The Shape of Every Feature</vt:lpstr>
      <vt:lpstr>The Shape of Every Feature</vt:lpstr>
      <vt:lpstr>The Shape of Every Feature</vt:lpstr>
      <vt:lpstr>The Shape of Every Feature</vt:lpstr>
      <vt:lpstr>The Shape of Every Feature</vt:lpstr>
      <vt:lpstr>The Shape of Every Feature</vt:lpstr>
      <vt:lpstr>The Shape of Every Feature</vt:lpstr>
      <vt:lpstr>Every Model Is an HTTP Call</vt:lpstr>
      <vt:lpstr>Every Model Is an HTTP Call</vt:lpstr>
      <vt:lpstr>Every Model Is an HTTP Call</vt:lpstr>
      <vt:lpstr>Every Model Is an HTTP Call</vt:lpstr>
      <vt:lpstr>One Line of Code, Any Provider</vt:lpstr>
      <vt:lpstr>One Line of Code, Any Provider</vt:lpstr>
      <vt:lpstr>One Line of Code, Any Provider</vt:lpstr>
      <vt:lpstr>Meet Trailhead Guides</vt:lpstr>
      <vt:lpstr>Meet Trailhead Guides</vt:lpstr>
      <vt:lpstr>Meet Trailhead Guides</vt:lpstr>
      <vt:lpstr>Meet Trailhead Guides</vt:lpstr>
      <vt:lpstr>Meet Trailhead Guides</vt:lpstr>
      <vt:lpstr>Meet Trailhead Guides</vt:lpstr>
      <vt:lpstr>Row 0 of the Framework</vt:lpstr>
      <vt:lpstr>Row 0 of the Framework</vt:lpstr>
      <vt:lpstr>Row 0 of the Framework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2026-08-31T18:06:13Z</dcterms:modified>
  <cp:category/>
</cp:coreProperties>
</file>