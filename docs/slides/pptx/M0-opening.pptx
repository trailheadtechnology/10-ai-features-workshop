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5.org&amp;utm_campaign=index&amp;utm_content=original" ContentType="image/png"/>
  <Override PartName="/ppt/media/image26.org&amp;utm_campaign=index&amp;utm_content=original" ContentType="image/png"/>
  <Override PartName="/ppt/media/image27.org&amp;utm_campaign=index&amp;utm_content=thumbnail" ContentType="image/p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69"/>
  </p:notesMasterIdLst>
  <p:sldIdLst>
    <p:sldId id="424" r:id="rId2"/>
    <p:sldId id="576" r:id="rId3"/>
    <p:sldId id="577" r:id="rId4"/>
    <p:sldId id="578" r:id="rId5"/>
    <p:sldId id="579" r:id="rId6"/>
    <p:sldId id="580" r:id="rId7"/>
    <p:sldId id="581" r:id="rId8"/>
    <p:sldId id="585" r:id="rId9"/>
    <p:sldId id="586" r:id="rId10"/>
    <p:sldId id="587" r:id="rId11"/>
    <p:sldId id="588" r:id="rId12"/>
    <p:sldId id="589" r:id="rId13"/>
    <p:sldId id="590" r:id="rId14"/>
    <p:sldId id="591" r:id="rId15"/>
    <p:sldId id="592" r:id="rId16"/>
    <p:sldId id="575" r:id="rId17"/>
    <p:sldId id="593" r:id="rId18"/>
    <p:sldId id="594" r:id="rId19"/>
    <p:sldId id="595" r:id="rId20"/>
    <p:sldId id="596" r:id="rId21"/>
    <p:sldId id="597" r:id="rId22"/>
    <p:sldId id="598" r:id="rId23"/>
    <p:sldId id="656" r:id="rId24"/>
    <p:sldId id="657" r:id="rId25"/>
    <p:sldId id="658" r:id="rId26"/>
    <p:sldId id="659" r:id="rId27"/>
    <p:sldId id="660" r:id="rId28"/>
    <p:sldId id="604" r:id="rId29"/>
    <p:sldId id="605" r:id="rId30"/>
    <p:sldId id="606" r:id="rId31"/>
    <p:sldId id="607" r:id="rId32"/>
    <p:sldId id="608" r:id="rId33"/>
    <p:sldId id="305" r:id="rId34"/>
    <p:sldId id="609" r:id="rId35"/>
    <p:sldId id="610" r:id="rId36"/>
    <p:sldId id="611" r:id="rId37"/>
    <p:sldId id="612" r:id="rId38"/>
    <p:sldId id="615" r:id="rId39"/>
    <p:sldId id="661" r:id="rId40"/>
    <p:sldId id="616" r:id="rId41"/>
    <p:sldId id="617" r:id="rId42"/>
    <p:sldId id="618" r:id="rId43"/>
    <p:sldId id="619" r:id="rId44"/>
    <p:sldId id="620" r:id="rId45"/>
    <p:sldId id="621" r:id="rId46"/>
    <p:sldId id="622" r:id="rId47"/>
    <p:sldId id="623" r:id="rId48"/>
    <p:sldId id="624" r:id="rId49"/>
    <p:sldId id="625" r:id="rId50"/>
    <p:sldId id="626" r:id="rId51"/>
    <p:sldId id="627" r:id="rId52"/>
    <p:sldId id="628" r:id="rId53"/>
    <p:sldId id="629" r:id="rId54"/>
    <p:sldId id="630" r:id="rId55"/>
    <p:sldId id="631" r:id="rId56"/>
    <p:sldId id="632" r:id="rId57"/>
    <p:sldId id="633" r:id="rId58"/>
    <p:sldId id="634" r:id="rId59"/>
    <p:sldId id="635" r:id="rId60"/>
    <p:sldId id="636" r:id="rId61"/>
    <p:sldId id="637" r:id="rId62"/>
    <p:sldId id="638" r:id="rId63"/>
    <p:sldId id="639" r:id="rId64"/>
    <p:sldId id="640" r:id="rId65"/>
    <p:sldId id="641" r:id="rId66"/>
    <p:sldId id="642" r:id="rId67"/>
    <p:sldId id="643" r:id="rId68"/>
  </p:sldIdLst>
  <p:sldSz cx="12192000" cy="6858000"/>
  <p:notesSz cx="6858000" cy="9144000"/>
  <p:embeddedFontLst>
    <p:embeddedFont>
      <p:font typeface="Consolas" panose="020B0609020204030204" pitchFamily="49" charset="0"/>
      <p:regular r:id="rId70"/>
      <p:bold r:id="rId71"/>
      <p:italic r:id="rId72"/>
      <p:boldItalic r:id="rId73"/>
    </p:embeddedFont>
    <p:embeddedFont>
      <p:font typeface="Segoe UI" panose="020B0502040204020203" pitchFamily="34" charset="0"/>
      <p:regular r:id="rId74"/>
      <p:bold r:id="rId75"/>
      <p:italic r:id="rId76"/>
      <p:boldItalic r:id="rId7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AE8DF4-994E-1A48-8915-C6DD7EF24BE0}">
          <p14:sldIdLst>
            <p14:sldId id="424"/>
            <p14:sldId id="576"/>
            <p14:sldId id="577"/>
            <p14:sldId id="578"/>
            <p14:sldId id="579"/>
            <p14:sldId id="580"/>
            <p14:sldId id="581"/>
            <p14:sldId id="585"/>
          </p14:sldIdLst>
        </p14:section>
        <p14:section name="Story" id="{86A5164A-8EC2-0944-8C73-675824A91E53}">
          <p14:sldIdLst>
            <p14:sldId id="586"/>
            <p14:sldId id="587"/>
            <p14:sldId id="588"/>
            <p14:sldId id="589"/>
            <p14:sldId id="590"/>
            <p14:sldId id="591"/>
            <p14:sldId id="592"/>
            <p14:sldId id="575"/>
            <p14:sldId id="593"/>
            <p14:sldId id="594"/>
            <p14:sldId id="595"/>
            <p14:sldId id="596"/>
            <p14:sldId id="597"/>
            <p14:sldId id="598"/>
            <p14:sldId id="656"/>
            <p14:sldId id="657"/>
            <p14:sldId id="658"/>
            <p14:sldId id="659"/>
            <p14:sldId id="660"/>
            <p14:sldId id="604"/>
            <p14:sldId id="605"/>
            <p14:sldId id="606"/>
            <p14:sldId id="607"/>
            <p14:sldId id="608"/>
            <p14:sldId id="305"/>
            <p14:sldId id="609"/>
            <p14:sldId id="610"/>
            <p14:sldId id="611"/>
            <p14:sldId id="612"/>
            <p14:sldId id="615"/>
            <p14:sldId id="661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66849" autoAdjust="0"/>
  </p:normalViewPr>
  <p:slideViewPr>
    <p:cSldViewPr snapToGrid="0">
      <p:cViewPr varScale="1">
        <p:scale>
          <a:sx n="78" d="100"/>
          <a:sy n="78" d="100"/>
        </p:scale>
        <p:origin x="214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font" Target="fonts/font1.fntdata"/><Relationship Id="rId71" Type="http://schemas.openxmlformats.org/officeDocument/2006/relationships/font" Target="fonts/font2.fntdata"/><Relationship Id="rId72" Type="http://schemas.openxmlformats.org/officeDocument/2006/relationships/font" Target="fonts/font3.fntdata"/><Relationship Id="rId73" Type="http://schemas.openxmlformats.org/officeDocument/2006/relationships/font" Target="fonts/font4.fntdata"/><Relationship Id="rId74" Type="http://schemas.openxmlformats.org/officeDocument/2006/relationships/font" Target="fonts/font5.fntdata"/><Relationship Id="rId75" Type="http://schemas.openxmlformats.org/officeDocument/2006/relationships/font" Target="fonts/font6.fntdata"/><Relationship Id="rId76" Type="http://schemas.openxmlformats.org/officeDocument/2006/relationships/font" Target="fonts/font7.fntdata"/><Relationship Id="rId77" Type="http://schemas.openxmlformats.org/officeDocument/2006/relationships/font" Target="fonts/font8.fntdata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addSection delSection modSection">
      <pc:chgData name="J. Tower" userId="9d06de10716639e5" providerId="LiveId" clId="{F8931099-75CA-5660-A155-55881DF68D84}" dt="2026-09-03T18:39:28.439" v="1780" actId="2696"/>
      <pc:docMkLst>
        <pc:docMk/>
      </pc:docMkLst>
      <pc:sldChg chg="modSp mod">
        <pc:chgData name="J. Tower" userId="9d06de10716639e5" providerId="LiveId" clId="{F8931099-75CA-5660-A155-55881DF68D84}" dt="2026-08-31T17:12:55.746" v="1108" actId="113"/>
        <pc:sldMkLst>
          <pc:docMk/>
          <pc:sldMk cId="2221029909" sldId="575"/>
        </pc:sldMkLst>
        <pc:spChg chg="mod">
          <ac:chgData name="J. Tower" userId="9d06de10716639e5" providerId="LiveId" clId="{F8931099-75CA-5660-A155-55881DF68D84}" dt="2026-08-31T17:12:55.746" v="1108" actId="113"/>
          <ac:spMkLst>
            <pc:docMk/>
            <pc:sldMk cId="2221029909" sldId="575"/>
            <ac:spMk id="2" creationId="{7DAC186A-8C8F-4ED9-BBB1-4749E274B419}"/>
          </ac:spMkLst>
        </pc:spChg>
      </pc:sldChg>
      <pc:sldChg chg="del">
        <pc:chgData name="J. Tower" userId="9d06de10716639e5" providerId="LiveId" clId="{F8931099-75CA-5660-A155-55881DF68D84}" dt="2026-09-03T18:02:20.952" v="1570" actId="2696"/>
        <pc:sldMkLst>
          <pc:docMk/>
          <pc:sldMk cId="0" sldId="582"/>
        </pc:sldMkLst>
      </pc:sldChg>
      <pc:sldChg chg="del">
        <pc:chgData name="J. Tower" userId="9d06de10716639e5" providerId="LiveId" clId="{F8931099-75CA-5660-A155-55881DF68D84}" dt="2026-09-03T18:02:20.952" v="1570" actId="2696"/>
        <pc:sldMkLst>
          <pc:docMk/>
          <pc:sldMk cId="0" sldId="583"/>
        </pc:sldMkLst>
      </pc:sldChg>
      <pc:sldChg chg="del">
        <pc:chgData name="J. Tower" userId="9d06de10716639e5" providerId="LiveId" clId="{F8931099-75CA-5660-A155-55881DF68D84}" dt="2026-09-03T18:02:20.952" v="1570" actId="2696"/>
        <pc:sldMkLst>
          <pc:docMk/>
          <pc:sldMk cId="0" sldId="584"/>
        </pc:sldMkLst>
      </pc:sldChg>
      <pc:sldChg chg="addSp modSp mod ord modNotesTx">
        <pc:chgData name="J. Tower" userId="9d06de10716639e5" providerId="LiveId" clId="{F8931099-75CA-5660-A155-55881DF68D84}" dt="2026-09-03T18:21:53.537" v="1675" actId="6549"/>
        <pc:sldMkLst>
          <pc:docMk/>
          <pc:sldMk cId="0" sldId="586"/>
        </pc:sldMkLst>
        <pc:spChg chg="mod">
          <ac:chgData name="J. Tower" userId="9d06de10716639e5" providerId="LiveId" clId="{F8931099-75CA-5660-A155-55881DF68D84}" dt="2026-08-31T17:03:36.677" v="989" actId="14100"/>
          <ac:spMkLst>
            <pc:docMk/>
            <pc:sldMk cId="0" sldId="586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03:48.770" v="990"/>
          <ac:picMkLst>
            <pc:docMk/>
            <pc:sldMk cId="0" sldId="586"/>
            <ac:picMk id="3" creationId="{164AC3B2-33DC-7818-4F2E-20E827027667}"/>
          </ac:picMkLst>
        </pc:picChg>
      </pc:sldChg>
      <pc:sldChg chg="addSp del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87"/>
        </pc:sldMkLst>
        <pc:spChg chg="mod">
          <ac:chgData name="J. Tower" userId="9d06de10716639e5" providerId="LiveId" clId="{F8931099-75CA-5660-A155-55881DF68D84}" dt="2026-08-31T17:05:15.818" v="1006" actId="1076"/>
          <ac:spMkLst>
            <pc:docMk/>
            <pc:sldMk cId="0" sldId="587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05:12.749" v="1005" actId="1076"/>
          <ac:picMkLst>
            <pc:docMk/>
            <pc:sldMk cId="0" sldId="587"/>
            <ac:picMk id="5" creationId="{B239F663-F4F0-806B-B885-435A969160D4}"/>
          </ac:picMkLst>
        </pc:picChg>
      </pc:sldChg>
      <pc:sldChg chg="add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88"/>
        </pc:sldMkLst>
        <pc:spChg chg="mod">
          <ac:chgData name="J. Tower" userId="9d06de10716639e5" providerId="LiveId" clId="{F8931099-75CA-5660-A155-55881DF68D84}" dt="2026-08-31T17:06:16.487" v="1007" actId="14100"/>
          <ac:spMkLst>
            <pc:docMk/>
            <pc:sldMk cId="0" sldId="588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06:32.335" v="1012" actId="1076"/>
          <ac:picMkLst>
            <pc:docMk/>
            <pc:sldMk cId="0" sldId="588"/>
            <ac:picMk id="3" creationId="{F1A1668C-0901-C324-6578-ACFF6CF771F0}"/>
          </ac:picMkLst>
        </pc:picChg>
      </pc:sldChg>
      <pc:sldChg chg="add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89"/>
        </pc:sldMkLst>
        <pc:spChg chg="mod">
          <ac:chgData name="J. Tower" userId="9d06de10716639e5" providerId="LiveId" clId="{F8931099-75CA-5660-A155-55881DF68D84}" dt="2026-08-31T17:10:15.039" v="1078" actId="20577"/>
          <ac:spMkLst>
            <pc:docMk/>
            <pc:sldMk cId="0" sldId="589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06:58.093" v="1017" actId="1076"/>
          <ac:picMkLst>
            <pc:docMk/>
            <pc:sldMk cId="0" sldId="589"/>
            <ac:picMk id="3" creationId="{169F8E55-8153-0112-9BC3-641DDB2C5379}"/>
          </ac:picMkLst>
        </pc:picChg>
      </pc:sldChg>
      <pc:sldChg chg="add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90"/>
        </pc:sldMkLst>
        <pc:spChg chg="mod">
          <ac:chgData name="J. Tower" userId="9d06de10716639e5" providerId="LiveId" clId="{F8931099-75CA-5660-A155-55881DF68D84}" dt="2026-08-31T17:10:16.594" v="1080" actId="1076"/>
          <ac:spMkLst>
            <pc:docMk/>
            <pc:sldMk cId="0" sldId="590"/>
            <ac:spMk id="2" creationId="{00000000-0000-0000-0000-000000000000}"/>
          </ac:spMkLst>
        </pc:spChg>
        <pc:picChg chg="add mod modCrop">
          <ac:chgData name="J. Tower" userId="9d06de10716639e5" providerId="LiveId" clId="{F8931099-75CA-5660-A155-55881DF68D84}" dt="2026-08-31T17:10:17.562" v="1081" actId="1076"/>
          <ac:picMkLst>
            <pc:docMk/>
            <pc:sldMk cId="0" sldId="590"/>
            <ac:picMk id="3" creationId="{B21038F6-E05F-A23C-600D-BE4DB04FB0BC}"/>
          </ac:picMkLst>
        </pc:picChg>
      </pc:sldChg>
      <pc:sldChg chg="addSp modSp mod ord">
        <pc:chgData name="J. Tower" userId="9d06de10716639e5" providerId="LiveId" clId="{F8931099-75CA-5660-A155-55881DF68D84}" dt="2026-08-31T17:12:08.681" v="1093" actId="20578"/>
        <pc:sldMkLst>
          <pc:docMk/>
          <pc:sldMk cId="0" sldId="591"/>
        </pc:sldMkLst>
        <pc:spChg chg="mod">
          <ac:chgData name="J. Tower" userId="9d06de10716639e5" providerId="LiveId" clId="{F8931099-75CA-5660-A155-55881DF68D84}" dt="2026-08-31T17:10:47.967" v="1088" actId="1076"/>
          <ac:spMkLst>
            <pc:docMk/>
            <pc:sldMk cId="0" sldId="591"/>
            <ac:spMk id="2" creationId="{00000000-0000-0000-0000-000000000000}"/>
          </ac:spMkLst>
        </pc:spChg>
        <pc:picChg chg="add mod modCrop">
          <ac:chgData name="J. Tower" userId="9d06de10716639e5" providerId="LiveId" clId="{F8931099-75CA-5660-A155-55881DF68D84}" dt="2026-08-31T17:10:40.733" v="1086" actId="732"/>
          <ac:picMkLst>
            <pc:docMk/>
            <pc:sldMk cId="0" sldId="591"/>
            <ac:picMk id="3" creationId="{4DBC475E-8513-CE57-1C40-2CDB60272A2E}"/>
          </ac:picMkLst>
        </pc:picChg>
      </pc:sldChg>
      <pc:sldChg chg="addSp modSp mod ord modNotesTx">
        <pc:chgData name="J. Tower" userId="9d06de10716639e5" providerId="LiveId" clId="{F8931099-75CA-5660-A155-55881DF68D84}" dt="2026-09-03T18:24:10.876" v="1694" actId="20577"/>
        <pc:sldMkLst>
          <pc:docMk/>
          <pc:sldMk cId="0" sldId="592"/>
        </pc:sldMkLst>
        <pc:spChg chg="mod">
          <ac:chgData name="J. Tower" userId="9d06de10716639e5" providerId="LiveId" clId="{F8931099-75CA-5660-A155-55881DF68D84}" dt="2026-09-03T18:03:04.618" v="1602" actId="20577"/>
          <ac:spMkLst>
            <pc:docMk/>
            <pc:sldMk cId="0" sldId="592"/>
            <ac:spMk id="2" creationId="{00000000-0000-0000-0000-000000000000}"/>
          </ac:spMkLst>
        </pc:spChg>
        <pc:picChg chg="add mod">
          <ac:chgData name="J. Tower" userId="9d06de10716639e5" providerId="LiveId" clId="{F8931099-75CA-5660-A155-55881DF68D84}" dt="2026-08-31T17:11:50.072" v="1091" actId="14100"/>
          <ac:picMkLst>
            <pc:docMk/>
            <pc:sldMk cId="0" sldId="592"/>
            <ac:picMk id="3" creationId="{9EC98BCB-25A6-21A1-0E33-0C3A594E6467}"/>
          </ac:picMkLst>
        </pc:picChg>
      </pc:sldChg>
      <pc:sldChg chg="modSp mod">
        <pc:chgData name="J. Tower" userId="9d06de10716639e5" providerId="LiveId" clId="{F8931099-75CA-5660-A155-55881DF68D84}" dt="2026-08-31T17:13:50.180" v="1115" actId="20577"/>
        <pc:sldMkLst>
          <pc:docMk/>
          <pc:sldMk cId="0" sldId="593"/>
        </pc:sldMkLst>
        <pc:spChg chg="mod">
          <ac:chgData name="J. Tower" userId="9d06de10716639e5" providerId="LiveId" clId="{F8931099-75CA-5660-A155-55881DF68D84}" dt="2026-08-31T17:13:50.180" v="1115" actId="20577"/>
          <ac:spMkLst>
            <pc:docMk/>
            <pc:sldMk cId="0" sldId="593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24:52.796" v="1695" actId="114"/>
        <pc:sldMkLst>
          <pc:docMk/>
          <pc:sldMk cId="0" sldId="594"/>
        </pc:sldMkLst>
        <pc:spChg chg="mod">
          <ac:chgData name="J. Tower" userId="9d06de10716639e5" providerId="LiveId" clId="{F8931099-75CA-5660-A155-55881DF68D84}" dt="2026-09-03T18:24:52.796" v="1695" actId="114"/>
          <ac:spMkLst>
            <pc:docMk/>
            <pc:sldMk cId="0" sldId="594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7:16:24.551" v="1120" actId="403"/>
        <pc:sldMkLst>
          <pc:docMk/>
          <pc:sldMk cId="0" sldId="595"/>
        </pc:sldMkLst>
        <pc:spChg chg="mod">
          <ac:chgData name="J. Tower" userId="9d06de10716639e5" providerId="LiveId" clId="{F8931099-75CA-5660-A155-55881DF68D84}" dt="2026-08-31T17:16:24.551" v="1120" actId="403"/>
          <ac:spMkLst>
            <pc:docMk/>
            <pc:sldMk cId="0" sldId="595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7:16:27.150" v="1122" actId="403"/>
        <pc:sldMkLst>
          <pc:docMk/>
          <pc:sldMk cId="0" sldId="596"/>
        </pc:sldMkLst>
        <pc:spChg chg="mod">
          <ac:chgData name="J. Tower" userId="9d06de10716639e5" providerId="LiveId" clId="{F8931099-75CA-5660-A155-55881DF68D84}" dt="2026-08-31T17:16:27.150" v="1122" actId="403"/>
          <ac:spMkLst>
            <pc:docMk/>
            <pc:sldMk cId="0" sldId="59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7:16:30.591" v="1124" actId="403"/>
        <pc:sldMkLst>
          <pc:docMk/>
          <pc:sldMk cId="0" sldId="597"/>
        </pc:sldMkLst>
        <pc:spChg chg="mod">
          <ac:chgData name="J. Tower" userId="9d06de10716639e5" providerId="LiveId" clId="{F8931099-75CA-5660-A155-55881DF68D84}" dt="2026-08-31T17:16:30.591" v="1124" actId="403"/>
          <ac:spMkLst>
            <pc:docMk/>
            <pc:sldMk cId="0" sldId="597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7:16:57.213" v="1152" actId="20577"/>
        <pc:sldMkLst>
          <pc:docMk/>
          <pc:sldMk cId="0" sldId="598"/>
        </pc:sldMkLst>
        <pc:spChg chg="mod">
          <ac:chgData name="J. Tower" userId="9d06de10716639e5" providerId="LiveId" clId="{F8931099-75CA-5660-A155-55881DF68D84}" dt="2026-08-31T17:16:57.213" v="1152" actId="20577"/>
          <ac:spMkLst>
            <pc:docMk/>
            <pc:sldMk cId="0" sldId="598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1:16.865" v="1478" actId="20577"/>
        <pc:sldMkLst>
          <pc:docMk/>
          <pc:sldMk cId="0" sldId="604"/>
        </pc:sldMkLst>
        <pc:spChg chg="mod">
          <ac:chgData name="J. Tower" userId="9d06de10716639e5" providerId="LiveId" clId="{F8931099-75CA-5660-A155-55881DF68D84}" dt="2026-08-31T17:57:00.801" v="1299" actId="20577"/>
          <ac:spMkLst>
            <pc:docMk/>
            <pc:sldMk cId="0" sldId="604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8-31T18:01:16.865" v="1478" actId="20577"/>
          <ac:spMkLst>
            <pc:docMk/>
            <pc:sldMk cId="0" sldId="604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1:24.493" v="1482" actId="20577"/>
        <pc:sldMkLst>
          <pc:docMk/>
          <pc:sldMk cId="0" sldId="605"/>
        </pc:sldMkLst>
        <pc:spChg chg="mod">
          <ac:chgData name="J. Tower" userId="9d06de10716639e5" providerId="LiveId" clId="{F8931099-75CA-5660-A155-55881DF68D84}" dt="2026-08-31T17:57:03.110" v="1300"/>
          <ac:spMkLst>
            <pc:docMk/>
            <pc:sldMk cId="0" sldId="605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8-31T18:01:24.493" v="1482" actId="20577"/>
          <ac:spMkLst>
            <pc:docMk/>
            <pc:sldMk cId="0" sldId="605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1:32.391" v="1497" actId="20577"/>
        <pc:sldMkLst>
          <pc:docMk/>
          <pc:sldMk cId="0" sldId="606"/>
        </pc:sldMkLst>
        <pc:spChg chg="mod">
          <ac:chgData name="J. Tower" userId="9d06de10716639e5" providerId="LiveId" clId="{F8931099-75CA-5660-A155-55881DF68D84}" dt="2026-08-31T17:57:06.401" v="1301"/>
          <ac:spMkLst>
            <pc:docMk/>
            <pc:sldMk cId="0" sldId="606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8-31T18:01:32.391" v="1497" actId="20577"/>
          <ac:spMkLst>
            <pc:docMk/>
            <pc:sldMk cId="0" sldId="60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1:44.888" v="1511" actId="20577"/>
        <pc:sldMkLst>
          <pc:docMk/>
          <pc:sldMk cId="0" sldId="607"/>
        </pc:sldMkLst>
        <pc:spChg chg="mod">
          <ac:chgData name="J. Tower" userId="9d06de10716639e5" providerId="LiveId" clId="{F8931099-75CA-5660-A155-55881DF68D84}" dt="2026-08-31T17:57:08.842" v="1302"/>
          <ac:spMkLst>
            <pc:docMk/>
            <pc:sldMk cId="0" sldId="607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8-31T18:01:44.888" v="1511" actId="20577"/>
          <ac:spMkLst>
            <pc:docMk/>
            <pc:sldMk cId="0" sldId="607"/>
            <ac:spMk id="3" creationId="{00000000-0000-0000-0000-000000000000}"/>
          </ac:spMkLst>
        </pc:spChg>
      </pc:sldChg>
      <pc:sldChg chg="addSp delSp modSp mod">
        <pc:chgData name="J. Tower" userId="9d06de10716639e5" providerId="LiveId" clId="{F8931099-75CA-5660-A155-55881DF68D84}" dt="2026-08-31T18:00:43.141" v="1477" actId="20577"/>
        <pc:sldMkLst>
          <pc:docMk/>
          <pc:sldMk cId="0" sldId="608"/>
        </pc:sldMkLst>
        <pc:spChg chg="mod">
          <ac:chgData name="J. Tower" userId="9d06de10716639e5" providerId="LiveId" clId="{F8931099-75CA-5660-A155-55881DF68D84}" dt="2026-08-31T17:57:28.075" v="1318" actId="20577"/>
          <ac:spMkLst>
            <pc:docMk/>
            <pc:sldMk cId="0" sldId="608"/>
            <ac:spMk id="2" creationId="{00000000-0000-0000-0000-000000000000}"/>
          </ac:spMkLst>
        </pc:spChg>
        <pc:graphicFrameChg chg="add mod ord modGraphic">
          <ac:chgData name="J. Tower" userId="9d06de10716639e5" providerId="LiveId" clId="{F8931099-75CA-5660-A155-55881DF68D84}" dt="2026-08-31T18:00:43.141" v="1477" actId="20577"/>
          <ac:graphicFrameMkLst>
            <pc:docMk/>
            <pc:sldMk cId="0" sldId="608"/>
            <ac:graphicFrameMk id="6" creationId="{073D13F6-8DFA-C7C6-2097-C92C927E48AC}"/>
          </ac:graphicFrameMkLst>
        </pc:graphicFrameChg>
      </pc:sldChg>
      <pc:sldChg chg="modSp mod">
        <pc:chgData name="J. Tower" userId="9d06de10716639e5" providerId="LiveId" clId="{F8931099-75CA-5660-A155-55881DF68D84}" dt="2026-08-31T18:02:07.265" v="1512" actId="403"/>
        <pc:sldMkLst>
          <pc:docMk/>
          <pc:sldMk cId="0" sldId="609"/>
        </pc:sldMkLst>
        <pc:spChg chg="mod">
          <ac:chgData name="J. Tower" userId="9d06de10716639e5" providerId="LiveId" clId="{F8931099-75CA-5660-A155-55881DF68D84}" dt="2026-08-31T18:02:07.265" v="1512" actId="403"/>
          <ac:spMkLst>
            <pc:docMk/>
            <pc:sldMk cId="0" sldId="609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2:10.138" v="1513" actId="403"/>
        <pc:sldMkLst>
          <pc:docMk/>
          <pc:sldMk cId="0" sldId="610"/>
        </pc:sldMkLst>
        <pc:spChg chg="mod">
          <ac:chgData name="J. Tower" userId="9d06de10716639e5" providerId="LiveId" clId="{F8931099-75CA-5660-A155-55881DF68D84}" dt="2026-08-31T18:02:10.138" v="1513" actId="403"/>
          <ac:spMkLst>
            <pc:docMk/>
            <pc:sldMk cId="0" sldId="61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2:17.318" v="1514" actId="403"/>
        <pc:sldMkLst>
          <pc:docMk/>
          <pc:sldMk cId="0" sldId="611"/>
        </pc:sldMkLst>
        <pc:spChg chg="mod">
          <ac:chgData name="J. Tower" userId="9d06de10716639e5" providerId="LiveId" clId="{F8931099-75CA-5660-A155-55881DF68D84}" dt="2026-08-31T18:02:17.318" v="1514" actId="403"/>
          <ac:spMkLst>
            <pc:docMk/>
            <pc:sldMk cId="0" sldId="611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27:25.744" v="1713" actId="6549"/>
        <pc:sldMkLst>
          <pc:docMk/>
          <pc:sldMk cId="0" sldId="612"/>
        </pc:sldMkLst>
        <pc:spChg chg="mod">
          <ac:chgData name="J. Tower" userId="9d06de10716639e5" providerId="LiveId" clId="{F8931099-75CA-5660-A155-55881DF68D84}" dt="2026-09-03T18:27:25.744" v="1713" actId="6549"/>
          <ac:spMkLst>
            <pc:docMk/>
            <pc:sldMk cId="0" sldId="612"/>
            <ac:spMk id="3" creationId="{00000000-0000-0000-0000-000000000000}"/>
          </ac:spMkLst>
        </pc:spChg>
      </pc:sldChg>
      <pc:sldChg chg="modSp del mod">
        <pc:chgData name="J. Tower" userId="9d06de10716639e5" providerId="LiveId" clId="{F8931099-75CA-5660-A155-55881DF68D84}" dt="2026-09-03T18:27:59.526" v="1714" actId="2696"/>
        <pc:sldMkLst>
          <pc:docMk/>
          <pc:sldMk cId="0" sldId="613"/>
        </pc:sldMkLst>
        <pc:spChg chg="mod">
          <ac:chgData name="J. Tower" userId="9d06de10716639e5" providerId="LiveId" clId="{F8931099-75CA-5660-A155-55881DF68D84}" dt="2026-09-03T18:05:33.233" v="1621" actId="20577"/>
          <ac:spMkLst>
            <pc:docMk/>
            <pc:sldMk cId="0" sldId="613"/>
            <ac:spMk id="3" creationId="{00000000-0000-0000-0000-000000000000}"/>
          </ac:spMkLst>
        </pc:spChg>
      </pc:sldChg>
      <pc:sldChg chg="modSp del mod">
        <pc:chgData name="J. Tower" userId="9d06de10716639e5" providerId="LiveId" clId="{F8931099-75CA-5660-A155-55881DF68D84}" dt="2026-09-03T18:27:59.526" v="1714" actId="2696"/>
        <pc:sldMkLst>
          <pc:docMk/>
          <pc:sldMk cId="0" sldId="614"/>
        </pc:sldMkLst>
        <pc:spChg chg="mod">
          <ac:chgData name="J. Tower" userId="9d06de10716639e5" providerId="LiveId" clId="{F8931099-75CA-5660-A155-55881DF68D84}" dt="2026-09-03T18:05:37.573" v="1626" actId="20577"/>
          <ac:spMkLst>
            <pc:docMk/>
            <pc:sldMk cId="0" sldId="614"/>
            <ac:spMk id="3" creationId="{00000000-0000-0000-0000-000000000000}"/>
          </ac:spMkLst>
        </pc:spChg>
      </pc:sldChg>
      <pc:sldChg chg="addSp delSp modSp mod">
        <pc:chgData name="J. Tower" userId="9d06de10716639e5" providerId="LiveId" clId="{F8931099-75CA-5660-A155-55881DF68D84}" dt="2026-09-03T18:29:35.313" v="1752" actId="20577"/>
        <pc:sldMkLst>
          <pc:docMk/>
          <pc:sldMk cId="0" sldId="615"/>
        </pc:sldMkLst>
        <pc:spChg chg="mod">
          <ac:chgData name="J. Tower" userId="9d06de10716639e5" providerId="LiveId" clId="{F8931099-75CA-5660-A155-55881DF68D84}" dt="2026-09-03T18:29:35.313" v="1752" actId="20577"/>
          <ac:spMkLst>
            <pc:docMk/>
            <pc:sldMk cId="0" sldId="615"/>
            <ac:spMk id="2" creationId="{00000000-0000-0000-0000-000000000000}"/>
          </ac:spMkLst>
        </pc:spChg>
        <pc:spChg chg="del mod">
          <ac:chgData name="J. Tower" userId="9d06de10716639e5" providerId="LiveId" clId="{F8931099-75CA-5660-A155-55881DF68D84}" dt="2026-09-03T18:28:05.632" v="1716"/>
          <ac:spMkLst>
            <pc:docMk/>
            <pc:sldMk cId="0" sldId="615"/>
            <ac:spMk id="3" creationId="{00000000-0000-0000-0000-000000000000}"/>
          </ac:spMkLst>
        </pc:spChg>
        <pc:picChg chg="add mod">
          <ac:chgData name="J. Tower" userId="9d06de10716639e5" providerId="LiveId" clId="{F8931099-75CA-5660-A155-55881DF68D84}" dt="2026-09-03T18:29:24.061" v="1739" actId="1076"/>
          <ac:picMkLst>
            <pc:docMk/>
            <pc:sldMk cId="0" sldId="615"/>
            <ac:picMk id="4" creationId="{14009466-6210-E1F9-792D-334396C798E4}"/>
          </ac:picMkLst>
        </pc:picChg>
        <pc:picChg chg="add mod">
          <ac:chgData name="J. Tower" userId="9d06de10716639e5" providerId="LiveId" clId="{F8931099-75CA-5660-A155-55881DF68D84}" dt="2026-09-03T18:29:17.432" v="1736" actId="1076"/>
          <ac:picMkLst>
            <pc:docMk/>
            <pc:sldMk cId="0" sldId="615"/>
            <ac:picMk id="5" creationId="{13B230A3-A87F-BEA0-37B0-6291876B17D1}"/>
          </ac:picMkLst>
        </pc:picChg>
        <pc:picChg chg="add mod">
          <ac:chgData name="J. Tower" userId="9d06de10716639e5" providerId="LiveId" clId="{F8931099-75CA-5660-A155-55881DF68D84}" dt="2026-09-03T18:29:25.870" v="1740" actId="1076"/>
          <ac:picMkLst>
            <pc:docMk/>
            <pc:sldMk cId="0" sldId="615"/>
            <ac:picMk id="6" creationId="{5D59192F-67FD-9246-01AA-A89753259975}"/>
          </ac:picMkLst>
        </pc:picChg>
        <pc:picChg chg="add mod">
          <ac:chgData name="J. Tower" userId="9d06de10716639e5" providerId="LiveId" clId="{F8931099-75CA-5660-A155-55881DF68D84}" dt="2026-09-03T18:29:19.422" v="1737" actId="1076"/>
          <ac:picMkLst>
            <pc:docMk/>
            <pc:sldMk cId="0" sldId="615"/>
            <ac:picMk id="7" creationId="{B66D60B9-D241-A637-1FA8-B44AD465A598}"/>
          </ac:picMkLst>
        </pc:picChg>
      </pc:sldChg>
      <pc:sldChg chg="modSp mod">
        <pc:chgData name="J. Tower" userId="9d06de10716639e5" providerId="LiveId" clId="{F8931099-75CA-5660-A155-55881DF68D84}" dt="2026-08-31T18:02:37.495" v="1519" actId="403"/>
        <pc:sldMkLst>
          <pc:docMk/>
          <pc:sldMk cId="0" sldId="616"/>
        </pc:sldMkLst>
        <pc:spChg chg="mod">
          <ac:chgData name="J. Tower" userId="9d06de10716639e5" providerId="LiveId" clId="{F8931099-75CA-5660-A155-55881DF68D84}" dt="2026-08-31T18:02:37.495" v="1519" actId="403"/>
          <ac:spMkLst>
            <pc:docMk/>
            <pc:sldMk cId="0" sldId="61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2:44.704" v="1520" actId="403"/>
        <pc:sldMkLst>
          <pc:docMk/>
          <pc:sldMk cId="0" sldId="617"/>
        </pc:sldMkLst>
        <pc:spChg chg="mod">
          <ac:chgData name="J. Tower" userId="9d06de10716639e5" providerId="LiveId" clId="{F8931099-75CA-5660-A155-55881DF68D84}" dt="2026-08-31T18:02:44.704" v="1520" actId="403"/>
          <ac:spMkLst>
            <pc:docMk/>
            <pc:sldMk cId="0" sldId="617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2:48.016" v="1521" actId="403"/>
        <pc:sldMkLst>
          <pc:docMk/>
          <pc:sldMk cId="0" sldId="618"/>
        </pc:sldMkLst>
        <pc:spChg chg="mod">
          <ac:chgData name="J. Tower" userId="9d06de10716639e5" providerId="LiveId" clId="{F8931099-75CA-5660-A155-55881DF68D84}" dt="2026-08-31T18:02:48.016" v="1521" actId="403"/>
          <ac:spMkLst>
            <pc:docMk/>
            <pc:sldMk cId="0" sldId="618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2:51.014" v="1522" actId="403"/>
        <pc:sldMkLst>
          <pc:docMk/>
          <pc:sldMk cId="0" sldId="619"/>
        </pc:sldMkLst>
        <pc:spChg chg="mod">
          <ac:chgData name="J. Tower" userId="9d06de10716639e5" providerId="LiveId" clId="{F8931099-75CA-5660-A155-55881DF68D84}" dt="2026-08-31T18:02:51.014" v="1522" actId="403"/>
          <ac:spMkLst>
            <pc:docMk/>
            <pc:sldMk cId="0" sldId="619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6:39.943" v="1641" actId="20577"/>
        <pc:sldMkLst>
          <pc:docMk/>
          <pc:sldMk cId="0" sldId="620"/>
        </pc:sldMkLst>
        <pc:spChg chg="mod">
          <ac:chgData name="J. Tower" userId="9d06de10716639e5" providerId="LiveId" clId="{F8931099-75CA-5660-A155-55881DF68D84}" dt="2026-08-31T18:03:03.855" v="1533" actId="20577"/>
          <ac:spMkLst>
            <pc:docMk/>
            <pc:sldMk cId="0" sldId="620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9-03T18:06:39.943" v="1641" actId="20577"/>
          <ac:spMkLst>
            <pc:docMk/>
            <pc:sldMk cId="0" sldId="62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6:48.258" v="1643" actId="20577"/>
        <pc:sldMkLst>
          <pc:docMk/>
          <pc:sldMk cId="0" sldId="621"/>
        </pc:sldMkLst>
        <pc:spChg chg="mod">
          <ac:chgData name="J. Tower" userId="9d06de10716639e5" providerId="LiveId" clId="{F8931099-75CA-5660-A155-55881DF68D84}" dt="2026-08-31T18:03:07.885" v="1534"/>
          <ac:spMkLst>
            <pc:docMk/>
            <pc:sldMk cId="0" sldId="621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9-03T18:06:48.258" v="1643" actId="20577"/>
          <ac:spMkLst>
            <pc:docMk/>
            <pc:sldMk cId="0" sldId="621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6:58.165" v="1647" actId="20577"/>
        <pc:sldMkLst>
          <pc:docMk/>
          <pc:sldMk cId="0" sldId="622"/>
        </pc:sldMkLst>
        <pc:spChg chg="mod">
          <ac:chgData name="J. Tower" userId="9d06de10716639e5" providerId="LiveId" clId="{F8931099-75CA-5660-A155-55881DF68D84}" dt="2026-08-31T18:03:10.176" v="1535"/>
          <ac:spMkLst>
            <pc:docMk/>
            <pc:sldMk cId="0" sldId="622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9-03T18:06:58.165" v="1647" actId="20577"/>
          <ac:spMkLst>
            <pc:docMk/>
            <pc:sldMk cId="0" sldId="622"/>
            <ac:spMk id="3" creationId="{00000000-0000-0000-0000-000000000000}"/>
          </ac:spMkLst>
        </pc:spChg>
      </pc:sldChg>
      <pc:sldChg chg="modSp">
        <pc:chgData name="J. Tower" userId="9d06de10716639e5" providerId="LiveId" clId="{F8931099-75CA-5660-A155-55881DF68D84}" dt="2026-08-31T18:03:12.436" v="1536"/>
        <pc:sldMkLst>
          <pc:docMk/>
          <pc:sldMk cId="0" sldId="623"/>
        </pc:sldMkLst>
        <pc:spChg chg="mod">
          <ac:chgData name="J. Tower" userId="9d06de10716639e5" providerId="LiveId" clId="{F8931099-75CA-5660-A155-55881DF68D84}" dt="2026-08-31T18:03:12.436" v="1536"/>
          <ac:spMkLst>
            <pc:docMk/>
            <pc:sldMk cId="0" sldId="623"/>
            <ac:spMk id="2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7:59.005" v="1649" actId="403"/>
        <pc:sldMkLst>
          <pc:docMk/>
          <pc:sldMk cId="0" sldId="628"/>
        </pc:sldMkLst>
        <pc:spChg chg="mod">
          <ac:chgData name="J. Tower" userId="9d06de10716639e5" providerId="LiveId" clId="{F8931099-75CA-5660-A155-55881DF68D84}" dt="2026-09-03T18:07:59.005" v="1649" actId="403"/>
          <ac:spMkLst>
            <pc:docMk/>
            <pc:sldMk cId="0" sldId="628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8:02.614" v="1651" actId="403"/>
        <pc:sldMkLst>
          <pc:docMk/>
          <pc:sldMk cId="0" sldId="629"/>
        </pc:sldMkLst>
        <pc:spChg chg="mod">
          <ac:chgData name="J. Tower" userId="9d06de10716639e5" providerId="LiveId" clId="{F8931099-75CA-5660-A155-55881DF68D84}" dt="2026-09-03T18:08:02.614" v="1651" actId="403"/>
          <ac:spMkLst>
            <pc:docMk/>
            <pc:sldMk cId="0" sldId="629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8:05.449" v="1653" actId="403"/>
        <pc:sldMkLst>
          <pc:docMk/>
          <pc:sldMk cId="0" sldId="630"/>
        </pc:sldMkLst>
        <pc:spChg chg="mod">
          <ac:chgData name="J. Tower" userId="9d06de10716639e5" providerId="LiveId" clId="{F8931099-75CA-5660-A155-55881DF68D84}" dt="2026-09-03T18:08:05.449" v="1653" actId="403"/>
          <ac:spMkLst>
            <pc:docMk/>
            <pc:sldMk cId="0" sldId="63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5:28.996" v="1568" actId="403"/>
        <pc:sldMkLst>
          <pc:docMk/>
          <pc:sldMk cId="0" sldId="631"/>
        </pc:sldMkLst>
        <pc:spChg chg="mod">
          <ac:chgData name="J. Tower" userId="9d06de10716639e5" providerId="LiveId" clId="{F8931099-75CA-5660-A155-55881DF68D84}" dt="2026-08-31T18:05:28.996" v="1568" actId="403"/>
          <ac:spMkLst>
            <pc:docMk/>
            <pc:sldMk cId="0" sldId="631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5:25.870" v="1567" actId="403"/>
        <pc:sldMkLst>
          <pc:docMk/>
          <pc:sldMk cId="0" sldId="632"/>
        </pc:sldMkLst>
        <pc:spChg chg="mod">
          <ac:chgData name="J. Tower" userId="9d06de10716639e5" providerId="LiveId" clId="{F8931099-75CA-5660-A155-55881DF68D84}" dt="2026-08-31T18:05:25.870" v="1567" actId="403"/>
          <ac:spMkLst>
            <pc:docMk/>
            <pc:sldMk cId="0" sldId="632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8:29.822" v="1655" actId="20577"/>
        <pc:sldMkLst>
          <pc:docMk/>
          <pc:sldMk cId="0" sldId="633"/>
        </pc:sldMkLst>
        <pc:spChg chg="mod">
          <ac:chgData name="J. Tower" userId="9d06de10716639e5" providerId="LiveId" clId="{F8931099-75CA-5660-A155-55881DF68D84}" dt="2026-09-03T18:08:29.822" v="1655" actId="20577"/>
          <ac:spMkLst>
            <pc:docMk/>
            <pc:sldMk cId="0" sldId="633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8:26.405" v="1654" actId="20577"/>
        <pc:sldMkLst>
          <pc:docMk/>
          <pc:sldMk cId="0" sldId="634"/>
        </pc:sldMkLst>
        <pc:spChg chg="mod">
          <ac:chgData name="J. Tower" userId="9d06de10716639e5" providerId="LiveId" clId="{F8931099-75CA-5660-A155-55881DF68D84}" dt="2026-09-03T18:08:26.405" v="1654" actId="20577"/>
          <ac:spMkLst>
            <pc:docMk/>
            <pc:sldMk cId="0" sldId="634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5:16.741" v="1564" actId="403"/>
        <pc:sldMkLst>
          <pc:docMk/>
          <pc:sldMk cId="0" sldId="635"/>
        </pc:sldMkLst>
        <pc:spChg chg="mod">
          <ac:chgData name="J. Tower" userId="9d06de10716639e5" providerId="LiveId" clId="{F8931099-75CA-5660-A155-55881DF68D84}" dt="2026-08-31T18:05:16.741" v="1564" actId="403"/>
          <ac:spMkLst>
            <pc:docMk/>
            <pc:sldMk cId="0" sldId="635"/>
            <ac:spMk id="3" creationId="{00000000-0000-0000-0000-000000000000}"/>
          </ac:spMkLst>
        </pc:spChg>
      </pc:sldChg>
      <pc:sldChg chg="modSp mod modNotesTx">
        <pc:chgData name="J. Tower" userId="9d06de10716639e5" providerId="LiveId" clId="{F8931099-75CA-5660-A155-55881DF68D84}" dt="2026-09-03T18:08:46.893" v="1656" actId="20577"/>
        <pc:sldMkLst>
          <pc:docMk/>
          <pc:sldMk cId="0" sldId="636"/>
        </pc:sldMkLst>
        <pc:spChg chg="mod">
          <ac:chgData name="J. Tower" userId="9d06de10716639e5" providerId="LiveId" clId="{F8931099-75CA-5660-A155-55881DF68D84}" dt="2026-08-31T18:05:14.189" v="1563" actId="403"/>
          <ac:spMkLst>
            <pc:docMk/>
            <pc:sldMk cId="0" sldId="63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8:09:42.787" v="1674" actId="20577"/>
        <pc:sldMkLst>
          <pc:docMk/>
          <pc:sldMk cId="0" sldId="637"/>
        </pc:sldMkLst>
        <pc:spChg chg="mod">
          <ac:chgData name="J. Tower" userId="9d06de10716639e5" providerId="LiveId" clId="{F8931099-75CA-5660-A155-55881DF68D84}" dt="2026-09-03T18:09:42.787" v="1674" actId="20577"/>
          <ac:spMkLst>
            <pc:docMk/>
            <pc:sldMk cId="0" sldId="637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4:57.432" v="1561" actId="403"/>
        <pc:sldMkLst>
          <pc:docMk/>
          <pc:sldMk cId="0" sldId="638"/>
        </pc:sldMkLst>
        <pc:spChg chg="mod">
          <ac:chgData name="J. Tower" userId="9d06de10716639e5" providerId="LiveId" clId="{F8931099-75CA-5660-A155-55881DF68D84}" dt="2026-08-31T18:04:57.432" v="1561" actId="403"/>
          <ac:spMkLst>
            <pc:docMk/>
            <pc:sldMk cId="0" sldId="638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4:53.248" v="1559" actId="403"/>
        <pc:sldMkLst>
          <pc:docMk/>
          <pc:sldMk cId="0" sldId="639"/>
        </pc:sldMkLst>
        <pc:spChg chg="mod">
          <ac:chgData name="J. Tower" userId="9d06de10716639e5" providerId="LiveId" clId="{F8931099-75CA-5660-A155-55881DF68D84}" dt="2026-08-31T18:04:53.248" v="1559" actId="403"/>
          <ac:spMkLst>
            <pc:docMk/>
            <pc:sldMk cId="0" sldId="639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4:51.027" v="1557" actId="403"/>
        <pc:sldMkLst>
          <pc:docMk/>
          <pc:sldMk cId="0" sldId="640"/>
        </pc:sldMkLst>
        <pc:spChg chg="mod">
          <ac:chgData name="J. Tower" userId="9d06de10716639e5" providerId="LiveId" clId="{F8931099-75CA-5660-A155-55881DF68D84}" dt="2026-08-31T18:04:51.027" v="1557" actId="403"/>
          <ac:spMkLst>
            <pc:docMk/>
            <pc:sldMk cId="0" sldId="64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4:48.560" v="1555" actId="403"/>
        <pc:sldMkLst>
          <pc:docMk/>
          <pc:sldMk cId="0" sldId="641"/>
        </pc:sldMkLst>
        <pc:spChg chg="mod">
          <ac:chgData name="J. Tower" userId="9d06de10716639e5" providerId="LiveId" clId="{F8931099-75CA-5660-A155-55881DF68D84}" dt="2026-08-31T18:04:48.560" v="1555" actId="403"/>
          <ac:spMkLst>
            <pc:docMk/>
            <pc:sldMk cId="0" sldId="641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4:46.402" v="1553" actId="403"/>
        <pc:sldMkLst>
          <pc:docMk/>
          <pc:sldMk cId="0" sldId="642"/>
        </pc:sldMkLst>
        <pc:spChg chg="mod">
          <ac:chgData name="J. Tower" userId="9d06de10716639e5" providerId="LiveId" clId="{F8931099-75CA-5660-A155-55881DF68D84}" dt="2026-08-31T18:04:46.402" v="1553" actId="403"/>
          <ac:spMkLst>
            <pc:docMk/>
            <pc:sldMk cId="0" sldId="642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8-31T18:04:43.379" v="1551" actId="403"/>
        <pc:sldMkLst>
          <pc:docMk/>
          <pc:sldMk cId="0" sldId="643"/>
        </pc:sldMkLst>
        <pc:spChg chg="mod">
          <ac:chgData name="J. Tower" userId="9d06de10716639e5" providerId="LiveId" clId="{F8931099-75CA-5660-A155-55881DF68D84}" dt="2026-08-31T18:04:43.379" v="1551" actId="403"/>
          <ac:spMkLst>
            <pc:docMk/>
            <pc:sldMk cId="0" sldId="643"/>
            <ac:spMk id="3" creationId="{00000000-0000-0000-0000-000000000000}"/>
          </ac:spMkLst>
        </pc:spChg>
      </pc:sldChg>
      <pc:sldChg chg="modSp del mod">
        <pc:chgData name="J. Tower" userId="9d06de10716639e5" providerId="LiveId" clId="{F8931099-75CA-5660-A155-55881DF68D84}" dt="2026-09-03T18:39:28.439" v="1780" actId="2696"/>
        <pc:sldMkLst>
          <pc:docMk/>
          <pc:sldMk cId="0" sldId="644"/>
        </pc:sldMkLst>
        <pc:spChg chg="mod">
          <ac:chgData name="J. Tower" userId="9d06de10716639e5" providerId="LiveId" clId="{F8931099-75CA-5660-A155-55881DF68D84}" dt="2026-09-03T18:39:06.707" v="1779" actId="403"/>
          <ac:spMkLst>
            <pc:docMk/>
            <pc:sldMk cId="0" sldId="644"/>
            <ac:spMk id="3" creationId="{00000000-0000-0000-0000-000000000000}"/>
          </ac:spMkLst>
        </pc:spChg>
      </pc:sldChg>
      <pc:sldChg chg="modSp del mod">
        <pc:chgData name="J. Tower" userId="9d06de10716639e5" providerId="LiveId" clId="{F8931099-75CA-5660-A155-55881DF68D84}" dt="2026-09-03T18:39:28.439" v="1780" actId="2696"/>
        <pc:sldMkLst>
          <pc:docMk/>
          <pc:sldMk cId="0" sldId="645"/>
        </pc:sldMkLst>
        <pc:spChg chg="mod">
          <ac:chgData name="J. Tower" userId="9d06de10716639e5" providerId="LiveId" clId="{F8931099-75CA-5660-A155-55881DF68D84}" dt="2026-09-03T18:39:04.084" v="1778" actId="403"/>
          <ac:spMkLst>
            <pc:docMk/>
            <pc:sldMk cId="0" sldId="645"/>
            <ac:spMk id="3" creationId="{00000000-0000-0000-0000-000000000000}"/>
          </ac:spMkLst>
        </pc:spChg>
      </pc:sldChg>
      <pc:sldChg chg="modSp del mod">
        <pc:chgData name="J. Tower" userId="9d06de10716639e5" providerId="LiveId" clId="{F8931099-75CA-5660-A155-55881DF68D84}" dt="2026-09-03T18:39:28.439" v="1780" actId="2696"/>
        <pc:sldMkLst>
          <pc:docMk/>
          <pc:sldMk cId="0" sldId="646"/>
        </pc:sldMkLst>
        <pc:spChg chg="mod">
          <ac:chgData name="J. Tower" userId="9d06de10716639e5" providerId="LiveId" clId="{F8931099-75CA-5660-A155-55881DF68D84}" dt="2026-09-03T18:38:59.737" v="1777" actId="403"/>
          <ac:spMkLst>
            <pc:docMk/>
            <pc:sldMk cId="0" sldId="646"/>
            <ac:spMk id="3" creationId="{00000000-0000-0000-0000-000000000000}"/>
          </ac:spMkLst>
        </pc:spChg>
      </pc:sldChg>
      <pc:sldChg chg="delSp modSp mod">
        <pc:chgData name="J. Tower" userId="9d06de10716639e5" providerId="LiveId" clId="{F8931099-75CA-5660-A155-55881DF68D84}" dt="2026-08-31T17:54:00.630" v="1199" actId="478"/>
        <pc:sldMkLst>
          <pc:docMk/>
          <pc:sldMk cId="0" sldId="656"/>
        </pc:sldMkLst>
        <pc:spChg chg="mod">
          <ac:chgData name="J. Tower" userId="9d06de10716639e5" providerId="LiveId" clId="{F8931099-75CA-5660-A155-55881DF68D84}" dt="2026-08-31T17:53:44.208" v="1193" actId="20577"/>
          <ac:spMkLst>
            <pc:docMk/>
            <pc:sldMk cId="0" sldId="656"/>
            <ac:spMk id="4" creationId="{00000000-0000-0000-0000-000000000000}"/>
          </ac:spMkLst>
        </pc:spChg>
      </pc:sldChg>
      <pc:sldChg chg="delSp add mod">
        <pc:chgData name="J. Tower" userId="9d06de10716639e5" providerId="LiveId" clId="{F8931099-75CA-5660-A155-55881DF68D84}" dt="2026-08-31T17:54:04.146" v="1200" actId="478"/>
        <pc:sldMkLst>
          <pc:docMk/>
          <pc:sldMk cId="1110134982" sldId="657"/>
        </pc:sldMkLst>
      </pc:sldChg>
      <pc:sldChg chg="delSp modSp add mod">
        <pc:chgData name="J. Tower" userId="9d06de10716639e5" providerId="LiveId" clId="{F8931099-75CA-5660-A155-55881DF68D84}" dt="2026-08-31T17:54:10.730" v="1203" actId="478"/>
        <pc:sldMkLst>
          <pc:docMk/>
          <pc:sldMk cId="1792891384" sldId="658"/>
        </pc:sldMkLst>
      </pc:sldChg>
      <pc:sldChg chg="delSp add mod">
        <pc:chgData name="J. Tower" userId="9d06de10716639e5" providerId="LiveId" clId="{F8931099-75CA-5660-A155-55881DF68D84}" dt="2026-08-31T17:54:13.216" v="1204" actId="478"/>
        <pc:sldMkLst>
          <pc:docMk/>
          <pc:sldMk cId="537135610" sldId="659"/>
        </pc:sldMkLst>
      </pc:sldChg>
      <pc:sldChg chg="modSp add mod">
        <pc:chgData name="J. Tower" userId="9d06de10716639e5" providerId="LiveId" clId="{F8931099-75CA-5660-A155-55881DF68D84}" dt="2026-09-03T18:26:09.049" v="1699" actId="20577"/>
        <pc:sldMkLst>
          <pc:docMk/>
          <pc:sldMk cId="494659632" sldId="660"/>
        </pc:sldMkLst>
        <pc:spChg chg="mod">
          <ac:chgData name="J. Tower" userId="9d06de10716639e5" providerId="LiveId" clId="{F8931099-75CA-5660-A155-55881DF68D84}" dt="2026-09-03T18:26:09.049" v="1699" actId="20577"/>
          <ac:spMkLst>
            <pc:docMk/>
            <pc:sldMk cId="494659632" sldId="660"/>
            <ac:spMk id="12" creationId="{AE0224E8-C54F-63CC-8B50-E92CEDCB04C4}"/>
          </ac:spMkLst>
        </pc:spChg>
      </pc:sldChg>
      <pc:sldChg chg="addSp modSp add mod">
        <pc:chgData name="J. Tower" userId="9d06de10716639e5" providerId="LiveId" clId="{F8931099-75CA-5660-A155-55881DF68D84}" dt="2026-09-03T18:30:47.024" v="1776" actId="14100"/>
        <pc:sldMkLst>
          <pc:docMk/>
          <pc:sldMk cId="767413525" sldId="661"/>
        </pc:sldMkLst>
        <pc:spChg chg="add mod">
          <ac:chgData name="J. Tower" userId="9d06de10716639e5" providerId="LiveId" clId="{F8931099-75CA-5660-A155-55881DF68D84}" dt="2026-09-03T18:30:47.024" v="1776" actId="14100"/>
          <ac:spMkLst>
            <pc:docMk/>
            <pc:sldMk cId="767413525" sldId="661"/>
            <ac:spMk id="3" creationId="{ECA900EB-6A6F-281A-CFD0-4286FCCB43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repo URL comes up on the Get Set Up slide; advance to it while people settle.</a:t>
            </a:r>
          </a:p>
          <a:p>
            <a:r>
              <a:t>Ask who did the SETUP.md pre-work. Anyone who didn't should say so now, not in the first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D6E22-9A40-4B73-8B1F-06CEEFE4CF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76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SETUP.md, revealed line by line; the finished checklist stays up.</a:t>
            </a:r>
          </a:p>
          <a:p>
            <a:r>
              <a:t>ollama.com/download: one installer, no GPU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pulls, one per command: </a:t>
            </a:r>
            <a:r>
              <a:rPr>
                <a:latin typeface="Consolas"/>
              </a:rPr>
              <a:t>ollama pull llama3.2</a:t>
            </a:r>
            <a:r>
              <a:t> then </a:t>
            </a:r>
            <a:r>
              <a:rPr>
                <a:latin typeface="Consolas"/>
              </a:rPr>
              <a:t>ollama pull phi3</a:t>
            </a:r>
            <a:r>
              <a:t> then </a:t>
            </a:r>
            <a:r>
              <a:rPr>
                <a:latin typeface="Consolas"/>
              </a:rPr>
              <a:t>ollama pull nomic-embed-text</a:t>
            </a:r>
            <a:r>
              <a:t>.</a:t>
            </a:r>
          </a:p>
          <a:p>
            <a:r>
              <a:t>Models are about 5 GB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REST Client from the terminal: </a:t>
            </a:r>
            <a:r>
              <a:rPr>
                <a:latin typeface="Consolas"/>
              </a:rPr>
              <a:t>code --install-extension humao.rest-client</a:t>
            </a:r>
            <a:r>
              <a:t>.</a:t>
            </a:r>
          </a:p>
          <a:p>
            <a:r>
              <a:t>JetBrains users can skip REST Client; the built-in HTTP client opens the same .http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Runtimes: .NET 10 SDK, uv for Python, or Node. Pick the one you read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clone: </a:t>
            </a:r>
            <a:r>
              <a:rPr>
                <a:latin typeface="Consolas"/>
              </a:rPr>
              <a:t>git clone https://github.com/trailheadtechnology/10-ai-features-workshop.git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Azure endpoint and deployment names are already in the lab files; the key is handed out in the room.</a:t>
            </a:r>
          </a:p>
          <a:p>
            <a:r>
              <a:t>Ask for hands: who has all three models pulled? Anyone without them starts copying from the USB drives now, during the framing, rather than in the first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path: modules/M0-opening/F00-setup-and-framing/http/smoke-test.http. Paste the room key over &lt;KEY FROM INSTRUCTOR&gt; for the Azure request.</a:t>
            </a:r>
          </a:p>
          <a:p>
            <a:r>
              <a:t>Room key (key2): in </a:t>
            </a:r>
            <a:r>
              <a:rPr>
                <a:latin typeface="Consolas"/>
              </a:rPr>
              <a:t>instructor.local.md</a:t>
            </a:r>
            <a:r>
              <a:t> at the repo root (untracked). Write it on the whiteboard, not a slide. Regenerate it after the workshop; the command is in the same file.</a:t>
            </a:r>
          </a:p>
          <a:p>
            <a:r>
              <a:t>Do this before the framing, about ten minutes in, because the most expensive twenty minutes of a hands-on workshop is the twenty minutes in the first lab when a third of the room finds out their setup doesn't work.</a:t>
            </a:r>
          </a:p>
          <a:p>
            <a:r>
              <a:t>Fallbacks exist for exactly this moment. Walk the room while people run it. Curl versions are in the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hiker. Alarm before dawn, coffee in the car, ninety minutes to the trailhead.</a:t>
            </a:r>
          </a:p>
          <a:p>
            <a:r>
              <a:rPr dirty="0"/>
              <a:t>She planned this trip in a trip-planning app. (It's our fictional app, Trailhead Guides; the room will live in its data all day.)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trail she picked. Moderate, family-rated, a lake at the end.</a:t>
            </a:r>
          </a:p>
          <a:p>
            <a:r>
              <a:t>The app showed photos, distance, elevation. All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app also had forty-one trip reports for this trail. Real hikers, real conditions, about 1,200 words each.</a:t>
            </a:r>
          </a:p>
          <a:p>
            <a:r>
              <a:t>Ask the room: who reads forty-one essays before a day hike?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top three. "Beautiful." "Crowded by ten." "Bring bug spray."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Report fourteen. One sentence, buried in a paragraph about huckleberries.</a:t>
            </a:r>
          </a:p>
          <a:p>
            <a:r>
              <a:t>She never saw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hours of driving, two miles of walking, and the trip is over at a creek she can't cross.</a:t>
            </a:r>
          </a:p>
          <a:p>
            <a:r>
              <a:t>Beat of silence, then the turn: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data was in the product. A user needed one sentence of it, and the product's job was to surface that sentence.</a:t>
            </a:r>
          </a:p>
          <a:p>
            <a:r>
              <a:rPr dirty="0"/>
              <a:t>Every feature you build today exists to close exactly this kind of gap. </a:t>
            </a:r>
            <a:endParaRPr lang="en-US" dirty="0"/>
          </a:p>
          <a:p>
            <a:r>
              <a:rPr dirty="0"/>
              <a:t>And this bridge, this trail, this </a:t>
            </a:r>
            <a:r>
              <a:rPr lang="en-US" dirty="0"/>
              <a:t>body of data</a:t>
            </a:r>
            <a:r>
              <a:rPr dirty="0"/>
              <a:t>: you'll meet them all day. </a:t>
            </a:r>
            <a:endParaRPr lang="en-US" dirty="0"/>
          </a:p>
          <a:p>
            <a:r>
              <a:rPr dirty="0"/>
              <a:t>That washout is planted in the workshop data, and by this afternoon your code will find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1775" indent="-231775">
              <a:buFont typeface="Arial" panose="020B0604020202020204" pitchFamily="34" charset="0"/>
              <a:buChar char="•"/>
            </a:pPr>
            <a:r>
              <a:t>The promise of the day.</a:t>
            </a:r>
            <a:endParaRPr lang="en-US" dirty="0"/>
          </a:p>
          <a:p>
            <a:r>
              <a:t>Not a survey, not vendor slides: you build these, you measure them, and you leave with a decision framework for picking the first one to ship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FD6E22-9A40-4B73-8B1F-06CEEFE4CFD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4535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company is asking this question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 asks the second one.</a:t>
            </a:r>
          </a:p>
          <a:p>
            <a:r>
              <a:t>This is the thesis. Say it plainly and come back to it in every module: every feature today opens with a user who is stuck, and the AI only shows up as the answer.</a:t>
            </a:r>
          </a:p>
          <a:p>
            <a:r>
              <a:t>The technology is the last thing we talk about in each feature, not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obvious user: the hiker from the story, planning Saturday.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PM with 300 gear reviews and no time to read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ranger with a full inbox and an emergency somewhere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Stakeholders are users too. "Nobody has time to read all of this" is a real user problem; it just belongs to a user on your payroll.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Who this is for: you write software for a living, you can make an HTTP request, and you haven't shipped an LLM feature yet, or you've shipped one and want the other nine.</a:t>
            </a:r>
          </a:p>
          <a:p>
            <a:r>
              <a:t>Say the four outcomes out loud, one per reveal; these are the promises the day is measured against, and they come back one at a time in each module's debrief. One outcome per module.</a:t>
            </a:r>
          </a:p>
          <a:p>
            <a:r>
              <a:t>Module 1: summaries shaped for a purpose and records your code validated, all on your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308A3-DD2E-BEB0-1D9F-940EC7F96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1D540-320B-E128-FD98-6D81B2D53C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05EF6-96EE-0B2A-00BA-829AF69DB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2: search by meaning, and answers grounded in your documents with citations your code checks.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71A28-B8A0-13B8-A877-89D2B01E8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954840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E68E7-9EDC-32F8-0447-FA5A8F35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548AE-1C00-E85F-8AA7-0164AF4AA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45F8E-837B-0288-6F2E-694AFBF61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3: routing that never misses the expensive class, and a human gate with an audit trail.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5F20D-D160-460D-DFDC-35D0BABD8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91194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4B823-E209-2C6E-6B3B-49879A021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34DB0-7181-F2A8-6A49-0D2510135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0C4EF-6D22-9E2D-9C51-2B71ABEAF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4: an agent loop bounded by a step budget, small enough to read.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F192B-1A95-19D7-26C6-1CFDB26D2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040222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376C-F690-013F-0B8A-D5A4B956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FAB6B-9809-CC06-5F58-AF6127F818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60F58-1C5F-0F91-C68B-30BF1824E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 see all ten demoed; you build four, one per module.</a:t>
            </a:r>
          </a:p>
          <a:p>
            <a:r>
              <a:t>If someone in the room has shipped all of this already, they are a helper for the day; say so now.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D3D3A-1277-45EE-6973-BAF6A5411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70597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1, Understanding: summarize, extract, sentiment. 90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2, Finding: search, RAG, recommend. 90 minutes, then an hour for lunch.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3, Deciding: route, detect, approve. 90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4, Doing: the agent capstone, everyone. 60 minutes. Then the closing, 30 minutes.</a:t>
            </a:r>
          </a:p>
          <a:p>
            <a:r>
              <a:t>Breaks between modules and an hour for lunch after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Breaks between modules and an hour for lunch after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 intro, then the free offer: tinyurl.com/th-offer, on screen again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40B87-443D-4E3D-A216-6700B651FC5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258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instructor half: the module's theme, then all three features demoed live in .NET. The build half is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Pick the Recommended lab unless you have a reason not to; the other two are for anyone with time left, and every lab has a stretch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capstone splits 10 and 50 instead of 30 and 60, and there is no menu: everyone builds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 hard here. Ten labs in a day is not the goal, and nobody is behind. Helping the person next to you is a good use of leftover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.NET projects are the demo; the Python and TypeScript ports produce the same output, so pick whichever you read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FC641-4046-3442-7DC6-3418FFF4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4E430-C941-D660-C14F-652BA5D54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B5FCE-5A3A-3820-F5BE-559461904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.NET projects are the demo; the Python and TypeScript ports produce the same output, so pick whichever you read fastest.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65DAF-ABE2-758A-7C63-C94331115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69162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When to reach for it: the user problem this feature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Think: the one line you say to your boss.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Difficulty: easy, medium, or hard, as measured by building all 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cards become the framework we assemble in the closing session; it's the artifact you take back to work. Point at docs/decision-framework.md in the repo now so people know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local models, about 5 GB, no GPU. Free, private, and they run on the laptop in front of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Foundry only where model quality changes the answer: 03's comparison, 05's generation, and the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payoffs: you learn where free/private/small is enough, and most of the day survives conference wifi.</a:t>
            </a:r>
          </a:p>
          <a:p>
            <a:r>
              <a:t>Rows 1 through 8 of the framework mostly run on free local models. That is a finding your leadership will care about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 the diagram box by box as you talk, and leave the picture in people's heads for the day. It starts with your data: a report, a query, an 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prompt: the instruction, the data, and the shape you want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model, over HTTP. Ollama on the laptop or Foundry in the cloud; same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Output your code checks before anything trusts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Your UI. The user never sees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features, one shape. What changes per feature is the data going in, the instruction, and what your code does with what comes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is one box; the rest is ordinary software your team already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Modules 2 to 4 add a vector store, a retrieval step, a tool loop. Every module opens with a version of this diagram with more boxes; point back to this one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Ollama listens on localhost:11434: /api/chat and /api/embed. It also exposes an OpenAI-compatible /v1.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Foundry serves gpt-4.1 and gpt-5.5 per deployment name, at the chat/completions path with an api-key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request to each on screen: the smoke test's local chat and its cloud chat, side by side. Point at the URL and the header. Same request shape, a URL and a key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 00's smoke test sends these requests raw, with the SDK removed; Microsoft.Extensions.AI and the openai package are wrappers over these POSTs. This is why the three language tracks look alike and why local-to-cloud is a config change, which the next slide makes concrete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.NET demo uses Microsoft.Extensions.AI: IChatClient for chat, IEmbeddingGenerator for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Ollama today, Azure OpenAI tomorrow, is a change in DI registration, not in the feature. Show the two registration lines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03 and 05 do the swap live, and both are optional labs.</a:t>
            </a:r>
          </a:p>
          <a:p>
            <a:r>
              <a:t>This is the one "framework" slide of the day; move on. That is all the framework talk the day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app from the story. Fictional, built for today, and every feature you see runs inside it.</a:t>
            </a:r>
          </a:p>
          <a:p>
            <a:r>
              <a:t>Two minutes, not a tour; each lab doc describes its own data when people get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Two hundred trails in the catalog. Forty trip reports, about 1,200 words each, written by people who love gear more than brevity.</a:t>
            </a:r>
          </a:p>
          <a:p>
            <a:r>
              <a:rPr dirty="0"/>
              <a:t>Switch to VS Code: modules/M1-understanding/F01-summarization/data/tr-0004.md. Scroll slowly. Do not read it aloud.</a:t>
            </a:r>
          </a:p>
          <a:p>
            <a:r>
              <a:rPr dirty="0"/>
              <a:t>Airport sandwiches. Huckleberry ice cream. And somewhere in the middle, one sentence about a bridge. That is the problem feature 01 solves in about twenty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hundred gear reviews with star ratings that lie. Feature 03 measures how often.</a:t>
            </a:r>
          </a:p>
          <a:p>
            <a:r>
              <a:t>Twenty-five regulation documents, written like real ones. Feature 05 answers questions from them, with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hundred visitor inquiries; two are emergencies, and feature 07 must never miss them.</a:t>
            </a:r>
          </a:p>
          <a:p>
            <a:r>
              <a:t>Five hundred trail-condition reports, boring on purpose. Feature 08 finds the two clusters that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Weather, campsites, permits: JSON files in a folder. Nothing today calls a real park. Feature 10 treats them as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 park names, invented rules. Do not plan a trip from it.</a:t>
            </a:r>
          </a:p>
          <a:p>
            <a:r>
              <a:t>Two facts are planted in this corpus and you will meet them all day. The footbridge on Avalanche Lake Trail, trail-0117, washed out in June 2026: her bridge from the story. And a bear-activity spike on Hidden Meadow Trail, trail-0042, late June into early July, which nobody mentions until feature 08 finds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9/3/26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17.svg"/><Relationship Id="rId6" Type="http://schemas.openxmlformats.org/officeDocument/2006/relationships/image" Target="../media/image18.svg"/><Relationship Id="rId7" Type="http://schemas.openxmlformats.org/officeDocument/2006/relationships/image" Target="../media/image19.svg"/><Relationship Id="rId8" Type="http://schemas.openxmlformats.org/officeDocument/2006/relationships/image" Target="../media/image20.svg"/><Relationship Id="rId9" Type="http://schemas.openxmlformats.org/officeDocument/2006/relationships/image" Target="../media/image21.svg"/><Relationship Id="rId10" Type="http://schemas.openxmlformats.org/officeDocument/2006/relationships/image" Target="../media/image22.svg"/><Relationship Id="rId11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jpeg"/><Relationship Id="rId4" Type="http://schemas.openxmlformats.org/officeDocument/2006/relationships/image" Target="../media/image25.org&amp;utm_campaign=index&amp;utm_content=original"/><Relationship Id="rId5" Type="http://schemas.openxmlformats.org/officeDocument/2006/relationships/image" Target="../media/image26.org&amp;utm_campaign=index&amp;utm_content=original"/><Relationship Id="rId6" Type="http://schemas.openxmlformats.org/officeDocument/2006/relationships/image" Target="../media/image27.org&amp;utm_campaign=index&amp;utm_content=thumbnai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jpeg"/><Relationship Id="rId4" Type="http://schemas.openxmlformats.org/officeDocument/2006/relationships/image" Target="../media/image25.org&amp;utm_campaign=index&amp;utm_content=original"/><Relationship Id="rId5" Type="http://schemas.openxmlformats.org/officeDocument/2006/relationships/image" Target="../media/image26.org&amp;utm_campaign=index&amp;utm_content=original"/><Relationship Id="rId6" Type="http://schemas.openxmlformats.org/officeDocument/2006/relationships/image" Target="../media/image27.org&amp;utm_campaign=index&amp;utm_content=thumbnai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" descr="A close-up of a person&#10;&#10;Description automatically generated">
            <a:extLst>
              <a:ext uri="{FF2B5EF4-FFF2-40B4-BE49-F238E27FC236}">
                <a16:creationId xmlns:a16="http://schemas.microsoft.com/office/drawing/2014/main" id="{6BA25722-2173-BB49-D3B6-69CF357CD1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547"/>
          <a:stretch/>
        </p:blipFill>
        <p:spPr>
          <a:xfrm>
            <a:off x="0" y="9846"/>
            <a:ext cx="12192000" cy="318574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2AA3203-CCC3-7706-8F8F-1528AF22EF87}"/>
              </a:ext>
            </a:extLst>
          </p:cNvPr>
          <p:cNvSpPr txBox="1">
            <a:spLocks/>
          </p:cNvSpPr>
          <p:nvPr/>
        </p:nvSpPr>
        <p:spPr>
          <a:xfrm>
            <a:off x="690133" y="3340420"/>
            <a:ext cx="7300928" cy="1539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50" kern="1200" spc="-90" baseline="0">
                <a:solidFill>
                  <a:schemeClr val="accent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5400" b="1" dirty="0"/>
              <a:t>Building Pragmatic AI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D4CE94E-AC66-87F4-47E1-80C357655A1B}"/>
              </a:ext>
            </a:extLst>
          </p:cNvPr>
          <p:cNvSpPr txBox="1">
            <a:spLocks/>
          </p:cNvSpPr>
          <p:nvPr/>
        </p:nvSpPr>
        <p:spPr>
          <a:xfrm>
            <a:off x="667998" y="4659524"/>
            <a:ext cx="6791581" cy="1535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8580" indent="-68580" algn="l" defTabSz="685800" rtl="0" eaLnBrk="1" latinLnBrk="0" hangingPunct="1">
              <a:lnSpc>
                <a:spcPct val="85000"/>
              </a:lnSpc>
              <a:spcBef>
                <a:spcPts val="975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260604" indent="-257175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11480" indent="-41148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5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617220" indent="-61722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822960" indent="-82296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9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0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20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350000" indent="-171450" algn="l" defTabSz="685800" rtl="0" eaLnBrk="1" latinLnBrk="0" hangingPunct="1">
              <a:lnSpc>
                <a:spcPct val="85000"/>
              </a:lnSpc>
              <a:spcBef>
                <a:spcPts val="450"/>
              </a:spcBef>
              <a:buFont typeface="Arial" pitchFamily="34" charset="0"/>
              <a:buChar char=" "/>
              <a:defRPr sz="13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dirty="0"/>
              <a:t>10 AI Features Your Users Actually Want</a:t>
            </a:r>
            <a:endParaRPr lang="en-US" sz="4000" dirty="0">
              <a:solidFill>
                <a:srgbClr val="000000"/>
              </a:solidFill>
              <a:latin typeface="Komika Axi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80AB0-9592-FC7D-0EA3-04D0FC228422}"/>
              </a:ext>
            </a:extLst>
          </p:cNvPr>
          <p:cNvSpPr txBox="1"/>
          <p:nvPr/>
        </p:nvSpPr>
        <p:spPr>
          <a:xfrm>
            <a:off x="9009918" y="5825882"/>
            <a:ext cx="269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Jonathan “J.” Tower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912A263-871C-941D-4984-9C52334DE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91" y="3655584"/>
            <a:ext cx="2170298" cy="217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53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000"/>
              <a:t>🦙 ollama.com/download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000"/>
              <a:t>🦙 ollama.com/download</a:t>
            </a:r>
          </a:p>
          <a:p>
            <a:r>
              <a:rPr sz="2000"/>
              <a:t>⬇️ </a:t>
            </a:r>
            <a:r>
              <a:rPr sz="2000">
                <a:latin typeface="Consolas"/>
              </a:rPr>
              <a:t>ollama pull</a:t>
            </a:r>
            <a:r>
              <a:rPr sz="2000"/>
              <a:t> · </a:t>
            </a:r>
            <a:r>
              <a:rPr sz="2000">
                <a:latin typeface="Consolas"/>
              </a:rPr>
              <a:t>llama3.2</a:t>
            </a:r>
            <a:r>
              <a:rPr sz="2000"/>
              <a:t> · </a:t>
            </a:r>
            <a:r>
              <a:rPr sz="2000">
                <a:latin typeface="Consolas"/>
              </a:rPr>
              <a:t>phi3</a:t>
            </a:r>
            <a:r>
              <a:rPr sz="2000"/>
              <a:t> · </a:t>
            </a:r>
            <a:r>
              <a:rPr sz="2000">
                <a:latin typeface="Consolas"/>
              </a:rPr>
              <a:t>nomic-embed-text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000" dirty="0"/>
              <a:t>🦙 </a:t>
            </a:r>
            <a:r>
              <a:rPr sz="2000" dirty="0" err="1"/>
              <a:t>ollama.com</a:t>
            </a:r>
            <a:r>
              <a:rPr sz="2000" dirty="0"/>
              <a:t>/download</a:t>
            </a:r>
          </a:p>
          <a:p>
            <a:r>
              <a:rPr sz="2000" dirty="0"/>
              <a:t>⬇️ </a:t>
            </a:r>
            <a:r>
              <a:rPr sz="2000" dirty="0" err="1">
                <a:latin typeface="Consolas"/>
              </a:rPr>
              <a:t>ollama</a:t>
            </a:r>
            <a:r>
              <a:rPr sz="2000" dirty="0">
                <a:latin typeface="Consolas"/>
              </a:rPr>
              <a:t> pull</a:t>
            </a:r>
            <a:r>
              <a:rPr sz="2000" dirty="0"/>
              <a:t> · </a:t>
            </a:r>
            <a:r>
              <a:rPr sz="2000" dirty="0">
                <a:latin typeface="Consolas"/>
              </a:rPr>
              <a:t>llama3.2</a:t>
            </a:r>
            <a:r>
              <a:rPr sz="2000" dirty="0"/>
              <a:t> · </a:t>
            </a:r>
            <a:r>
              <a:rPr sz="2000" dirty="0">
                <a:latin typeface="Consolas"/>
              </a:rPr>
              <a:t>phi3</a:t>
            </a:r>
            <a:r>
              <a:rPr sz="2000" dirty="0"/>
              <a:t> · </a:t>
            </a:r>
            <a:r>
              <a:rPr sz="2000" dirty="0">
                <a:latin typeface="Consolas"/>
              </a:rPr>
              <a:t>nomic-embed-text</a:t>
            </a:r>
          </a:p>
          <a:p>
            <a:r>
              <a:rPr sz="2000" dirty="0"/>
              <a:t>🧰 VS Code + REST Client (</a:t>
            </a:r>
            <a:r>
              <a:rPr sz="2000" dirty="0" err="1">
                <a:latin typeface="Consolas"/>
              </a:rPr>
              <a:t>humao.rest</a:t>
            </a:r>
            <a:r>
              <a:rPr sz="2000" dirty="0">
                <a:latin typeface="Consolas"/>
              </a:rPr>
              <a:t>-client</a:t>
            </a:r>
            <a:r>
              <a:rPr sz="2000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000"/>
              <a:t>🦙 ollama.com/download</a:t>
            </a:r>
          </a:p>
          <a:p>
            <a:r>
              <a:rPr sz="2000"/>
              <a:t>⬇️ </a:t>
            </a:r>
            <a:r>
              <a:rPr sz="2000">
                <a:latin typeface="Consolas"/>
              </a:rPr>
              <a:t>ollama pull</a:t>
            </a:r>
            <a:r>
              <a:rPr sz="2000"/>
              <a:t> · </a:t>
            </a:r>
            <a:r>
              <a:rPr sz="2000">
                <a:latin typeface="Consolas"/>
              </a:rPr>
              <a:t>llama3.2</a:t>
            </a:r>
            <a:r>
              <a:rPr sz="2000"/>
              <a:t> · </a:t>
            </a:r>
            <a:r>
              <a:rPr sz="2000">
                <a:latin typeface="Consolas"/>
              </a:rPr>
              <a:t>phi3</a:t>
            </a:r>
            <a:r>
              <a:rPr sz="2000"/>
              <a:t> · </a:t>
            </a:r>
            <a:r>
              <a:rPr sz="2000">
                <a:latin typeface="Consolas"/>
              </a:rPr>
              <a:t>nomic-embed-text</a:t>
            </a:r>
          </a:p>
          <a:p>
            <a:r>
              <a:rPr sz="2000"/>
              <a:t>🧰 VS Code + REST Client (</a:t>
            </a:r>
            <a:r>
              <a:rPr sz="2000">
                <a:latin typeface="Consolas"/>
              </a:rPr>
              <a:t>humao.rest-client</a:t>
            </a:r>
            <a:r>
              <a:rPr sz="2000"/>
              <a:t>)</a:t>
            </a:r>
          </a:p>
          <a:p>
            <a:r>
              <a:rPr sz="2000"/>
              <a:t>⌨️ C#, Python, or TypeScript, and its runtime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000"/>
              <a:t>🦙 ollama.com/download</a:t>
            </a:r>
          </a:p>
          <a:p>
            <a:r>
              <a:rPr sz="2000"/>
              <a:t>⬇️ </a:t>
            </a:r>
            <a:r>
              <a:rPr sz="2000">
                <a:latin typeface="Consolas"/>
              </a:rPr>
              <a:t>ollama pull</a:t>
            </a:r>
            <a:r>
              <a:rPr sz="2000"/>
              <a:t> · </a:t>
            </a:r>
            <a:r>
              <a:rPr sz="2000">
                <a:latin typeface="Consolas"/>
              </a:rPr>
              <a:t>llama3.2</a:t>
            </a:r>
            <a:r>
              <a:rPr sz="2000"/>
              <a:t> · </a:t>
            </a:r>
            <a:r>
              <a:rPr sz="2000">
                <a:latin typeface="Consolas"/>
              </a:rPr>
              <a:t>phi3</a:t>
            </a:r>
            <a:r>
              <a:rPr sz="2000"/>
              <a:t> · </a:t>
            </a:r>
            <a:r>
              <a:rPr sz="2000">
                <a:latin typeface="Consolas"/>
              </a:rPr>
              <a:t>nomic-embed-text</a:t>
            </a:r>
          </a:p>
          <a:p>
            <a:r>
              <a:rPr sz="2000"/>
              <a:t>🧰 VS Code + REST Client (</a:t>
            </a:r>
            <a:r>
              <a:rPr sz="2000">
                <a:latin typeface="Consolas"/>
              </a:rPr>
              <a:t>humao.rest-client</a:t>
            </a:r>
            <a:r>
              <a:rPr sz="2000"/>
              <a:t>)</a:t>
            </a:r>
          </a:p>
          <a:p>
            <a:r>
              <a:rPr sz="2000"/>
              <a:t>⌨️ C#, Python, or TypeScript, and its runtime</a:t>
            </a:r>
          </a:p>
          <a:p>
            <a:r>
              <a:rPr sz="2000"/>
              <a:t>📦 </a:t>
            </a:r>
            <a:r>
              <a:rPr sz="2000">
                <a:latin typeface="Consolas"/>
              </a:rPr>
              <a:t>git clone</a:t>
            </a:r>
            <a:r>
              <a:rPr sz="2000"/>
              <a:t> github.com/trailheadtechnology/10-ai-features-workshop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 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000"/>
              <a:t>🦙 ollama.com/download</a:t>
            </a:r>
          </a:p>
          <a:p>
            <a:r>
              <a:rPr sz="2000"/>
              <a:t>⬇️ </a:t>
            </a:r>
            <a:r>
              <a:rPr sz="2000">
                <a:latin typeface="Consolas"/>
              </a:rPr>
              <a:t>ollama pull</a:t>
            </a:r>
            <a:r>
              <a:rPr sz="2000"/>
              <a:t> · </a:t>
            </a:r>
            <a:r>
              <a:rPr sz="2000">
                <a:latin typeface="Consolas"/>
              </a:rPr>
              <a:t>llama3.2</a:t>
            </a:r>
            <a:r>
              <a:rPr sz="2000"/>
              <a:t> · </a:t>
            </a:r>
            <a:r>
              <a:rPr sz="2000">
                <a:latin typeface="Consolas"/>
              </a:rPr>
              <a:t>phi3</a:t>
            </a:r>
            <a:r>
              <a:rPr sz="2000"/>
              <a:t> · </a:t>
            </a:r>
            <a:r>
              <a:rPr sz="2000">
                <a:latin typeface="Consolas"/>
              </a:rPr>
              <a:t>nomic-embed-text</a:t>
            </a:r>
          </a:p>
          <a:p>
            <a:r>
              <a:rPr sz="2000"/>
              <a:t>🧰 VS Code + REST Client (</a:t>
            </a:r>
            <a:r>
              <a:rPr sz="2000">
                <a:latin typeface="Consolas"/>
              </a:rPr>
              <a:t>humao.rest-client</a:t>
            </a:r>
            <a:r>
              <a:rPr sz="2000"/>
              <a:t>)</a:t>
            </a:r>
          </a:p>
          <a:p>
            <a:r>
              <a:rPr sz="2000"/>
              <a:t>⌨️ C#, Python, or TypeScript, and its runtime</a:t>
            </a:r>
          </a:p>
          <a:p>
            <a:r>
              <a:rPr sz="2000"/>
              <a:t>📦 </a:t>
            </a:r>
            <a:r>
              <a:rPr sz="2000">
                <a:latin typeface="Consolas"/>
              </a:rPr>
              <a:t>git clone</a:t>
            </a:r>
            <a:r>
              <a:rPr sz="2000"/>
              <a:t> github.com/trailheadtechnology/10-ai-features-workshop</a:t>
            </a:r>
          </a:p>
          <a:p>
            <a:r>
              <a:rPr sz="2000"/>
              <a:t>☁️ Azure OpenAI: nothing to install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First, Prove Your Machine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400">
                <a:latin typeface="Consolas"/>
              </a:rPr>
              <a:t>http/smoke-test.http</a:t>
            </a:r>
          </a:p>
          <a:p>
            <a:r>
              <a:rPr sz="2400"/>
              <a:t>💬 local chat · 🔢 local embeddings · ☁️ Azure chat</a:t>
            </a:r>
          </a:p>
          <a:p>
            <a:r>
              <a:rPr sz="2400"/>
              <a:t>✅ Three JSON responses, no red text</a:t>
            </a:r>
          </a:p>
          <a:p>
            <a:r>
              <a:rPr sz="2400"/>
              <a:t>🖐️ Broken? Raise a hand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AC3B2-33DC-7818-4F2E-20E827027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2967335"/>
            <a:ext cx="599694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Saturday. 5:58 a.m.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39F663-F4F0-806B-B885-435A96916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5932" y="0"/>
            <a:ext cx="9400032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862060" y="2551837"/>
            <a:ext cx="311404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Avalanche Lake Trail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551837"/>
            <a:ext cx="278384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41 trip reports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A1668C-0901-C324-6578-ACFF6CF77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244" y="0"/>
            <a:ext cx="102778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8500" y="2551837"/>
            <a:ext cx="302006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She read three.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9F8E55-8153-0112-9BC3-641DDB2C5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41600" y="0"/>
            <a:ext cx="1027785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74400"/>
            <a:ext cx="3837940" cy="55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"The footbridge at the creek is gone. We had to turn around."</a:t>
            </a:r>
          </a:p>
          <a:p>
            <a:pPr algn="ctr"/>
            <a:r>
              <a:rPr sz="2800" dirty="0"/>
              <a:t>Report #14 of 41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1038F6-E05F-A23C-600D-BE4DB04FB0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35"/>
          <a:stretch>
            <a:fillRect/>
          </a:stretch>
        </p:blipFill>
        <p:spPr>
          <a:xfrm>
            <a:off x="5359400" y="0"/>
            <a:ext cx="838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76260" y="2136338"/>
            <a:ext cx="3418840" cy="25853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Mile </a:t>
            </a:r>
            <a:r>
              <a:rPr lang="en-US" sz="5400" dirty="0"/>
              <a:t>2 is </a:t>
            </a:r>
            <a:r>
              <a:rPr sz="5400" dirty="0"/>
              <a:t>where she found out.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BC475E-8513-CE57-1C40-2CDB60272A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11" r="11739"/>
          <a:stretch>
            <a:fillRect/>
          </a:stretch>
        </p:blipFill>
        <p:spPr>
          <a:xfrm>
            <a:off x="0" y="0"/>
            <a:ext cx="7518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551837"/>
            <a:ext cx="5730240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dirty="0"/>
              <a:t>The answer existed</a:t>
            </a:r>
            <a:r>
              <a:rPr lang="en-US" sz="5400" dirty="0"/>
              <a:t>, </a:t>
            </a:r>
            <a:br>
              <a:rPr lang="en-US" sz="5400" dirty="0"/>
            </a:br>
            <a:r>
              <a:rPr lang="en-US" sz="5400" dirty="0"/>
              <a:t>but it was buried.</a:t>
            </a:r>
            <a:endParaRPr sz="5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98BCB-25A6-21A1-0E33-0C3A594E6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92320E-39A1-8619-9101-65DEAF8C0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AC186A-8C8F-4ED9-BBB1-4749E274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98" y="639763"/>
            <a:ext cx="11253091" cy="54927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sz="5400" dirty="0">
                <a:solidFill>
                  <a:srgbClr val="FFFFFF"/>
                </a:solidFill>
              </a:rPr>
              <a:t>Ten </a:t>
            </a:r>
            <a:r>
              <a:rPr sz="5400" b="1" dirty="0">
                <a:solidFill>
                  <a:srgbClr val="FFFFFF"/>
                </a:solidFill>
              </a:rPr>
              <a:t>shippable</a:t>
            </a:r>
            <a:r>
              <a:rPr sz="5400" dirty="0">
                <a:solidFill>
                  <a:srgbClr val="FFFFFF"/>
                </a:solidFill>
              </a:rPr>
              <a:t> AI features that solve problems your users </a:t>
            </a:r>
            <a:r>
              <a:rPr sz="5400" b="1" dirty="0">
                <a:solidFill>
                  <a:srgbClr val="FFFFFF"/>
                </a:solidFill>
              </a:rPr>
              <a:t>already have</a:t>
            </a:r>
            <a:r>
              <a:rPr lang="en-US" sz="5400" dirty="0">
                <a:solidFill>
                  <a:srgbClr val="FFFFFF"/>
                </a:solidFill>
              </a:rPr>
              <a:t>,</a:t>
            </a:r>
            <a:r>
              <a:rPr sz="5400" dirty="0">
                <a:solidFill>
                  <a:srgbClr val="FFFFFF"/>
                </a:solidFill>
              </a:rPr>
              <a:t> and the judgment to know </a:t>
            </a:r>
            <a:r>
              <a:rPr lang="en-US" sz="5400" b="1" dirty="0">
                <a:solidFill>
                  <a:srgbClr val="FFFFFF"/>
                </a:solidFill>
              </a:rPr>
              <a:t>when</a:t>
            </a:r>
            <a:r>
              <a:rPr sz="5400" b="1" dirty="0">
                <a:solidFill>
                  <a:srgbClr val="FFFFFF"/>
                </a:solidFill>
              </a:rPr>
              <a:t> to build </a:t>
            </a:r>
            <a:r>
              <a:rPr lang="en-US" sz="5400" b="1" dirty="0">
                <a:solidFill>
                  <a:srgbClr val="FFFFFF"/>
                </a:solidFill>
              </a:rPr>
              <a:t>each</a:t>
            </a:r>
            <a:r>
              <a:rPr lang="en-US" sz="5400" dirty="0">
                <a:solidFill>
                  <a:srgbClr val="FFFFFF"/>
                </a:solidFill>
              </a:rPr>
              <a:t>.</a:t>
            </a:r>
            <a:endParaRPr sz="5400" dirty="0">
              <a:solidFill>
                <a:srgbClr val="FFFFFF"/>
              </a:solidFill>
            </a:endParaRPr>
          </a:p>
        </p:txBody>
      </p:sp>
      <p:pic>
        <p:nvPicPr>
          <p:cNvPr id="5" name="Picture 4" descr="A white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BA2C68D-2E57-F162-1104-F6BAFF7B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068" y="5904331"/>
            <a:ext cx="2694464" cy="66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29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Wrong Question and the Better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❌ "Where can we </a:t>
            </a:r>
            <a:r>
              <a:rPr lang="en-US" sz="3200" dirty="0"/>
              <a:t>use</a:t>
            </a:r>
            <a:r>
              <a:rPr sz="3200" dirty="0"/>
              <a:t> AI?"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Wrong Question and the Better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❌ "Where can we </a:t>
            </a:r>
            <a:r>
              <a:rPr lang="en-US" sz="3200" dirty="0"/>
              <a:t>use</a:t>
            </a:r>
            <a:r>
              <a:rPr sz="3200" dirty="0"/>
              <a:t> AI?"</a:t>
            </a:r>
          </a:p>
          <a:p>
            <a:r>
              <a:rPr sz="3200" dirty="0"/>
              <a:t>✅ "What problems can AI </a:t>
            </a:r>
            <a:r>
              <a:rPr sz="3200" i="1" dirty="0"/>
              <a:t>best</a:t>
            </a:r>
            <a:r>
              <a:rPr sz="3200" dirty="0"/>
              <a:t> solve for our users?"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"Users" Is a Broad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🥾 The hiker planning Saturday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"Users" Is a Broad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🥾 The hiker planning Saturday</a:t>
            </a:r>
          </a:p>
          <a:p>
            <a:r>
              <a:rPr sz="3200" dirty="0"/>
              <a:t>📊 The PM facing 300 reviews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"Users" Is a Broad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🥾 The hiker planning Saturday</a:t>
            </a:r>
          </a:p>
          <a:p>
            <a:r>
              <a:rPr sz="3200" dirty="0"/>
              <a:t>📊 The PM facing 300 reviews</a:t>
            </a:r>
          </a:p>
          <a:p>
            <a:r>
              <a:rPr sz="3200" dirty="0"/>
              <a:t>🏞️ The ranger facing a full inbox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"Users" Is a Broad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3200" dirty="0"/>
              <a:t>🥾 The hiker planning Saturday</a:t>
            </a:r>
          </a:p>
          <a:p>
            <a:r>
              <a:rPr sz="3200" dirty="0"/>
              <a:t>📊 The PM facing 300 reviews</a:t>
            </a:r>
          </a:p>
          <a:p>
            <a:r>
              <a:rPr sz="3200" dirty="0"/>
              <a:t>🏞️ The ranger facing a full inbox</a:t>
            </a:r>
          </a:p>
          <a:p>
            <a:endParaRPr lang="en-US" sz="3200" dirty="0"/>
          </a:p>
          <a:p>
            <a:r>
              <a:rPr sz="2400" dirty="0">
                <a:solidFill>
                  <a:schemeClr val="bg1">
                    <a:lumMod val="50000"/>
                  </a:schemeClr>
                </a:solidFill>
              </a:rPr>
              <a:t>Features 03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sz="2400" dirty="0">
                <a:solidFill>
                  <a:schemeClr val="bg1">
                    <a:lumMod val="50000"/>
                  </a:schemeClr>
                </a:solidFill>
              </a:rPr>
              <a:t>07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, and</a:t>
            </a:r>
            <a:r>
              <a:rPr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2400">
                <a:solidFill>
                  <a:schemeClr val="bg1">
                    <a:lumMod val="50000"/>
                  </a:schemeClr>
                </a:solidFill>
              </a:rPr>
              <a:t>08 </a:t>
            </a: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might </a:t>
            </a:r>
            <a:r>
              <a:rPr sz="2400">
                <a:solidFill>
                  <a:schemeClr val="bg1">
                    <a:lumMod val="50000"/>
                  </a:schemeClr>
                </a:solidFill>
              </a:rPr>
              <a:t>serve </a:t>
            </a:r>
            <a:r>
              <a:rPr sz="2400" dirty="0">
                <a:solidFill>
                  <a:schemeClr val="bg1">
                    <a:lumMod val="50000"/>
                  </a:schemeClr>
                </a:solidFill>
              </a:rPr>
              <a:t>the people running </a:t>
            </a:r>
            <a:r>
              <a:rPr sz="2400">
                <a:solidFill>
                  <a:schemeClr val="bg1">
                    <a:lumMod val="50000"/>
                  </a:schemeClr>
                </a:solidFill>
              </a:rPr>
              <a:t>the product</a:t>
            </a:r>
            <a:r>
              <a:rPr lang="en-US" sz="2400">
                <a:solidFill>
                  <a:schemeClr val="bg1">
                    <a:lumMod val="50000"/>
                  </a:schemeClr>
                </a:solidFill>
              </a:rPr>
              <a:t>.</a:t>
            </a:r>
            <a:endParaRPr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02292-A02E-CB8C-5068-086B8288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C697-781A-B745-D126-852AFFCD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35AF4DDB-400A-F4B1-07D9-66DC901F9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91B2C1-717F-250D-7EAF-66C3E3A6BB7F}"/>
              </a:ext>
            </a:extLst>
          </p:cNvPr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5" name="Picture 4" descr="search.png">
            <a:extLst>
              <a:ext uri="{FF2B5EF4-FFF2-40B4-BE49-F238E27FC236}">
                <a16:creationId xmlns:a16="http://schemas.microsoft.com/office/drawing/2014/main" id="{99FD210D-EEFC-1B46-9531-652507E99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20" y="246888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FC625C-D633-DF1E-FB15-5B0A208F2688}"/>
              </a:ext>
            </a:extLst>
          </p:cNvPr>
          <p:cNvSpPr txBox="1"/>
          <p:nvPr/>
        </p:nvSpPr>
        <p:spPr>
          <a:xfrm>
            <a:off x="287274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Search &amp;</a:t>
            </a:r>
          </a:p>
          <a:p>
            <a:pPr algn="ctr"/>
            <a:r>
              <a:rPr sz="2400" b="1"/>
              <a:t>Cited Answers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A3A9C153-D650-E78E-506B-ADB93559D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34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3991-7822-2030-6C12-43385069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A843-FC3D-497F-077C-9B34F2C9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08D5D3F6-67B5-AE19-5E97-165963548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8DEEF1-C321-BC4F-E763-3788DEBC5AAF}"/>
              </a:ext>
            </a:extLst>
          </p:cNvPr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5" name="Picture 4" descr="search.png">
            <a:extLst>
              <a:ext uri="{FF2B5EF4-FFF2-40B4-BE49-F238E27FC236}">
                <a16:creationId xmlns:a16="http://schemas.microsoft.com/office/drawing/2014/main" id="{46B01A29-A5CD-DBB2-332F-D12312173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20" y="246888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D8F158-A8A3-E894-9E58-EC54F6A385BA}"/>
              </a:ext>
            </a:extLst>
          </p:cNvPr>
          <p:cNvSpPr txBox="1"/>
          <p:nvPr/>
        </p:nvSpPr>
        <p:spPr>
          <a:xfrm>
            <a:off x="287274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Search &amp;</a:t>
            </a:r>
          </a:p>
          <a:p>
            <a:pPr algn="ctr"/>
            <a:r>
              <a:rPr sz="2400" b="1"/>
              <a:t>Cited Answers</a:t>
            </a:r>
          </a:p>
        </p:txBody>
      </p:sp>
      <p:pic>
        <p:nvPicPr>
          <p:cNvPr id="7" name="Picture 6" descr="shield-check.png">
            <a:extLst>
              <a:ext uri="{FF2B5EF4-FFF2-40B4-BE49-F238E27FC236}">
                <a16:creationId xmlns:a16="http://schemas.microsoft.com/office/drawing/2014/main" id="{D1C4B269-DEEC-971E-DA5D-92E9EF82B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660" y="2468880"/>
            <a:ext cx="868680" cy="86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6482DF-6BEE-EBA4-D63D-0E630BB54172}"/>
              </a:ext>
            </a:extLst>
          </p:cNvPr>
          <p:cNvSpPr txBox="1"/>
          <p:nvPr/>
        </p:nvSpPr>
        <p:spPr>
          <a:xfrm>
            <a:off x="502158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Routing &amp;</a:t>
            </a:r>
          </a:p>
          <a:p>
            <a:pPr algn="ctr"/>
            <a:r>
              <a:rPr sz="2400" b="1"/>
              <a:t>a Human Gate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AAEC11D7-65CA-BA75-5EEA-4598EC287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91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90CC-A9AB-5BE6-ADDC-BB586429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224A-8CFF-F63F-8B08-1B938000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2CF5F42C-1D69-69B8-F818-BC32F122C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A81686-7078-9486-E990-F5530B4C4F28}"/>
              </a:ext>
            </a:extLst>
          </p:cNvPr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5" name="Picture 4" descr="search.png">
            <a:extLst>
              <a:ext uri="{FF2B5EF4-FFF2-40B4-BE49-F238E27FC236}">
                <a16:creationId xmlns:a16="http://schemas.microsoft.com/office/drawing/2014/main" id="{DC9B6E6D-B44D-BC82-7853-27EE67E42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20" y="246888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9D8277-3A49-F31D-ABC9-DE2ABCB5948C}"/>
              </a:ext>
            </a:extLst>
          </p:cNvPr>
          <p:cNvSpPr txBox="1"/>
          <p:nvPr/>
        </p:nvSpPr>
        <p:spPr>
          <a:xfrm>
            <a:off x="287274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Search &amp;</a:t>
            </a:r>
          </a:p>
          <a:p>
            <a:pPr algn="ctr"/>
            <a:r>
              <a:rPr sz="2400" b="1"/>
              <a:t>Cited Answers</a:t>
            </a:r>
          </a:p>
        </p:txBody>
      </p:sp>
      <p:pic>
        <p:nvPicPr>
          <p:cNvPr id="7" name="Picture 6" descr="shield-check.png">
            <a:extLst>
              <a:ext uri="{FF2B5EF4-FFF2-40B4-BE49-F238E27FC236}">
                <a16:creationId xmlns:a16="http://schemas.microsoft.com/office/drawing/2014/main" id="{B03B3961-5DE3-A844-6B98-79E4055F2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660" y="2468880"/>
            <a:ext cx="868680" cy="86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E45F45-3119-FFC4-4E38-4DA3031254F7}"/>
              </a:ext>
            </a:extLst>
          </p:cNvPr>
          <p:cNvSpPr txBox="1"/>
          <p:nvPr/>
        </p:nvSpPr>
        <p:spPr>
          <a:xfrm>
            <a:off x="502158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Routing &amp;</a:t>
            </a:r>
          </a:p>
          <a:p>
            <a:pPr algn="ctr"/>
            <a:r>
              <a:rPr sz="2400" b="1"/>
              <a:t>a Human Gate</a:t>
            </a:r>
          </a:p>
        </p:txBody>
      </p:sp>
      <p:pic>
        <p:nvPicPr>
          <p:cNvPr id="9" name="Picture 8" descr="robot.png">
            <a:extLst>
              <a:ext uri="{FF2B5EF4-FFF2-40B4-BE49-F238E27FC236}">
                <a16:creationId xmlns:a16="http://schemas.microsoft.com/office/drawing/2014/main" id="{F6A1DB53-4413-CAA3-B051-3F8476444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2468880"/>
            <a:ext cx="868680" cy="868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4FB73C-F02A-41A3-4DF8-E1A1F9788260}"/>
              </a:ext>
            </a:extLst>
          </p:cNvPr>
          <p:cNvSpPr txBox="1"/>
          <p:nvPr/>
        </p:nvSpPr>
        <p:spPr>
          <a:xfrm>
            <a:off x="717042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A Bounded</a:t>
            </a:r>
          </a:p>
          <a:p>
            <a:pPr algn="ctr"/>
            <a:r>
              <a:rPr sz="2400" b="1"/>
              <a:t>Agent Loop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251C01E6-7A13-7673-F676-DF3577AE6C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35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05E8-B626-A4B3-EEB7-E5B5B45E8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F962-302E-121A-84AA-27E57FA5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Leave Able to Do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B617EEAA-D55A-CE10-A3B5-AE1D68832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468880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3176FE-DEC6-9766-C7AC-2C494B523A48}"/>
              </a:ext>
            </a:extLst>
          </p:cNvPr>
          <p:cNvSpPr txBox="1"/>
          <p:nvPr/>
        </p:nvSpPr>
        <p:spPr>
          <a:xfrm>
            <a:off x="72390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Summaries &amp;</a:t>
            </a:r>
          </a:p>
          <a:p>
            <a:pPr algn="ctr"/>
            <a:r>
              <a:rPr sz="2400" b="1" dirty="0"/>
              <a:t>Validat</a:t>
            </a:r>
            <a:r>
              <a:rPr lang="en-US" sz="2400" b="1" dirty="0"/>
              <a:t>ions</a:t>
            </a:r>
            <a:endParaRPr sz="2400" b="1" dirty="0"/>
          </a:p>
        </p:txBody>
      </p:sp>
      <p:pic>
        <p:nvPicPr>
          <p:cNvPr id="5" name="Picture 4" descr="search.png">
            <a:extLst>
              <a:ext uri="{FF2B5EF4-FFF2-40B4-BE49-F238E27FC236}">
                <a16:creationId xmlns:a16="http://schemas.microsoft.com/office/drawing/2014/main" id="{B7435854-E308-9334-F830-B74C3E53F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820" y="246888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6A33A4-A3EA-FF13-CC14-D92A92E5B2AF}"/>
              </a:ext>
            </a:extLst>
          </p:cNvPr>
          <p:cNvSpPr txBox="1"/>
          <p:nvPr/>
        </p:nvSpPr>
        <p:spPr>
          <a:xfrm>
            <a:off x="287274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Search &amp;</a:t>
            </a:r>
          </a:p>
          <a:p>
            <a:pPr algn="ctr"/>
            <a:r>
              <a:rPr sz="2400" b="1"/>
              <a:t>Cited Answers</a:t>
            </a:r>
          </a:p>
        </p:txBody>
      </p:sp>
      <p:pic>
        <p:nvPicPr>
          <p:cNvPr id="7" name="Picture 6" descr="shield-check.png">
            <a:extLst>
              <a:ext uri="{FF2B5EF4-FFF2-40B4-BE49-F238E27FC236}">
                <a16:creationId xmlns:a16="http://schemas.microsoft.com/office/drawing/2014/main" id="{7AE18BB1-6042-571C-548D-5E7B79716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660" y="2468880"/>
            <a:ext cx="868680" cy="86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A7BAD5-53FC-363F-871F-1BA61ACCB901}"/>
              </a:ext>
            </a:extLst>
          </p:cNvPr>
          <p:cNvSpPr txBox="1"/>
          <p:nvPr/>
        </p:nvSpPr>
        <p:spPr>
          <a:xfrm>
            <a:off x="502158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Routing &amp;</a:t>
            </a:r>
          </a:p>
          <a:p>
            <a:pPr algn="ctr"/>
            <a:r>
              <a:rPr sz="2400" b="1"/>
              <a:t>a Human Gate</a:t>
            </a:r>
          </a:p>
        </p:txBody>
      </p:sp>
      <p:pic>
        <p:nvPicPr>
          <p:cNvPr id="9" name="Picture 8" descr="robot.png">
            <a:extLst>
              <a:ext uri="{FF2B5EF4-FFF2-40B4-BE49-F238E27FC236}">
                <a16:creationId xmlns:a16="http://schemas.microsoft.com/office/drawing/2014/main" id="{213019EC-D99D-C75B-2972-A94D46FB2D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0" y="2468880"/>
            <a:ext cx="868680" cy="868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8ACEB8-4437-80A1-6341-5C7D4E7811D9}"/>
              </a:ext>
            </a:extLst>
          </p:cNvPr>
          <p:cNvSpPr txBox="1"/>
          <p:nvPr/>
        </p:nvSpPr>
        <p:spPr>
          <a:xfrm>
            <a:off x="717042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A Bounded</a:t>
            </a:r>
          </a:p>
          <a:p>
            <a:pPr algn="ctr"/>
            <a:r>
              <a:rPr sz="2400" b="1"/>
              <a:t>Agent Loop</a:t>
            </a:r>
          </a:p>
        </p:txBody>
      </p:sp>
      <p:pic>
        <p:nvPicPr>
          <p:cNvPr id="11" name="Picture 10" descr="Programmer female with solid fill">
            <a:extLst>
              <a:ext uri="{FF2B5EF4-FFF2-40B4-BE49-F238E27FC236}">
                <a16:creationId xmlns:a16="http://schemas.microsoft.com/office/drawing/2014/main" id="{CCD31303-BB80-48BD-BF73-6646DCDA6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959340" y="2468880"/>
            <a:ext cx="868680" cy="8686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0224E8-C54F-63CC-8B50-E92CEDCB04C4}"/>
              </a:ext>
            </a:extLst>
          </p:cNvPr>
          <p:cNvSpPr txBox="1"/>
          <p:nvPr/>
        </p:nvSpPr>
        <p:spPr>
          <a:xfrm>
            <a:off x="9319260" y="3520440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See 10;</a:t>
            </a:r>
            <a:endParaRPr sz="2400" b="1" dirty="0"/>
          </a:p>
          <a:p>
            <a:pPr algn="ctr"/>
            <a:r>
              <a:rPr lang="en-US" sz="2400" b="1" dirty="0"/>
              <a:t>Build 4+</a:t>
            </a:r>
            <a:endParaRPr sz="2400" b="1" dirty="0"/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0FBDDEB4-E1A0-2BE8-EEB8-9656322FBB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59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1 · Understanding: summarize, extract, sentiment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1 · Understanding: summarize, extract, sentiment </a:t>
            </a:r>
            <a:endParaRPr lang="en-US" sz="2800" dirty="0"/>
          </a:p>
          <a:p>
            <a:r>
              <a:rPr sz="2800" dirty="0"/>
              <a:t>2 · Finding: search, RAG, recommend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1 · Understanding: summarize, extract, sentiment</a:t>
            </a:r>
          </a:p>
          <a:p>
            <a:r>
              <a:rPr sz="2800" dirty="0"/>
              <a:t>2 · Finding: search, RAG, recommend </a:t>
            </a:r>
          </a:p>
          <a:p>
            <a:r>
              <a:rPr sz="2800" dirty="0"/>
              <a:t>3 · Deciding: route, detect, approve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1 · Understanding: summarize, extract, sentiment </a:t>
            </a:r>
          </a:p>
          <a:p>
            <a:r>
              <a:rPr sz="2800" dirty="0"/>
              <a:t>2 · Finding: search, RAG, recommend </a:t>
            </a:r>
          </a:p>
          <a:p>
            <a:r>
              <a:rPr sz="2800" dirty="0"/>
              <a:t>3 · Deciding: route, detect, approve </a:t>
            </a:r>
            <a:endParaRPr lang="en-US" sz="2800" dirty="0"/>
          </a:p>
          <a:p>
            <a:r>
              <a:rPr sz="2800" dirty="0"/>
              <a:t>4 · Doing: the agent capstone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The </a:t>
            </a:r>
            <a:r>
              <a:rPr lang="en-US" dirty="0"/>
              <a:t>Schedule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73D13F6-8DFA-C7C6-2097-C92C927E48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580865"/>
              </p:ext>
            </p:extLst>
          </p:nvPr>
        </p:nvGraphicFramePr>
        <p:xfrm>
          <a:off x="719137" y="1833562"/>
          <a:ext cx="1075372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5925">
                  <a:extLst>
                    <a:ext uri="{9D8B030D-6E8A-4147-A177-3AD203B41FA5}">
                      <a16:colId xmlns:a16="http://schemas.microsoft.com/office/drawing/2014/main" val="2601509564"/>
                    </a:ext>
                  </a:extLst>
                </a:gridCol>
                <a:gridCol w="6235700">
                  <a:extLst>
                    <a:ext uri="{9D8B030D-6E8A-4147-A177-3AD203B41FA5}">
                      <a16:colId xmlns:a16="http://schemas.microsoft.com/office/drawing/2014/main" val="3413877516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733961774"/>
                    </a:ext>
                  </a:extLst>
                </a:gridCol>
              </a:tblGrid>
              <a:tr h="4340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52973"/>
                  </a:ext>
                </a:extLst>
              </a:tr>
              <a:tr h="376142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00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Setup,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935357"/>
                  </a:ext>
                </a:extLst>
              </a:tr>
              <a:tr h="954822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01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F01 Summarize, 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F02 Extract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F03 Sentiment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90 min</a:t>
                      </a:r>
                    </a:p>
                    <a:p>
                      <a:endParaRPr lang="en-US" sz="20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779902"/>
                  </a:ext>
                </a:extLst>
              </a:tr>
              <a:tr h="95482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02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F04 Search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F05 RAG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F06 Recommend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90 min</a:t>
                      </a:r>
                    </a:p>
                    <a:p>
                      <a:endParaRPr lang="en-US" sz="20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070859"/>
                  </a:ext>
                </a:extLst>
              </a:tr>
              <a:tr h="95482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03 Deciding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F07 Route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F08 Detect</a:t>
                      </a:r>
                    </a:p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F09 Approve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90 min</a:t>
                      </a:r>
                    </a:p>
                    <a:p>
                      <a:endParaRPr lang="en-US" sz="20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737505"/>
                  </a:ext>
                </a:extLst>
              </a:tr>
              <a:tr h="37614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04 Doing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F10 Agent capstone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214635"/>
                  </a:ext>
                </a:extLst>
              </a:tr>
              <a:tr h="37614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05 Closing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 decision framework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5669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654" y="1662612"/>
            <a:ext cx="4981194" cy="456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800" dirty="0"/>
              <a:t>Principal Consultant &amp; Partner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79" y="2219760"/>
            <a:ext cx="4480945" cy="1183348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136234" y="4478455"/>
            <a:ext cx="5293765" cy="134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33363" algn="ctr"/>
                <a:tab pos="457200" algn="l"/>
              </a:tabLst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6C93C-026F-4286-A517-9691B6D5B7AE}"/>
              </a:ext>
            </a:extLst>
          </p:cNvPr>
          <p:cNvSpPr txBox="1"/>
          <p:nvPr/>
        </p:nvSpPr>
        <p:spPr>
          <a:xfrm>
            <a:off x="43543" y="6165686"/>
            <a:ext cx="12148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0072C6"/>
                </a:solidFill>
              </a:rPr>
              <a:t>github.com/</a:t>
            </a:r>
            <a:r>
              <a:rPr lang="en-US" sz="2400" b="1" u="sng" dirty="0" err="1">
                <a:solidFill>
                  <a:srgbClr val="0072C6"/>
                </a:solidFill>
              </a:rPr>
              <a:t>trailheadtechnology</a:t>
            </a:r>
            <a:r>
              <a:rPr lang="en-US" sz="2400" b="1" u="sng" dirty="0">
                <a:solidFill>
                  <a:srgbClr val="0072C6"/>
                </a:solidFill>
              </a:rPr>
              <a:t>/10-ai-features-workshop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9C7D46-B427-B1BB-7A1F-392BCB23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09" y="499533"/>
            <a:ext cx="10772775" cy="1658198"/>
          </a:xfrm>
        </p:spPr>
        <p:txBody>
          <a:bodyPr/>
          <a:lstStyle/>
          <a:p>
            <a:r>
              <a:rPr lang="en-US" sz="4400" dirty="0"/>
              <a:t>Jonathan "J." Tower</a:t>
            </a: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712ED-3129-723F-6D31-0A740072EA88}"/>
              </a:ext>
            </a:extLst>
          </p:cNvPr>
          <p:cNvCxnSpPr>
            <a:cxnSpLocks/>
          </p:cNvCxnSpPr>
          <p:nvPr/>
        </p:nvCxnSpPr>
        <p:spPr>
          <a:xfrm>
            <a:off x="7032517" y="1236032"/>
            <a:ext cx="44229" cy="4495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422206-0EEA-0ED9-B408-CC3FB282F987}"/>
              </a:ext>
            </a:extLst>
          </p:cNvPr>
          <p:cNvSpPr txBox="1">
            <a:spLocks/>
          </p:cNvSpPr>
          <p:nvPr/>
        </p:nvSpPr>
        <p:spPr>
          <a:xfrm>
            <a:off x="1505728" y="3621826"/>
            <a:ext cx="3444002" cy="2109323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13x Microsoft MVP in .NET and AI</a:t>
            </a:r>
          </a:p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VP of .NET Foundation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Blue Blazes podcast host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jtower@trailheadtechnology.com</a:t>
            </a:r>
            <a:endParaRPr lang="en-US" sz="15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trailheadtechnology.com</a:t>
            </a: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/blog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 err="1">
                <a:solidFill>
                  <a:prstClr val="black">
                    <a:lumMod val="85000"/>
                    <a:lumOff val="15000"/>
                  </a:prstClr>
                </a:solidFill>
              </a:rPr>
              <a:t>jtowermi</a:t>
            </a:r>
            <a:endParaRPr lang="en-US" sz="15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Jonathan “J.” Tower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7CF00E-0AEA-5733-E1CC-FB07798EA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806" y="3631325"/>
            <a:ext cx="229751" cy="20422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5990DF9-6E57-EEB6-C725-C56866119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5718">
            <a:off x="1256708" y="4531226"/>
            <a:ext cx="204223" cy="20422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0FDDDAC-FE53-8DB3-53AD-52C0E1F47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5718">
            <a:off x="1281096" y="4233775"/>
            <a:ext cx="153168" cy="20422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A3C4E4E-BA85-9AE8-6FE7-3E98D66D5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55718">
            <a:off x="1255569" y="4823574"/>
            <a:ext cx="204223" cy="20422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5CD454-2706-560D-0DA8-7698FA808F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55718">
            <a:off x="1276223" y="5417410"/>
            <a:ext cx="178696" cy="20422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6B7D742-51B1-9C60-581F-2F997D875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5718">
            <a:off x="1255569" y="5106312"/>
            <a:ext cx="204223" cy="204223"/>
          </a:xfrm>
          <a:prstGeom prst="rect">
            <a:avLst/>
          </a:prstGeom>
        </p:spPr>
      </p:pic>
      <p:pic>
        <p:nvPicPr>
          <p:cNvPr id="19" name="Graphic 18" descr="Board Of Directors with solid fill">
            <a:extLst>
              <a:ext uri="{FF2B5EF4-FFF2-40B4-BE49-F238E27FC236}">
                <a16:creationId xmlns:a16="http://schemas.microsoft.com/office/drawing/2014/main" id="{A3D1BE89-6E9F-C651-0148-6A603AE63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255570" y="3929537"/>
            <a:ext cx="204223" cy="20422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05BFAC-3397-4195-19D6-77090A9906CD}"/>
              </a:ext>
            </a:extLst>
          </p:cNvPr>
          <p:cNvSpPr txBox="1">
            <a:spLocks/>
          </p:cNvSpPr>
          <p:nvPr/>
        </p:nvSpPr>
        <p:spPr>
          <a:xfrm>
            <a:off x="6915610" y="1050252"/>
            <a:ext cx="5293076" cy="2240849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" lvl="1" indent="0" algn="ctr" defTabSz="914217">
              <a:spcBef>
                <a:spcPts val="1300"/>
              </a:spcBef>
              <a:buNone/>
              <a:tabLst>
                <a:tab pos="233316" algn="ctr"/>
                <a:tab pos="457109" algn="l"/>
              </a:tabLst>
            </a:pPr>
            <a:r>
              <a:rPr lang="en-US" sz="7199" dirty="0">
                <a:solidFill>
                  <a:prstClr val="black">
                    <a:lumMod val="85000"/>
                    <a:lumOff val="15000"/>
                  </a:prstClr>
                </a:solidFill>
              </a:rPr>
              <a:t>LET’S</a:t>
            </a:r>
            <a:br>
              <a:rPr lang="en-US" sz="9598" b="1" dirty="0">
                <a:solidFill>
                  <a:prstClr val="black">
                    <a:lumMod val="85000"/>
                    <a:lumOff val="15000"/>
                  </a:prstClr>
                </a:solidFill>
              </a:rPr>
            </a:br>
            <a:r>
              <a:rPr lang="en-US" sz="7199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TALK</a:t>
            </a:r>
            <a:endParaRPr lang="en-US" sz="5399" b="1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AFE787-FB0C-EFB4-62F6-5DED5B34E76B}"/>
              </a:ext>
            </a:extLst>
          </p:cNvPr>
          <p:cNvSpPr txBox="1"/>
          <p:nvPr/>
        </p:nvSpPr>
        <p:spPr>
          <a:xfrm>
            <a:off x="6526878" y="5438564"/>
            <a:ext cx="61044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 err="1">
                <a:solidFill>
                  <a:prstClr val="black"/>
                </a:solidFill>
                <a:latin typeface="Calibri Light" panose="020F0302020204030204"/>
              </a:rPr>
              <a:t>tinyurl.com</a:t>
            </a:r>
            <a:r>
              <a:rPr lang="en-US" sz="2400" b="1" u="sng" dirty="0">
                <a:solidFill>
                  <a:prstClr val="black"/>
                </a:solidFill>
                <a:latin typeface="Calibri Light" panose="020F0302020204030204"/>
              </a:rPr>
              <a:t>/</a:t>
            </a:r>
            <a:r>
              <a:rPr lang="en-US" sz="2400" b="1" u="sng" dirty="0" err="1">
                <a:solidFill>
                  <a:prstClr val="black"/>
                </a:solidFill>
                <a:latin typeface="Calibri Light" panose="020F0302020204030204"/>
              </a:rPr>
              <a:t>th</a:t>
            </a:r>
            <a:r>
              <a:rPr lang="en-US" sz="2400" b="1" u="sng" dirty="0">
                <a:solidFill>
                  <a:prstClr val="black"/>
                </a:solidFill>
                <a:latin typeface="Calibri Light" panose="020F0302020204030204"/>
              </a:rPr>
              <a:t>-offer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A97EEF-A042-AB7E-11A3-38DC3B16EAA9}"/>
              </a:ext>
            </a:extLst>
          </p:cNvPr>
          <p:cNvGrpSpPr/>
          <p:nvPr/>
        </p:nvGrpSpPr>
        <p:grpSpPr>
          <a:xfrm>
            <a:off x="8408341" y="3028385"/>
            <a:ext cx="2341572" cy="2341572"/>
            <a:chOff x="15858348" y="5858285"/>
            <a:chExt cx="4683754" cy="468375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574039F-009F-2A08-5BBB-486F5B4F0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858348" y="5858285"/>
              <a:ext cx="4683754" cy="4683754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680D52-7452-D141-3402-93ABDF35AD62}"/>
                </a:ext>
              </a:extLst>
            </p:cNvPr>
            <p:cNvSpPr/>
            <p:nvPr/>
          </p:nvSpPr>
          <p:spPr>
            <a:xfrm>
              <a:off x="17416130" y="7421526"/>
              <a:ext cx="1658679" cy="1535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D3F7610-2E9F-FF65-5DAD-4DA4EF603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380" b="-4670"/>
            <a:stretch>
              <a:fillRect/>
            </a:stretch>
          </p:blipFill>
          <p:spPr>
            <a:xfrm>
              <a:off x="17543720" y="7496969"/>
              <a:ext cx="1360997" cy="1413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2911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How Each Module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30 min mine · 60 min yours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How Each Module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30 min mine · 60 min yours</a:t>
            </a:r>
          </a:p>
          <a:p>
            <a:r>
              <a:rPr sz="2800" dirty="0"/>
              <a:t>1 lab </a:t>
            </a:r>
            <a:r>
              <a:rPr sz="2800" b="1" dirty="0"/>
              <a:t>Recommended</a:t>
            </a:r>
            <a:r>
              <a:rPr sz="2800" dirty="0"/>
              <a:t> · 2 </a:t>
            </a:r>
            <a:r>
              <a:rPr sz="2800" b="1" dirty="0"/>
              <a:t>Challenge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How Each Module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30 min mine · 60 min yours</a:t>
            </a:r>
          </a:p>
          <a:p>
            <a:r>
              <a:rPr sz="2800" dirty="0"/>
              <a:t>1 lab </a:t>
            </a:r>
            <a:r>
              <a:rPr sz="2800" b="1" dirty="0"/>
              <a:t>Recommended</a:t>
            </a:r>
            <a:r>
              <a:rPr sz="2800" dirty="0"/>
              <a:t> · 2 </a:t>
            </a:r>
            <a:r>
              <a:rPr sz="2800" b="1" dirty="0"/>
              <a:t>Challenge</a:t>
            </a:r>
          </a:p>
          <a:p>
            <a:r>
              <a:rPr sz="2800" dirty="0"/>
              <a:t>The capstone: everyone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How Each Module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30 min mine · 60 min yours</a:t>
            </a:r>
          </a:p>
          <a:p>
            <a:r>
              <a:rPr sz="2800" dirty="0"/>
              <a:t>1 lab </a:t>
            </a:r>
            <a:r>
              <a:rPr sz="2800" b="1" dirty="0"/>
              <a:t>Recommended</a:t>
            </a:r>
            <a:r>
              <a:rPr sz="2800" dirty="0"/>
              <a:t> · 2 </a:t>
            </a:r>
            <a:r>
              <a:rPr sz="2800" b="1" dirty="0"/>
              <a:t>Challenge</a:t>
            </a:r>
          </a:p>
          <a:p>
            <a:r>
              <a:rPr sz="2800" dirty="0"/>
              <a:t>The capstone: everyone</a:t>
            </a:r>
          </a:p>
          <a:p>
            <a:r>
              <a:rPr sz="2800" dirty="0"/>
              <a:t>Finishing one lab </a:t>
            </a:r>
            <a:r>
              <a:rPr lang="en-US" sz="2800" dirty="0"/>
              <a:t>per module</a:t>
            </a:r>
            <a:r>
              <a:rPr sz="2800" dirty="0"/>
              <a:t> = success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Many</a:t>
            </a:r>
            <a:r>
              <a:rPr dirty="0"/>
              <a:t> Language</a:t>
            </a:r>
            <a:r>
              <a:rPr lang="en-US" dirty="0"/>
              <a:t> Choices</a:t>
            </a:r>
            <a:endParaRPr dirty="0"/>
          </a:p>
        </p:txBody>
      </p:sp>
      <p:pic>
        <p:nvPicPr>
          <p:cNvPr id="4" name="Content Placeholder 3" descr="The .http File Format | .http files">
            <a:extLst>
              <a:ext uri="{FF2B5EF4-FFF2-40B4-BE49-F238E27FC236}">
                <a16:creationId xmlns:a16="http://schemas.microsoft.com/office/drawing/2014/main" id="{14009466-6210-E1F9-792D-334396C79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9492" y="2393000"/>
            <a:ext cx="1377294" cy="1717146"/>
          </a:xfrm>
          <a:prstGeom prst="rect">
            <a:avLst/>
          </a:prstGeom>
        </p:spPr>
      </p:pic>
      <p:pic>
        <p:nvPicPr>
          <p:cNvPr id="5" name="Picture 4" descr="File:Csharp Logo.png - Wikimedia Commons">
            <a:extLst>
              <a:ext uri="{FF2B5EF4-FFF2-40B4-BE49-F238E27FC236}">
                <a16:creationId xmlns:a16="http://schemas.microsoft.com/office/drawing/2014/main" id="{13B230A3-A87F-BEA0-37B0-6291876B1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59" y="4114628"/>
            <a:ext cx="2836893" cy="2836893"/>
          </a:xfrm>
          <a:prstGeom prst="rect">
            <a:avLst/>
          </a:prstGeom>
        </p:spPr>
      </p:pic>
      <p:pic>
        <p:nvPicPr>
          <p:cNvPr id="6" name="Picture 5" descr="File:Python-logo.png - Wikimedia Commons">
            <a:extLst>
              <a:ext uri="{FF2B5EF4-FFF2-40B4-BE49-F238E27FC236}">
                <a16:creationId xmlns:a16="http://schemas.microsoft.com/office/drawing/2014/main" id="{5D59192F-67FD-9246-01AA-A897532599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3865" y="2451948"/>
            <a:ext cx="1512458" cy="1658198"/>
          </a:xfrm>
          <a:prstGeom prst="rect">
            <a:avLst/>
          </a:prstGeom>
        </p:spPr>
      </p:pic>
      <p:pic>
        <p:nvPicPr>
          <p:cNvPr id="7" name="Picture 6" descr="Archivo:Typescript logo 2020.svg - Wikimedia Colombia">
            <a:extLst>
              <a:ext uri="{FF2B5EF4-FFF2-40B4-BE49-F238E27FC236}">
                <a16:creationId xmlns:a16="http://schemas.microsoft.com/office/drawing/2014/main" id="{B66D60B9-D241-A637-1FA8-B44AD465A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128" y="4911577"/>
            <a:ext cx="1446890" cy="144689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D06ED-6F3D-8FBE-F70A-E7EADA26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1D57-E5B3-AF9B-8206-F1FA29D1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Many</a:t>
            </a:r>
            <a:r>
              <a:rPr dirty="0"/>
              <a:t> Language</a:t>
            </a:r>
            <a:r>
              <a:rPr lang="en-US" dirty="0"/>
              <a:t> Choices</a:t>
            </a:r>
            <a:endParaRPr dirty="0"/>
          </a:p>
        </p:txBody>
      </p:sp>
      <p:pic>
        <p:nvPicPr>
          <p:cNvPr id="4" name="Content Placeholder 3" descr="The .http File Format | .http files">
            <a:extLst>
              <a:ext uri="{FF2B5EF4-FFF2-40B4-BE49-F238E27FC236}">
                <a16:creationId xmlns:a16="http://schemas.microsoft.com/office/drawing/2014/main" id="{832B9373-2898-5728-2597-2CBDFD07A9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9492" y="2393000"/>
            <a:ext cx="1377294" cy="1717146"/>
          </a:xfrm>
          <a:prstGeom prst="rect">
            <a:avLst/>
          </a:prstGeom>
        </p:spPr>
      </p:pic>
      <p:pic>
        <p:nvPicPr>
          <p:cNvPr id="5" name="Picture 4" descr="File:Csharp Logo.png - Wikimedia Commons">
            <a:extLst>
              <a:ext uri="{FF2B5EF4-FFF2-40B4-BE49-F238E27FC236}">
                <a16:creationId xmlns:a16="http://schemas.microsoft.com/office/drawing/2014/main" id="{CDBD0A24-1FEE-020F-26FE-143765697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59" y="4114628"/>
            <a:ext cx="2836893" cy="2836893"/>
          </a:xfrm>
          <a:prstGeom prst="rect">
            <a:avLst/>
          </a:prstGeom>
        </p:spPr>
      </p:pic>
      <p:pic>
        <p:nvPicPr>
          <p:cNvPr id="6" name="Picture 5" descr="File:Python-logo.png - Wikimedia Commons">
            <a:extLst>
              <a:ext uri="{FF2B5EF4-FFF2-40B4-BE49-F238E27FC236}">
                <a16:creationId xmlns:a16="http://schemas.microsoft.com/office/drawing/2014/main" id="{A2CA894C-E372-EBE0-A25A-169E8343E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3865" y="2451948"/>
            <a:ext cx="1512458" cy="1658198"/>
          </a:xfrm>
          <a:prstGeom prst="rect">
            <a:avLst/>
          </a:prstGeom>
        </p:spPr>
      </p:pic>
      <p:pic>
        <p:nvPicPr>
          <p:cNvPr id="7" name="Picture 6" descr="Archivo:Typescript logo 2020.svg - Wikimedia Colombia">
            <a:extLst>
              <a:ext uri="{FF2B5EF4-FFF2-40B4-BE49-F238E27FC236}">
                <a16:creationId xmlns:a16="http://schemas.microsoft.com/office/drawing/2014/main" id="{4EEA03A9-6E0E-8E2A-2C3B-AEA023DBF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128" y="4911577"/>
            <a:ext cx="1446890" cy="144689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900EB-6A6F-281A-CFD0-4286FCCB4341}"/>
              </a:ext>
            </a:extLst>
          </p:cNvPr>
          <p:cNvSpPr/>
          <p:nvPr/>
        </p:nvSpPr>
        <p:spPr>
          <a:xfrm>
            <a:off x="689884" y="4408714"/>
            <a:ext cx="2412547" cy="2237014"/>
          </a:xfrm>
          <a:custGeom>
            <a:avLst/>
            <a:gdLst>
              <a:gd name="csX0" fmla="*/ 0 w 2412547"/>
              <a:gd name="csY0" fmla="*/ 596545 h 2237014"/>
              <a:gd name="csX1" fmla="*/ 596545 w 2412547"/>
              <a:gd name="csY1" fmla="*/ 0 h 2237014"/>
              <a:gd name="csX2" fmla="*/ 1027420 w 2412547"/>
              <a:gd name="csY2" fmla="*/ 0 h 2237014"/>
              <a:gd name="csX3" fmla="*/ 1421711 w 2412547"/>
              <a:gd name="csY3" fmla="*/ 0 h 2237014"/>
              <a:gd name="csX4" fmla="*/ 1816002 w 2412547"/>
              <a:gd name="csY4" fmla="*/ 0 h 2237014"/>
              <a:gd name="csX5" fmla="*/ 2412547 w 2412547"/>
              <a:gd name="csY5" fmla="*/ 596545 h 2237014"/>
              <a:gd name="csX6" fmla="*/ 2412547 w 2412547"/>
              <a:gd name="csY6" fmla="*/ 1097629 h 2237014"/>
              <a:gd name="csX7" fmla="*/ 2412547 w 2412547"/>
              <a:gd name="csY7" fmla="*/ 1640469 h 2237014"/>
              <a:gd name="csX8" fmla="*/ 1816002 w 2412547"/>
              <a:gd name="csY8" fmla="*/ 2237014 h 2237014"/>
              <a:gd name="csX9" fmla="*/ 1433905 w 2412547"/>
              <a:gd name="csY9" fmla="*/ 2237014 h 2237014"/>
              <a:gd name="csX10" fmla="*/ 1027420 w 2412547"/>
              <a:gd name="csY10" fmla="*/ 2237014 h 2237014"/>
              <a:gd name="csX11" fmla="*/ 596545 w 2412547"/>
              <a:gd name="csY11" fmla="*/ 2237014 h 2237014"/>
              <a:gd name="csX12" fmla="*/ 0 w 2412547"/>
              <a:gd name="csY12" fmla="*/ 1640469 h 2237014"/>
              <a:gd name="csX13" fmla="*/ 0 w 2412547"/>
              <a:gd name="csY13" fmla="*/ 1118507 h 2237014"/>
              <a:gd name="csX14" fmla="*/ 0 w 2412547"/>
              <a:gd name="csY14" fmla="*/ 596545 h 22370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412547" h="2237014" extrusionOk="0">
                <a:moveTo>
                  <a:pt x="0" y="596545"/>
                </a:moveTo>
                <a:cubicBezTo>
                  <a:pt x="-10721" y="260469"/>
                  <a:pt x="220892" y="17336"/>
                  <a:pt x="596545" y="0"/>
                </a:cubicBezTo>
                <a:cubicBezTo>
                  <a:pt x="777926" y="-37892"/>
                  <a:pt x="904288" y="36869"/>
                  <a:pt x="1027420" y="0"/>
                </a:cubicBezTo>
                <a:cubicBezTo>
                  <a:pt x="1150552" y="-36869"/>
                  <a:pt x="1310777" y="28882"/>
                  <a:pt x="1421711" y="0"/>
                </a:cubicBezTo>
                <a:cubicBezTo>
                  <a:pt x="1532645" y="-28882"/>
                  <a:pt x="1662723" y="2726"/>
                  <a:pt x="1816002" y="0"/>
                </a:cubicBezTo>
                <a:cubicBezTo>
                  <a:pt x="2130931" y="-46815"/>
                  <a:pt x="2414785" y="258800"/>
                  <a:pt x="2412547" y="596545"/>
                </a:cubicBezTo>
                <a:cubicBezTo>
                  <a:pt x="2468330" y="825558"/>
                  <a:pt x="2359788" y="989020"/>
                  <a:pt x="2412547" y="1097629"/>
                </a:cubicBezTo>
                <a:cubicBezTo>
                  <a:pt x="2465306" y="1206238"/>
                  <a:pt x="2357113" y="1516796"/>
                  <a:pt x="2412547" y="1640469"/>
                </a:cubicBezTo>
                <a:cubicBezTo>
                  <a:pt x="2376592" y="2029411"/>
                  <a:pt x="2123104" y="2211078"/>
                  <a:pt x="1816002" y="2237014"/>
                </a:cubicBezTo>
                <a:cubicBezTo>
                  <a:pt x="1666052" y="2248826"/>
                  <a:pt x="1605069" y="2200615"/>
                  <a:pt x="1433905" y="2237014"/>
                </a:cubicBezTo>
                <a:cubicBezTo>
                  <a:pt x="1262741" y="2273413"/>
                  <a:pt x="1186432" y="2222492"/>
                  <a:pt x="1027420" y="2237014"/>
                </a:cubicBezTo>
                <a:cubicBezTo>
                  <a:pt x="868409" y="2251536"/>
                  <a:pt x="752392" y="2188221"/>
                  <a:pt x="596545" y="2237014"/>
                </a:cubicBezTo>
                <a:cubicBezTo>
                  <a:pt x="289092" y="2263975"/>
                  <a:pt x="30403" y="1943313"/>
                  <a:pt x="0" y="1640469"/>
                </a:cubicBezTo>
                <a:cubicBezTo>
                  <a:pt x="-36852" y="1446655"/>
                  <a:pt x="21557" y="1233010"/>
                  <a:pt x="0" y="1118507"/>
                </a:cubicBezTo>
                <a:cubicBezTo>
                  <a:pt x="-21557" y="1004004"/>
                  <a:pt x="7331" y="767302"/>
                  <a:pt x="0" y="596545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2666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135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Feature Ends with the Same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When to reach for 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Feature Ends with the Same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When to reach for it</a:t>
            </a:r>
          </a:p>
          <a:p>
            <a:r>
              <a:rPr sz="2800" dirty="0"/>
              <a:t>Think: the line for your boss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Feature Ends with the Same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When to reach for it</a:t>
            </a:r>
          </a:p>
          <a:p>
            <a:r>
              <a:rPr sz="2800" dirty="0"/>
              <a:t>Think: the line for your boss</a:t>
            </a:r>
          </a:p>
          <a:p>
            <a:r>
              <a:rPr sz="2800" dirty="0"/>
              <a:t>Difficulty: easy, medium, or hard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Feature Ends with the Same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When to reach for it</a:t>
            </a:r>
          </a:p>
          <a:p>
            <a:r>
              <a:rPr sz="2800" dirty="0"/>
              <a:t>Think: the line for your boss</a:t>
            </a:r>
          </a:p>
          <a:p>
            <a:r>
              <a:rPr sz="2800" dirty="0"/>
              <a:t>Difficulty: easy, medium, or hard</a:t>
            </a:r>
          </a:p>
          <a:p>
            <a:r>
              <a:rPr sz="2800" dirty="0"/>
              <a:t>10 cards → the decision framework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Local First, Cloud </a:t>
            </a:r>
            <a:r>
              <a:rPr lang="en-US" dirty="0"/>
              <a:t>When Needed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💻 </a:t>
            </a:r>
            <a:r>
              <a:rPr sz="2800" dirty="0">
                <a:latin typeface="Consolas"/>
              </a:rPr>
              <a:t>llama3.2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phi3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nomic-embed-text</a:t>
            </a:r>
            <a:r>
              <a:rPr sz="2800" dirty="0"/>
              <a:t> </a:t>
            </a:r>
            <a:r>
              <a:rPr lang="en-US" sz="2800" dirty="0"/>
              <a:t>(</a:t>
            </a:r>
            <a:r>
              <a:rPr sz="2800" dirty="0"/>
              <a:t>~5 GB, no GPU</a:t>
            </a:r>
            <a:r>
              <a:rPr lang="en-US" sz="2800" dirty="0"/>
              <a:t>)</a:t>
            </a:r>
            <a:endParaRPr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Local First, Cloud When Needed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💻 </a:t>
            </a:r>
            <a:r>
              <a:rPr sz="2800" dirty="0">
                <a:latin typeface="Consolas"/>
              </a:rPr>
              <a:t>llama3.2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phi3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nomic-embed-text</a:t>
            </a:r>
            <a:r>
              <a:rPr sz="2800" dirty="0"/>
              <a:t> </a:t>
            </a:r>
            <a:r>
              <a:rPr lang="en-US" sz="2800" dirty="0"/>
              <a:t>(</a:t>
            </a:r>
            <a:r>
              <a:rPr sz="2800" dirty="0"/>
              <a:t>~5 GB, no GPU</a:t>
            </a:r>
            <a:r>
              <a:rPr lang="en-US" sz="2800" dirty="0"/>
              <a:t>)</a:t>
            </a:r>
            <a:endParaRPr sz="2800" dirty="0"/>
          </a:p>
          <a:p>
            <a:r>
              <a:rPr sz="2800" dirty="0"/>
              <a:t>☁️ Foundry only where quality matters: </a:t>
            </a:r>
            <a:r>
              <a:rPr lang="en-US" sz="2800" dirty="0"/>
              <a:t>F</a:t>
            </a:r>
            <a:r>
              <a:rPr sz="2800" dirty="0"/>
              <a:t>03, </a:t>
            </a:r>
            <a:r>
              <a:rPr lang="en-US" sz="2800" dirty="0"/>
              <a:t>F</a:t>
            </a:r>
            <a:r>
              <a:rPr sz="2800" dirty="0"/>
              <a:t>05, </a:t>
            </a:r>
            <a:r>
              <a:rPr lang="en-US" sz="2800" dirty="0"/>
              <a:t>F10</a:t>
            </a:r>
            <a:endParaRPr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Local First, Cloud When Needed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💻 </a:t>
            </a:r>
            <a:r>
              <a:rPr sz="2800" dirty="0">
                <a:latin typeface="Consolas"/>
              </a:rPr>
              <a:t>llama3.2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phi3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nomic-embed-text</a:t>
            </a:r>
            <a:r>
              <a:rPr sz="2800" dirty="0"/>
              <a:t> </a:t>
            </a:r>
            <a:r>
              <a:rPr lang="en-US" sz="2800" dirty="0"/>
              <a:t>(</a:t>
            </a:r>
            <a:r>
              <a:rPr sz="2800" dirty="0"/>
              <a:t>~5 GB, no GPU</a:t>
            </a:r>
            <a:r>
              <a:rPr lang="en-US" sz="2800" dirty="0"/>
              <a:t>)</a:t>
            </a:r>
            <a:endParaRPr sz="2800" dirty="0"/>
          </a:p>
          <a:p>
            <a:r>
              <a:rPr sz="2800" dirty="0"/>
              <a:t>☁️ Foundry only where quality matters: </a:t>
            </a:r>
            <a:r>
              <a:rPr lang="en-US" sz="2800" dirty="0"/>
              <a:t>F</a:t>
            </a:r>
            <a:r>
              <a:rPr sz="2800" dirty="0"/>
              <a:t>03, </a:t>
            </a:r>
            <a:r>
              <a:rPr lang="en-US" sz="2800" dirty="0"/>
              <a:t>F</a:t>
            </a:r>
            <a:r>
              <a:rPr sz="2800" dirty="0"/>
              <a:t>05, </a:t>
            </a:r>
            <a:r>
              <a:rPr lang="en-US" sz="2800" dirty="0"/>
              <a:t>F10</a:t>
            </a:r>
            <a:endParaRPr sz="2800" dirty="0"/>
          </a:p>
          <a:p>
            <a:r>
              <a:rPr sz="2800" dirty="0"/>
              <a:t>Free, private, offline-tolerant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Shape of Every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data (a report, a query, an inbox)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Shape of Every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data (a report, a query, an inbox)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instruction + data + the shape you want back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Shape of Every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data (a report, a query, an inbox)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instruction + data + the shape you want back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Model, over HTTP (Ollama or Foundry)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Shape of Every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data (a report, a query, an inbox)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instruction + data + the shape you want back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Model, over HTTP (Ollama or Foundry)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Output your code checks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Shape of Every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data (a report, a query, an inbox)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instruction + data + the shape you want back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Model, over HTTP (Ollama or Foundry)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Output your code checks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UI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Shape of Every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>
            <a:normAutofit/>
          </a:bodyPr>
          <a:lstStyle/>
          <a:p>
            <a:r>
              <a:rPr sz="2400" dirty="0"/>
              <a:t>Ten features, one shape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data (a report, a query, an inbox)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instruction + data + the shape you want back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Model, over HTTP (Ollama or Foundry)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Output your code checks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UI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Shape of Every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>
            <a:normAutofit/>
          </a:bodyPr>
          <a:lstStyle/>
          <a:p>
            <a:r>
              <a:rPr sz="2400" dirty="0"/>
              <a:t>Ten features, one shape</a:t>
            </a:r>
          </a:p>
          <a:p>
            <a:r>
              <a:rPr sz="2400" dirty="0"/>
              <a:t>The model is one box; the rest is ordinary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data (a report, a query, an inbox)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instruction + data + the shape you want back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Model, over HTTP (Ollama or Foundry)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Output your code checks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UI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Shape of Every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>
            <a:normAutofit/>
          </a:bodyPr>
          <a:lstStyle/>
          <a:p>
            <a:r>
              <a:rPr sz="2400" dirty="0"/>
              <a:t>Ten features, one shape</a:t>
            </a:r>
          </a:p>
          <a:p>
            <a:r>
              <a:rPr sz="2400" dirty="0"/>
              <a:t>The model is one box; the rest is ordinary software</a:t>
            </a:r>
          </a:p>
          <a:p>
            <a:r>
              <a:rPr sz="2400" dirty="0"/>
              <a:t>Later modules add boxes, never replace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data (a report, a query, an inbox)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instruction + data + the shape you want back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Model, over HTTP (Ollama or Foundry)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Output your code checks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Your UI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  <a:p>
            <a:r>
              <a:rPr sz="2800" dirty="0">
                <a:latin typeface="Consolas"/>
              </a:rPr>
              <a:t>…</a:t>
            </a:r>
            <a:r>
              <a:rPr sz="2800" dirty="0" err="1">
                <a:latin typeface="Consolas"/>
              </a:rPr>
              <a:t>openai.azure.com</a:t>
            </a:r>
            <a:r>
              <a:rPr sz="2800" dirty="0">
                <a:latin typeface="Consolas"/>
              </a:rPr>
              <a:t>/…/chat/completions</a:t>
            </a:r>
            <a:r>
              <a:rPr sz="2800" dirty="0"/>
              <a:t> + 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-key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  <a:p>
            <a:r>
              <a:rPr sz="2800" dirty="0">
                <a:latin typeface="Consolas"/>
              </a:rPr>
              <a:t>…</a:t>
            </a:r>
            <a:r>
              <a:rPr sz="2800" dirty="0" err="1">
                <a:latin typeface="Consolas"/>
              </a:rPr>
              <a:t>openai.azure.com</a:t>
            </a:r>
            <a:r>
              <a:rPr sz="2800" dirty="0">
                <a:latin typeface="Consolas"/>
              </a:rPr>
              <a:t>/…/chat/completions</a:t>
            </a:r>
            <a:r>
              <a:rPr sz="2800" dirty="0"/>
              <a:t> + 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-key</a:t>
            </a:r>
          </a:p>
          <a:p>
            <a:endParaRPr lang="en-US" sz="2800" dirty="0"/>
          </a:p>
          <a:p>
            <a:r>
              <a:rPr sz="2800" dirty="0"/>
              <a:t>Same request shape · a URL and a key apart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 Model Is an HTTP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>
                <a:latin typeface="Consolas"/>
              </a:rPr>
              <a:t>localhost:11434</a:t>
            </a:r>
            <a:r>
              <a:rPr sz="2800" dirty="0"/>
              <a:t> →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/chat</a:t>
            </a:r>
            <a:r>
              <a:rPr sz="2800" dirty="0"/>
              <a:t> · </a:t>
            </a:r>
            <a:r>
              <a:rPr sz="2800" dirty="0">
                <a:latin typeface="Consolas"/>
              </a:rPr>
              <a:t>/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/embed</a:t>
            </a:r>
          </a:p>
          <a:p>
            <a:r>
              <a:rPr sz="2800" dirty="0">
                <a:latin typeface="Consolas"/>
              </a:rPr>
              <a:t>…</a:t>
            </a:r>
            <a:r>
              <a:rPr sz="2800" dirty="0" err="1">
                <a:latin typeface="Consolas"/>
              </a:rPr>
              <a:t>openai.azure.com</a:t>
            </a:r>
            <a:r>
              <a:rPr sz="2800" dirty="0">
                <a:latin typeface="Consolas"/>
              </a:rPr>
              <a:t>/…/chat/completions</a:t>
            </a:r>
            <a:r>
              <a:rPr sz="2800" dirty="0"/>
              <a:t> + </a:t>
            </a:r>
            <a:r>
              <a:rPr sz="2800" dirty="0" err="1">
                <a:latin typeface="Consolas"/>
              </a:rPr>
              <a:t>api</a:t>
            </a:r>
            <a:r>
              <a:rPr sz="2800" dirty="0">
                <a:latin typeface="Consolas"/>
              </a:rPr>
              <a:t>-key</a:t>
            </a:r>
          </a:p>
          <a:p>
            <a:endParaRPr lang="en-US" sz="2800" dirty="0"/>
          </a:p>
          <a:p>
            <a:r>
              <a:rPr sz="2800" dirty="0"/>
              <a:t>Same request shape · a URL and a key apart</a:t>
            </a:r>
          </a:p>
          <a:p>
            <a:r>
              <a:rPr sz="2800" dirty="0"/>
              <a:t>The SDKs are wrappers over these POSTs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One Line of Code, Any 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 err="1">
                <a:latin typeface="Consolas"/>
              </a:rPr>
              <a:t>IChatClient</a:t>
            </a:r>
            <a:r>
              <a:rPr sz="2800" dirty="0"/>
              <a:t> · </a:t>
            </a:r>
            <a:r>
              <a:rPr sz="2800" dirty="0" err="1">
                <a:latin typeface="Consolas"/>
              </a:rPr>
              <a:t>IEmbeddingGenerator</a:t>
            </a:r>
            <a:endParaRPr sz="2800" dirty="0">
              <a:latin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One Line of Code, Any 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 err="1">
                <a:latin typeface="Consolas"/>
              </a:rPr>
              <a:t>IChatClient</a:t>
            </a:r>
            <a:r>
              <a:rPr sz="2800" dirty="0"/>
              <a:t> · </a:t>
            </a:r>
            <a:r>
              <a:rPr sz="2800" dirty="0" err="1">
                <a:latin typeface="Consolas"/>
              </a:rPr>
              <a:t>IEmbeddingGenerator</a:t>
            </a:r>
            <a:endParaRPr sz="2800" dirty="0">
              <a:latin typeface="Consolas"/>
            </a:endParaRPr>
          </a:p>
          <a:p>
            <a:r>
              <a:rPr sz="2800" dirty="0" err="1"/>
              <a:t>Ollama</a:t>
            </a:r>
            <a:r>
              <a:rPr sz="2800" dirty="0"/>
              <a:t> ↔ Azure = one DI line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One Line of Code, Any Provider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 err="1">
                <a:latin typeface="Consolas"/>
              </a:rPr>
              <a:t>IChatClient</a:t>
            </a:r>
            <a:r>
              <a:rPr sz="2800" dirty="0"/>
              <a:t> · </a:t>
            </a:r>
            <a:r>
              <a:rPr sz="2800" dirty="0" err="1">
                <a:latin typeface="Consolas"/>
              </a:rPr>
              <a:t>IEmbeddingGenerator</a:t>
            </a:r>
            <a:endParaRPr sz="2800" dirty="0">
              <a:latin typeface="Consolas"/>
            </a:endParaRPr>
          </a:p>
          <a:p>
            <a:r>
              <a:rPr sz="2800" dirty="0" err="1"/>
              <a:t>Ollama</a:t>
            </a:r>
            <a:r>
              <a:rPr sz="2800" dirty="0"/>
              <a:t> ↔ Azure = one DI line</a:t>
            </a:r>
          </a:p>
          <a:p>
            <a:r>
              <a:rPr lang="en-US" sz="2800" dirty="0"/>
              <a:t>F</a:t>
            </a:r>
            <a:r>
              <a:rPr sz="2800" dirty="0"/>
              <a:t>03 and </a:t>
            </a:r>
            <a:r>
              <a:rPr lang="en-US" sz="2800" dirty="0"/>
              <a:t>F</a:t>
            </a:r>
            <a:r>
              <a:rPr sz="2800" dirty="0"/>
              <a:t>05</a:t>
            </a:r>
            <a:r>
              <a:rPr lang="en-US" sz="2800" dirty="0"/>
              <a:t> (both optional)</a:t>
            </a:r>
            <a:r>
              <a:rPr sz="2800" dirty="0"/>
              <a:t> do the swap live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Meet Trailhead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The app from the story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Meet Trailhead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The app from the story</a:t>
            </a:r>
          </a:p>
          <a:p>
            <a:r>
              <a:rPr sz="2800" dirty="0"/>
              <a:t>🗺️ 200 trails · 40 trip reports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Meet Trailhead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The app from the story</a:t>
            </a:r>
          </a:p>
          <a:p>
            <a:r>
              <a:rPr sz="2800" dirty="0"/>
              <a:t>🗺️ 200 trails · 40 trip reports</a:t>
            </a:r>
          </a:p>
          <a:p>
            <a:r>
              <a:rPr sz="2800" dirty="0"/>
              <a:t>🎒 ~300 gear reviews · 📜 25 regulation docs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Meet Trailhead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The app from the story</a:t>
            </a:r>
          </a:p>
          <a:p>
            <a:r>
              <a:rPr sz="2800" dirty="0"/>
              <a:t>🗺️ 200 trails · 40 trip reports</a:t>
            </a:r>
          </a:p>
          <a:p>
            <a:r>
              <a:rPr sz="2800" dirty="0"/>
              <a:t>🎒 ~300 gear reviews · 📜 25 regulation docs</a:t>
            </a:r>
          </a:p>
          <a:p>
            <a:r>
              <a:rPr sz="2800" dirty="0"/>
              <a:t>📥 an inquiry inbox · ~500 condition reports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Meet Trailhead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The app from the story</a:t>
            </a:r>
          </a:p>
          <a:p>
            <a:r>
              <a:rPr sz="2800" dirty="0"/>
              <a:t>🗺️ 200 trails · 40 trip reports</a:t>
            </a:r>
          </a:p>
          <a:p>
            <a:r>
              <a:rPr sz="2800" dirty="0"/>
              <a:t>🎒 ~300 gear reviews · 📜 25 regulation docs</a:t>
            </a:r>
          </a:p>
          <a:p>
            <a:r>
              <a:rPr sz="2800" dirty="0"/>
              <a:t>📥 an inquiry inbox · ~500 condition reports</a:t>
            </a:r>
          </a:p>
          <a:p>
            <a:r>
              <a:rPr sz="2800" dirty="0"/>
              <a:t>🔌 mock weather / campsite / permit APIs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Meet Trailhead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>
            <a:normAutofit/>
          </a:bodyPr>
          <a:lstStyle/>
          <a:p>
            <a:r>
              <a:rPr sz="2800" dirty="0"/>
              <a:t>The app from the story</a:t>
            </a:r>
          </a:p>
          <a:p>
            <a:r>
              <a:rPr sz="2800" dirty="0"/>
              <a:t>🗺️ 200 trails · 40 trip reports</a:t>
            </a:r>
          </a:p>
          <a:p>
            <a:r>
              <a:rPr sz="2800" dirty="0"/>
              <a:t>🎒 ~300 gear reviews · 📜 25 regulation docs</a:t>
            </a:r>
          </a:p>
          <a:p>
            <a:r>
              <a:rPr sz="2800" dirty="0"/>
              <a:t>📥 an inquiry inbox · ~500 condition reports</a:t>
            </a:r>
          </a:p>
          <a:p>
            <a:r>
              <a:rPr sz="2800" dirty="0"/>
              <a:t>🔌 mock weather / campsite / permit APIs</a:t>
            </a:r>
          </a:p>
          <a:p>
            <a:r>
              <a:rPr sz="2800" dirty="0"/>
              <a:t>⚠️ 100%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98622</TotalTime>
  <Words>3870</Words>
  <Application>Microsoft Macintosh PowerPoint</Application>
  <PresentationFormat>Widescreen</PresentationFormat>
  <Paragraphs>389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Komika Axis</vt:lpstr>
      <vt:lpstr>Calibri Light</vt:lpstr>
      <vt:lpstr>Segoe UI</vt:lpstr>
      <vt:lpstr>Calibri</vt:lpstr>
      <vt:lpstr>Consolas</vt:lpstr>
      <vt:lpstr>Arial</vt:lpstr>
      <vt:lpstr>Metropolitan</vt:lpstr>
      <vt:lpstr>PowerPoint Presentation</vt:lpstr>
      <vt:lpstr>Get Set Up</vt:lpstr>
      <vt:lpstr>Get Set Up</vt:lpstr>
      <vt:lpstr>Get Set Up</vt:lpstr>
      <vt:lpstr>Get Set Up</vt:lpstr>
      <vt:lpstr>Get Set Up</vt:lpstr>
      <vt:lpstr>Get Set Up</vt:lpstr>
      <vt:lpstr>First, Prove Your Machine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Ten shippable AI features that solve problems your users already have, and the judgment to know when to build each.</vt:lpstr>
      <vt:lpstr>The Wrong Question and the Better One</vt:lpstr>
      <vt:lpstr>The Wrong Question and the Better One</vt:lpstr>
      <vt:lpstr>"Users" Is a Broad Word</vt:lpstr>
      <vt:lpstr>"Users" Is a Broad Word</vt:lpstr>
      <vt:lpstr>"Users" Is a Broad Word</vt:lpstr>
      <vt:lpstr>"Users" Is a Broad Word</vt:lpstr>
      <vt:lpstr>What You Leave Able to Do</vt:lpstr>
      <vt:lpstr>What You Leave Able to Do</vt:lpstr>
      <vt:lpstr>What You Leave Able to Do</vt:lpstr>
      <vt:lpstr>What You Leave Able to Do</vt:lpstr>
      <vt:lpstr>What You Leave Able to Do</vt:lpstr>
      <vt:lpstr>The Modules</vt:lpstr>
      <vt:lpstr>The Modules</vt:lpstr>
      <vt:lpstr>The Modules</vt:lpstr>
      <vt:lpstr>The Modules</vt:lpstr>
      <vt:lpstr>The Schedule</vt:lpstr>
      <vt:lpstr>Jonathan "J." Tower</vt:lpstr>
      <vt:lpstr>How Each Module Works</vt:lpstr>
      <vt:lpstr>How Each Module Works</vt:lpstr>
      <vt:lpstr>How Each Module Works</vt:lpstr>
      <vt:lpstr>How Each Module Works</vt:lpstr>
      <vt:lpstr>Many Language Choices</vt:lpstr>
      <vt:lpstr>Many Language Choices</vt:lpstr>
      <vt:lpstr>Every Feature Ends with the Same Card</vt:lpstr>
      <vt:lpstr>Every Feature Ends with the Same Card</vt:lpstr>
      <vt:lpstr>Every Feature Ends with the Same Card</vt:lpstr>
      <vt:lpstr>Every Feature Ends with the Same Card</vt:lpstr>
      <vt:lpstr>Local First, Cloud When Needed</vt:lpstr>
      <vt:lpstr>Local First, Cloud When Needed</vt:lpstr>
      <vt:lpstr>Local First, Cloud When Needed</vt:lpstr>
      <vt:lpstr>The Shape of Every Feature</vt:lpstr>
      <vt:lpstr>The Shape of Every Feature</vt:lpstr>
      <vt:lpstr>The Shape of Every Feature</vt:lpstr>
      <vt:lpstr>The Shape of Every Feature</vt:lpstr>
      <vt:lpstr>The Shape of Every Feature</vt:lpstr>
      <vt:lpstr>The Shape of Every Feature</vt:lpstr>
      <vt:lpstr>The Shape of Every Feature</vt:lpstr>
      <vt:lpstr>The Shape of Every Feature</vt:lpstr>
      <vt:lpstr>Every Model Is an HTTP Call</vt:lpstr>
      <vt:lpstr>Every Model Is an HTTP Call</vt:lpstr>
      <vt:lpstr>Every Model Is an HTTP Call</vt:lpstr>
      <vt:lpstr>Every Model Is an HTTP Call</vt:lpstr>
      <vt:lpstr>One Line of Code, Any Provider</vt:lpstr>
      <vt:lpstr>One Line of Code, Any Provider</vt:lpstr>
      <vt:lpstr>One Line of Code, Any Provider</vt:lpstr>
      <vt:lpstr>Meet Trailhead Guides</vt:lpstr>
      <vt:lpstr>Meet Trailhead Guides</vt:lpstr>
      <vt:lpstr>Meet Trailhead Guides</vt:lpstr>
      <vt:lpstr>Meet Trailhead Guides</vt:lpstr>
      <vt:lpstr>Meet Trailhead Guides</vt:lpstr>
      <vt:lpstr>Meet Trailhead Guides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2026-09-03T18:39:33Z</dcterms:modified>
  <cp:category/>
</cp:coreProperties>
</file>