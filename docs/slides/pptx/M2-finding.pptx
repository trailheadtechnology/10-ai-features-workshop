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124"/>
  </p:notesMasterIdLst>
  <p:sldIdLst>
    <p:sldId id="576" r:id="rId22"/>
    <p:sldId id="577" r:id="rId23"/>
    <p:sldId id="578" r:id="rId24"/>
    <p:sldId id="579" r:id="rId25"/>
    <p:sldId id="580" r:id="rId26"/>
    <p:sldId id="581" r:id="rId27"/>
    <p:sldId id="582" r:id="rId28"/>
    <p:sldId id="583" r:id="rId29"/>
    <p:sldId id="584" r:id="rId30"/>
    <p:sldId id="585" r:id="rId31"/>
    <p:sldId id="586" r:id="rId32"/>
    <p:sldId id="587" r:id="rId33"/>
    <p:sldId id="588" r:id="rId34"/>
    <p:sldId id="589" r:id="rId35"/>
    <p:sldId id="590" r:id="rId36"/>
    <p:sldId id="591" r:id="rId37"/>
    <p:sldId id="592" r:id="rId38"/>
    <p:sldId id="593" r:id="rId39"/>
    <p:sldId id="594" r:id="rId40"/>
    <p:sldId id="595" r:id="rId41"/>
    <p:sldId id="596" r:id="rId42"/>
    <p:sldId id="597" r:id="rId43"/>
    <p:sldId id="598" r:id="rId44"/>
    <p:sldId id="599" r:id="rId45"/>
    <p:sldId id="600" r:id="rId46"/>
    <p:sldId id="601" r:id="rId47"/>
    <p:sldId id="602" r:id="rId48"/>
    <p:sldId id="603" r:id="rId49"/>
    <p:sldId id="604" r:id="rId50"/>
    <p:sldId id="605" r:id="rId51"/>
    <p:sldId id="606" r:id="rId52"/>
    <p:sldId id="607" r:id="rId53"/>
    <p:sldId id="608" r:id="rId54"/>
    <p:sldId id="609" r:id="rId55"/>
    <p:sldId id="610" r:id="rId56"/>
    <p:sldId id="611" r:id="rId57"/>
    <p:sldId id="612" r:id="rId58"/>
    <p:sldId id="613" r:id="rId59"/>
    <p:sldId id="614" r:id="rId60"/>
    <p:sldId id="615" r:id="rId61"/>
    <p:sldId id="616" r:id="rId62"/>
    <p:sldId id="617" r:id="rId63"/>
    <p:sldId id="618" r:id="rId64"/>
  </p:sldIdLst>
  <p:sldSz cx="12192000" cy="6858000"/>
  <p:notesSz cx="6858000" cy="9144000"/>
  <p:embeddedFontLst>
    <p:embeddedFont>
      <p:font typeface="Consolas" panose="020B0609020204030204" pitchFamily="49" charset="0"/>
      <p:regular r:id="rId125"/>
      <p:bold r:id="rId126"/>
      <p:italic r:id="rId127"/>
      <p:boldItalic r:id="rId128"/>
    </p:embeddedFont>
    <p:embeddedFont>
      <p:font typeface="Ink Free" panose="03080402000500000000" pitchFamily="66" charset="0"/>
      <p:regular r:id="rId129"/>
    </p:embeddedFont>
    <p:embeddedFont>
      <p:font typeface="Segoe UI" panose="020B0502040204020203" pitchFamily="34" charset="0"/>
      <p:regular r:id="rId130"/>
      <p:bold r:id="rId131"/>
      <p:italic r:id="rId132"/>
      <p:boldItalic r:id="rId1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DBD21-9376-BB4E-B00A-D0B46311259E}" v="32" dt="2026-07-23T19:12:50.0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70" autoAdjust="0"/>
    <p:restoredTop sz="66867" autoAdjust="0"/>
  </p:normalViewPr>
  <p:slideViewPr>
    <p:cSldViewPr snapToGrid="0">
      <p:cViewPr varScale="1">
        <p:scale>
          <a:sx n="101" d="100"/>
          <a:sy n="101" d="100"/>
        </p:scale>
        <p:origin x="200"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 Id="rId46" Type="http://schemas.openxmlformats.org/officeDocument/2006/relationships/slide" Target="slides/slide29.xml"/><Relationship Id="rId47" Type="http://schemas.openxmlformats.org/officeDocument/2006/relationships/slide" Target="slides/slide30.xml"/><Relationship Id="rId48" Type="http://schemas.openxmlformats.org/officeDocument/2006/relationships/slide" Target="slides/slide31.xml"/><Relationship Id="rId49" Type="http://schemas.openxmlformats.org/officeDocument/2006/relationships/slide" Target="slides/slide32.xml"/><Relationship Id="rId50" Type="http://schemas.openxmlformats.org/officeDocument/2006/relationships/slide" Target="slides/slide33.xml"/><Relationship Id="rId51" Type="http://schemas.openxmlformats.org/officeDocument/2006/relationships/slide" Target="slides/slide34.xml"/><Relationship Id="rId52" Type="http://schemas.openxmlformats.org/officeDocument/2006/relationships/slide" Target="slides/slide35.xml"/><Relationship Id="rId53" Type="http://schemas.openxmlformats.org/officeDocument/2006/relationships/slide" Target="slides/slide36.xml"/><Relationship Id="rId54" Type="http://schemas.openxmlformats.org/officeDocument/2006/relationships/slide" Target="slides/slide37.xml"/><Relationship Id="rId55" Type="http://schemas.openxmlformats.org/officeDocument/2006/relationships/slide" Target="slides/slide38.xml"/><Relationship Id="rId56" Type="http://schemas.openxmlformats.org/officeDocument/2006/relationships/slide" Target="slides/slide39.xml"/><Relationship Id="rId57" Type="http://schemas.openxmlformats.org/officeDocument/2006/relationships/slide" Target="slides/slide40.xml"/><Relationship Id="rId58" Type="http://schemas.openxmlformats.org/officeDocument/2006/relationships/slide" Target="slides/slide41.xml"/><Relationship Id="rId59" Type="http://schemas.openxmlformats.org/officeDocument/2006/relationships/slide" Target="slides/slide42.xml"/><Relationship Id="rId60" Type="http://schemas.openxmlformats.org/officeDocument/2006/relationships/slide" Target="slides/slide43.xml"/><Relationship Id="rId61" Type="http://schemas.openxmlformats.org/officeDocument/2006/relationships/slide" Target="slides/slide44.xml"/><Relationship Id="rId62" Type="http://schemas.openxmlformats.org/officeDocument/2006/relationships/slide" Target="slides/slide45.xml"/><Relationship Id="rId63" Type="http://schemas.openxmlformats.org/officeDocument/2006/relationships/slide" Target="slides/slide46.xml"/><Relationship Id="rId64" Type="http://schemas.openxmlformats.org/officeDocument/2006/relationships/slide" Target="slides/slide47.xml"/><Relationship Id="rId124" Type="http://schemas.openxmlformats.org/officeDocument/2006/relationships/notesMaster" Target="notesMasters/notesMaster1.xml"/><Relationship Id="rId125" Type="http://schemas.openxmlformats.org/officeDocument/2006/relationships/font" Target="fonts/font1.fntdata"/><Relationship Id="rId126" Type="http://schemas.openxmlformats.org/officeDocument/2006/relationships/font" Target="fonts/font2.fntdata"/><Relationship Id="rId127" Type="http://schemas.openxmlformats.org/officeDocument/2006/relationships/font" Target="fonts/font3.fntdata"/><Relationship Id="rId128" Type="http://schemas.openxmlformats.org/officeDocument/2006/relationships/font" Target="fonts/font4.fntdata"/><Relationship Id="rId129" Type="http://schemas.openxmlformats.org/officeDocument/2006/relationships/font" Target="fonts/font5.fntdata"/><Relationship Id="rId130" Type="http://schemas.openxmlformats.org/officeDocument/2006/relationships/font" Target="fonts/font6.fntdata"/><Relationship Id="rId131" Type="http://schemas.openxmlformats.org/officeDocument/2006/relationships/font" Target="fonts/font7.fntdata"/><Relationship Id="rId132" Type="http://schemas.openxmlformats.org/officeDocument/2006/relationships/font" Target="fonts/font8.fntdata"/><Relationship Id="rId133" Type="http://schemas.openxmlformats.org/officeDocument/2006/relationships/font" Target="fonts/font9.fntdata"/><Relationship Id="rId134" Type="http://schemas.openxmlformats.org/officeDocument/2006/relationships/presProps" Target="presProps.xml"/><Relationship Id="rId135" Type="http://schemas.openxmlformats.org/officeDocument/2006/relationships/viewProps" Target="viewProps.xml"/><Relationship Id="rId136" Type="http://schemas.openxmlformats.org/officeDocument/2006/relationships/theme" Target="theme/theme1.xml"/><Relationship Id="rId137" Type="http://schemas.openxmlformats.org/officeDocument/2006/relationships/tableStyles" Target="tableStyles.xml"/><Relationship Id="rId138" Type="http://schemas.microsoft.com/office/2016/11/relationships/changesInfo" Target="changesInfos/changesInfo1.xml"/><Relationship Id="rId13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7-23T19:39:41.331" v="978"/>
      <pc:docMkLst>
        <pc:docMk/>
      </pc:docMkLst>
      <pc:sldChg chg="addSp delSp modSp mod">
        <pc:chgData name="J. Tower" userId="9d06de10716639e5" providerId="LiveId" clId="{F8931099-75CA-5660-A155-55881DF68D84}" dt="2026-07-22T17:34:15.803" v="298" actId="207"/>
        <pc:sldMkLst>
          <pc:docMk/>
          <pc:sldMk cId="1972911589" sldId="305"/>
        </pc:sldMkLst>
        <pc:spChg chg="mod">
          <ac:chgData name="J. Tower" userId="9d06de10716639e5" providerId="LiveId" clId="{F8931099-75CA-5660-A155-55881DF68D84}" dt="2026-07-22T17:34:15.803" v="298" actId="207"/>
          <ac:spMkLst>
            <pc:docMk/>
            <pc:sldMk cId="1972911589" sldId="305"/>
            <ac:spMk id="2" creationId="{E5422206-0EEA-0ED9-B408-CC3FB282F987}"/>
          </ac:spMkLst>
        </pc:spChg>
        <pc:spChg chg="add mod">
          <ac:chgData name="J. Tower" userId="9d06de10716639e5" providerId="LiveId" clId="{F8931099-75CA-5660-A155-55881DF68D84}" dt="2026-07-22T17:33:21.909" v="294" actId="1076"/>
          <ac:spMkLst>
            <pc:docMk/>
            <pc:sldMk cId="1972911589" sldId="305"/>
            <ac:spMk id="7" creationId="{F905BFAC-3397-4195-19D6-77090A9906CD}"/>
          </ac:spMkLst>
        </pc:spChg>
        <pc:spChg chg="del">
          <ac:chgData name="J. Tower" userId="9d06de10716639e5" providerId="LiveId" clId="{F8931099-75CA-5660-A155-55881DF68D84}" dt="2026-07-22T17:33:10.664" v="291" actId="478"/>
          <ac:spMkLst>
            <pc:docMk/>
            <pc:sldMk cId="1972911589" sldId="305"/>
            <ac:spMk id="11" creationId="{AA2DA1B6-C092-83BF-4A05-2991CE858D2C}"/>
          </ac:spMkLst>
        </pc:spChg>
        <pc:spChg chg="del">
          <ac:chgData name="J. Tower" userId="9d06de10716639e5" providerId="LiveId" clId="{F8931099-75CA-5660-A155-55881DF68D84}" dt="2026-07-22T17:33:10.664" v="291" actId="478"/>
          <ac:spMkLst>
            <pc:docMk/>
            <pc:sldMk cId="1972911589" sldId="305"/>
            <ac:spMk id="16" creationId="{01E0B7CA-1332-8CC2-521B-8B5D50A8E646}"/>
          </ac:spMkLst>
        </pc:spChg>
        <pc:spChg chg="add mod">
          <ac:chgData name="J. Tower" userId="9d06de10716639e5" providerId="LiveId" clId="{F8931099-75CA-5660-A155-55881DF68D84}" dt="2026-07-22T17:33:21.909" v="294" actId="1076"/>
          <ac:spMkLst>
            <pc:docMk/>
            <pc:sldMk cId="1972911589" sldId="305"/>
            <ac:spMk id="20" creationId="{A9AFE787-FB0C-EFB4-62F6-5DED5B34E76B}"/>
          </ac:spMkLst>
        </pc:spChg>
        <pc:spChg chg="mod">
          <ac:chgData name="J. Tower" userId="9d06de10716639e5" providerId="LiveId" clId="{F8931099-75CA-5660-A155-55881DF68D84}" dt="2026-07-22T17:33:12.402" v="292"/>
          <ac:spMkLst>
            <pc:docMk/>
            <pc:sldMk cId="1972911589" sldId="305"/>
            <ac:spMk id="23" creationId="{95680D52-7452-D141-3402-93ABDF35AD62}"/>
          </ac:spMkLst>
        </pc:spChg>
        <pc:grpChg chg="add mod">
          <ac:chgData name="J. Tower" userId="9d06de10716639e5" providerId="LiveId" clId="{F8931099-75CA-5660-A155-55881DF68D84}" dt="2026-07-22T17:33:21.909" v="294" actId="1076"/>
          <ac:grpSpMkLst>
            <pc:docMk/>
            <pc:sldMk cId="1972911589" sldId="305"/>
            <ac:grpSpMk id="21" creationId="{BDA97EEF-A042-AB7E-11A3-38DC3B16EAA9}"/>
          </ac:grpSpMkLst>
        </pc:grpChg>
        <pc:picChg chg="del">
          <ac:chgData name="J. Tower" userId="9d06de10716639e5" providerId="LiveId" clId="{F8931099-75CA-5660-A155-55881DF68D84}" dt="2026-07-22T17:33:10.664" v="291" actId="478"/>
          <ac:picMkLst>
            <pc:docMk/>
            <pc:sldMk cId="1972911589" sldId="305"/>
            <ac:picMk id="9" creationId="{E87FC25D-9B5D-6B5A-8D5A-74339A59A965}"/>
          </ac:picMkLst>
        </pc:picChg>
        <pc:picChg chg="mod">
          <ac:chgData name="J. Tower" userId="9d06de10716639e5" providerId="LiveId" clId="{F8931099-75CA-5660-A155-55881DF68D84}" dt="2026-07-22T17:33:12.402" v="292"/>
          <ac:picMkLst>
            <pc:docMk/>
            <pc:sldMk cId="1972911589" sldId="305"/>
            <ac:picMk id="22" creationId="{2574039F-009F-2A08-5BBB-486F5B4F0970}"/>
          </ac:picMkLst>
        </pc:picChg>
        <pc:picChg chg="mod">
          <ac:chgData name="J. Tower" userId="9d06de10716639e5" providerId="LiveId" clId="{F8931099-75CA-5660-A155-55881DF68D84}" dt="2026-07-22T17:33:12.402" v="292"/>
          <ac:picMkLst>
            <pc:docMk/>
            <pc:sldMk cId="1972911589" sldId="305"/>
            <ac:picMk id="24" creationId="{9D3F7610-2E9F-FF65-5DAD-4DA4EF603B46}"/>
          </ac:picMkLst>
        </pc:picChg>
      </pc:sldChg>
      <pc:sldChg chg="modSp mod">
        <pc:chgData name="J. Tower" userId="9d06de10716639e5" providerId="LiveId" clId="{F8931099-75CA-5660-A155-55881DF68D84}" dt="2026-07-22T17:30:12.011" v="226" actId="27636"/>
        <pc:sldMkLst>
          <pc:docMk/>
          <pc:sldMk cId="2598884527" sldId="456"/>
        </pc:sldMkLst>
        <pc:spChg chg="mod">
          <ac:chgData name="J. Tower" userId="9d06de10716639e5" providerId="LiveId" clId="{F8931099-75CA-5660-A155-55881DF68D84}" dt="2026-07-22T17:30:12.011" v="226" actId="27636"/>
          <ac:spMkLst>
            <pc:docMk/>
            <pc:sldMk cId="2598884527" sldId="456"/>
            <ac:spMk id="3" creationId="{158609D8-DD0B-4760-B11D-907664E37EB5}"/>
          </ac:spMkLst>
        </pc:spChg>
      </pc:sldChg>
      <pc:sldChg chg="addSp delSp modSp mod">
        <pc:chgData name="J. Tower" userId="9d06de10716639e5" providerId="LiveId" clId="{F8931099-75CA-5660-A155-55881DF68D84}" dt="2026-07-22T17:33:32.313" v="296"/>
        <pc:sldMkLst>
          <pc:docMk/>
          <pc:sldMk cId="934945236" sldId="540"/>
        </pc:sldMkLst>
        <pc:spChg chg="del">
          <ac:chgData name="J. Tower" userId="9d06de10716639e5" providerId="LiveId" clId="{F8931099-75CA-5660-A155-55881DF68D84}" dt="2026-07-22T17:33:31.967" v="295" actId="478"/>
          <ac:spMkLst>
            <pc:docMk/>
            <pc:sldMk cId="934945236" sldId="540"/>
            <ac:spMk id="2" creationId="{AD6CF2A6-BA24-E952-9C0B-429ECE9FD407}"/>
          </ac:spMkLst>
        </pc:spChg>
        <pc:spChg chg="del">
          <ac:chgData name="J. Tower" userId="9d06de10716639e5" providerId="LiveId" clId="{F8931099-75CA-5660-A155-55881DF68D84}" dt="2026-07-22T17:33:31.967" v="295" actId="478"/>
          <ac:spMkLst>
            <pc:docMk/>
            <pc:sldMk cId="934945236" sldId="540"/>
            <ac:spMk id="3" creationId="{B9981E71-45C3-1D3D-B7C9-4446DCE49357}"/>
          </ac:spMkLst>
        </pc:spChg>
        <pc:spChg chg="add mod">
          <ac:chgData name="J. Tower" userId="9d06de10716639e5" providerId="LiveId" clId="{F8931099-75CA-5660-A155-55881DF68D84}" dt="2026-07-22T17:33:32.313" v="296"/>
          <ac:spMkLst>
            <pc:docMk/>
            <pc:sldMk cId="934945236" sldId="540"/>
            <ac:spMk id="5" creationId="{32F59F01-13CA-A538-EB00-C420909FADC1}"/>
          </ac:spMkLst>
        </pc:spChg>
        <pc:spChg chg="add mod">
          <ac:chgData name="J. Tower" userId="9d06de10716639e5" providerId="LiveId" clId="{F8931099-75CA-5660-A155-55881DF68D84}" dt="2026-07-22T17:33:32.313" v="296"/>
          <ac:spMkLst>
            <pc:docMk/>
            <pc:sldMk cId="934945236" sldId="540"/>
            <ac:spMk id="7" creationId="{33E869C9-146B-DC31-A97B-A2F632A01FAF}"/>
          </ac:spMkLst>
        </pc:spChg>
        <pc:spChg chg="mod">
          <ac:chgData name="J. Tower" userId="9d06de10716639e5" providerId="LiveId" clId="{F8931099-75CA-5660-A155-55881DF68D84}" dt="2026-07-22T17:30:42.196" v="242" actId="20577"/>
          <ac:spMkLst>
            <pc:docMk/>
            <pc:sldMk cId="934945236" sldId="540"/>
            <ac:spMk id="9" creationId="{2CCFC013-6D9F-96DA-4013-3CA85BB1D357}"/>
          </ac:spMkLst>
        </pc:spChg>
        <pc:spChg chg="mod">
          <ac:chgData name="J. Tower" userId="9d06de10716639e5" providerId="LiveId" clId="{F8931099-75CA-5660-A155-55881DF68D84}" dt="2026-07-22T17:33:32.313" v="296"/>
          <ac:spMkLst>
            <pc:docMk/>
            <pc:sldMk cId="934945236" sldId="540"/>
            <ac:spMk id="22" creationId="{78756400-64DF-EB40-AC83-0458252B366C}"/>
          </ac:spMkLst>
        </pc:spChg>
        <pc:grpChg chg="add mod">
          <ac:chgData name="J. Tower" userId="9d06de10716639e5" providerId="LiveId" clId="{F8931099-75CA-5660-A155-55881DF68D84}" dt="2026-07-22T17:33:32.313" v="296"/>
          <ac:grpSpMkLst>
            <pc:docMk/>
            <pc:sldMk cId="934945236" sldId="540"/>
            <ac:grpSpMk id="13" creationId="{1B72D920-5FAD-6C7C-92E5-D7A6CD7728CE}"/>
          </ac:grpSpMkLst>
        </pc:grpChg>
        <pc:picChg chg="del">
          <ac:chgData name="J. Tower" userId="9d06de10716639e5" providerId="LiveId" clId="{F8931099-75CA-5660-A155-55881DF68D84}" dt="2026-07-22T17:33:31.967" v="295" actId="478"/>
          <ac:picMkLst>
            <pc:docMk/>
            <pc:sldMk cId="934945236" sldId="540"/>
            <ac:picMk id="4" creationId="{549E6445-9FE7-EBA8-1501-297CFEE7AE93}"/>
          </ac:picMkLst>
        </pc:picChg>
        <pc:picChg chg="mod">
          <ac:chgData name="J. Tower" userId="9d06de10716639e5" providerId="LiveId" clId="{F8931099-75CA-5660-A155-55881DF68D84}" dt="2026-07-22T17:33:32.313" v="296"/>
          <ac:picMkLst>
            <pc:docMk/>
            <pc:sldMk cId="934945236" sldId="540"/>
            <ac:picMk id="14" creationId="{587C4335-ECF3-9DD0-6A79-CCBE00793FFA}"/>
          </ac:picMkLst>
        </pc:picChg>
        <pc:picChg chg="mod">
          <ac:chgData name="J. Tower" userId="9d06de10716639e5" providerId="LiveId" clId="{F8931099-75CA-5660-A155-55881DF68D84}" dt="2026-07-22T17:33:32.313" v="296"/>
          <ac:picMkLst>
            <pc:docMk/>
            <pc:sldMk cId="934945236" sldId="540"/>
            <ac:picMk id="23" creationId="{2811BA38-866A-6911-EB15-652F44639437}"/>
          </ac:picMkLst>
        </pc:picChg>
      </pc:sldChg>
      <pc:sldChg chg="modSp mod">
        <pc:chgData name="J. Tower" userId="9d06de10716639e5" providerId="LiveId" clId="{F8931099-75CA-5660-A155-55881DF68D84}" dt="2026-07-22T17:35:04.115" v="302" actId="207"/>
        <pc:sldMkLst>
          <pc:docMk/>
          <pc:sldMk cId="2221029909" sldId="575"/>
        </pc:sldMkLst>
        <pc:spChg chg="mod">
          <ac:chgData name="J. Tower" userId="9d06de10716639e5" providerId="LiveId" clId="{F8931099-75CA-5660-A155-55881DF68D84}" dt="2026-07-22T17:35:04.115" v="302" actId="207"/>
          <ac:spMkLst>
            <pc:docMk/>
            <pc:sldMk cId="2221029909" sldId="575"/>
            <ac:spMk id="3" creationId="{4B92320E-39A1-8619-9101-65DEAF8C0097}"/>
          </ac:spMkLst>
        </pc:spChg>
      </pc:sldChg>
      <pc:sldChg chg="modNotesTx">
        <pc:chgData name="J. Tower" userId="9d06de10716639e5" providerId="LiveId" clId="{F8931099-75CA-5660-A155-55881DF68D84}" dt="2026-07-23T14:06:44.692" v="586" actId="20577"/>
        <pc:sldMkLst>
          <pc:docMk/>
          <pc:sldMk cId="4246035593" sldId="729"/>
        </pc:sldMkLst>
      </pc:sldChg>
      <pc:sldChg chg="modNotesTx">
        <pc:chgData name="J. Tower" userId="9d06de10716639e5" providerId="LiveId" clId="{F8931099-75CA-5660-A155-55881DF68D84}" dt="2026-07-23T14:05:53.736" v="576" actId="20577"/>
        <pc:sldMkLst>
          <pc:docMk/>
          <pc:sldMk cId="3205008461" sldId="855"/>
        </pc:sldMkLst>
      </pc:sldChg>
      <pc:sldChg chg="modNotesTx">
        <pc:chgData name="J. Tower" userId="9d06de10716639e5" providerId="LiveId" clId="{F8931099-75CA-5660-A155-55881DF68D84}" dt="2026-07-23T14:07:14.275" v="587" actId="113"/>
        <pc:sldMkLst>
          <pc:docMk/>
          <pc:sldMk cId="2736099825" sldId="856"/>
        </pc:sldMkLst>
      </pc:sldChg>
      <pc:sldChg chg="modNotesTx">
        <pc:chgData name="J. Tower" userId="9d06de10716639e5" providerId="LiveId" clId="{F8931099-75CA-5660-A155-55881DF68D84}" dt="2026-07-23T14:08:34.199" v="588" actId="113"/>
        <pc:sldMkLst>
          <pc:docMk/>
          <pc:sldMk cId="3447172628" sldId="863"/>
        </pc:sldMkLst>
      </pc:sldChg>
      <pc:sldChg chg="modSp mod">
        <pc:chgData name="J. Tower" userId="9d06de10716639e5" providerId="LiveId" clId="{F8931099-75CA-5660-A155-55881DF68D84}" dt="2026-07-22T17:28:07.252" v="128" actId="20577"/>
        <pc:sldMkLst>
          <pc:docMk/>
          <pc:sldMk cId="2032269521" sldId="880"/>
        </pc:sldMkLst>
        <pc:spChg chg="mod">
          <ac:chgData name="J. Tower" userId="9d06de10716639e5" providerId="LiveId" clId="{F8931099-75CA-5660-A155-55881DF68D84}" dt="2026-07-22T17:28:07.252" v="128" actId="20577"/>
          <ac:spMkLst>
            <pc:docMk/>
            <pc:sldMk cId="2032269521" sldId="880"/>
            <ac:spMk id="2" creationId="{A1DF4B6A-6893-86B6-9386-A995392A099A}"/>
          </ac:spMkLst>
        </pc:spChg>
      </pc:sldChg>
      <pc:sldChg chg="del">
        <pc:chgData name="J. Tower" userId="9d06de10716639e5" providerId="LiveId" clId="{F8931099-75CA-5660-A155-55881DF68D84}" dt="2026-07-23T19:25:07.127" v="924"/>
        <pc:sldMkLst>
          <pc:docMk/>
          <pc:sldMk cId="1885011996" sldId="881"/>
        </pc:sldMkLst>
      </pc:sldChg>
      <pc:sldChg chg="del">
        <pc:chgData name="J. Tower" userId="9d06de10716639e5" providerId="LiveId" clId="{F8931099-75CA-5660-A155-55881DF68D84}" dt="2026-07-23T14:43:21.676" v="890"/>
        <pc:sldMkLst>
          <pc:docMk/>
          <pc:sldMk cId="613446173" sldId="884"/>
        </pc:sldMkLst>
      </pc:sldChg>
      <pc:sldChg chg="del">
        <pc:chgData name="J. Tower" userId="9d06de10716639e5" providerId="LiveId" clId="{F8931099-75CA-5660-A155-55881DF68D84}" dt="2026-07-22T15:08:23.414" v="1"/>
        <pc:sldMkLst>
          <pc:docMk/>
          <pc:sldMk cId="3443821648" sldId="885"/>
        </pc:sldMkLst>
      </pc:sldChg>
      <pc:sldChg chg="del">
        <pc:chgData name="J. Tower" userId="9d06de10716639e5" providerId="LiveId" clId="{F8931099-75CA-5660-A155-55881DF68D84}" dt="2026-07-22T15:09:41.854" v="15"/>
        <pc:sldMkLst>
          <pc:docMk/>
          <pc:sldMk cId="2014264951" sldId="887"/>
        </pc:sldMkLst>
      </pc:sldChg>
      <pc:sldChg chg="del">
        <pc:chgData name="J. Tower" userId="9d06de10716639e5" providerId="LiveId" clId="{F8931099-75CA-5660-A155-55881DF68D84}" dt="2026-07-23T14:30:31.405" v="873"/>
        <pc:sldMkLst>
          <pc:docMk/>
          <pc:sldMk cId="2852340909" sldId="888"/>
        </pc:sldMkLst>
      </pc:sldChg>
      <pc:sldChg chg="del">
        <pc:chgData name="J. Tower" userId="9d06de10716639e5" providerId="LiveId" clId="{F8931099-75CA-5660-A155-55881DF68D84}" dt="2026-07-23T14:21:44.892" v="679"/>
        <pc:sldMkLst>
          <pc:docMk/>
          <pc:sldMk cId="2504112812" sldId="893"/>
        </pc:sldMkLst>
      </pc:sldChg>
      <pc:sldChg chg="del modNotesTx">
        <pc:chgData name="J. Tower" userId="9d06de10716639e5" providerId="LiveId" clId="{F8931099-75CA-5660-A155-55881DF68D84}" dt="2026-07-23T14:23:21.348" v="681"/>
        <pc:sldMkLst>
          <pc:docMk/>
          <pc:sldMk cId="2275922530" sldId="894"/>
        </pc:sldMkLst>
      </pc:sldChg>
      <pc:sldChg chg="del modNotesTx">
        <pc:chgData name="J. Tower" userId="9d06de10716639e5" providerId="LiveId" clId="{F8931099-75CA-5660-A155-55881DF68D84}" dt="2026-07-23T19:27:32.955" v="934"/>
        <pc:sldMkLst>
          <pc:docMk/>
          <pc:sldMk cId="555985146" sldId="896"/>
        </pc:sldMkLst>
      </pc:sldChg>
      <pc:sldChg chg="del">
        <pc:chgData name="J. Tower" userId="9d06de10716639e5" providerId="LiveId" clId="{F8931099-75CA-5660-A155-55881DF68D84}" dt="2026-07-23T19:28:36.102" v="940"/>
        <pc:sldMkLst>
          <pc:docMk/>
          <pc:sldMk cId="3480799871" sldId="897"/>
        </pc:sldMkLst>
      </pc:sldChg>
      <pc:sldChg chg="modSp">
        <pc:chgData name="J. Tower" userId="9d06de10716639e5" providerId="LiveId" clId="{F8931099-75CA-5660-A155-55881DF68D84}" dt="2026-07-23T14:14:09.789" v="641"/>
        <pc:sldMkLst>
          <pc:docMk/>
          <pc:sldMk cId="210841800" sldId="912"/>
        </pc:sldMkLst>
        <pc:spChg chg="mod">
          <ac:chgData name="J. Tower" userId="9d06de10716639e5" providerId="LiveId" clId="{F8931099-75CA-5660-A155-55881DF68D84}" dt="2026-07-23T14:14:09.789" v="641"/>
          <ac:spMkLst>
            <pc:docMk/>
            <pc:sldMk cId="210841800" sldId="912"/>
            <ac:spMk id="5" creationId="{12B2B7EF-28ED-3EF2-9492-8F584C9853E9}"/>
          </ac:spMkLst>
        </pc:spChg>
      </pc:sldChg>
      <pc:sldChg chg="modSp">
        <pc:chgData name="J. Tower" userId="9d06de10716639e5" providerId="LiveId" clId="{F8931099-75CA-5660-A155-55881DF68D84}" dt="2026-07-23T14:14:17.090" v="643"/>
        <pc:sldMkLst>
          <pc:docMk/>
          <pc:sldMk cId="553172039" sldId="913"/>
        </pc:sldMkLst>
        <pc:spChg chg="mod">
          <ac:chgData name="J. Tower" userId="9d06de10716639e5" providerId="LiveId" clId="{F8931099-75CA-5660-A155-55881DF68D84}" dt="2026-07-23T14:14:17.090" v="643"/>
          <ac:spMkLst>
            <pc:docMk/>
            <pc:sldMk cId="553172039" sldId="913"/>
            <ac:spMk id="5" creationId="{20EE34FD-0B17-CA36-6A6E-D8B546AA7554}"/>
          </ac:spMkLst>
        </pc:spChg>
      </pc:sldChg>
      <pc:sldChg chg="del">
        <pc:chgData name="J. Tower" userId="9d06de10716639e5" providerId="LiveId" clId="{F8931099-75CA-5660-A155-55881DF68D84}" dt="2026-07-22T17:35:36.639" v="303" actId="2696"/>
        <pc:sldMkLst>
          <pc:docMk/>
          <pc:sldMk cId="2460954310" sldId="914"/>
        </pc:sldMkLst>
      </pc:sldChg>
      <pc:sldChg chg="modSp">
        <pc:chgData name="J. Tower" userId="9d06de10716639e5" providerId="LiveId" clId="{F8931099-75CA-5660-A155-55881DF68D84}" dt="2026-07-23T14:15:47.668" v="673"/>
        <pc:sldMkLst>
          <pc:docMk/>
          <pc:sldMk cId="4249165283" sldId="916"/>
        </pc:sldMkLst>
        <pc:spChg chg="mod">
          <ac:chgData name="J. Tower" userId="9d06de10716639e5" providerId="LiveId" clId="{F8931099-75CA-5660-A155-55881DF68D84}" dt="2026-07-23T14:14:40.700" v="652"/>
          <ac:spMkLst>
            <pc:docMk/>
            <pc:sldMk cId="4249165283" sldId="916"/>
            <ac:spMk id="5" creationId="{8430E2AB-A6A0-879A-7940-5EE33DC3DCBC}"/>
          </ac:spMkLst>
        </pc:spChg>
        <pc:spChg chg="mod">
          <ac:chgData name="J. Tower" userId="9d06de10716639e5" providerId="LiveId" clId="{F8931099-75CA-5660-A155-55881DF68D84}" dt="2026-07-23T14:15:47.668" v="673"/>
          <ac:spMkLst>
            <pc:docMk/>
            <pc:sldMk cId="4249165283" sldId="916"/>
            <ac:spMk id="7" creationId="{69EDB736-88A0-F0D8-6696-4C639DADC2B4}"/>
          </ac:spMkLst>
        </pc:spChg>
      </pc:sldChg>
      <pc:sldChg chg="modNotesTx">
        <pc:chgData name="J. Tower" userId="9d06de10716639e5" providerId="LiveId" clId="{F8931099-75CA-5660-A155-55881DF68D84}" dt="2026-07-23T14:12:15.972" v="639" actId="20577"/>
        <pc:sldMkLst>
          <pc:docMk/>
          <pc:sldMk cId="2166782429" sldId="917"/>
        </pc:sldMkLst>
      </pc:sldChg>
      <pc:sldChg chg="modNotesTx">
        <pc:chgData name="J. Tower" userId="9d06de10716639e5" providerId="LiveId" clId="{F8931099-75CA-5660-A155-55881DF68D84}" dt="2026-07-23T14:12:48.353" v="640" actId="20577"/>
        <pc:sldMkLst>
          <pc:docMk/>
          <pc:sldMk cId="3030128795" sldId="918"/>
        </pc:sldMkLst>
      </pc:sldChg>
      <pc:sldChg chg="modSp">
        <pc:chgData name="J. Tower" userId="9d06de10716639e5" providerId="LiveId" clId="{F8931099-75CA-5660-A155-55881DF68D84}" dt="2026-07-23T14:14:13.543" v="642"/>
        <pc:sldMkLst>
          <pc:docMk/>
          <pc:sldMk cId="4102950063" sldId="920"/>
        </pc:sldMkLst>
        <pc:spChg chg="mod">
          <ac:chgData name="J. Tower" userId="9d06de10716639e5" providerId="LiveId" clId="{F8931099-75CA-5660-A155-55881DF68D84}" dt="2026-07-23T14:14:13.543" v="642"/>
          <ac:spMkLst>
            <pc:docMk/>
            <pc:sldMk cId="4102950063" sldId="920"/>
            <ac:spMk id="5" creationId="{4BCAD4E9-452A-7D8F-4017-609F3B2E6724}"/>
          </ac:spMkLst>
        </pc:spChg>
      </pc:sldChg>
      <pc:sldChg chg="modSp">
        <pc:chgData name="J. Tower" userId="9d06de10716639e5" providerId="LiveId" clId="{F8931099-75CA-5660-A155-55881DF68D84}" dt="2026-07-23T14:14:20.420" v="644"/>
        <pc:sldMkLst>
          <pc:docMk/>
          <pc:sldMk cId="3104105461" sldId="921"/>
        </pc:sldMkLst>
        <pc:spChg chg="mod">
          <ac:chgData name="J. Tower" userId="9d06de10716639e5" providerId="LiveId" clId="{F8931099-75CA-5660-A155-55881DF68D84}" dt="2026-07-23T14:14:20.420" v="644"/>
          <ac:spMkLst>
            <pc:docMk/>
            <pc:sldMk cId="3104105461" sldId="921"/>
            <ac:spMk id="5" creationId="{E81B21E8-72CE-E7C0-D716-20D2F9E8D740}"/>
          </ac:spMkLst>
        </pc:spChg>
      </pc:sldChg>
      <pc:sldChg chg="modSp">
        <pc:chgData name="J. Tower" userId="9d06de10716639e5" providerId="LiveId" clId="{F8931099-75CA-5660-A155-55881DF68D84}" dt="2026-07-23T14:14:23.910" v="645"/>
        <pc:sldMkLst>
          <pc:docMk/>
          <pc:sldMk cId="3892859101" sldId="922"/>
        </pc:sldMkLst>
        <pc:spChg chg="mod">
          <ac:chgData name="J. Tower" userId="9d06de10716639e5" providerId="LiveId" clId="{F8931099-75CA-5660-A155-55881DF68D84}" dt="2026-07-23T14:14:23.910" v="645"/>
          <ac:spMkLst>
            <pc:docMk/>
            <pc:sldMk cId="3892859101" sldId="922"/>
            <ac:spMk id="5" creationId="{75DBBF1D-963D-B40B-84D5-08FF7C205663}"/>
          </ac:spMkLst>
        </pc:spChg>
      </pc:sldChg>
      <pc:sldChg chg="modSp">
        <pc:chgData name="J. Tower" userId="9d06de10716639e5" providerId="LiveId" clId="{F8931099-75CA-5660-A155-55881DF68D84}" dt="2026-07-23T14:14:26.285" v="646"/>
        <pc:sldMkLst>
          <pc:docMk/>
          <pc:sldMk cId="394936117" sldId="923"/>
        </pc:sldMkLst>
        <pc:spChg chg="mod">
          <ac:chgData name="J. Tower" userId="9d06de10716639e5" providerId="LiveId" clId="{F8931099-75CA-5660-A155-55881DF68D84}" dt="2026-07-23T14:14:26.285" v="646"/>
          <ac:spMkLst>
            <pc:docMk/>
            <pc:sldMk cId="394936117" sldId="923"/>
            <ac:spMk id="5" creationId="{9332DA04-E04C-ABD2-04C1-FBFFDDF1A2F2}"/>
          </ac:spMkLst>
        </pc:spChg>
      </pc:sldChg>
      <pc:sldChg chg="modSp mod">
        <pc:chgData name="J. Tower" userId="9d06de10716639e5" providerId="LiveId" clId="{F8931099-75CA-5660-A155-55881DF68D84}" dt="2026-07-23T14:14:30.559" v="649"/>
        <pc:sldMkLst>
          <pc:docMk/>
          <pc:sldMk cId="44498495" sldId="925"/>
        </pc:sldMkLst>
        <pc:spChg chg="mod">
          <ac:chgData name="J. Tower" userId="9d06de10716639e5" providerId="LiveId" clId="{F8931099-75CA-5660-A155-55881DF68D84}" dt="2026-07-23T14:14:30.559" v="649"/>
          <ac:spMkLst>
            <pc:docMk/>
            <pc:sldMk cId="44498495" sldId="925"/>
            <ac:spMk id="5" creationId="{499B2C90-7514-5A97-1D62-64AAAEA6D7F1}"/>
          </ac:spMkLst>
        </pc:spChg>
      </pc:sldChg>
      <pc:sldChg chg="modSp">
        <pc:chgData name="J. Tower" userId="9d06de10716639e5" providerId="LiveId" clId="{F8931099-75CA-5660-A155-55881DF68D84}" dt="2026-07-23T14:14:33.850" v="650"/>
        <pc:sldMkLst>
          <pc:docMk/>
          <pc:sldMk cId="2363967969" sldId="926"/>
        </pc:sldMkLst>
        <pc:spChg chg="mod">
          <ac:chgData name="J. Tower" userId="9d06de10716639e5" providerId="LiveId" clId="{F8931099-75CA-5660-A155-55881DF68D84}" dt="2026-07-23T14:14:33.850" v="650"/>
          <ac:spMkLst>
            <pc:docMk/>
            <pc:sldMk cId="2363967969" sldId="926"/>
            <ac:spMk id="5" creationId="{01C770F8-4241-734F-2A97-5194B9D0DCD3}"/>
          </ac:spMkLst>
        </pc:spChg>
      </pc:sldChg>
      <pc:sldChg chg="modSp mod">
        <pc:chgData name="J. Tower" userId="9d06de10716639e5" providerId="LiveId" clId="{F8931099-75CA-5660-A155-55881DF68D84}" dt="2026-07-23T14:15:41.904" v="672" actId="20577"/>
        <pc:sldMkLst>
          <pc:docMk/>
          <pc:sldMk cId="454019570" sldId="927"/>
        </pc:sldMkLst>
        <pc:spChg chg="mod">
          <ac:chgData name="J. Tower" userId="9d06de10716639e5" providerId="LiveId" clId="{F8931099-75CA-5660-A155-55881DF68D84}" dt="2026-07-23T14:14:37.352" v="651"/>
          <ac:spMkLst>
            <pc:docMk/>
            <pc:sldMk cId="454019570" sldId="927"/>
            <ac:spMk id="5" creationId="{ABD02729-B4ED-687A-671E-C067EBA4B5BD}"/>
          </ac:spMkLst>
        </pc:spChg>
        <pc:spChg chg="mod">
          <ac:chgData name="J. Tower" userId="9d06de10716639e5" providerId="LiveId" clId="{F8931099-75CA-5660-A155-55881DF68D84}" dt="2026-07-23T14:15:41.904" v="672" actId="20577"/>
          <ac:spMkLst>
            <pc:docMk/>
            <pc:sldMk cId="454019570" sldId="927"/>
            <ac:spMk id="7" creationId="{013BF725-4253-78ED-B328-4710A7D019B2}"/>
          </ac:spMkLst>
        </pc:spChg>
      </pc:sldChg>
      <pc:sldChg chg="del">
        <pc:chgData name="J. Tower" userId="9d06de10716639e5" providerId="LiveId" clId="{F8931099-75CA-5660-A155-55881DF68D84}" dt="2026-07-23T19:26:49.032" v="930"/>
        <pc:sldMkLst>
          <pc:docMk/>
          <pc:sldMk cId="1511208586" sldId="931"/>
        </pc:sldMkLst>
      </pc:sldChg>
      <pc:sldChg chg="del">
        <pc:chgData name="J. Tower" userId="9d06de10716639e5" providerId="LiveId" clId="{F8931099-75CA-5660-A155-55881DF68D84}" dt="2026-07-23T19:27:11.316" v="932"/>
        <pc:sldMkLst>
          <pc:docMk/>
          <pc:sldMk cId="1254007352" sldId="932"/>
        </pc:sldMkLst>
      </pc:sldChg>
      <pc:sldChg chg="del">
        <pc:chgData name="J. Tower" userId="9d06de10716639e5" providerId="LiveId" clId="{F8931099-75CA-5660-A155-55881DF68D84}" dt="2026-07-23T19:26:07.661" v="926"/>
        <pc:sldMkLst>
          <pc:docMk/>
          <pc:sldMk cId="4087115035" sldId="933"/>
        </pc:sldMkLst>
      </pc:sldChg>
      <pc:sldChg chg="del">
        <pc:chgData name="J. Tower" userId="9d06de10716639e5" providerId="LiveId" clId="{F8931099-75CA-5660-A155-55881DF68D84}" dt="2026-07-23T19:26:28.663" v="928"/>
        <pc:sldMkLst>
          <pc:docMk/>
          <pc:sldMk cId="1838424444" sldId="935"/>
        </pc:sldMkLst>
      </pc:sldChg>
      <pc:sldChg chg="del">
        <pc:chgData name="J. Tower" userId="9d06de10716639e5" providerId="LiveId" clId="{F8931099-75CA-5660-A155-55881DF68D84}" dt="2026-07-23T19:29:42.597" v="946"/>
        <pc:sldMkLst>
          <pc:docMk/>
          <pc:sldMk cId="3681607655" sldId="936"/>
        </pc:sldMkLst>
      </pc:sldChg>
      <pc:sldChg chg="del">
        <pc:chgData name="J. Tower" userId="9d06de10716639e5" providerId="LiveId" clId="{F8931099-75CA-5660-A155-55881DF68D84}" dt="2026-07-23T19:30:02.075" v="948"/>
        <pc:sldMkLst>
          <pc:docMk/>
          <pc:sldMk cId="2296336208" sldId="937"/>
        </pc:sldMkLst>
      </pc:sldChg>
      <pc:sldChg chg="modSp del mod">
        <pc:chgData name="J. Tower" userId="9d06de10716639e5" providerId="LiveId" clId="{F8931099-75CA-5660-A155-55881DF68D84}" dt="2026-07-23T19:31:23.827" v="954"/>
        <pc:sldMkLst>
          <pc:docMk/>
          <pc:sldMk cId="51673440" sldId="938"/>
        </pc:sldMkLst>
        <pc:spChg chg="mod">
          <ac:chgData name="J. Tower" userId="9d06de10716639e5" providerId="LiveId" clId="{F8931099-75CA-5660-A155-55881DF68D84}" dt="2026-07-22T15:13:49.002" v="23" actId="20577"/>
          <ac:spMkLst>
            <pc:docMk/>
            <pc:sldMk cId="51673440" sldId="938"/>
            <ac:spMk id="2" creationId="{D1C651DE-92FE-AD5B-D925-9C24CB3059D2}"/>
          </ac:spMkLst>
        </pc:spChg>
      </pc:sldChg>
      <pc:sldChg chg="del">
        <pc:chgData name="J. Tower" userId="9d06de10716639e5" providerId="LiveId" clId="{F8931099-75CA-5660-A155-55881DF68D84}" dt="2026-07-23T19:31:44.788" v="956"/>
        <pc:sldMkLst>
          <pc:docMk/>
          <pc:sldMk cId="586042726" sldId="939"/>
        </pc:sldMkLst>
      </pc:sldChg>
      <pc:sldChg chg="del">
        <pc:chgData name="J. Tower" userId="9d06de10716639e5" providerId="LiveId" clId="{F8931099-75CA-5660-A155-55881DF68D84}" dt="2026-07-23T19:32:25.231" v="960"/>
        <pc:sldMkLst>
          <pc:docMk/>
          <pc:sldMk cId="1798226156" sldId="940"/>
        </pc:sldMkLst>
      </pc:sldChg>
      <pc:sldChg chg="del">
        <pc:chgData name="J. Tower" userId="9d06de10716639e5" providerId="LiveId" clId="{F8931099-75CA-5660-A155-55881DF68D84}" dt="2026-07-23T19:32:44.639" v="962"/>
        <pc:sldMkLst>
          <pc:docMk/>
          <pc:sldMk cId="1072179456" sldId="941"/>
        </pc:sldMkLst>
      </pc:sldChg>
      <pc:sldChg chg="del">
        <pc:chgData name="J. Tower" userId="9d06de10716639e5" providerId="LiveId" clId="{F8931099-75CA-5660-A155-55881DF68D84}" dt="2026-07-23T19:34:24.749" v="972"/>
        <pc:sldMkLst>
          <pc:docMk/>
          <pc:sldMk cId="3761668633" sldId="942"/>
        </pc:sldMkLst>
      </pc:sldChg>
      <pc:sldChg chg="del">
        <pc:chgData name="J. Tower" userId="9d06de10716639e5" providerId="LiveId" clId="{F8931099-75CA-5660-A155-55881DF68D84}" dt="2026-07-23T19:34:47.087" v="974"/>
        <pc:sldMkLst>
          <pc:docMk/>
          <pc:sldMk cId="2400402955" sldId="943"/>
        </pc:sldMkLst>
      </pc:sldChg>
      <pc:sldChg chg="addSp delSp modSp mod">
        <pc:chgData name="J. Tower" userId="9d06de10716639e5" providerId="LiveId" clId="{F8931099-75CA-5660-A155-55881DF68D84}" dt="2026-07-22T17:38:03.579" v="382" actId="478"/>
        <pc:sldMkLst>
          <pc:docMk/>
          <pc:sldMk cId="3598741161" sldId="945"/>
        </pc:sldMkLst>
        <pc:spChg chg="add del mod">
          <ac:chgData name="J. Tower" userId="9d06de10716639e5" providerId="LiveId" clId="{F8931099-75CA-5660-A155-55881DF68D84}" dt="2026-07-22T17:38:03.579" v="382" actId="478"/>
          <ac:spMkLst>
            <pc:docMk/>
            <pc:sldMk cId="3598741161" sldId="945"/>
            <ac:spMk id="3" creationId="{8BEF8152-310C-70C0-921E-0730CD159ABF}"/>
          </ac:spMkLst>
        </pc:spChg>
        <pc:spChg chg="add del mod">
          <ac:chgData name="J. Tower" userId="9d06de10716639e5" providerId="LiveId" clId="{F8931099-75CA-5660-A155-55881DF68D84}" dt="2026-07-22T17:38:03.579" v="382" actId="478"/>
          <ac:spMkLst>
            <pc:docMk/>
            <pc:sldMk cId="3598741161" sldId="945"/>
            <ac:spMk id="4" creationId="{BF1DBF5B-2B7F-C558-ACA9-5D80F89B633C}"/>
          </ac:spMkLst>
        </pc:spChg>
        <pc:spChg chg="del">
          <ac:chgData name="J. Tower" userId="9d06de10716639e5" providerId="LiveId" clId="{F8931099-75CA-5660-A155-55881DF68D84}" dt="2026-07-22T17:36:32.146" v="309" actId="478"/>
          <ac:spMkLst>
            <pc:docMk/>
            <pc:sldMk cId="3598741161" sldId="945"/>
            <ac:spMk id="5" creationId="{00D21D3C-2501-9042-1C96-DAFD27E404F0}"/>
          </ac:spMkLst>
        </pc:spChg>
        <pc:spChg chg="mod">
          <ac:chgData name="J. Tower" userId="9d06de10716639e5" providerId="LiveId" clId="{F8931099-75CA-5660-A155-55881DF68D84}" dt="2026-07-22T17:38:00.580" v="381" actId="166"/>
          <ac:spMkLst>
            <pc:docMk/>
            <pc:sldMk cId="3598741161" sldId="945"/>
            <ac:spMk id="6" creationId="{06D4D8DF-EB84-5687-5C0C-4B201BC481B4}"/>
          </ac:spMkLst>
        </pc:spChg>
        <pc:spChg chg="add del mod">
          <ac:chgData name="J. Tower" userId="9d06de10716639e5" providerId="LiveId" clId="{F8931099-75CA-5660-A155-55881DF68D84}" dt="2026-07-22T17:38:03.579" v="382" actId="478"/>
          <ac:spMkLst>
            <pc:docMk/>
            <pc:sldMk cId="3598741161" sldId="945"/>
            <ac:spMk id="7" creationId="{F64060AE-9F0E-A3B5-695C-9969730AB62C}"/>
          </ac:spMkLst>
        </pc:spChg>
        <pc:spChg chg="del">
          <ac:chgData name="J. Tower" userId="9d06de10716639e5" providerId="LiveId" clId="{F8931099-75CA-5660-A155-55881DF68D84}" dt="2026-07-22T17:36:32.146" v="309" actId="478"/>
          <ac:spMkLst>
            <pc:docMk/>
            <pc:sldMk cId="3598741161" sldId="945"/>
            <ac:spMk id="8" creationId="{C2B8B17A-7DE8-2FFC-4A66-13ACFB64DA52}"/>
          </ac:spMkLst>
        </pc:spChg>
        <pc:spChg chg="del">
          <ac:chgData name="J. Tower" userId="9d06de10716639e5" providerId="LiveId" clId="{F8931099-75CA-5660-A155-55881DF68D84}" dt="2026-07-22T17:36:32.146" v="309" actId="478"/>
          <ac:spMkLst>
            <pc:docMk/>
            <pc:sldMk cId="3598741161" sldId="945"/>
            <ac:spMk id="9" creationId="{CE4A4DB6-9B12-F287-406F-1608298B942F}"/>
          </ac:spMkLst>
        </pc:spChg>
        <pc:spChg chg="add mod">
          <ac:chgData name="J. Tower" userId="9d06de10716639e5" providerId="LiveId" clId="{F8931099-75CA-5660-A155-55881DF68D84}" dt="2026-07-22T17:37:50.004" v="354"/>
          <ac:spMkLst>
            <pc:docMk/>
            <pc:sldMk cId="3598741161" sldId="945"/>
            <ac:spMk id="10" creationId="{9C5B75E4-C547-A9E6-5387-F99815D4B279}"/>
          </ac:spMkLst>
        </pc:spChg>
        <pc:spChg chg="add mod">
          <ac:chgData name="J. Tower" userId="9d06de10716639e5" providerId="LiveId" clId="{F8931099-75CA-5660-A155-55881DF68D84}" dt="2026-07-22T17:37:50.004" v="354"/>
          <ac:spMkLst>
            <pc:docMk/>
            <pc:sldMk cId="3598741161" sldId="945"/>
            <ac:spMk id="11" creationId="{4188B749-D505-527F-9CBD-23806A33CDB5}"/>
          </ac:spMkLst>
        </pc:spChg>
        <pc:spChg chg="add mod">
          <ac:chgData name="J. Tower" userId="9d06de10716639e5" providerId="LiveId" clId="{F8931099-75CA-5660-A155-55881DF68D84}" dt="2026-07-22T17:37:50.004" v="354"/>
          <ac:spMkLst>
            <pc:docMk/>
            <pc:sldMk cId="3598741161" sldId="945"/>
            <ac:spMk id="12" creationId="{8C98A068-0AA9-53CF-B830-64312EEC0F83}"/>
          </ac:spMkLst>
        </pc:spChg>
      </pc:sldChg>
      <pc:sldChg chg="addSp delSp modSp mod">
        <pc:chgData name="J. Tower" userId="9d06de10716639e5" providerId="LiveId" clId="{F8931099-75CA-5660-A155-55881DF68D84}" dt="2026-07-23T14:16:12.622" v="675" actId="478"/>
        <pc:sldMkLst>
          <pc:docMk/>
          <pc:sldMk cId="3303466725" sldId="946"/>
        </pc:sldMkLst>
        <pc:spChg chg="add del mod">
          <ac:chgData name="J. Tower" userId="9d06de10716639e5" providerId="LiveId" clId="{F8931099-75CA-5660-A155-55881DF68D84}" dt="2026-07-23T14:16:12.622" v="675" actId="478"/>
          <ac:spMkLst>
            <pc:docMk/>
            <pc:sldMk cId="3303466725" sldId="946"/>
            <ac:spMk id="3" creationId="{4638176F-53C9-4DDA-9D1F-1BDB5E7DE626}"/>
          </ac:spMkLst>
        </pc:spChg>
        <pc:spChg chg="add del mod">
          <ac:chgData name="J. Tower" userId="9d06de10716639e5" providerId="LiveId" clId="{F8931099-75CA-5660-A155-55881DF68D84}" dt="2026-07-23T14:16:12.622" v="675" actId="478"/>
          <ac:spMkLst>
            <pc:docMk/>
            <pc:sldMk cId="3303466725" sldId="946"/>
            <ac:spMk id="4" creationId="{58DF62FD-74AF-9FDE-E1BD-3063E2E47C4E}"/>
          </ac:spMkLst>
        </pc:spChg>
        <pc:spChg chg="del mod">
          <ac:chgData name="J. Tower" userId="9d06de10716639e5" providerId="LiveId" clId="{F8931099-75CA-5660-A155-55881DF68D84}" dt="2026-07-22T17:37:41.076" v="353" actId="478"/>
          <ac:spMkLst>
            <pc:docMk/>
            <pc:sldMk cId="3303466725" sldId="946"/>
            <ac:spMk id="5" creationId="{B06B6615-1789-3F9C-F197-850126F601AE}"/>
          </ac:spMkLst>
        </pc:spChg>
        <pc:spChg chg="del mod">
          <ac:chgData name="J. Tower" userId="9d06de10716639e5" providerId="LiveId" clId="{F8931099-75CA-5660-A155-55881DF68D84}" dt="2026-07-23T14:16:12.622" v="675" actId="478"/>
          <ac:spMkLst>
            <pc:docMk/>
            <pc:sldMk cId="3303466725" sldId="946"/>
            <ac:spMk id="6" creationId="{5839A565-8096-18D9-D4AC-59AA63887D20}"/>
          </ac:spMkLst>
        </pc:spChg>
        <pc:spChg chg="add del mod">
          <ac:chgData name="J. Tower" userId="9d06de10716639e5" providerId="LiveId" clId="{F8931099-75CA-5660-A155-55881DF68D84}" dt="2026-07-23T14:16:12.622" v="675" actId="478"/>
          <ac:spMkLst>
            <pc:docMk/>
            <pc:sldMk cId="3303466725" sldId="946"/>
            <ac:spMk id="7" creationId="{8C6D485C-C8C0-0726-FF75-5F9F1325506D}"/>
          </ac:spMkLst>
        </pc:spChg>
        <pc:spChg chg="del mod">
          <ac:chgData name="J. Tower" userId="9d06de10716639e5" providerId="LiveId" clId="{F8931099-75CA-5660-A155-55881DF68D84}" dt="2026-07-22T17:37:41.076" v="353" actId="478"/>
          <ac:spMkLst>
            <pc:docMk/>
            <pc:sldMk cId="3303466725" sldId="946"/>
            <ac:spMk id="8" creationId="{40BB0544-355C-8F69-E4FC-588C7D91976C}"/>
          </ac:spMkLst>
        </pc:spChg>
        <pc:spChg chg="del mod">
          <ac:chgData name="J. Tower" userId="9d06de10716639e5" providerId="LiveId" clId="{F8931099-75CA-5660-A155-55881DF68D84}" dt="2026-07-22T17:37:41.076" v="353" actId="478"/>
          <ac:spMkLst>
            <pc:docMk/>
            <pc:sldMk cId="3303466725" sldId="946"/>
            <ac:spMk id="9" creationId="{03B1D67A-D89E-607F-B96A-9D2C126433A4}"/>
          </ac:spMkLst>
        </pc:spChg>
      </pc:sldChg>
      <pc:sldChg chg="addSp delSp modSp mod">
        <pc:chgData name="J. Tower" userId="9d06de10716639e5" providerId="LiveId" clId="{F8931099-75CA-5660-A155-55881DF68D84}" dt="2026-07-22T17:37:13.320" v="318" actId="166"/>
        <pc:sldMkLst>
          <pc:docMk/>
          <pc:sldMk cId="2295188133" sldId="947"/>
        </pc:sldMkLst>
        <pc:spChg chg="mod">
          <ac:chgData name="J. Tower" userId="9d06de10716639e5" providerId="LiveId" clId="{F8931099-75CA-5660-A155-55881DF68D84}" dt="2026-07-22T17:37:04.227" v="316" actId="688"/>
          <ac:spMkLst>
            <pc:docMk/>
            <pc:sldMk cId="2295188133" sldId="947"/>
            <ac:spMk id="3" creationId="{A61B9C13-7DD9-0BAE-1BE5-351D72546389}"/>
          </ac:spMkLst>
        </pc:spChg>
        <pc:spChg chg="add mod">
          <ac:chgData name="J. Tower" userId="9d06de10716639e5" providerId="LiveId" clId="{F8931099-75CA-5660-A155-55881DF68D84}" dt="2026-07-22T17:36:49.419" v="313"/>
          <ac:spMkLst>
            <pc:docMk/>
            <pc:sldMk cId="2295188133" sldId="947"/>
            <ac:spMk id="4" creationId="{D9864F9A-EDFB-7C75-99F5-6CF5F390CBC3}"/>
          </ac:spMkLst>
        </pc:spChg>
        <pc:spChg chg="del">
          <ac:chgData name="J. Tower" userId="9d06de10716639e5" providerId="LiveId" clId="{F8931099-75CA-5660-A155-55881DF68D84}" dt="2026-07-22T17:36:48.373" v="312" actId="478"/>
          <ac:spMkLst>
            <pc:docMk/>
            <pc:sldMk cId="2295188133" sldId="947"/>
            <ac:spMk id="5" creationId="{A4DE312F-CBB1-9C39-4AC4-034F3DD4AE6F}"/>
          </ac:spMkLst>
        </pc:spChg>
        <pc:spChg chg="add mod">
          <ac:chgData name="J. Tower" userId="9d06de10716639e5" providerId="LiveId" clId="{F8931099-75CA-5660-A155-55881DF68D84}" dt="2026-07-22T17:36:49.419" v="313"/>
          <ac:spMkLst>
            <pc:docMk/>
            <pc:sldMk cId="2295188133" sldId="947"/>
            <ac:spMk id="6" creationId="{8C5C6D94-006C-5585-A368-C78AEFCD8E0B}"/>
          </ac:spMkLst>
        </pc:spChg>
        <pc:spChg chg="add mod">
          <ac:chgData name="J. Tower" userId="9d06de10716639e5" providerId="LiveId" clId="{F8931099-75CA-5660-A155-55881DF68D84}" dt="2026-07-22T17:36:49.419" v="313"/>
          <ac:spMkLst>
            <pc:docMk/>
            <pc:sldMk cId="2295188133" sldId="947"/>
            <ac:spMk id="7" creationId="{DC1454EC-3BDA-9C37-83B6-032E76C2936A}"/>
          </ac:spMkLst>
        </pc:spChg>
        <pc:spChg chg="del">
          <ac:chgData name="J. Tower" userId="9d06de10716639e5" providerId="LiveId" clId="{F8931099-75CA-5660-A155-55881DF68D84}" dt="2026-07-22T17:36:48.373" v="312" actId="478"/>
          <ac:spMkLst>
            <pc:docMk/>
            <pc:sldMk cId="2295188133" sldId="947"/>
            <ac:spMk id="8" creationId="{90F54E44-4A20-F9C9-6366-D61B770DC7C4}"/>
          </ac:spMkLst>
        </pc:spChg>
        <pc:spChg chg="del">
          <ac:chgData name="J. Tower" userId="9d06de10716639e5" providerId="LiveId" clId="{F8931099-75CA-5660-A155-55881DF68D84}" dt="2026-07-22T17:36:48.373" v="312" actId="478"/>
          <ac:spMkLst>
            <pc:docMk/>
            <pc:sldMk cId="2295188133" sldId="947"/>
            <ac:spMk id="9" creationId="{0461C04A-977F-49D6-E0D1-3F34C680902C}"/>
          </ac:spMkLst>
        </pc:spChg>
        <pc:spChg chg="add mod">
          <ac:chgData name="J. Tower" userId="9d06de10716639e5" providerId="LiveId" clId="{F8931099-75CA-5660-A155-55881DF68D84}" dt="2026-07-22T17:36:59.183" v="315" actId="1076"/>
          <ac:spMkLst>
            <pc:docMk/>
            <pc:sldMk cId="2295188133" sldId="947"/>
            <ac:spMk id="10" creationId="{925A8223-3C52-A57C-9788-83E2847D0611}"/>
          </ac:spMkLst>
        </pc:spChg>
        <pc:spChg chg="add mod">
          <ac:chgData name="J. Tower" userId="9d06de10716639e5" providerId="LiveId" clId="{F8931099-75CA-5660-A155-55881DF68D84}" dt="2026-07-22T17:36:59.183" v="315" actId="1076"/>
          <ac:spMkLst>
            <pc:docMk/>
            <pc:sldMk cId="2295188133" sldId="947"/>
            <ac:spMk id="11" creationId="{B9080E2F-A4EE-FBFA-A94B-0751848C4549}"/>
          </ac:spMkLst>
        </pc:spChg>
        <pc:spChg chg="add mod">
          <ac:chgData name="J. Tower" userId="9d06de10716639e5" providerId="LiveId" clId="{F8931099-75CA-5660-A155-55881DF68D84}" dt="2026-07-22T17:36:59.183" v="315" actId="1076"/>
          <ac:spMkLst>
            <pc:docMk/>
            <pc:sldMk cId="2295188133" sldId="947"/>
            <ac:spMk id="12" creationId="{48B58109-7957-B3E3-E7EC-EA86BDAF5E30}"/>
          </ac:spMkLst>
        </pc:spChg>
        <pc:spChg chg="mod">
          <ac:chgData name="J. Tower" userId="9d06de10716639e5" providerId="LiveId" clId="{F8931099-75CA-5660-A155-55881DF68D84}" dt="2026-07-22T17:37:08.151" v="317" actId="688"/>
          <ac:spMkLst>
            <pc:docMk/>
            <pc:sldMk cId="2295188133" sldId="947"/>
            <ac:spMk id="15" creationId="{308E5376-C49C-AF05-8DCD-D14ADC6FA5FB}"/>
          </ac:spMkLst>
        </pc:spChg>
        <pc:spChg chg="mod">
          <ac:chgData name="J. Tower" userId="9d06de10716639e5" providerId="LiveId" clId="{F8931099-75CA-5660-A155-55881DF68D84}" dt="2026-07-22T17:37:13.320" v="318" actId="166"/>
          <ac:spMkLst>
            <pc:docMk/>
            <pc:sldMk cId="2295188133" sldId="947"/>
            <ac:spMk id="16" creationId="{8E168570-A169-1439-8CAD-0F83C2738163}"/>
          </ac:spMkLst>
        </pc:spChg>
      </pc:sldChg>
      <pc:sldChg chg="addSp delSp modSp mod">
        <pc:chgData name="J. Tower" userId="9d06de10716639e5" providerId="LiveId" clId="{F8931099-75CA-5660-A155-55881DF68D84}" dt="2026-07-22T17:38:53.942" v="474" actId="1038"/>
        <pc:sldMkLst>
          <pc:docMk/>
          <pc:sldMk cId="2554511693" sldId="948"/>
        </pc:sldMkLst>
        <pc:spChg chg="mod">
          <ac:chgData name="J. Tower" userId="9d06de10716639e5" providerId="LiveId" clId="{F8931099-75CA-5660-A155-55881DF68D84}" dt="2026-07-22T17:38:32.408" v="386" actId="688"/>
          <ac:spMkLst>
            <pc:docMk/>
            <pc:sldMk cId="2554511693" sldId="948"/>
            <ac:spMk id="3" creationId="{04ECA20F-40B9-4004-B45A-A1CE1FBCD449}"/>
          </ac:spMkLst>
        </pc:spChg>
        <pc:spChg chg="mod">
          <ac:chgData name="J. Tower" userId="9d06de10716639e5" providerId="LiveId" clId="{F8931099-75CA-5660-A155-55881DF68D84}" dt="2026-07-22T17:38:53.942" v="474" actId="1038"/>
          <ac:spMkLst>
            <pc:docMk/>
            <pc:sldMk cId="2554511693" sldId="948"/>
            <ac:spMk id="4" creationId="{D5969FCE-C23F-2F98-5F09-867D803AD13E}"/>
          </ac:spMkLst>
        </pc:spChg>
        <pc:spChg chg="del">
          <ac:chgData name="J. Tower" userId="9d06de10716639e5" providerId="LiveId" clId="{F8931099-75CA-5660-A155-55881DF68D84}" dt="2026-07-22T17:38:22.286" v="383" actId="478"/>
          <ac:spMkLst>
            <pc:docMk/>
            <pc:sldMk cId="2554511693" sldId="948"/>
            <ac:spMk id="5" creationId="{3D5CF3B1-AF33-B624-0A15-23EC78D2462D}"/>
          </ac:spMkLst>
        </pc:spChg>
        <pc:spChg chg="mod">
          <ac:chgData name="J. Tower" userId="9d06de10716639e5" providerId="LiveId" clId="{F8931099-75CA-5660-A155-55881DF68D84}" dt="2026-07-22T17:38:53.942" v="474" actId="1038"/>
          <ac:spMkLst>
            <pc:docMk/>
            <pc:sldMk cId="2554511693" sldId="948"/>
            <ac:spMk id="6" creationId="{C2233E55-8D3F-6774-FBE2-0874E5028E71}"/>
          </ac:spMkLst>
        </pc:spChg>
        <pc:spChg chg="add mod">
          <ac:chgData name="J. Tower" userId="9d06de10716639e5" providerId="LiveId" clId="{F8931099-75CA-5660-A155-55881DF68D84}" dt="2026-07-22T17:38:22.658" v="384"/>
          <ac:spMkLst>
            <pc:docMk/>
            <pc:sldMk cId="2554511693" sldId="948"/>
            <ac:spMk id="7" creationId="{F6309353-74B2-360A-2D77-BA64572EF343}"/>
          </ac:spMkLst>
        </pc:spChg>
        <pc:spChg chg="del">
          <ac:chgData name="J. Tower" userId="9d06de10716639e5" providerId="LiveId" clId="{F8931099-75CA-5660-A155-55881DF68D84}" dt="2026-07-22T17:38:22.286" v="383" actId="478"/>
          <ac:spMkLst>
            <pc:docMk/>
            <pc:sldMk cId="2554511693" sldId="948"/>
            <ac:spMk id="8" creationId="{D54EC427-A312-BFD9-1F8F-9B9367639C30}"/>
          </ac:spMkLst>
        </pc:spChg>
        <pc:spChg chg="del">
          <ac:chgData name="J. Tower" userId="9d06de10716639e5" providerId="LiveId" clId="{F8931099-75CA-5660-A155-55881DF68D84}" dt="2026-07-22T17:38:22.286" v="383" actId="478"/>
          <ac:spMkLst>
            <pc:docMk/>
            <pc:sldMk cId="2554511693" sldId="948"/>
            <ac:spMk id="9" creationId="{F5922088-1A64-31C3-9EBB-07719C01EDA3}"/>
          </ac:spMkLst>
        </pc:spChg>
        <pc:spChg chg="add mod">
          <ac:chgData name="J. Tower" userId="9d06de10716639e5" providerId="LiveId" clId="{F8931099-75CA-5660-A155-55881DF68D84}" dt="2026-07-22T17:38:22.658" v="384"/>
          <ac:spMkLst>
            <pc:docMk/>
            <pc:sldMk cId="2554511693" sldId="948"/>
            <ac:spMk id="10" creationId="{2194168D-5925-17D9-318D-E4C58F9D4245}"/>
          </ac:spMkLst>
        </pc:spChg>
        <pc:spChg chg="add mod">
          <ac:chgData name="J. Tower" userId="9d06de10716639e5" providerId="LiveId" clId="{F8931099-75CA-5660-A155-55881DF68D84}" dt="2026-07-22T17:38:22.658" v="384"/>
          <ac:spMkLst>
            <pc:docMk/>
            <pc:sldMk cId="2554511693" sldId="948"/>
            <ac:spMk id="11" creationId="{80A04B14-1627-6D8D-2EBB-0D8925F7389C}"/>
          </ac:spMkLst>
        </pc:spChg>
        <pc:spChg chg="mod">
          <ac:chgData name="J. Tower" userId="9d06de10716639e5" providerId="LiveId" clId="{F8931099-75CA-5660-A155-55881DF68D84}" dt="2026-07-22T17:38:36.297" v="387" actId="688"/>
          <ac:spMkLst>
            <pc:docMk/>
            <pc:sldMk cId="2554511693" sldId="948"/>
            <ac:spMk id="15" creationId="{36D9602C-67DA-7FF2-597B-C846809EA735}"/>
          </ac:spMkLst>
        </pc:spChg>
        <pc:spChg chg="mod">
          <ac:chgData name="J. Tower" userId="9d06de10716639e5" providerId="LiveId" clId="{F8931099-75CA-5660-A155-55881DF68D84}" dt="2026-07-22T17:38:28.927" v="385" actId="166"/>
          <ac:spMkLst>
            <pc:docMk/>
            <pc:sldMk cId="2554511693" sldId="948"/>
            <ac:spMk id="16" creationId="{DDA5FB28-6503-8AA5-7248-4452B37E9A91}"/>
          </ac:spMkLst>
        </pc:spChg>
      </pc:sldChg>
      <pc:sldChg chg="del">
        <pc:chgData name="J. Tower" userId="9d06de10716639e5" providerId="LiveId" clId="{F8931099-75CA-5660-A155-55881DF68D84}" dt="2026-07-23T14:31:23.295" v="875"/>
        <pc:sldMkLst>
          <pc:docMk/>
          <pc:sldMk cId="3016990468" sldId="949"/>
        </pc:sldMkLst>
      </pc:sldChg>
      <pc:sldChg chg="del">
        <pc:chgData name="J. Tower" userId="9d06de10716639e5" providerId="LiveId" clId="{F8931099-75CA-5660-A155-55881DF68D84}" dt="2026-07-23T14:32:01.081" v="877"/>
        <pc:sldMkLst>
          <pc:docMk/>
          <pc:sldMk cId="2588110502" sldId="950"/>
        </pc:sldMkLst>
      </pc:sldChg>
      <pc:sldChg chg="del">
        <pc:chgData name="J. Tower" userId="9d06de10716639e5" providerId="LiveId" clId="{F8931099-75CA-5660-A155-55881DF68D84}" dt="2026-07-23T14:49:56.254" v="914"/>
        <pc:sldMkLst>
          <pc:docMk/>
          <pc:sldMk cId="9999961" sldId="951"/>
        </pc:sldMkLst>
      </pc:sldChg>
      <pc:sldChg chg="del">
        <pc:chgData name="J. Tower" userId="9d06de10716639e5" providerId="LiveId" clId="{F8931099-75CA-5660-A155-55881DF68D84}" dt="2026-07-23T14:50:32.874" v="916"/>
        <pc:sldMkLst>
          <pc:docMk/>
          <pc:sldMk cId="688783251" sldId="952"/>
        </pc:sldMkLst>
      </pc:sldChg>
      <pc:sldChg chg="del">
        <pc:chgData name="J. Tower" userId="9d06de10716639e5" providerId="LiveId" clId="{F8931099-75CA-5660-A155-55881DF68D84}" dt="2026-07-23T14:51:52.914" v="922"/>
        <pc:sldMkLst>
          <pc:docMk/>
          <pc:sldMk cId="2372623074" sldId="955"/>
        </pc:sldMkLst>
      </pc:sldChg>
      <pc:sldChg chg="del">
        <pc:chgData name="J. Tower" userId="9d06de10716639e5" providerId="LiveId" clId="{F8931099-75CA-5660-A155-55881DF68D84}" dt="2026-07-23T19:30:21" v="950"/>
        <pc:sldMkLst>
          <pc:docMk/>
          <pc:sldMk cId="1930113288" sldId="956"/>
        </pc:sldMkLst>
      </pc:sldChg>
      <pc:sldChg chg="del">
        <pc:chgData name="J. Tower" userId="9d06de10716639e5" providerId="LiveId" clId="{F8931099-75CA-5660-A155-55881DF68D84}" dt="2026-07-23T19:30:45.569" v="952"/>
        <pc:sldMkLst>
          <pc:docMk/>
          <pc:sldMk cId="349432613" sldId="957"/>
        </pc:sldMkLst>
      </pc:sldChg>
      <pc:sldChg chg="del">
        <pc:chgData name="J. Tower" userId="9d06de10716639e5" providerId="LiveId" clId="{F8931099-75CA-5660-A155-55881DF68D84}" dt="2026-07-23T19:32:03.488" v="958"/>
        <pc:sldMkLst>
          <pc:docMk/>
          <pc:sldMk cId="869461942" sldId="958"/>
        </pc:sldMkLst>
      </pc:sldChg>
      <pc:sldChg chg="del">
        <pc:chgData name="J. Tower" userId="9d06de10716639e5" providerId="LiveId" clId="{F8931099-75CA-5660-A155-55881DF68D84}" dt="2026-07-22T15:18:49.288" v="25"/>
        <pc:sldMkLst>
          <pc:docMk/>
          <pc:sldMk cId="970239318" sldId="959"/>
        </pc:sldMkLst>
      </pc:sldChg>
      <pc:sldChg chg="del">
        <pc:chgData name="J. Tower" userId="9d06de10716639e5" providerId="LiveId" clId="{F8931099-75CA-5660-A155-55881DF68D84}" dt="2026-07-23T19:33:23.998" v="966"/>
        <pc:sldMkLst>
          <pc:docMk/>
          <pc:sldMk cId="559650111" sldId="960"/>
        </pc:sldMkLst>
      </pc:sldChg>
      <pc:sldChg chg="del">
        <pc:chgData name="J. Tower" userId="9d06de10716639e5" providerId="LiveId" clId="{F8931099-75CA-5660-A155-55881DF68D84}" dt="2026-07-23T19:33:43.470" v="968"/>
        <pc:sldMkLst>
          <pc:docMk/>
          <pc:sldMk cId="1380243444" sldId="964"/>
        </pc:sldMkLst>
      </pc:sldChg>
      <pc:sldChg chg="modSp del mod">
        <pc:chgData name="J. Tower" userId="9d06de10716639e5" providerId="LiveId" clId="{F8931099-75CA-5660-A155-55881DF68D84}" dt="2026-07-23T19:34:03.191" v="970"/>
        <pc:sldMkLst>
          <pc:docMk/>
          <pc:sldMk cId="3375524048" sldId="965"/>
        </pc:sldMkLst>
        <pc:spChg chg="mod">
          <ac:chgData name="J. Tower" userId="9d06de10716639e5" providerId="LiveId" clId="{F8931099-75CA-5660-A155-55881DF68D84}" dt="2026-07-22T17:23:57.475" v="112" actId="20577"/>
          <ac:spMkLst>
            <pc:docMk/>
            <pc:sldMk cId="3375524048" sldId="965"/>
            <ac:spMk id="2" creationId="{38ED83D5-57EB-0B9B-E148-8C9D75C6438B}"/>
          </ac:spMkLst>
        </pc:spChg>
      </pc:sldChg>
      <pc:sldChg chg="del">
        <pc:chgData name="J. Tower" userId="9d06de10716639e5" providerId="LiveId" clId="{F8931099-75CA-5660-A155-55881DF68D84}" dt="2026-07-23T14:24:38.935" v="827"/>
        <pc:sldMkLst>
          <pc:docMk/>
          <pc:sldMk cId="3053302117" sldId="968"/>
        </pc:sldMkLst>
      </pc:sldChg>
      <pc:sldChg chg="del">
        <pc:chgData name="J. Tower" userId="9d06de10716639e5" providerId="LiveId" clId="{F8931099-75CA-5660-A155-55881DF68D84}" dt="2026-07-23T14:26:18.111" v="844"/>
        <pc:sldMkLst>
          <pc:docMk/>
          <pc:sldMk cId="501613534" sldId="969"/>
        </pc:sldMkLst>
      </pc:sldChg>
      <pc:sldChg chg="add del">
        <pc:chgData name="J. Tower" userId="9d06de10716639e5" providerId="LiveId" clId="{F8931099-75CA-5660-A155-55881DF68D84}" dt="2026-07-22T15:12:41.198" v="21"/>
        <pc:sldMkLst>
          <pc:docMk/>
          <pc:sldMk cId="2877731959" sldId="970"/>
        </pc:sldMkLst>
      </pc:sldChg>
      <pc:sldChg chg="del">
        <pc:chgData name="J. Tower" userId="9d06de10716639e5" providerId="LiveId" clId="{F8931099-75CA-5660-A155-55881DF68D84}" dt="2026-07-22T15:09:47.137" v="17"/>
        <pc:sldMkLst>
          <pc:docMk/>
          <pc:sldMk cId="3764582370" sldId="971"/>
        </pc:sldMkLst>
      </pc:sldChg>
      <pc:sldChg chg="del">
        <pc:chgData name="J. Tower" userId="9d06de10716639e5" providerId="LiveId" clId="{F8931099-75CA-5660-A155-55881DF68D84}" dt="2026-07-23T14:32:22.216" v="879"/>
        <pc:sldMkLst>
          <pc:docMk/>
          <pc:sldMk cId="2731366515" sldId="972"/>
        </pc:sldMkLst>
      </pc:sldChg>
      <pc:sldChg chg="del">
        <pc:chgData name="J. Tower" userId="9d06de10716639e5" providerId="LiveId" clId="{F8931099-75CA-5660-A155-55881DF68D84}" dt="2026-07-23T14:43:57.944" v="892"/>
        <pc:sldMkLst>
          <pc:docMk/>
          <pc:sldMk cId="2625973047" sldId="973"/>
        </pc:sldMkLst>
      </pc:sldChg>
      <pc:sldChg chg="del">
        <pc:chgData name="J. Tower" userId="9d06de10716639e5" providerId="LiveId" clId="{F8931099-75CA-5660-A155-55881DF68D84}" dt="2026-07-23T14:44:21.981" v="894"/>
        <pc:sldMkLst>
          <pc:docMk/>
          <pc:sldMk cId="1276698067" sldId="974"/>
        </pc:sldMkLst>
      </pc:sldChg>
      <pc:sldChg chg="del">
        <pc:chgData name="J. Tower" userId="9d06de10716639e5" providerId="LiveId" clId="{F8931099-75CA-5660-A155-55881DF68D84}" dt="2026-07-23T14:44:45.419" v="896"/>
        <pc:sldMkLst>
          <pc:docMk/>
          <pc:sldMk cId="1681806958" sldId="975"/>
        </pc:sldMkLst>
      </pc:sldChg>
      <pc:sldChg chg="del">
        <pc:chgData name="J. Tower" userId="9d06de10716639e5" providerId="LiveId" clId="{F8931099-75CA-5660-A155-55881DF68D84}" dt="2026-07-23T14:45:08.911" v="898"/>
        <pc:sldMkLst>
          <pc:docMk/>
          <pc:sldMk cId="2835129121" sldId="976"/>
        </pc:sldMkLst>
      </pc:sldChg>
      <pc:sldChg chg="del">
        <pc:chgData name="J. Tower" userId="9d06de10716639e5" providerId="LiveId" clId="{F8931099-75CA-5660-A155-55881DF68D84}" dt="2026-07-22T15:08:32.619" v="3"/>
        <pc:sldMkLst>
          <pc:docMk/>
          <pc:sldMk cId="3326777995" sldId="977"/>
        </pc:sldMkLst>
      </pc:sldChg>
      <pc:sldChg chg="del">
        <pc:chgData name="J. Tower" userId="9d06de10716639e5" providerId="LiveId" clId="{F8931099-75CA-5660-A155-55881DF68D84}" dt="2026-07-22T15:08:40.099" v="5"/>
        <pc:sldMkLst>
          <pc:docMk/>
          <pc:sldMk cId="1272709593" sldId="978"/>
        </pc:sldMkLst>
      </pc:sldChg>
      <pc:sldChg chg="del">
        <pc:chgData name="J. Tower" userId="9d06de10716639e5" providerId="LiveId" clId="{F8931099-75CA-5660-A155-55881DF68D84}" dt="2026-07-22T15:08:44.684" v="7"/>
        <pc:sldMkLst>
          <pc:docMk/>
          <pc:sldMk cId="4177593595" sldId="979"/>
        </pc:sldMkLst>
      </pc:sldChg>
      <pc:sldChg chg="del">
        <pc:chgData name="J. Tower" userId="9d06de10716639e5" providerId="LiveId" clId="{F8931099-75CA-5660-A155-55881DF68D84}" dt="2026-07-22T15:08:57.585" v="9"/>
        <pc:sldMkLst>
          <pc:docMk/>
          <pc:sldMk cId="2732213289" sldId="980"/>
        </pc:sldMkLst>
      </pc:sldChg>
      <pc:sldChg chg="del">
        <pc:chgData name="J. Tower" userId="9d06de10716639e5" providerId="LiveId" clId="{F8931099-75CA-5660-A155-55881DF68D84}" dt="2026-07-22T15:09:07.506" v="11"/>
        <pc:sldMkLst>
          <pc:docMk/>
          <pc:sldMk cId="2060202290" sldId="981"/>
        </pc:sldMkLst>
      </pc:sldChg>
      <pc:sldChg chg="del">
        <pc:chgData name="J. Tower" userId="9d06de10716639e5" providerId="LiveId" clId="{F8931099-75CA-5660-A155-55881DF68D84}" dt="2026-07-22T15:09:10.862" v="13"/>
        <pc:sldMkLst>
          <pc:docMk/>
          <pc:sldMk cId="2817854769" sldId="982"/>
        </pc:sldMkLst>
      </pc:sldChg>
      <pc:sldChg chg="del">
        <pc:chgData name="J. Tower" userId="9d06de10716639e5" providerId="LiveId" clId="{F8931099-75CA-5660-A155-55881DF68D84}" dt="2026-07-23T14:50:53.735" v="918"/>
        <pc:sldMkLst>
          <pc:docMk/>
          <pc:sldMk cId="845922992" sldId="983"/>
        </pc:sldMkLst>
      </pc:sldChg>
      <pc:sldChg chg="del">
        <pc:chgData name="J. Tower" userId="9d06de10716639e5" providerId="LiveId" clId="{F8931099-75CA-5660-A155-55881DF68D84}" dt="2026-07-23T14:51:32.291" v="920"/>
        <pc:sldMkLst>
          <pc:docMk/>
          <pc:sldMk cId="307283080" sldId="984"/>
        </pc:sldMkLst>
      </pc:sldChg>
      <pc:sldChg chg="del">
        <pc:chgData name="J. Tower" userId="9d06de10716639e5" providerId="LiveId" clId="{F8931099-75CA-5660-A155-55881DF68D84}" dt="2026-07-23T19:27:54.865" v="936"/>
        <pc:sldMkLst>
          <pc:docMk/>
          <pc:sldMk cId="2862623153" sldId="985"/>
        </pc:sldMkLst>
      </pc:sldChg>
      <pc:sldChg chg="del">
        <pc:chgData name="J. Tower" userId="9d06de10716639e5" providerId="LiveId" clId="{F8931099-75CA-5660-A155-55881DF68D84}" dt="2026-07-23T19:28:15.271" v="938"/>
        <pc:sldMkLst>
          <pc:docMk/>
          <pc:sldMk cId="959080444" sldId="986"/>
        </pc:sldMkLst>
      </pc:sldChg>
      <pc:sldChg chg="del">
        <pc:chgData name="J. Tower" userId="9d06de10716639e5" providerId="LiveId" clId="{F8931099-75CA-5660-A155-55881DF68D84}" dt="2026-07-23T19:28:55.725" v="942"/>
        <pc:sldMkLst>
          <pc:docMk/>
          <pc:sldMk cId="426978608" sldId="987"/>
        </pc:sldMkLst>
      </pc:sldChg>
      <pc:sldChg chg="del">
        <pc:chgData name="J. Tower" userId="9d06de10716639e5" providerId="LiveId" clId="{F8931099-75CA-5660-A155-55881DF68D84}" dt="2026-07-23T19:29:15.361" v="944"/>
        <pc:sldMkLst>
          <pc:docMk/>
          <pc:sldMk cId="2026769911" sldId="988"/>
        </pc:sldMkLst>
      </pc:sldChg>
      <pc:sldChg chg="del">
        <pc:chgData name="J. Tower" userId="9d06de10716639e5" providerId="LiveId" clId="{F8931099-75CA-5660-A155-55881DF68D84}" dt="2026-07-23T14:23:45.938" v="684" actId="2696"/>
        <pc:sldMkLst>
          <pc:docMk/>
          <pc:sldMk cId="589922249" sldId="990"/>
        </pc:sldMkLst>
      </pc:sldChg>
      <pc:sldChg chg="add del">
        <pc:chgData name="J. Tower" userId="9d06de10716639e5" providerId="LiveId" clId="{F8931099-75CA-5660-A155-55881DF68D84}" dt="2026-07-23T14:46:12.751" v="900"/>
        <pc:sldMkLst>
          <pc:docMk/>
          <pc:sldMk cId="798412512" sldId="993"/>
        </pc:sldMkLst>
      </pc:sldChg>
      <pc:sldChg chg="add del">
        <pc:chgData name="J. Tower" userId="9d06de10716639e5" providerId="LiveId" clId="{F8931099-75CA-5660-A155-55881DF68D84}" dt="2026-07-23T14:46:44.792" v="902"/>
        <pc:sldMkLst>
          <pc:docMk/>
          <pc:sldMk cId="3197260045" sldId="994"/>
        </pc:sldMkLst>
      </pc:sldChg>
      <pc:sldChg chg="add del">
        <pc:chgData name="J. Tower" userId="9d06de10716639e5" providerId="LiveId" clId="{F8931099-75CA-5660-A155-55881DF68D84}" dt="2026-07-23T14:47:11.206" v="904"/>
        <pc:sldMkLst>
          <pc:docMk/>
          <pc:sldMk cId="2928582378" sldId="995"/>
        </pc:sldMkLst>
      </pc:sldChg>
      <pc:sldChg chg="add del">
        <pc:chgData name="J. Tower" userId="9d06de10716639e5" providerId="LiveId" clId="{F8931099-75CA-5660-A155-55881DF68D84}" dt="2026-07-23T14:47:56.519" v="906"/>
        <pc:sldMkLst>
          <pc:docMk/>
          <pc:sldMk cId="956334858" sldId="996"/>
        </pc:sldMkLst>
      </pc:sldChg>
      <pc:sldChg chg="add del">
        <pc:chgData name="J. Tower" userId="9d06de10716639e5" providerId="LiveId" clId="{F8931099-75CA-5660-A155-55881DF68D84}" dt="2026-07-23T14:48:21.567" v="908"/>
        <pc:sldMkLst>
          <pc:docMk/>
          <pc:sldMk cId="180200022" sldId="997"/>
        </pc:sldMkLst>
      </pc:sldChg>
      <pc:sldChg chg="add del">
        <pc:chgData name="J. Tower" userId="9d06de10716639e5" providerId="LiveId" clId="{F8931099-75CA-5660-A155-55881DF68D84}" dt="2026-07-23T14:48:47.426" v="910"/>
        <pc:sldMkLst>
          <pc:docMk/>
          <pc:sldMk cId="1893142196" sldId="998"/>
        </pc:sldMkLst>
      </pc:sldChg>
      <pc:sldChg chg="add del">
        <pc:chgData name="J. Tower" userId="9d06de10716639e5" providerId="LiveId" clId="{F8931099-75CA-5660-A155-55881DF68D84}" dt="2026-07-23T14:49:23.290" v="912"/>
        <pc:sldMkLst>
          <pc:docMk/>
          <pc:sldMk cId="4252315377" sldId="999"/>
        </pc:sldMkLst>
      </pc:sldChg>
      <pc:sldChg chg="add del modNotesTx">
        <pc:chgData name="J. Tower" userId="9d06de10716639e5" providerId="LiveId" clId="{F8931099-75CA-5660-A155-55881DF68D84}" dt="2026-07-23T14:28:26.519" v="867"/>
        <pc:sldMkLst>
          <pc:docMk/>
          <pc:sldMk cId="2479003900" sldId="1000"/>
        </pc:sldMkLst>
      </pc:sldChg>
      <pc:sldChg chg="add del modNotesTx">
        <pc:chgData name="J. Tower" userId="9d06de10716639e5" providerId="LiveId" clId="{F8931099-75CA-5660-A155-55881DF68D84}" dt="2026-07-23T14:29:36.963" v="871"/>
        <pc:sldMkLst>
          <pc:docMk/>
          <pc:sldMk cId="3893776547" sldId="1001"/>
        </pc:sldMkLst>
      </pc:sldChg>
      <pc:sldChg chg="add del modNotesTx">
        <pc:chgData name="J. Tower" userId="9d06de10716639e5" providerId="LiveId" clId="{F8931099-75CA-5660-A155-55881DF68D84}" dt="2026-07-23T14:29:15.899" v="869"/>
        <pc:sldMkLst>
          <pc:docMk/>
          <pc:sldMk cId="110146681" sldId="1002"/>
        </pc:sldMkLst>
      </pc:sldChg>
      <pc:sldChg chg="add del">
        <pc:chgData name="J. Tower" userId="9d06de10716639e5" providerId="LiveId" clId="{F8931099-75CA-5660-A155-55881DF68D84}" dt="2026-07-23T19:33:04.656" v="964"/>
        <pc:sldMkLst>
          <pc:docMk/>
          <pc:sldMk cId="824133476" sldId="1003"/>
        </pc:sldMkLst>
      </pc:sldChg>
      <pc:sldChg chg="addSp modSp add del mod">
        <pc:chgData name="J. Tower" userId="9d06de10716639e5" providerId="LiveId" clId="{F8931099-75CA-5660-A155-55881DF68D84}" dt="2026-07-23T14:16:56.612" v="676" actId="2696"/>
        <pc:sldMkLst>
          <pc:docMk/>
          <pc:sldMk cId="960307442" sldId="1004"/>
        </pc:sldMkLst>
        <pc:spChg chg="add mod">
          <ac:chgData name="J. Tower" userId="9d06de10716639e5" providerId="LiveId" clId="{F8931099-75CA-5660-A155-55881DF68D84}" dt="2026-07-22T17:39:42.143" v="549" actId="207"/>
          <ac:spMkLst>
            <pc:docMk/>
            <pc:sldMk cId="960307442" sldId="1004"/>
            <ac:spMk id="5" creationId="{9185D80A-8581-3635-D7B7-6F2E20A50EF5}"/>
          </ac:spMkLst>
        </pc:spChg>
      </pc:sldChg>
      <pc:sldChg chg="modSp add mod ord">
        <pc:chgData name="J. Tower" userId="9d06de10716639e5" providerId="LiveId" clId="{F8931099-75CA-5660-A155-55881DF68D84}" dt="2026-07-22T17:42:34.901" v="556" actId="20578"/>
        <pc:sldMkLst>
          <pc:docMk/>
          <pc:sldMk cId="564184913" sldId="1005"/>
        </pc:sldMkLst>
        <pc:spChg chg="mod">
          <ac:chgData name="J. Tower" userId="9d06de10716639e5" providerId="LiveId" clId="{F8931099-75CA-5660-A155-55881DF68D84}" dt="2026-07-22T17:42:27.785" v="555" actId="20577"/>
          <ac:spMkLst>
            <pc:docMk/>
            <pc:sldMk cId="564184913" sldId="1005"/>
            <ac:spMk id="3" creationId="{738DCC90-7F97-4EB4-10A2-3956FCB0064D}"/>
          </ac:spMkLst>
        </pc:spChg>
      </pc:sldChg>
      <pc:sldChg chg="add">
        <pc:chgData name="J. Tower" userId="9d06de10716639e5" providerId="LiveId" clId="{F8931099-75CA-5660-A155-55881DF68D84}" dt="2026-07-23T14:16:08.676" v="674" actId="2890"/>
        <pc:sldMkLst>
          <pc:docMk/>
          <pc:sldMk cId="3211785631" sldId="1006"/>
        </pc:sldMkLst>
      </pc:sldChg>
      <pc:sldChg chg="add">
        <pc:chgData name="J. Tower" userId="9d06de10716639e5" providerId="LiveId" clId="{F8931099-75CA-5660-A155-55881DF68D84}" dt="2026-07-23T14:21:44.886" v="678"/>
        <pc:sldMkLst>
          <pc:docMk/>
          <pc:sldMk cId="823823958" sldId="1007"/>
        </pc:sldMkLst>
      </pc:sldChg>
      <pc:sldChg chg="add">
        <pc:chgData name="J. Tower" userId="9d06de10716639e5" providerId="LiveId" clId="{F8931099-75CA-5660-A155-55881DF68D84}" dt="2026-07-23T14:23:21.341" v="680"/>
        <pc:sldMkLst>
          <pc:docMk/>
          <pc:sldMk cId="4130276673" sldId="1008"/>
        </pc:sldMkLst>
      </pc:sldChg>
      <pc:sldChg chg="addSp modSp add mod modNotesTx">
        <pc:chgData name="J. Tower" userId="9d06de10716639e5" providerId="LiveId" clId="{F8931099-75CA-5660-A155-55881DF68D84}" dt="2026-07-23T14:24:55.656" v="842" actId="313"/>
        <pc:sldMkLst>
          <pc:docMk/>
          <pc:sldMk cId="2921239428" sldId="1009"/>
        </pc:sldMkLst>
        <pc:spChg chg="add mod">
          <ac:chgData name="J. Tower" userId="9d06de10716639e5" providerId="LiveId" clId="{F8931099-75CA-5660-A155-55881DF68D84}" dt="2026-07-23T14:23:44.095" v="683"/>
          <ac:spMkLst>
            <pc:docMk/>
            <pc:sldMk cId="2921239428" sldId="1009"/>
            <ac:spMk id="3" creationId="{D4B9B0FB-422F-347A-7D53-85663769E690}"/>
          </ac:spMkLst>
        </pc:spChg>
        <pc:spChg chg="add mod">
          <ac:chgData name="J. Tower" userId="9d06de10716639e5" providerId="LiveId" clId="{F8931099-75CA-5660-A155-55881DF68D84}" dt="2026-07-23T14:24:52.733" v="841" actId="313"/>
          <ac:spMkLst>
            <pc:docMk/>
            <pc:sldMk cId="2921239428" sldId="1009"/>
            <ac:spMk id="6" creationId="{A5D57921-30D6-B0B4-5A33-72FE7EA62756}"/>
          </ac:spMkLst>
        </pc:spChg>
        <pc:spChg chg="add mod">
          <ac:chgData name="J. Tower" userId="9d06de10716639e5" providerId="LiveId" clId="{F8931099-75CA-5660-A155-55881DF68D84}" dt="2026-07-23T14:23:44.095" v="683"/>
          <ac:spMkLst>
            <pc:docMk/>
            <pc:sldMk cId="2921239428" sldId="1009"/>
            <ac:spMk id="7" creationId="{94E19EF5-F7E9-BB2A-B5B5-1F550E8AD1F2}"/>
          </ac:spMkLst>
        </pc:spChg>
      </pc:sldChg>
      <pc:sldChg chg="add">
        <pc:chgData name="J. Tower" userId="9d06de10716639e5" providerId="LiveId" clId="{F8931099-75CA-5660-A155-55881DF68D84}" dt="2026-07-23T14:24:38.933" v="826"/>
        <pc:sldMkLst>
          <pc:docMk/>
          <pc:sldMk cId="2566835873" sldId="1010"/>
        </pc:sldMkLst>
      </pc:sldChg>
      <pc:sldChg chg="add">
        <pc:chgData name="J. Tower" userId="9d06de10716639e5" providerId="LiveId" clId="{F8931099-75CA-5660-A155-55881DF68D84}" dt="2026-07-23T14:26:18.109" v="843"/>
        <pc:sldMkLst>
          <pc:docMk/>
          <pc:sldMk cId="2500154418" sldId="1011"/>
        </pc:sldMkLst>
      </pc:sldChg>
      <pc:sldChg chg="add">
        <pc:chgData name="J. Tower" userId="9d06de10716639e5" providerId="LiveId" clId="{F8931099-75CA-5660-A155-55881DF68D84}" dt="2026-07-23T14:28:26.517" v="866"/>
        <pc:sldMkLst>
          <pc:docMk/>
          <pc:sldMk cId="802331092" sldId="1012"/>
        </pc:sldMkLst>
      </pc:sldChg>
      <pc:sldChg chg="add">
        <pc:chgData name="J. Tower" userId="9d06de10716639e5" providerId="LiveId" clId="{F8931099-75CA-5660-A155-55881DF68D84}" dt="2026-07-23T14:29:15.897" v="868"/>
        <pc:sldMkLst>
          <pc:docMk/>
          <pc:sldMk cId="59724984" sldId="1013"/>
        </pc:sldMkLst>
      </pc:sldChg>
      <pc:sldChg chg="add">
        <pc:chgData name="J. Tower" userId="9d06de10716639e5" providerId="LiveId" clId="{F8931099-75CA-5660-A155-55881DF68D84}" dt="2026-07-23T14:29:36.961" v="870"/>
        <pc:sldMkLst>
          <pc:docMk/>
          <pc:sldMk cId="1834747444" sldId="1014"/>
        </pc:sldMkLst>
      </pc:sldChg>
      <pc:sldChg chg="add modNotesTx">
        <pc:chgData name="J. Tower" userId="9d06de10716639e5" providerId="LiveId" clId="{F8931099-75CA-5660-A155-55881DF68D84}" dt="2026-07-23T14:33:50.376" v="880" actId="20577"/>
        <pc:sldMkLst>
          <pc:docMk/>
          <pc:sldMk cId="1119816949" sldId="1015"/>
        </pc:sldMkLst>
      </pc:sldChg>
      <pc:sldChg chg="add modNotesTx">
        <pc:chgData name="J. Tower" userId="9d06de10716639e5" providerId="LiveId" clId="{F8931099-75CA-5660-A155-55881DF68D84}" dt="2026-07-23T14:34:05.651" v="882" actId="20577"/>
        <pc:sldMkLst>
          <pc:docMk/>
          <pc:sldMk cId="2162509311" sldId="1016"/>
        </pc:sldMkLst>
      </pc:sldChg>
      <pc:sldChg chg="add modNotesTx">
        <pc:chgData name="J. Tower" userId="9d06de10716639e5" providerId="LiveId" clId="{F8931099-75CA-5660-A155-55881DF68D84}" dt="2026-07-23T14:34:16.828" v="884" actId="20577"/>
        <pc:sldMkLst>
          <pc:docMk/>
          <pc:sldMk cId="2736070910" sldId="1017"/>
        </pc:sldMkLst>
      </pc:sldChg>
      <pc:sldChg chg="add modNotesTx">
        <pc:chgData name="J. Tower" userId="9d06de10716639e5" providerId="LiveId" clId="{F8931099-75CA-5660-A155-55881DF68D84}" dt="2026-07-23T14:34:30.931" v="886" actId="20577"/>
        <pc:sldMkLst>
          <pc:docMk/>
          <pc:sldMk cId="1047169501" sldId="1018"/>
        </pc:sldMkLst>
      </pc:sldChg>
      <pc:sldChg chg="add">
        <pc:chgData name="J. Tower" userId="9d06de10716639e5" providerId="LiveId" clId="{F8931099-75CA-5660-A155-55881DF68D84}" dt="2026-07-23T14:43:21.674" v="889"/>
        <pc:sldMkLst>
          <pc:docMk/>
          <pc:sldMk cId="937264815" sldId="1019"/>
        </pc:sldMkLst>
      </pc:sldChg>
      <pc:sldChg chg="add">
        <pc:chgData name="J. Tower" userId="9d06de10716639e5" providerId="LiveId" clId="{F8931099-75CA-5660-A155-55881DF68D84}" dt="2026-07-23T14:43:57.942" v="891"/>
        <pc:sldMkLst>
          <pc:docMk/>
          <pc:sldMk cId="3508868225" sldId="1020"/>
        </pc:sldMkLst>
      </pc:sldChg>
      <pc:sldChg chg="add">
        <pc:chgData name="J. Tower" userId="9d06de10716639e5" providerId="LiveId" clId="{F8931099-75CA-5660-A155-55881DF68D84}" dt="2026-07-23T14:44:21.979" v="893"/>
        <pc:sldMkLst>
          <pc:docMk/>
          <pc:sldMk cId="2929215452" sldId="1021"/>
        </pc:sldMkLst>
      </pc:sldChg>
      <pc:sldChg chg="add">
        <pc:chgData name="J. Tower" userId="9d06de10716639e5" providerId="LiveId" clId="{F8931099-75CA-5660-A155-55881DF68D84}" dt="2026-07-23T14:44:45.417" v="895"/>
        <pc:sldMkLst>
          <pc:docMk/>
          <pc:sldMk cId="894853912" sldId="1022"/>
        </pc:sldMkLst>
      </pc:sldChg>
      <pc:sldChg chg="add">
        <pc:chgData name="J. Tower" userId="9d06de10716639e5" providerId="LiveId" clId="{F8931099-75CA-5660-A155-55881DF68D84}" dt="2026-07-23T14:45:08.909" v="897"/>
        <pc:sldMkLst>
          <pc:docMk/>
          <pc:sldMk cId="2315321067" sldId="1023"/>
        </pc:sldMkLst>
      </pc:sldChg>
      <pc:sldChg chg="add">
        <pc:chgData name="J. Tower" userId="9d06de10716639e5" providerId="LiveId" clId="{F8931099-75CA-5660-A155-55881DF68D84}" dt="2026-07-23T14:46:12.743" v="899"/>
        <pc:sldMkLst>
          <pc:docMk/>
          <pc:sldMk cId="3081219128" sldId="1024"/>
        </pc:sldMkLst>
      </pc:sldChg>
      <pc:sldChg chg="add">
        <pc:chgData name="J. Tower" userId="9d06de10716639e5" providerId="LiveId" clId="{F8931099-75CA-5660-A155-55881DF68D84}" dt="2026-07-23T14:46:44.790" v="901"/>
        <pc:sldMkLst>
          <pc:docMk/>
          <pc:sldMk cId="1406205258" sldId="1025"/>
        </pc:sldMkLst>
      </pc:sldChg>
      <pc:sldChg chg="add">
        <pc:chgData name="J. Tower" userId="9d06de10716639e5" providerId="LiveId" clId="{F8931099-75CA-5660-A155-55881DF68D84}" dt="2026-07-23T14:47:11.198" v="903"/>
        <pc:sldMkLst>
          <pc:docMk/>
          <pc:sldMk cId="3640525435" sldId="1026"/>
        </pc:sldMkLst>
      </pc:sldChg>
      <pc:sldChg chg="add">
        <pc:chgData name="J. Tower" userId="9d06de10716639e5" providerId="LiveId" clId="{F8931099-75CA-5660-A155-55881DF68D84}" dt="2026-07-23T14:47:56.517" v="905"/>
        <pc:sldMkLst>
          <pc:docMk/>
          <pc:sldMk cId="2836013283" sldId="1027"/>
        </pc:sldMkLst>
      </pc:sldChg>
      <pc:sldChg chg="add">
        <pc:chgData name="J. Tower" userId="9d06de10716639e5" providerId="LiveId" clId="{F8931099-75CA-5660-A155-55881DF68D84}" dt="2026-07-23T14:48:21.565" v="907"/>
        <pc:sldMkLst>
          <pc:docMk/>
          <pc:sldMk cId="674764231" sldId="1028"/>
        </pc:sldMkLst>
      </pc:sldChg>
      <pc:sldChg chg="add">
        <pc:chgData name="J. Tower" userId="9d06de10716639e5" providerId="LiveId" clId="{F8931099-75CA-5660-A155-55881DF68D84}" dt="2026-07-23T14:48:47.424" v="909"/>
        <pc:sldMkLst>
          <pc:docMk/>
          <pc:sldMk cId="3793223757" sldId="1029"/>
        </pc:sldMkLst>
      </pc:sldChg>
      <pc:sldChg chg="add">
        <pc:chgData name="J. Tower" userId="9d06de10716639e5" providerId="LiveId" clId="{F8931099-75CA-5660-A155-55881DF68D84}" dt="2026-07-23T14:49:23.288" v="911"/>
        <pc:sldMkLst>
          <pc:docMk/>
          <pc:sldMk cId="131633082" sldId="1030"/>
        </pc:sldMkLst>
      </pc:sldChg>
      <pc:sldChg chg="add">
        <pc:chgData name="J. Tower" userId="9d06de10716639e5" providerId="LiveId" clId="{F8931099-75CA-5660-A155-55881DF68D84}" dt="2026-07-23T14:49:56.253" v="913"/>
        <pc:sldMkLst>
          <pc:docMk/>
          <pc:sldMk cId="2128655419" sldId="1031"/>
        </pc:sldMkLst>
      </pc:sldChg>
      <pc:sldChg chg="add">
        <pc:chgData name="J. Tower" userId="9d06de10716639e5" providerId="LiveId" clId="{F8931099-75CA-5660-A155-55881DF68D84}" dt="2026-07-23T14:50:32.872" v="915"/>
        <pc:sldMkLst>
          <pc:docMk/>
          <pc:sldMk cId="1222917327" sldId="1032"/>
        </pc:sldMkLst>
      </pc:sldChg>
      <pc:sldChg chg="add">
        <pc:chgData name="J. Tower" userId="9d06de10716639e5" providerId="LiveId" clId="{F8931099-75CA-5660-A155-55881DF68D84}" dt="2026-07-23T14:50:53.731" v="917"/>
        <pc:sldMkLst>
          <pc:docMk/>
          <pc:sldMk cId="2562532650" sldId="1033"/>
        </pc:sldMkLst>
      </pc:sldChg>
      <pc:sldChg chg="add">
        <pc:chgData name="J. Tower" userId="9d06de10716639e5" providerId="LiveId" clId="{F8931099-75CA-5660-A155-55881DF68D84}" dt="2026-07-23T14:51:32.287" v="919"/>
        <pc:sldMkLst>
          <pc:docMk/>
          <pc:sldMk cId="4278728072" sldId="1034"/>
        </pc:sldMkLst>
      </pc:sldChg>
      <pc:sldChg chg="add">
        <pc:chgData name="J. Tower" userId="9d06de10716639e5" providerId="LiveId" clId="{F8931099-75CA-5660-A155-55881DF68D84}" dt="2026-07-23T14:51:52.910" v="921"/>
        <pc:sldMkLst>
          <pc:docMk/>
          <pc:sldMk cId="48129285" sldId="1035"/>
        </pc:sldMkLst>
      </pc:sldChg>
      <pc:sldChg chg="add">
        <pc:chgData name="J. Tower" userId="9d06de10716639e5" providerId="LiveId" clId="{F8931099-75CA-5660-A155-55881DF68D84}" dt="2026-07-23T19:25:07.116" v="923"/>
        <pc:sldMkLst>
          <pc:docMk/>
          <pc:sldMk cId="4099665203" sldId="1036"/>
        </pc:sldMkLst>
      </pc:sldChg>
      <pc:sldChg chg="add">
        <pc:chgData name="J. Tower" userId="9d06de10716639e5" providerId="LiveId" clId="{F8931099-75CA-5660-A155-55881DF68D84}" dt="2026-07-23T19:26:07.658" v="925"/>
        <pc:sldMkLst>
          <pc:docMk/>
          <pc:sldMk cId="3691882659" sldId="1037"/>
        </pc:sldMkLst>
      </pc:sldChg>
      <pc:sldChg chg="add">
        <pc:chgData name="J. Tower" userId="9d06de10716639e5" providerId="LiveId" clId="{F8931099-75CA-5660-A155-55881DF68D84}" dt="2026-07-23T19:26:28.660" v="927"/>
        <pc:sldMkLst>
          <pc:docMk/>
          <pc:sldMk cId="942239955" sldId="1038"/>
        </pc:sldMkLst>
      </pc:sldChg>
      <pc:sldChg chg="add">
        <pc:chgData name="J. Tower" userId="9d06de10716639e5" providerId="LiveId" clId="{F8931099-75CA-5660-A155-55881DF68D84}" dt="2026-07-23T19:26:49.030" v="929"/>
        <pc:sldMkLst>
          <pc:docMk/>
          <pc:sldMk cId="4197467227" sldId="1039"/>
        </pc:sldMkLst>
      </pc:sldChg>
      <pc:sldChg chg="add">
        <pc:chgData name="J. Tower" userId="9d06de10716639e5" providerId="LiveId" clId="{F8931099-75CA-5660-A155-55881DF68D84}" dt="2026-07-23T19:27:11.314" v="931"/>
        <pc:sldMkLst>
          <pc:docMk/>
          <pc:sldMk cId="545703398" sldId="1040"/>
        </pc:sldMkLst>
      </pc:sldChg>
      <pc:sldChg chg="add">
        <pc:chgData name="J. Tower" userId="9d06de10716639e5" providerId="LiveId" clId="{F8931099-75CA-5660-A155-55881DF68D84}" dt="2026-07-23T19:27:32.953" v="933"/>
        <pc:sldMkLst>
          <pc:docMk/>
          <pc:sldMk cId="932314959" sldId="1041"/>
        </pc:sldMkLst>
      </pc:sldChg>
      <pc:sldChg chg="add">
        <pc:chgData name="J. Tower" userId="9d06de10716639e5" providerId="LiveId" clId="{F8931099-75CA-5660-A155-55881DF68D84}" dt="2026-07-23T19:27:54.863" v="935"/>
        <pc:sldMkLst>
          <pc:docMk/>
          <pc:sldMk cId="3364760678" sldId="1042"/>
        </pc:sldMkLst>
      </pc:sldChg>
      <pc:sldChg chg="add">
        <pc:chgData name="J. Tower" userId="9d06de10716639e5" providerId="LiveId" clId="{F8931099-75CA-5660-A155-55881DF68D84}" dt="2026-07-23T19:28:15.269" v="937"/>
        <pc:sldMkLst>
          <pc:docMk/>
          <pc:sldMk cId="2186282649" sldId="1043"/>
        </pc:sldMkLst>
      </pc:sldChg>
      <pc:sldChg chg="add">
        <pc:chgData name="J. Tower" userId="9d06de10716639e5" providerId="LiveId" clId="{F8931099-75CA-5660-A155-55881DF68D84}" dt="2026-07-23T19:28:36.099" v="939"/>
        <pc:sldMkLst>
          <pc:docMk/>
          <pc:sldMk cId="2843280452" sldId="1044"/>
        </pc:sldMkLst>
      </pc:sldChg>
      <pc:sldChg chg="add">
        <pc:chgData name="J. Tower" userId="9d06de10716639e5" providerId="LiveId" clId="{F8931099-75CA-5660-A155-55881DF68D84}" dt="2026-07-23T19:28:55.724" v="941"/>
        <pc:sldMkLst>
          <pc:docMk/>
          <pc:sldMk cId="1535175024" sldId="1045"/>
        </pc:sldMkLst>
      </pc:sldChg>
      <pc:sldChg chg="add">
        <pc:chgData name="J. Tower" userId="9d06de10716639e5" providerId="LiveId" clId="{F8931099-75CA-5660-A155-55881DF68D84}" dt="2026-07-23T19:29:15.356" v="943"/>
        <pc:sldMkLst>
          <pc:docMk/>
          <pc:sldMk cId="2988944652" sldId="1046"/>
        </pc:sldMkLst>
      </pc:sldChg>
      <pc:sldChg chg="add">
        <pc:chgData name="J. Tower" userId="9d06de10716639e5" providerId="LiveId" clId="{F8931099-75CA-5660-A155-55881DF68D84}" dt="2026-07-23T19:29:42.591" v="945"/>
        <pc:sldMkLst>
          <pc:docMk/>
          <pc:sldMk cId="4011192384" sldId="1047"/>
        </pc:sldMkLst>
      </pc:sldChg>
      <pc:sldChg chg="add">
        <pc:chgData name="J. Tower" userId="9d06de10716639e5" providerId="LiveId" clId="{F8931099-75CA-5660-A155-55881DF68D84}" dt="2026-07-23T19:30:02.073" v="947"/>
        <pc:sldMkLst>
          <pc:docMk/>
          <pc:sldMk cId="1343491904" sldId="1048"/>
        </pc:sldMkLst>
      </pc:sldChg>
      <pc:sldChg chg="add del">
        <pc:chgData name="J. Tower" userId="9d06de10716639e5" providerId="LiveId" clId="{F8931099-75CA-5660-A155-55881DF68D84}" dt="2026-07-23T19:38:02.730" v="976"/>
        <pc:sldMkLst>
          <pc:docMk/>
          <pc:sldMk cId="2124736573" sldId="1049"/>
        </pc:sldMkLst>
      </pc:sldChg>
      <pc:sldChg chg="add">
        <pc:chgData name="J. Tower" userId="9d06de10716639e5" providerId="LiveId" clId="{F8931099-75CA-5660-A155-55881DF68D84}" dt="2026-07-23T19:30:45.565" v="951"/>
        <pc:sldMkLst>
          <pc:docMk/>
          <pc:sldMk cId="2677444251" sldId="1050"/>
        </pc:sldMkLst>
      </pc:sldChg>
      <pc:sldChg chg="add">
        <pc:chgData name="J. Tower" userId="9d06de10716639e5" providerId="LiveId" clId="{F8931099-75CA-5660-A155-55881DF68D84}" dt="2026-07-23T19:31:23.825" v="953"/>
        <pc:sldMkLst>
          <pc:docMk/>
          <pc:sldMk cId="1094132319" sldId="1051"/>
        </pc:sldMkLst>
      </pc:sldChg>
      <pc:sldChg chg="add">
        <pc:chgData name="J. Tower" userId="9d06de10716639e5" providerId="LiveId" clId="{F8931099-75CA-5660-A155-55881DF68D84}" dt="2026-07-23T19:31:44.787" v="955"/>
        <pc:sldMkLst>
          <pc:docMk/>
          <pc:sldMk cId="1473013847" sldId="1052"/>
        </pc:sldMkLst>
      </pc:sldChg>
      <pc:sldChg chg="add">
        <pc:chgData name="J. Tower" userId="9d06de10716639e5" providerId="LiveId" clId="{F8931099-75CA-5660-A155-55881DF68D84}" dt="2026-07-23T19:32:03.486" v="957"/>
        <pc:sldMkLst>
          <pc:docMk/>
          <pc:sldMk cId="2631331820" sldId="1053"/>
        </pc:sldMkLst>
      </pc:sldChg>
      <pc:sldChg chg="add">
        <pc:chgData name="J. Tower" userId="9d06de10716639e5" providerId="LiveId" clId="{F8931099-75CA-5660-A155-55881DF68D84}" dt="2026-07-23T19:32:25.230" v="959"/>
        <pc:sldMkLst>
          <pc:docMk/>
          <pc:sldMk cId="3370053802" sldId="1054"/>
        </pc:sldMkLst>
      </pc:sldChg>
      <pc:sldChg chg="add">
        <pc:chgData name="J. Tower" userId="9d06de10716639e5" providerId="LiveId" clId="{F8931099-75CA-5660-A155-55881DF68D84}" dt="2026-07-23T19:32:44.637" v="961"/>
        <pc:sldMkLst>
          <pc:docMk/>
          <pc:sldMk cId="72846134" sldId="1055"/>
        </pc:sldMkLst>
      </pc:sldChg>
      <pc:sldChg chg="add">
        <pc:chgData name="J. Tower" userId="9d06de10716639e5" providerId="LiveId" clId="{F8931099-75CA-5660-A155-55881DF68D84}" dt="2026-07-23T19:33:04.654" v="963"/>
        <pc:sldMkLst>
          <pc:docMk/>
          <pc:sldMk cId="2911668436" sldId="1056"/>
        </pc:sldMkLst>
      </pc:sldChg>
      <pc:sldChg chg="add">
        <pc:chgData name="J. Tower" userId="9d06de10716639e5" providerId="LiveId" clId="{F8931099-75CA-5660-A155-55881DF68D84}" dt="2026-07-23T19:33:23.996" v="965"/>
        <pc:sldMkLst>
          <pc:docMk/>
          <pc:sldMk cId="733055622" sldId="1057"/>
        </pc:sldMkLst>
      </pc:sldChg>
      <pc:sldChg chg="add">
        <pc:chgData name="J. Tower" userId="9d06de10716639e5" providerId="LiveId" clId="{F8931099-75CA-5660-A155-55881DF68D84}" dt="2026-07-23T19:33:43.468" v="967"/>
        <pc:sldMkLst>
          <pc:docMk/>
          <pc:sldMk cId="4266294602" sldId="1058"/>
        </pc:sldMkLst>
      </pc:sldChg>
      <pc:sldChg chg="add">
        <pc:chgData name="J. Tower" userId="9d06de10716639e5" providerId="LiveId" clId="{F8931099-75CA-5660-A155-55881DF68D84}" dt="2026-07-23T19:34:03.189" v="969"/>
        <pc:sldMkLst>
          <pc:docMk/>
          <pc:sldMk cId="89201700" sldId="1059"/>
        </pc:sldMkLst>
      </pc:sldChg>
      <pc:sldChg chg="add">
        <pc:chgData name="J. Tower" userId="9d06de10716639e5" providerId="LiveId" clId="{F8931099-75CA-5660-A155-55881DF68D84}" dt="2026-07-23T19:34:24.748" v="971"/>
        <pc:sldMkLst>
          <pc:docMk/>
          <pc:sldMk cId="3802169251" sldId="1060"/>
        </pc:sldMkLst>
      </pc:sldChg>
      <pc:sldChg chg="add">
        <pc:chgData name="J. Tower" userId="9d06de10716639e5" providerId="LiveId" clId="{F8931099-75CA-5660-A155-55881DF68D84}" dt="2026-07-23T19:34:47.085" v="973"/>
        <pc:sldMkLst>
          <pc:docMk/>
          <pc:sldMk cId="73221224" sldId="1061"/>
        </pc:sldMkLst>
      </pc:sldChg>
      <pc:sldChg chg="add del">
        <pc:chgData name="J. Tower" userId="9d06de10716639e5" providerId="LiveId" clId="{F8931099-75CA-5660-A155-55881DF68D84}" dt="2026-07-23T19:39:41.331" v="978"/>
        <pc:sldMkLst>
          <pc:docMk/>
          <pc:sldMk cId="1641270364" sldId="1062"/>
        </pc:sldMkLst>
      </pc:sldChg>
      <pc:sldChg chg="add">
        <pc:chgData name="J. Tower" userId="9d06de10716639e5" providerId="LiveId" clId="{F8931099-75CA-5660-A155-55881DF68D84}" dt="2026-07-23T19:39:41.329" v="977"/>
        <pc:sldMkLst>
          <pc:docMk/>
          <pc:sldMk cId="82946099" sldId="106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7/23/26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one row per advance. This is the one slide most people photograph. Recommendations make no model call at request time, and 05 and 06 literally import 04's search code. If someone asks "is RAG just search," the honest answer is "search plus a model that reads the results," and this picture shows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piece of infrastructure — embeddings — and the rhythm again: three demos, then your lab hour.</a:t>
            </a:r>
          </a:p>
          <a:p>
            <a:r>
              <a:t>Embeddings turn text into vectors; distance between vectors means similarity of meaning. Same math, three products.</a:t>
            </a:r>
          </a:p>
          <a:p>
            <a:r>
              <a:t>The thread to watch: embeddings capture what text is about — nothing about whether it's suitable, safe, or current. Search hands a cliff edge to "quiet, for kids"; recommendations answer the 65-litre pack with the 40-litre pack. The fix is metadata, filters, thresholds, and how you split documents — not a bigger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Surfacing the right thing, and the point in the day where the work stops being about prompts.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piece of infrastructure — embeddings — and the rhythm again: three demos, then your lab hour.</a:t>
            </a:r>
          </a:p>
          <a:p>
            <a:r>
              <a:t>Embeddings turn text into vectors; distance between vectors means similarity of meaning. Same math, three products.</a:t>
            </a:r>
          </a:p>
          <a:p>
            <a:r>
              <a:t>The thread to watch: embeddings capture what text is about — nothing about whether it's suitable, safe, or current. Search hands a cliff edge to "quiet, for kids"; recommendations answer the 65-litre pack with the 40-litre pack. The fix is metadata, filters, thresholds, and how you split documents — not a bigger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piece of infrastructure — embeddings — and the rhythm again: three demos, then your lab hour.</a:t>
            </a:r>
          </a:p>
          <a:p>
            <a:r>
              <a:t>Embeddings turn text into vectors; distance between vectors means similarity of meaning. Same math, three products.</a:t>
            </a:r>
          </a:p>
          <a:p>
            <a:r>
              <a:t>The thread to watch: embeddings capture what text is about — nothing about whether it's suitable, safe, or current. Search hands a cliff edge to "quiet, for kids"; recommendations answer the 65-litre pack with the 40-litre pack. The fix is metadata, filters, thresholds, and how you split documents — not a bigger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one row per advance. This is the one slide most people photograph. Recommendations make no model call at request time, and 05 and 06 literally import 04's search code. If someone asks "is RAG just search," the honest answer is "search plus a model that reads the results," and this picture shows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one row per advance. This is the one slide most people photograph. Recommendations make no model call at request time, and 05 and 06 literally import 04's search code. If someone asks "is RAG just search," the honest answer is "search plus a model that reads the results," and this picture shows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one row per advance. This is the one slide most people photograph. Recommendations make no model call at request time, and 05 and 06 literally import 04's search code. If someone asks "is RAG just search," the honest answer is "search plus a model that reads the results," and this picture shows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one row per advance. This is the one slide most people photograph. Recommendations make no model call at request time, and 05 and 06 literally import 04's search code. If someone asks "is RAG just search," the honest answer is "search plus a model that reads the results," and this picture shows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one row per advance. This is the one slide most people photograph. Recommendations make no model call at request time, and 05 and 06 literally import 04's search code. If someone asks "is RAG just search," the honest answer is "search plus a model that reads the results," and this picture shows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problem, spoken, 60 seconds: "dog-friendly waterfall hike, not too steep." The catalog has a dozen matches and keyword search returns almost nothing, because no description says "not too steep" — the best trail says "a gentle grade shaded by cedars." Three bad results and the user goes back to asking strangers on Reddit.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(Wikipedia): search with meaning, as distinguished from lexical search, where the engine looks for literal matches of the query words. Read the slide, let it sit a beat, then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model call turns text into numbers; cosine similarity is a few lines of code, and the search box stays a search box. Show the raw float array once in the demo so the word "vector" stops being magic.</a:t>
            </a:r>
          </a:p>
          <a:p>
            <a:r>
              <a:t>Foundation for the rest of the day: 05, 06, and 08 reuse the idea, and 06 and 08 reuse the actual vectors.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model call turns text into numbers; cosine similarity is a few lines of code, and the search box stays a search box. Show the raw float array once in the demo so the word "vector" stops being magic.</a:t>
            </a:r>
          </a:p>
          <a:p>
            <a:r>
              <a:t>Foundation for the rest of the day: 05, 06, and 08 reuse the idea, and 06 and 08 reuse the actual vectors.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model call turns text into numbers; cosine similarity is a few lines of code, and the search box stays a search box. Show the raw float array once in the demo so the word "vector" stops being magic.</a:t>
            </a:r>
          </a:p>
          <a:p>
            <a:r>
              <a:t>Foundation for the rest of the day: 05, 06, and 08 reuse the idea, and 06 and 08 reuse the actual vectors.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model call turns text into numbers; cosine similarity is a few lines of code, and the search box stays a search box. Show the raw float array once in the demo so the word "vector" stops being magic.</a:t>
            </a:r>
          </a:p>
          <a:p>
            <a:r>
              <a:t>Foundation for the rest of the day: 05, 06, and 08 reuse the idea, and 06 and 08 reuse the actual vectors.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model call turns text into numbers; cosine similarity is a few lines of code, and the search box stays a search box. Show the raw float array once in the demo so the word "vector" stops being magic.</a:t>
            </a:r>
          </a:p>
          <a:p>
            <a:r>
              <a:t>Foundation for the rest of the day: 05, 06, and 08 reuse the idea, and 06 and 08 reuse the actual vectors.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Taft Point is a perfect topical match and terrible advice, because embeddings capture what a text is about and not whether it suits the asker. Note the scores: this query tops out near 0.49 vs 0.77 for query one. That number is what a score floor keys on. The fix is metadata filters and a floor rather than a better model.</a:t>
            </a:r>
          </a:p>
          <a:p>
            <a:r>
              <a:t>Demo script (~8 min; step 6 is the first cut):</a:t>
            </a:r>
          </a:p>
          <a:p>
            <a:r>
              <a:t>1. Run the "dog-friendly waterfall hike, not too steep" query against naive keyword search over </a:t>
            </a:r>
            <a:r>
              <a:rPr>
                <a:latin typeface="Consolas"/>
              </a:rPr>
              <a:t>data/trails-slice.json</a:t>
            </a:r>
            <a:r>
              <a:t> and get junk results. That's today's baseline.</a:t>
            </a:r>
          </a:p>
          <a:p>
            <a:r>
              <a:t>2. Show what an embedding is: embed one sentence via Microsoft.Extensions.AI's </a:t>
            </a:r>
            <a:r>
              <a:rPr>
                <a:latin typeface="Consolas"/>
              </a:rPr>
              <a:t>IEmbeddingGenerator</a:t>
            </a:r>
            <a:r>
              <a:t> against Ollama and look at the raw float array on screen for a moment, because it is worth seeing that an embedding is nothing more than a list of numbers.</a:t>
            </a:r>
          </a:p>
          <a:p>
            <a:r>
              <a:t>3. Embed the trail catalog in a loop and time it live. The checked-in demo embeds the 30-trail slice in </a:t>
            </a:r>
            <a:r>
              <a:rPr>
                <a:latin typeface="Consolas"/>
              </a:rPr>
              <a:t>data/trails-slice.json</a:t>
            </a:r>
            <a:r>
              <a:t> in under two seconds. The point lands: seconds, not minutes, and it happens once at startup rather than per search.</a:t>
            </a:r>
          </a:p>
          <a:p>
            <a:r>
              <a:t>4. Write cosine similarity on screen; it fits in one visible method, which surprises people.</a:t>
            </a:r>
          </a:p>
          <a:p>
            <a:r>
              <a:t>5. Re-run the same query semantically. The payoff: the gentle shaded waterfall trails rise to the top, with the similarity scores visible next to each hit.</a:t>
            </a:r>
          </a:p>
          <a:p>
            <a:r>
              <a:t>6. Show one more query with zero keyword overlap ("somewhere quiet to take my kids"), which proves it isn't a fluke and then hands you the feature's best moment. The top hit is Taft Point, whose own description warns that the ground gives no second chances beside a 3,000-foot drop. It is a perfect topical match and terrible advice. Say what that means: embeddings capture what text is about, not whether it's suitable, and the fix is metadata filters and a score floor, not a better model. Note that everything ran locally, and that the scores for this query top out near 0.49 against 0.77 for query one, which is the number a score floor would key 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any catalog where people describe what they want instead of naming it. Row 4.</a:t>
            </a:r>
          </a:p>
          <a:p>
            <a:r>
              <a:t>If asked about cost: days to a prototype on an existing catalog; embeddings cheap to free; the work is evaluation and tuning.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any catalog where people describe what they want instead of naming it. Row 4.</a:t>
            </a:r>
          </a:p>
          <a:p>
            <a:r>
              <a:t>If asked about cost: days to a prototype on an existing catalog; embeddings cheap to free; the work is evaluation and tuning.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any catalog where people describe what they want instead of naming it. Row 4.</a:t>
            </a:r>
          </a:p>
          <a:p>
            <a:r>
              <a:t>If asked about cost: days to a prototype on an existing catalog; embeddings cheap to free; the work is evaluation and tuning.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problem, spoken, 60 seconds: "Can I have a campfire at Sperry Chalet in September?" The answer exists — paragraph four of a 12-page regulations document nobody will read. Search returns the document, not the answer; a plain chatbot answers fluently and makes it up, and a confidently wrong answer about fire rules is worse than no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(AWS/NVIDIA): retrieval-augmented generation has the model consult an authoritative knowledge source outside its training data before generating, so answers are grounded in your content and can cite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instead of remembering is why the answer can be current and can be cited. Point at the second row and say "the top row happened before anyone asked."</a:t>
            </a:r>
          </a:p>
          <a:p>
            <a:r>
              <a:t>The bad-split lesson gets its numbers in the demo: a chunk-per-section put a conditional fire rule and its overriding exception together and answered right; splitting them apart produced "campfires are fine" 4 runs in 20; re-splitting at subsection boundaries, 0 in 60 — while every retrieval metric said the system was working. Chunking is a correctness decision, upstream of model choice.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instead of remembering is why the answer can be current and can be cited. Point at the second row and say "the top row happened before anyone asked."</a:t>
            </a:r>
          </a:p>
          <a:p>
            <a:r>
              <a:t>The bad-split lesson gets its numbers in the demo: a chunk-per-section put a conditional fire rule and its overriding exception together and answered right; splitting them apart produced "campfires are fine" 4 runs in 20; re-splitting at subsection boundaries, 0 in 60 — while every retrieval metric said the system was working. Chunking is a correctness decision, upstream of model choice.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instead of remembering is why the answer can be current and can be cited. Point at the second row and say "the top row happened before anyone asked."</a:t>
            </a:r>
          </a:p>
          <a:p>
            <a:r>
              <a:t>The bad-split lesson gets its numbers in the demo: a chunk-per-section put a conditional fire rule and its overriding exception together and answered right; splitting them apart produced "campfires are fine" 4 runs in 20; re-splitting at subsection boundaries, 0 in 60 — while every retrieval metric said the system was working. Chunking is a correctness decision, upstream of model choice.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instead of remembering is why the answer can be current and can be cited. Point at the second row and say "the top row happened before anyone asked."</a:t>
            </a:r>
          </a:p>
          <a:p>
            <a:r>
              <a:t>The bad-split lesson gets its numbers in the demo: a chunk-per-section put a conditional fire rule and its overriding exception together and answered right; splitting them apart produced "campfires are fine" 4 runs in 20; re-splitting at subsection boundaries, 0 in 60 — while every retrieval metric said the system was working. Chunking is a correctness decision, upstream of model choice.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instead of remembering is why the answer can be current and can be cited. Point at the second row and say "the top row happened before anyone asked."</a:t>
            </a:r>
          </a:p>
          <a:p>
            <a:r>
              <a:t>The bad-split lesson gets its numbers in the demo: a chunk-per-section put a conditional fire rule and its overriding exception together and answered right; splitting them apart produced "campfires are fine" 4 runs in 20; re-splitting at subsection boundaries, 0 in 60 — while every retrieval metric said the system was working. Chunking is a correctness decision, upstream of model choice.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date beat: "CLOSED effective June 20, 2026, until further notice" is unanswerable without a calendar. Without the date the model refused this question 10 runs in 18; with it, 1 in 20. Almost every real knowledge base is a corpus of dated notices — most transferable thing in the feature. Small models invent chunk ids that look right and point nowhere.</a:t>
            </a:r>
          </a:p>
          <a:p>
            <a:r>
              <a:t>Where the money goes, one sentence for the close: swapping the 3B local model for a 32B one closes every remaining defect at ~20x the latency (0.9 s to 16.6 s) — and swapping the model before fixing the chunk boundary buys a smarter model reading the wrong context.</a:t>
            </a:r>
          </a:p>
          <a:p>
            <a:r>
              <a:t>Demo script (~12 min; steps 8 and 8b are the first cuts):</a:t>
            </a:r>
          </a:p>
          <a:p>
            <a:r>
              <a:t>1. Ask the model the Sperry Chalet campfire question with no context. It answers confidently. Then open the actual regulation and show the answer is wrong. Let that sit for a beat; this is the whole reason RAG exists.</a:t>
            </a:r>
          </a:p>
          <a:p>
            <a:r>
              <a:t>2. Show the chunked park docs, then open Section 4 of the Glacier backcountry guide in </a:t>
            </a:r>
            <a:r>
              <a:rPr>
                <a:latin typeface="Consolas"/>
              </a:rPr>
              <a:t>data/park-docs/</a:t>
            </a:r>
            <a:r>
              <a:t> and read 4.1 and 4.2 aloud in order. A conditional rule, then the absolute exception that cancels it. Ask the room which one a model answers from. This is the chunking beat and it is worth 90 seconds; the numbers are in </a:t>
            </a:r>
            <a:r>
              <a:rPr>
                <a:latin typeface="Consolas"/>
              </a:rPr>
              <a:t>expected-output.md</a:t>
            </a:r>
            <a:r>
              <a:t> under "Chunking".</a:t>
            </a:r>
          </a:p>
          <a:p>
            <a:r>
              <a:t>3. Reuse the embedding search from feature 04 against the chunks. Retrieval is literally the previous feature. Show the score table for the Sperry question, then run </a:t>
            </a:r>
            <a:r>
              <a:rPr>
                <a:latin typeface="Consolas"/>
              </a:rPr>
              <a:t>dotnet run -- --top-k 8 --alpha 1.0 --retrieval-only</a:t>
            </a:r>
            <a:r>
              <a:t> and point at ranks 4 through 8: Acadia and Yosemite campfire sections, five of eight chunks from the wrong park.</a:t>
            </a:r>
          </a:p>
          <a:p>
            <a:r>
              <a:t>4. Turn on hybrid retrieval. Same cosine score, plus a keyword score weighted by word rarity, combined with a visible alpha. Re-run at the default alpha, </a:t>
            </a:r>
            <a:r>
              <a:rPr>
                <a:latin typeface="Consolas"/>
              </a:rPr>
              <a:t>dotnet run -- --top-k 8 --retrieval-only</a:t>
            </a:r>
            <a:r>
              <a:t>: Acadia is gone and the wrong-park chunks are replaced by Glacier documents that name Sperry. The printed table shows both component scores, so you can point at "sperry" doing the work.</a:t>
            </a:r>
          </a:p>
          <a:p>
            <a:r>
              <a:t>5. Build the grounded prompt: retrieved chunks + question + "answer only from the context, cite the source, say when you don't know."</a:t>
            </a:r>
          </a:p>
          <a:p>
            <a:r>
              <a:t>6. Run it. The payoff: the right answer, with the regulation document cited by name.</a:t>
            </a:r>
          </a:p>
          <a:p>
            <a:r>
              <a:t>7. Show the citation check. Parse the ids out of the answer, compare against what was retrieved, print a loud failure on a mismatch. Run the unanswerable question a couple of times until the model appends an invented chunk id to its own refusal, which it does often enough to count on.</a:t>
            </a:r>
          </a:p>
          <a:p>
            <a:r>
              <a:t>8. Ask it something the docs don't cover ("Can I bring a drone?" if absent) and get an honest "the provided documents don't say," not a guess.</a:t>
            </a:r>
          </a:p>
          <a:p>
            <a:r>
              <a:t>8b. Ask "Is the Avalanche Lake Trail open right now?" and show the date sitting in the prompt. Explain why it is there: without it the same question got refused in 10 runs out of 18, not because retrieval missed but because "effective June 20, 2026, until further notice" is unanswerable without a calendar. Worth 60 seconds; it is the most transferable thing in the feature.</a:t>
            </a:r>
          </a:p>
          <a:p>
            <a:r>
              <a:t>9. Swap generation from the local model to </a:t>
            </a:r>
            <a:r>
              <a:rPr>
                <a:latin typeface="Consolas"/>
              </a:rPr>
              <a:t>gpt-4.1</a:t>
            </a:r>
            <a:r>
              <a:t> on Foundry with the one-line Microsoft.Extensions.AI client change, re-run a multi-document question, and compare answer quality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knowledge bases, support and policy docs, product documentation. The production work is chunking, retrieval evaluation, keeping documents current.</a:t>
            </a:r>
          </a:p>
          <a:p>
            <a:r>
              <a:t>If asked about cost: a day to demo, weeks to production quality.</a:t>
            </a:r>
          </a:p>
          <a:p>
            <a:r>
              <a:t>The uncomfortable line for leadership: the worst bug was a text-splitting rule, not a model or a prompt. Ask what your evaluation would have caught. Row 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knowledge bases, support and policy docs, product documentation. The production work is chunking, retrieval evaluation, keeping documents current.</a:t>
            </a:r>
          </a:p>
          <a:p>
            <a:r>
              <a:t>If asked about cost: a day to demo, weeks to production quality.</a:t>
            </a:r>
          </a:p>
          <a:p>
            <a:r>
              <a:t>The uncomfortable line for leadership: the worst bug was a text-splitting rule, not a model or a prompt. Ask what your evaluation would have caught. Row 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knowledge bases, support and policy docs, product documentation. The production work is chunking, retrieval evaluation, keeping documents current.</a:t>
            </a:r>
          </a:p>
          <a:p>
            <a:r>
              <a:t>If asked about cost: a day to demo, weeks to production quality.</a:t>
            </a:r>
          </a:p>
          <a:p>
            <a:r>
              <a:t>The uncomfortable line for leadership: the worst bug was a text-splitting rule, not a model or a prompt. Ask what your evaluation would have caught. Row 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problem, spoken, 60 seconds: a hiker just finished Avalanche Lake Trail and loved it, and the app says nothing. "You'd probably like these three" never got built because everyone assumes it needs a data-science team and six months. Same gap in the gear store: buy the Cascade 65, get a random carousel.</a:t>
            </a:r>
          </a:p>
          <a:p>
            <a:r>
              <a:t>No concept slide: the Same First Half diagram already told this story — same vectors, same similarity code, the query swapped for an item, no model call while the user waits.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a recommender system predicts what a user will prefer. Today's shortcut is content-based (similarity of descriptions); the classical version is collaborative filtering over behavior data.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Similarity gets you candidates; metadata re-ranking gets you recommendations. Review co-mentions put the bear canister on top for the Cascade 65. One target trail in the slice has no real neighbors at all; a shipping product shows nothing rather than five weak guesses. And the honest caveat: description similarity will never discover that waterfall hikers buy headlamps — cross-category needs behavior data.</a:t>
            </a:r>
          </a:p>
          <a:p>
            <a:r>
              <a:t>Demo script (~6 min; step 5 is the first cut):</a:t>
            </a:r>
          </a:p>
          <a:p>
            <a:r>
              <a:t>1. Open the Avalanche Lake Trail page and ask the room what should be at the bottom of this screen. Everyone knows the answer, and almost nobody builds it.</a:t>
            </a:r>
          </a:p>
          <a:p>
            <a:r>
              <a:t>2. Bring back the embedded trail catalog from feature 04, already sitting in memory; nothing new is created in this step, which is the point.</a:t>
            </a:r>
          </a:p>
          <a:p>
            <a:r>
              <a:t>3. Write "more like this": take one trail's vector, rank every other trail by cosine similarity, skip itself, and take five. It's the search code with the query swapped for an item.</a:t>
            </a:r>
          </a:p>
          <a:p>
            <a:r>
              <a:t>4. Run it for a few trails and let the room judge the results by reading the names, because they can. The alpine lake hikes do cluster, but they also come back mostly rated hard when the trail you started from is a moderate family walk, and one neighbor is a Smokies hike with no lake at all. Difficulty and park are right there in the catalog, but they are not in the description text, so the embedding cannot see them. One screen carries the lesson: similarity gets you candidates, and metadata re-ranking turns them into recommendations.</a:t>
            </a:r>
          </a:p>
          <a:p>
            <a:r>
              <a:t>5. Do the same with gear and let it fail on purpose. The top result for the Cascade 65 Backpack is the Cascade 40 Daypack, the single product that buyer will never need. Content similarity finds substitutes; a store wants complements. Then show the review co-mention counts, where the Summit Bear Canister sits at the top, and name the difference: what a thing is like versus what people actually use with it.</a:t>
            </a:r>
          </a:p>
          <a:p>
            <a:r>
              <a:t>6. Close on what this can't do. Cross-category discovery is out of reach for description similarity, one target trail in the slice has no real neighbors at all and a shipping product should show nothing rather than five weak guesses, and behavior data is what fixes both.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catalog or content library. Collaborative filtering comes later, when behavior data exists. Row 6.</a:t>
            </a:r>
          </a:p>
          <a:p>
            <a:r>
              <a:t>If asked about cost: nearly free once search exists; days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catalog or content library. Collaborative filtering comes later, when behavior data exists. Row 6.</a:t>
            </a:r>
          </a:p>
          <a:p>
            <a:r>
              <a:t>If asked about cost: nearly free once search exists; days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catalog or content library. Collaborative filtering comes later, when behavior data exists. Row 6.</a:t>
            </a:r>
          </a:p>
          <a:p>
            <a:r>
              <a:t>If asked about cost: nearly free once search exists; days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embed 30 trails, embed a query, rank by cosine; keyword baseline provided. Two honest routes: if RAG is why you came, go straight to 05 and come back to 04 after — nobody should leave having never built the thing they came for. 06 is 04's code with the query swapped for an item.</a:t>
            </a:r>
          </a:p>
          <a:p>
            <a:r>
              <a:t>05's step that says run question 1 twenty times matters: a wrong answer one run in five is invisible in a single run and is the only defect here that could hurt somebody.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two people what surprised them.</a:t>
            </a:r>
          </a:p>
          <a:p>
            <a:r>
              <a:t>Prompts if quiet: who got Taft Point for the kids query? Who got the Cascade 40? Rows 4–6 of the framework are done. Lunch, then Module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7/23/26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7/23/26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7/23/26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png"/><Relationship Id="rId4"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lstStyle/>
          <a:p>
            <a:r>
              <a:t>Module 2: Finding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3"/>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4"/>
          <a:stretch>
            <a:fillRect/>
          </a:stretch>
        </p:blipFill>
        <p:spPr>
          <a:xfrm>
            <a:off x="9272016" y="3657600"/>
            <a:ext cx="2167128" cy="216712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2"/>
          <a:stretch>
            <a:fillRect/>
          </a:stretch>
        </p:blipFill>
        <p:spPr>
          <a:xfrm>
            <a:off x="1600200" y="2990088"/>
            <a:ext cx="868680" cy="868680"/>
          </a:xfrm>
          <a:prstGeom prst="rect">
            <a:avLst/>
          </a:prstGeom>
        </p:spPr>
      </p:pic>
      <p:sp>
        <p:nvSpPr>
          <p:cNvPr id="4" name="TextBox 3"/>
          <p:cNvSpPr txBox="1"/>
          <p:nvPr/>
        </p:nvSpPr>
        <p:spPr>
          <a:xfrm>
            <a:off x="960120" y="4005072"/>
            <a:ext cx="2148840" cy="777240"/>
          </a:xfrm>
          <a:prstGeom prst="rect">
            <a:avLst/>
          </a:prstGeom>
          <a:noFill/>
        </p:spPr>
        <p:txBody>
          <a:bodyPr wrap="square">
            <a:spAutoFit/>
          </a:bodyPr>
          <a:lstStyle/>
          <a:p>
            <a:pPr algn="ctr"/>
            <a:r>
              <a:rPr sz="2400" b="1"/>
              <a:t>F04 Search</a:t>
            </a:r>
          </a:p>
        </p:txBody>
      </p:sp>
      <p:pic>
        <p:nvPicPr>
          <p:cNvPr id="5" name="Picture 4"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2"/>
          <a:stretch>
            <a:fillRect/>
          </a:stretch>
        </p:blipFill>
        <p:spPr>
          <a:xfrm>
            <a:off x="1600200" y="2990088"/>
            <a:ext cx="868680" cy="868680"/>
          </a:xfrm>
          <a:prstGeom prst="rect">
            <a:avLst/>
          </a:prstGeom>
        </p:spPr>
      </p:pic>
      <p:sp>
        <p:nvSpPr>
          <p:cNvPr id="4" name="TextBox 3"/>
          <p:cNvSpPr txBox="1"/>
          <p:nvPr/>
        </p:nvSpPr>
        <p:spPr>
          <a:xfrm>
            <a:off x="960120" y="4005072"/>
            <a:ext cx="2148840" cy="777240"/>
          </a:xfrm>
          <a:prstGeom prst="rect">
            <a:avLst/>
          </a:prstGeom>
          <a:noFill/>
        </p:spPr>
        <p:txBody>
          <a:bodyPr wrap="square">
            <a:spAutoFit/>
          </a:bodyPr>
          <a:lstStyle/>
          <a:p>
            <a:pPr algn="ctr"/>
            <a:r>
              <a:rPr sz="2400" b="1"/>
              <a:t>F04 Search</a:t>
            </a:r>
          </a:p>
        </p:txBody>
      </p:sp>
      <p:pic>
        <p:nvPicPr>
          <p:cNvPr id="5" name="Picture 4" descr="document.png"/>
          <p:cNvPicPr>
            <a:picLocks noChangeAspect="1"/>
          </p:cNvPicPr>
          <p:nvPr/>
        </p:nvPicPr>
        <p:blipFill>
          <a:blip r:embed="rId3"/>
          <a:stretch>
            <a:fillRect/>
          </a:stretch>
        </p:blipFill>
        <p:spPr>
          <a:xfrm>
            <a:off x="5760720" y="2990088"/>
            <a:ext cx="868680" cy="868680"/>
          </a:xfrm>
          <a:prstGeom prst="rect">
            <a:avLst/>
          </a:prstGeom>
        </p:spPr>
      </p:pic>
      <p:sp>
        <p:nvSpPr>
          <p:cNvPr id="6" name="TextBox 5"/>
          <p:cNvSpPr txBox="1"/>
          <p:nvPr/>
        </p:nvSpPr>
        <p:spPr>
          <a:xfrm>
            <a:off x="5120640" y="4005072"/>
            <a:ext cx="2148840" cy="777240"/>
          </a:xfrm>
          <a:prstGeom prst="rect">
            <a:avLst/>
          </a:prstGeom>
          <a:noFill/>
        </p:spPr>
        <p:txBody>
          <a:bodyPr wrap="square">
            <a:spAutoFit/>
          </a:bodyPr>
          <a:lstStyle/>
          <a:p>
            <a:pPr algn="ctr"/>
            <a:r>
              <a:rPr sz="2400" b="1"/>
              <a:t>F05 RAG</a:t>
            </a:r>
          </a:p>
        </p:txBody>
      </p:sp>
      <p:pic>
        <p:nvPicPr>
          <p:cNvPr id="7" name="Picture 6"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2"/>
          <a:stretch>
            <a:fillRect/>
          </a:stretch>
        </p:blipFill>
        <p:spPr>
          <a:xfrm>
            <a:off x="1600200" y="2990088"/>
            <a:ext cx="868680" cy="868680"/>
          </a:xfrm>
          <a:prstGeom prst="rect">
            <a:avLst/>
          </a:prstGeom>
        </p:spPr>
      </p:pic>
      <p:sp>
        <p:nvSpPr>
          <p:cNvPr id="4" name="TextBox 3"/>
          <p:cNvSpPr txBox="1"/>
          <p:nvPr/>
        </p:nvSpPr>
        <p:spPr>
          <a:xfrm>
            <a:off x="960120" y="4005072"/>
            <a:ext cx="2148840" cy="777240"/>
          </a:xfrm>
          <a:prstGeom prst="rect">
            <a:avLst/>
          </a:prstGeom>
          <a:noFill/>
        </p:spPr>
        <p:txBody>
          <a:bodyPr wrap="square">
            <a:spAutoFit/>
          </a:bodyPr>
          <a:lstStyle/>
          <a:p>
            <a:pPr algn="ctr"/>
            <a:r>
              <a:rPr sz="2400" b="1"/>
              <a:t>F04 Search</a:t>
            </a:r>
          </a:p>
        </p:txBody>
      </p:sp>
      <p:pic>
        <p:nvPicPr>
          <p:cNvPr id="5" name="Picture 4" descr="document.png"/>
          <p:cNvPicPr>
            <a:picLocks noChangeAspect="1"/>
          </p:cNvPicPr>
          <p:nvPr/>
        </p:nvPicPr>
        <p:blipFill>
          <a:blip r:embed="rId3"/>
          <a:stretch>
            <a:fillRect/>
          </a:stretch>
        </p:blipFill>
        <p:spPr>
          <a:xfrm>
            <a:off x="5760720" y="2990088"/>
            <a:ext cx="868680" cy="868680"/>
          </a:xfrm>
          <a:prstGeom prst="rect">
            <a:avLst/>
          </a:prstGeom>
        </p:spPr>
      </p:pic>
      <p:sp>
        <p:nvSpPr>
          <p:cNvPr id="6" name="TextBox 5"/>
          <p:cNvSpPr txBox="1"/>
          <p:nvPr/>
        </p:nvSpPr>
        <p:spPr>
          <a:xfrm>
            <a:off x="5120640" y="4005072"/>
            <a:ext cx="2148840" cy="777240"/>
          </a:xfrm>
          <a:prstGeom prst="rect">
            <a:avLst/>
          </a:prstGeom>
          <a:noFill/>
        </p:spPr>
        <p:txBody>
          <a:bodyPr wrap="square">
            <a:spAutoFit/>
          </a:bodyPr>
          <a:lstStyle/>
          <a:p>
            <a:pPr algn="ctr"/>
            <a:r>
              <a:rPr sz="2400" b="1"/>
              <a:t>F05 RAG</a:t>
            </a:r>
          </a:p>
        </p:txBody>
      </p:sp>
      <p:pic>
        <p:nvPicPr>
          <p:cNvPr id="7" name="Picture 6" descr="route.png"/>
          <p:cNvPicPr>
            <a:picLocks noChangeAspect="1"/>
          </p:cNvPicPr>
          <p:nvPr/>
        </p:nvPicPr>
        <p:blipFill>
          <a:blip r:embed="rId4"/>
          <a:stretch>
            <a:fillRect/>
          </a:stretch>
        </p:blipFill>
        <p:spPr>
          <a:xfrm>
            <a:off x="9921240" y="2990088"/>
            <a:ext cx="868680" cy="868680"/>
          </a:xfrm>
          <a:prstGeom prst="rect">
            <a:avLst/>
          </a:prstGeom>
        </p:spPr>
      </p:pic>
      <p:sp>
        <p:nvSpPr>
          <p:cNvPr id="8" name="TextBox 7"/>
          <p:cNvSpPr txBox="1"/>
          <p:nvPr/>
        </p:nvSpPr>
        <p:spPr>
          <a:xfrm>
            <a:off x="9281160" y="4005072"/>
            <a:ext cx="2148840" cy="777240"/>
          </a:xfrm>
          <a:prstGeom prst="rect">
            <a:avLst/>
          </a:prstGeom>
          <a:noFill/>
        </p:spPr>
        <p:txBody>
          <a:bodyPr wrap="square">
            <a:spAutoFit/>
          </a:bodyPr>
          <a:lstStyle/>
          <a:p>
            <a:pPr algn="ctr"/>
            <a:r>
              <a:rPr sz="2400" b="1"/>
              <a:t>F06 Recommend</a:t>
            </a:r>
          </a:p>
        </p:txBody>
      </p:sp>
      <p:pic>
        <p:nvPicPr>
          <p:cNvPr id="9" name="Picture 8" descr="image.png"/>
          <p:cNvPicPr>
            <a:picLocks noChangeAspect="1"/>
          </p:cNvPicPr>
          <p:nvPr/>
        </p:nvPicPr>
        <p:blipFill>
          <a:blip r:embed="rId5"/>
          <a:stretch>
            <a:fillRect/>
          </a:stretch>
        </p:blipFill>
        <p:spPr>
          <a:xfrm>
            <a:off x="9326880" y="5989320"/>
            <a:ext cx="2560320" cy="6400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Search, RAG, Recommendations: Same First Half</a:t>
            </a:r>
          </a:p>
        </p:txBody>
      </p:sp>
      <p:sp>
        <p:nvSpPr>
          <p:cNvPr id="3" name="Content Placeholder 2"/>
          <p:cNvSpPr>
            <a:spLocks noGrp="1"/>
          </p:cNvSpPr>
          <p:nvPr>
            <p:ph idx="1"/>
          </p:nvPr>
        </p:nvSpPr>
        <p:spPr>
          <a:xfrm>
            <a:off x="612648" y="2788920"/>
            <a:ext cx="10966704" cy="3749040"/>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04 Search</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Query text</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Search, RAG, Recommendations: Same First Half</a:t>
            </a:r>
          </a:p>
        </p:txBody>
      </p:sp>
      <p:sp>
        <p:nvSpPr>
          <p:cNvPr id="3" name="Content Placeholder 2"/>
          <p:cNvSpPr>
            <a:spLocks noGrp="1"/>
          </p:cNvSpPr>
          <p:nvPr>
            <p:ph idx="1"/>
          </p:nvPr>
        </p:nvSpPr>
        <p:spPr>
          <a:xfrm>
            <a:off x="612648" y="4096511"/>
            <a:ext cx="10966704" cy="2441449"/>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04 Search</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Query text</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
        <p:nvSpPr>
          <p:cNvPr id="12" name="TextBox 11"/>
          <p:cNvSpPr txBox="1"/>
          <p:nvPr/>
        </p:nvSpPr>
        <p:spPr>
          <a:xfrm>
            <a:off x="612648" y="2834640"/>
            <a:ext cx="1371600" cy="1033271"/>
          </a:xfrm>
          <a:prstGeom prst="rect">
            <a:avLst/>
          </a:prstGeom>
          <a:noFill/>
        </p:spPr>
        <p:txBody>
          <a:bodyPr wrap="square" anchor="ctr">
            <a:spAutoFit/>
          </a:bodyPr>
          <a:lstStyle/>
          <a:p>
            <a:r>
              <a:rPr sz="1400" i="1"/>
              <a:t>05 RAG</a:t>
            </a:r>
          </a:p>
        </p:txBody>
      </p:sp>
      <p:sp>
        <p:nvSpPr>
          <p:cNvPr id="13" name="Rounded Rectangle 12"/>
          <p:cNvSpPr/>
          <p:nvPr/>
        </p:nvSpPr>
        <p:spPr>
          <a:xfrm>
            <a:off x="2075688"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70210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685129"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Nearest chunks</a:t>
            </a:r>
          </a:p>
        </p:txBody>
      </p:sp>
      <p:sp>
        <p:nvSpPr>
          <p:cNvPr id="18" name="Right Arrow 17"/>
          <p:cNvSpPr/>
          <p:nvPr/>
        </p:nvSpPr>
        <p:spPr>
          <a:xfrm>
            <a:off x="76681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writes an answer from them</a:t>
            </a:r>
          </a:p>
        </p:txBody>
      </p:sp>
      <p:sp>
        <p:nvSpPr>
          <p:cNvPr id="20" name="Right Arrow 19"/>
          <p:cNvSpPr/>
          <p:nvPr/>
        </p:nvSpPr>
        <p:spPr>
          <a:xfrm>
            <a:off x="9651187"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Show the answer, with citations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Search, RAG, Recommendations: Same First Half</a:t>
            </a:r>
          </a:p>
        </p:txBody>
      </p:sp>
      <p:sp>
        <p:nvSpPr>
          <p:cNvPr id="3" name="Content Placeholder 2"/>
          <p:cNvSpPr>
            <a:spLocks noGrp="1"/>
          </p:cNvSpPr>
          <p:nvPr>
            <p:ph idx="1"/>
          </p:nvPr>
        </p:nvSpPr>
        <p:spPr>
          <a:xfrm>
            <a:off x="612648" y="5193791"/>
            <a:ext cx="10966704" cy="1344169"/>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04 Search</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Query text</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
        <p:nvSpPr>
          <p:cNvPr id="12" name="TextBox 11"/>
          <p:cNvSpPr txBox="1"/>
          <p:nvPr/>
        </p:nvSpPr>
        <p:spPr>
          <a:xfrm>
            <a:off x="612648" y="2834640"/>
            <a:ext cx="1371600" cy="1033271"/>
          </a:xfrm>
          <a:prstGeom prst="rect">
            <a:avLst/>
          </a:prstGeom>
          <a:noFill/>
        </p:spPr>
        <p:txBody>
          <a:bodyPr wrap="square" anchor="ctr">
            <a:spAutoFit/>
          </a:bodyPr>
          <a:lstStyle/>
          <a:p>
            <a:r>
              <a:rPr sz="1400" i="1"/>
              <a:t>05 RAG</a:t>
            </a:r>
          </a:p>
        </p:txBody>
      </p:sp>
      <p:sp>
        <p:nvSpPr>
          <p:cNvPr id="13" name="Rounded Rectangle 12"/>
          <p:cNvSpPr/>
          <p:nvPr/>
        </p:nvSpPr>
        <p:spPr>
          <a:xfrm>
            <a:off x="2075688"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70210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685129"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Nearest chunks</a:t>
            </a:r>
          </a:p>
        </p:txBody>
      </p:sp>
      <p:sp>
        <p:nvSpPr>
          <p:cNvPr id="18" name="Right Arrow 17"/>
          <p:cNvSpPr/>
          <p:nvPr/>
        </p:nvSpPr>
        <p:spPr>
          <a:xfrm>
            <a:off x="76681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writes an answer from them</a:t>
            </a:r>
          </a:p>
        </p:txBody>
      </p:sp>
      <p:sp>
        <p:nvSpPr>
          <p:cNvPr id="20" name="Right Arrow 19"/>
          <p:cNvSpPr/>
          <p:nvPr/>
        </p:nvSpPr>
        <p:spPr>
          <a:xfrm>
            <a:off x="9651187"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Show the answer, with citations</a:t>
            </a:r>
          </a:p>
        </p:txBody>
      </p:sp>
      <p:sp>
        <p:nvSpPr>
          <p:cNvPr id="22" name="TextBox 21"/>
          <p:cNvSpPr txBox="1"/>
          <p:nvPr/>
        </p:nvSpPr>
        <p:spPr>
          <a:xfrm>
            <a:off x="612648" y="4142231"/>
            <a:ext cx="1371600" cy="822960"/>
          </a:xfrm>
          <a:prstGeom prst="rect">
            <a:avLst/>
          </a:prstGeom>
          <a:noFill/>
        </p:spPr>
        <p:txBody>
          <a:bodyPr wrap="square" anchor="ctr">
            <a:spAutoFit/>
          </a:bodyPr>
          <a:lstStyle/>
          <a:p>
            <a:r>
              <a:rPr sz="1400" i="1"/>
              <a:t>06 Recommend</a:t>
            </a:r>
          </a:p>
        </p:txBody>
      </p:sp>
      <p:sp>
        <p:nvSpPr>
          <p:cNvPr id="23" name="Rounded Rectangle 22"/>
          <p:cNvSpPr/>
          <p:nvPr/>
        </p:nvSpPr>
        <p:spPr>
          <a:xfrm>
            <a:off x="2075688"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The item on screen</a:t>
            </a:r>
          </a:p>
        </p:txBody>
      </p:sp>
      <p:sp>
        <p:nvSpPr>
          <p:cNvPr id="24" name="Right Arrow 23"/>
          <p:cNvSpPr/>
          <p:nvPr/>
        </p:nvSpPr>
        <p:spPr>
          <a:xfrm>
            <a:off x="4197858"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554474"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Its stored vector</a:t>
            </a:r>
          </a:p>
        </p:txBody>
      </p:sp>
      <p:sp>
        <p:nvSpPr>
          <p:cNvPr id="26" name="Right Arrow 25"/>
          <p:cNvSpPr/>
          <p:nvPr/>
        </p:nvSpPr>
        <p:spPr>
          <a:xfrm>
            <a:off x="6676644"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33260"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28" name="Right Arrow 27"/>
          <p:cNvSpPr/>
          <p:nvPr/>
        </p:nvSpPr>
        <p:spPr>
          <a:xfrm>
            <a:off x="9155430"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512046"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Search, RAG, Recommendations: Same First Half</a:t>
            </a:r>
          </a:p>
        </p:txBody>
      </p:sp>
      <p:sp>
        <p:nvSpPr>
          <p:cNvPr id="3" name="Content Placeholder 2"/>
          <p:cNvSpPr>
            <a:spLocks noGrp="1"/>
          </p:cNvSpPr>
          <p:nvPr>
            <p:ph idx="1"/>
          </p:nvPr>
        </p:nvSpPr>
        <p:spPr>
          <a:xfrm>
            <a:off x="612648" y="5193791"/>
            <a:ext cx="10966704" cy="1344169"/>
          </a:xfrm>
        </p:spPr>
        <p:txBody>
          <a:bodyPr wrap="square"/>
          <a:lstStyle/>
          <a:p>
            <a:pPr/>
            <a:r>
              <a:rPr sz="2800"/>
              <a:t>All three: embed, then find the nearest</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04 Search</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Query text</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
        <p:nvSpPr>
          <p:cNvPr id="12" name="TextBox 11"/>
          <p:cNvSpPr txBox="1"/>
          <p:nvPr/>
        </p:nvSpPr>
        <p:spPr>
          <a:xfrm>
            <a:off x="612648" y="2834640"/>
            <a:ext cx="1371600" cy="1033271"/>
          </a:xfrm>
          <a:prstGeom prst="rect">
            <a:avLst/>
          </a:prstGeom>
          <a:noFill/>
        </p:spPr>
        <p:txBody>
          <a:bodyPr wrap="square" anchor="ctr">
            <a:spAutoFit/>
          </a:bodyPr>
          <a:lstStyle/>
          <a:p>
            <a:r>
              <a:rPr sz="1400" i="1"/>
              <a:t>05 RAG</a:t>
            </a:r>
          </a:p>
        </p:txBody>
      </p:sp>
      <p:sp>
        <p:nvSpPr>
          <p:cNvPr id="13" name="Rounded Rectangle 12"/>
          <p:cNvSpPr/>
          <p:nvPr/>
        </p:nvSpPr>
        <p:spPr>
          <a:xfrm>
            <a:off x="2075688"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70210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685129"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Nearest chunks</a:t>
            </a:r>
          </a:p>
        </p:txBody>
      </p:sp>
      <p:sp>
        <p:nvSpPr>
          <p:cNvPr id="18" name="Right Arrow 17"/>
          <p:cNvSpPr/>
          <p:nvPr/>
        </p:nvSpPr>
        <p:spPr>
          <a:xfrm>
            <a:off x="76681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writes an answer from them</a:t>
            </a:r>
          </a:p>
        </p:txBody>
      </p:sp>
      <p:sp>
        <p:nvSpPr>
          <p:cNvPr id="20" name="Right Arrow 19"/>
          <p:cNvSpPr/>
          <p:nvPr/>
        </p:nvSpPr>
        <p:spPr>
          <a:xfrm>
            <a:off x="9651187"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Show the answer, with citations</a:t>
            </a:r>
          </a:p>
        </p:txBody>
      </p:sp>
      <p:sp>
        <p:nvSpPr>
          <p:cNvPr id="22" name="TextBox 21"/>
          <p:cNvSpPr txBox="1"/>
          <p:nvPr/>
        </p:nvSpPr>
        <p:spPr>
          <a:xfrm>
            <a:off x="612648" y="4142231"/>
            <a:ext cx="1371600" cy="822960"/>
          </a:xfrm>
          <a:prstGeom prst="rect">
            <a:avLst/>
          </a:prstGeom>
          <a:noFill/>
        </p:spPr>
        <p:txBody>
          <a:bodyPr wrap="square" anchor="ctr">
            <a:spAutoFit/>
          </a:bodyPr>
          <a:lstStyle/>
          <a:p>
            <a:r>
              <a:rPr sz="1400" i="1"/>
              <a:t>06 Recommend</a:t>
            </a:r>
          </a:p>
        </p:txBody>
      </p:sp>
      <p:sp>
        <p:nvSpPr>
          <p:cNvPr id="23" name="Rounded Rectangle 22"/>
          <p:cNvSpPr/>
          <p:nvPr/>
        </p:nvSpPr>
        <p:spPr>
          <a:xfrm>
            <a:off x="2075688"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The item on screen</a:t>
            </a:r>
          </a:p>
        </p:txBody>
      </p:sp>
      <p:sp>
        <p:nvSpPr>
          <p:cNvPr id="24" name="Right Arrow 23"/>
          <p:cNvSpPr/>
          <p:nvPr/>
        </p:nvSpPr>
        <p:spPr>
          <a:xfrm>
            <a:off x="4197858"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554474"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Its stored vector</a:t>
            </a:r>
          </a:p>
        </p:txBody>
      </p:sp>
      <p:sp>
        <p:nvSpPr>
          <p:cNvPr id="26" name="Right Arrow 25"/>
          <p:cNvSpPr/>
          <p:nvPr/>
        </p:nvSpPr>
        <p:spPr>
          <a:xfrm>
            <a:off x="6676644"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33260"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28" name="Right Arrow 27"/>
          <p:cNvSpPr/>
          <p:nvPr/>
        </p:nvSpPr>
        <p:spPr>
          <a:xfrm>
            <a:off x="9155430"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512046"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Search, RAG, Recommendations: Same First Half</a:t>
            </a:r>
          </a:p>
        </p:txBody>
      </p:sp>
      <p:sp>
        <p:nvSpPr>
          <p:cNvPr id="3" name="Content Placeholder 2"/>
          <p:cNvSpPr>
            <a:spLocks noGrp="1"/>
          </p:cNvSpPr>
          <p:nvPr>
            <p:ph idx="1"/>
          </p:nvPr>
        </p:nvSpPr>
        <p:spPr>
          <a:xfrm>
            <a:off x="612648" y="5193791"/>
            <a:ext cx="10966704" cy="1344169"/>
          </a:xfrm>
        </p:spPr>
        <p:txBody>
          <a:bodyPr wrap="square"/>
          <a:lstStyle/>
          <a:p>
            <a:pPr/>
            <a:r>
              <a:rPr sz="2800"/>
              <a:t>All three: embed, then find the nearest</a:t>
            </a:r>
          </a:p>
          <a:p>
            <a:pPr/>
            <a:r>
              <a:rPr sz="2800"/>
              <a:t>RAG adds a model that reads the results</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04 Search</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Query text</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
        <p:nvSpPr>
          <p:cNvPr id="12" name="TextBox 11"/>
          <p:cNvSpPr txBox="1"/>
          <p:nvPr/>
        </p:nvSpPr>
        <p:spPr>
          <a:xfrm>
            <a:off x="612648" y="2834640"/>
            <a:ext cx="1371600" cy="1033271"/>
          </a:xfrm>
          <a:prstGeom prst="rect">
            <a:avLst/>
          </a:prstGeom>
          <a:noFill/>
        </p:spPr>
        <p:txBody>
          <a:bodyPr wrap="square" anchor="ctr">
            <a:spAutoFit/>
          </a:bodyPr>
          <a:lstStyle/>
          <a:p>
            <a:r>
              <a:rPr sz="1400" i="1"/>
              <a:t>05 RAG</a:t>
            </a:r>
          </a:p>
        </p:txBody>
      </p:sp>
      <p:sp>
        <p:nvSpPr>
          <p:cNvPr id="13" name="Rounded Rectangle 12"/>
          <p:cNvSpPr/>
          <p:nvPr/>
        </p:nvSpPr>
        <p:spPr>
          <a:xfrm>
            <a:off x="2075688"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70210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685129"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Nearest chunks</a:t>
            </a:r>
          </a:p>
        </p:txBody>
      </p:sp>
      <p:sp>
        <p:nvSpPr>
          <p:cNvPr id="18" name="Right Arrow 17"/>
          <p:cNvSpPr/>
          <p:nvPr/>
        </p:nvSpPr>
        <p:spPr>
          <a:xfrm>
            <a:off x="76681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writes an answer from them</a:t>
            </a:r>
          </a:p>
        </p:txBody>
      </p:sp>
      <p:sp>
        <p:nvSpPr>
          <p:cNvPr id="20" name="Right Arrow 19"/>
          <p:cNvSpPr/>
          <p:nvPr/>
        </p:nvSpPr>
        <p:spPr>
          <a:xfrm>
            <a:off x="9651187"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Show the answer, with citations</a:t>
            </a:r>
          </a:p>
        </p:txBody>
      </p:sp>
      <p:sp>
        <p:nvSpPr>
          <p:cNvPr id="22" name="TextBox 21"/>
          <p:cNvSpPr txBox="1"/>
          <p:nvPr/>
        </p:nvSpPr>
        <p:spPr>
          <a:xfrm>
            <a:off x="612648" y="4142231"/>
            <a:ext cx="1371600" cy="822960"/>
          </a:xfrm>
          <a:prstGeom prst="rect">
            <a:avLst/>
          </a:prstGeom>
          <a:noFill/>
        </p:spPr>
        <p:txBody>
          <a:bodyPr wrap="square" anchor="ctr">
            <a:spAutoFit/>
          </a:bodyPr>
          <a:lstStyle/>
          <a:p>
            <a:r>
              <a:rPr sz="1400" i="1"/>
              <a:t>06 Recommend</a:t>
            </a:r>
          </a:p>
        </p:txBody>
      </p:sp>
      <p:sp>
        <p:nvSpPr>
          <p:cNvPr id="23" name="Rounded Rectangle 22"/>
          <p:cNvSpPr/>
          <p:nvPr/>
        </p:nvSpPr>
        <p:spPr>
          <a:xfrm>
            <a:off x="2075688"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The item on screen</a:t>
            </a:r>
          </a:p>
        </p:txBody>
      </p:sp>
      <p:sp>
        <p:nvSpPr>
          <p:cNvPr id="24" name="Right Arrow 23"/>
          <p:cNvSpPr/>
          <p:nvPr/>
        </p:nvSpPr>
        <p:spPr>
          <a:xfrm>
            <a:off x="4197858"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554474"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Its stored vector</a:t>
            </a:r>
          </a:p>
        </p:txBody>
      </p:sp>
      <p:sp>
        <p:nvSpPr>
          <p:cNvPr id="26" name="Right Arrow 25"/>
          <p:cNvSpPr/>
          <p:nvPr/>
        </p:nvSpPr>
        <p:spPr>
          <a:xfrm>
            <a:off x="6676644"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33260"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28" name="Right Arrow 27"/>
          <p:cNvSpPr/>
          <p:nvPr/>
        </p:nvSpPr>
        <p:spPr>
          <a:xfrm>
            <a:off x="9155430"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512046"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Search, RAG, Recommendations: Same First Half</a:t>
            </a:r>
          </a:p>
        </p:txBody>
      </p:sp>
      <p:sp>
        <p:nvSpPr>
          <p:cNvPr id="3" name="Content Placeholder 2"/>
          <p:cNvSpPr>
            <a:spLocks noGrp="1"/>
          </p:cNvSpPr>
          <p:nvPr>
            <p:ph idx="1"/>
          </p:nvPr>
        </p:nvSpPr>
        <p:spPr>
          <a:xfrm>
            <a:off x="612648" y="5193791"/>
            <a:ext cx="10966704" cy="1344169"/>
          </a:xfrm>
        </p:spPr>
        <p:txBody>
          <a:bodyPr wrap="square"/>
          <a:lstStyle/>
          <a:p>
            <a:pPr/>
            <a:r>
              <a:rPr sz="2800"/>
              <a:t>All three: embed, then find the nearest</a:t>
            </a:r>
          </a:p>
          <a:p>
            <a:pPr/>
            <a:r>
              <a:rPr sz="2800"/>
              <a:t>RAG adds a model that reads the results</a:t>
            </a:r>
          </a:p>
          <a:p>
            <a:pPr/>
            <a:r>
              <a:rPr sz="2800"/>
              <a:t>Recommendations swap the query for an item</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04 Search</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Query text</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
        <p:nvSpPr>
          <p:cNvPr id="12" name="TextBox 11"/>
          <p:cNvSpPr txBox="1"/>
          <p:nvPr/>
        </p:nvSpPr>
        <p:spPr>
          <a:xfrm>
            <a:off x="612648" y="2834640"/>
            <a:ext cx="1371600" cy="1033271"/>
          </a:xfrm>
          <a:prstGeom prst="rect">
            <a:avLst/>
          </a:prstGeom>
          <a:noFill/>
        </p:spPr>
        <p:txBody>
          <a:bodyPr wrap="square" anchor="ctr">
            <a:spAutoFit/>
          </a:bodyPr>
          <a:lstStyle/>
          <a:p>
            <a:r>
              <a:rPr sz="1400" i="1"/>
              <a:t>05 RAG</a:t>
            </a:r>
          </a:p>
        </p:txBody>
      </p:sp>
      <p:sp>
        <p:nvSpPr>
          <p:cNvPr id="13" name="Rounded Rectangle 12"/>
          <p:cNvSpPr/>
          <p:nvPr/>
        </p:nvSpPr>
        <p:spPr>
          <a:xfrm>
            <a:off x="2075688"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70210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8716"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685129"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41745"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Nearest chunks</a:t>
            </a:r>
          </a:p>
        </p:txBody>
      </p:sp>
      <p:sp>
        <p:nvSpPr>
          <p:cNvPr id="18" name="Right Arrow 17"/>
          <p:cNvSpPr/>
          <p:nvPr/>
        </p:nvSpPr>
        <p:spPr>
          <a:xfrm>
            <a:off x="76681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24774"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Model writes an answer from them</a:t>
            </a:r>
          </a:p>
        </p:txBody>
      </p:sp>
      <p:sp>
        <p:nvSpPr>
          <p:cNvPr id="20" name="Right Arrow 19"/>
          <p:cNvSpPr/>
          <p:nvPr/>
        </p:nvSpPr>
        <p:spPr>
          <a:xfrm>
            <a:off x="9651187"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007803" y="2834640"/>
            <a:ext cx="1571548"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Show the answer, with citations</a:t>
            </a:r>
          </a:p>
        </p:txBody>
      </p:sp>
      <p:sp>
        <p:nvSpPr>
          <p:cNvPr id="22" name="TextBox 21"/>
          <p:cNvSpPr txBox="1"/>
          <p:nvPr/>
        </p:nvSpPr>
        <p:spPr>
          <a:xfrm>
            <a:off x="612648" y="4142231"/>
            <a:ext cx="1371600" cy="822960"/>
          </a:xfrm>
          <a:prstGeom prst="rect">
            <a:avLst/>
          </a:prstGeom>
          <a:noFill/>
        </p:spPr>
        <p:txBody>
          <a:bodyPr wrap="square" anchor="ctr">
            <a:spAutoFit/>
          </a:bodyPr>
          <a:lstStyle/>
          <a:p>
            <a:r>
              <a:rPr sz="1400" i="1"/>
              <a:t>06 Recommend</a:t>
            </a:r>
          </a:p>
        </p:txBody>
      </p:sp>
      <p:sp>
        <p:nvSpPr>
          <p:cNvPr id="23" name="Rounded Rectangle 22"/>
          <p:cNvSpPr/>
          <p:nvPr/>
        </p:nvSpPr>
        <p:spPr>
          <a:xfrm>
            <a:off x="2075688"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The item on screen</a:t>
            </a:r>
          </a:p>
        </p:txBody>
      </p:sp>
      <p:sp>
        <p:nvSpPr>
          <p:cNvPr id="24" name="Right Arrow 23"/>
          <p:cNvSpPr/>
          <p:nvPr/>
        </p:nvSpPr>
        <p:spPr>
          <a:xfrm>
            <a:off x="4197858"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554474"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Its stored vector</a:t>
            </a:r>
          </a:p>
        </p:txBody>
      </p:sp>
      <p:sp>
        <p:nvSpPr>
          <p:cNvPr id="26" name="Right Arrow 25"/>
          <p:cNvSpPr/>
          <p:nvPr/>
        </p:nvSpPr>
        <p:spPr>
          <a:xfrm>
            <a:off x="6676644"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33260"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Nearest stored vectors</a:t>
            </a:r>
          </a:p>
        </p:txBody>
      </p:sp>
      <p:sp>
        <p:nvSpPr>
          <p:cNvPr id="28" name="Right Arrow 27"/>
          <p:cNvSpPr/>
          <p:nvPr/>
        </p:nvSpPr>
        <p:spPr>
          <a:xfrm>
            <a:off x="9155430" y="4407407"/>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512046" y="4142231"/>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Show the list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4000" b="1">
                <a:solidFill>
                  <a:srgbClr val="017AB4"/>
                </a:solidFill>
              </a:rPr>
              <a:t>F04 · Semantic Search</a:t>
            </a:r>
          </a:p>
        </p:txBody>
      </p:sp>
      <p:sp>
        <p:nvSpPr>
          <p:cNvPr id="3" name="Text Placeholder 2"/>
          <p:cNvSpPr>
            <a:spLocks noGrp="1"/>
          </p:cNvSpPr>
          <p:nvPr>
            <p:ph type="body" idx="1"/>
          </p:nvPr>
        </p:nvSpPr>
        <p:spPr/>
        <p:txBody>
          <a:bodyPr/>
          <a:lstStyle/>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arch.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Search by what words </a:t>
            </a:r>
            <a:r>
              <a:rPr b="1" sz="4000">
                <a:solidFill>
                  <a:srgbClr val="017AB4"/>
                </a:solidFill>
              </a:rPr>
              <a:t>mean</a:t>
            </a:r>
            <a:r>
              <a:rPr sz="4000"/>
              <a:t>, not by which words appear.</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2788920"/>
            <a:ext cx="10966704" cy="3749040"/>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One vector per trail, kept in memory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Top 5, with scores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pPr/>
            <a:r>
              <a:rPr sz="2800"/>
              <a:t>~768 numbers · similar meaning lands close</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Top 5, with scores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pPr/>
            <a:r>
              <a:rPr sz="2800"/>
              <a:t>~768 numbers · similar meaning lands close</a:t>
            </a:r>
          </a:p>
          <a:p>
            <a:pPr/>
            <a:r>
              <a:rPr sz="2800"/>
              <a:t>Nothing is generated</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Top 5, with scores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F04 · How It Works</a:t>
            </a:r>
          </a:p>
        </p:txBody>
      </p:sp>
      <p:sp>
        <p:nvSpPr>
          <p:cNvPr id="3" name="Content Placeholder 2"/>
          <p:cNvSpPr>
            <a:spLocks noGrp="1"/>
          </p:cNvSpPr>
          <p:nvPr>
            <p:ph idx="1"/>
          </p:nvPr>
        </p:nvSpPr>
        <p:spPr>
          <a:xfrm>
            <a:off x="612648" y="4096511"/>
            <a:ext cx="10966704" cy="2441449"/>
          </a:xfrm>
        </p:spPr>
        <p:txBody>
          <a:bodyPr wrap="square"/>
          <a:lstStyle/>
          <a:p>
            <a:pPr/>
            <a:r>
              <a:rPr sz="2800"/>
              <a:t>~768 numbers · similar meaning lands close</a:t>
            </a:r>
          </a:p>
          <a:p>
            <a:pPr/>
            <a:r>
              <a:rPr sz="2800"/>
              <a:t>Nothing is generated</a:t>
            </a:r>
          </a:p>
          <a:p>
            <a:pPr/>
            <a:r>
              <a:rPr sz="2800"/>
              <a:t>pgvector / Azure AI Search: same math at scale</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30 trail descriptions</a:t>
            </a:r>
          </a:p>
        </p:txBody>
      </p:sp>
      <p:sp>
        <p:nvSpPr>
          <p:cNvPr id="6" name="Right Arrow 5"/>
          <p:cNvSpPr/>
          <p:nvPr/>
        </p:nvSpPr>
        <p:spPr>
          <a:xfrm>
            <a:off x="502412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380736"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8" name="Right Arrow 7"/>
          <p:cNvSpPr/>
          <p:nvPr/>
        </p:nvSpPr>
        <p:spPr>
          <a:xfrm>
            <a:off x="832916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5784" y="1737360"/>
            <a:ext cx="2893568"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One vector per trail, kept in memory</a:t>
            </a:r>
          </a:p>
        </p:txBody>
      </p:sp>
      <p:sp>
        <p:nvSpPr>
          <p:cNvPr id="10" name="TextBox 9"/>
          <p:cNvSpPr txBox="1"/>
          <p:nvPr/>
        </p:nvSpPr>
        <p:spPr>
          <a:xfrm>
            <a:off x="612648" y="2834640"/>
            <a:ext cx="1371600" cy="1033271"/>
          </a:xfrm>
          <a:prstGeom prst="rect">
            <a:avLst/>
          </a:prstGeom>
          <a:noFill/>
        </p:spPr>
        <p:txBody>
          <a:bodyPr wrap="square" anchor="ctr">
            <a:spAutoFit/>
          </a:bodyPr>
          <a:lstStyle/>
          <a:p>
            <a:r>
              <a:rPr sz="1400" i="1"/>
              <a:t>Search, each query</a:t>
            </a:r>
          </a:p>
        </p:txBody>
      </p:sp>
      <p:sp>
        <p:nvSpPr>
          <p:cNvPr id="11" name="Rounded Rectangle 10"/>
          <p:cNvSpPr/>
          <p:nvPr/>
        </p:nvSpPr>
        <p:spPr>
          <a:xfrm>
            <a:off x="2075688"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"quiet waterfall hike for kids"</a:t>
            </a:r>
          </a:p>
        </p:txBody>
      </p:sp>
      <p:sp>
        <p:nvSpPr>
          <p:cNvPr id="12" name="Right Arrow 11"/>
          <p:cNvSpPr/>
          <p:nvPr/>
        </p:nvSpPr>
        <p:spPr>
          <a:xfrm>
            <a:off x="4197858"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54474"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nomic-embed-text</a:t>
            </a:r>
          </a:p>
        </p:txBody>
      </p:sp>
      <p:sp>
        <p:nvSpPr>
          <p:cNvPr id="14" name="Right Arrow 13"/>
          <p:cNvSpPr/>
          <p:nvPr/>
        </p:nvSpPr>
        <p:spPr>
          <a:xfrm>
            <a:off x="6676644"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33260"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Cosine similarity against every stored vector</a:t>
            </a:r>
          </a:p>
        </p:txBody>
      </p:sp>
      <p:sp>
        <p:nvSpPr>
          <p:cNvPr id="16" name="Right Arrow 15"/>
          <p:cNvSpPr/>
          <p:nvPr/>
        </p:nvSpPr>
        <p:spPr>
          <a:xfrm>
            <a:off x="9155430" y="3204971"/>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512046" y="2834640"/>
            <a:ext cx="2067306" cy="1033271"/>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Top 5, with scores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F04 Semantic Search</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F04 · Semantic Search · Demo: What to Watch</a:t>
            </a:r>
          </a:p>
        </p:txBody>
      </p:sp>
      <p:sp>
        <p:nvSpPr>
          <p:cNvPr id="3" name="Content Placeholder 2"/>
          <p:cNvSpPr>
            <a:spLocks noGrp="1"/>
          </p:cNvSpPr>
          <p:nvPr>
            <p:ph idx="1"/>
          </p:nvPr>
        </p:nvSpPr>
        <p:spPr>
          <a:xfrm>
            <a:off x="612648" y="1920240"/>
            <a:ext cx="10966704" cy="4617720"/>
          </a:xfrm>
        </p:spPr>
        <p:txBody>
          <a:bodyPr wrap="square"/>
          <a:lstStyle/>
          <a:p>
            <a:pPr/>
            <a:r>
              <a:rPr sz="2800"/>
              <a:t>❌ Keyword baseline: junk</a:t>
            </a:r>
          </a:p>
          <a:p>
            <a:pPr/>
            <a:r>
              <a:rPr sz="2800"/>
              <a:t>The raw float array</a:t>
            </a:r>
          </a:p>
          <a:p>
            <a:pPr/>
            <a:r>
              <a:rPr sz="2800"/>
              <a:t>30 trails embedded in &lt; 2 s</a:t>
            </a:r>
          </a:p>
          <a:p>
            <a:pPr/>
            <a:r>
              <a:rPr sz="2800"/>
              <a:t>Cosine: one visible method</a:t>
            </a:r>
          </a:p>
          <a:p>
            <a:pPr/>
            <a:r>
              <a:rPr sz="2800"/>
              <a:t>✅ Same query, semantic: the right trails, with scores</a:t>
            </a:r>
          </a:p>
          <a:p>
            <a:pPr/>
            <a:r>
              <a:rPr sz="2800"/>
              <a:t>"Quiet, for kids" → Taft Point. A 3,000-foot drop.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A search box users complain about — they describe what they want, it matches what things are called.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A search box users complain about — they describe what they want, it matches what things are called.</a:t>
            </a:r>
          </a:p>
          <a:p>
            <a:pPr>
              <a:spcAft>
                <a:spcPts val="1400"/>
              </a:spcAft>
            </a:pPr>
            <a:r>
              <a:rPr sz="2800" b="1"/>
              <a:t>Think:</a:t>
            </a:r>
            <a:r>
              <a:rPr sz="2800"/>
              <a:t> "Our search finds what users mean, not just what they type."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A search box users complain about — they describe what they want, it matches what things are called.</a:t>
            </a:r>
          </a:p>
          <a:p>
            <a:pPr>
              <a:spcAft>
                <a:spcPts val="1400"/>
              </a:spcAft>
            </a:pPr>
            <a:r>
              <a:rPr sz="2800" b="1"/>
              <a:t>Think:</a:t>
            </a:r>
            <a:r>
              <a:rPr sz="2800"/>
              <a:t> "Our search finds what users mean, not just what they type."</a:t>
            </a:r>
          </a:p>
          <a:p>
            <a:pPr>
              <a:spcAft>
                <a:spcPts val="1400"/>
              </a:spcAft>
            </a:pPr>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4000" b="1">
                <a:solidFill>
                  <a:srgbClr val="017AB4"/>
                </a:solidFill>
              </a:rPr>
              <a:t>F05 · RAG</a:t>
            </a:r>
          </a:p>
        </p:txBody>
      </p:sp>
      <p:sp>
        <p:nvSpPr>
          <p:cNvPr id="3" name="Text Placeholder 2"/>
          <p:cNvSpPr>
            <a:spLocks noGrp="1"/>
          </p:cNvSpPr>
          <p:nvPr>
            <p:ph type="body" idx="1"/>
          </p:nvPr>
        </p:nvSpPr>
        <p:spPr/>
        <p:txBody>
          <a:bodyPr/>
          <a:lstStyle/>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ocument.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Look up your documents first; the model </a:t>
            </a:r>
            <a:r>
              <a:rPr b="1" sz="4000">
                <a:solidFill>
                  <a:srgbClr val="017AB4"/>
                </a:solidFill>
              </a:rPr>
              <a:t>answers from what it finds</a:t>
            </a:r>
            <a:r>
              <a:rPr sz="4000"/>
              <a:t>.</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2788920"/>
            <a:ext cx="10966704" cy="3749040"/>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Store vector + text + source id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lstStyle/>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Answer with citations your code checks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lstStyle/>
          <a:p>
            <a:pPr/>
            <a:r>
              <a:rPr sz="2800"/>
              <a:t>Retrieval = 04 · generation = 01, with reading material</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Answer with citations your code checks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lstStyle/>
          <a:p>
            <a:pPr/>
            <a:r>
              <a:rPr sz="2800"/>
              <a:t>Retrieval = 04 · generation = 01, with reading material</a:t>
            </a:r>
          </a:p>
          <a:p>
            <a:pPr/>
            <a:r>
              <a:rPr sz="2800"/>
              <a:t>The model reads instead of remembers</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Answer with citations your code checks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F05 · How It Works</a:t>
            </a:r>
          </a:p>
        </p:txBody>
      </p:sp>
      <p:sp>
        <p:nvSpPr>
          <p:cNvPr id="3" name="Content Placeholder 2"/>
          <p:cNvSpPr>
            <a:spLocks noGrp="1"/>
          </p:cNvSpPr>
          <p:nvPr>
            <p:ph idx="1"/>
          </p:nvPr>
        </p:nvSpPr>
        <p:spPr>
          <a:xfrm>
            <a:off x="612648" y="5522976"/>
            <a:ext cx="10966704" cy="1014984"/>
          </a:xfrm>
        </p:spPr>
        <p:txBody>
          <a:bodyPr wrap="square"/>
          <a:lstStyle/>
          <a:p>
            <a:pPr/>
            <a:r>
              <a:rPr sz="2800"/>
              <a:t>Retrieval = 04 · generation = 01, with reading material</a:t>
            </a:r>
          </a:p>
          <a:p>
            <a:pPr/>
            <a:r>
              <a:rPr sz="2800"/>
              <a:t>The model reads instead of remembers</a:t>
            </a:r>
          </a:p>
          <a:p>
            <a:pPr/>
            <a:r>
              <a:rPr sz="2800"/>
              <a:t>Two failure spots: the wrong chunk, or a bad split</a:t>
            </a:r>
          </a:p>
        </p:txBody>
      </p:sp>
      <p:sp>
        <p:nvSpPr>
          <p:cNvPr id="4" name="TextBox 3"/>
          <p:cNvSpPr txBox="1"/>
          <p:nvPr/>
        </p:nvSpPr>
        <p:spPr>
          <a:xfrm>
            <a:off x="612648" y="1737360"/>
            <a:ext cx="1371600" cy="822960"/>
          </a:xfrm>
          <a:prstGeom prst="rect">
            <a:avLst/>
          </a:prstGeom>
          <a:noFill/>
        </p:spPr>
        <p:txBody>
          <a:bodyPr wrap="square" anchor="ctr">
            <a:spAutoFit/>
          </a:bodyPr>
          <a:lstStyle/>
          <a:p>
            <a:r>
              <a:rPr sz="1400" i="1"/>
              <a:t>Index, once</a:t>
            </a:r>
          </a:p>
        </p:txBody>
      </p:sp>
      <p:sp>
        <p:nvSpPr>
          <p:cNvPr id="5" name="Rounded Rectangle 4"/>
          <p:cNvSpPr/>
          <p:nvPr/>
        </p:nvSpPr>
        <p:spPr>
          <a:xfrm>
            <a:off x="2075688"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Park docs</a:t>
            </a:r>
          </a:p>
        </p:txBody>
      </p:sp>
      <p:sp>
        <p:nvSpPr>
          <p:cNvPr id="6" name="Right Arrow 5"/>
          <p:cNvSpPr/>
          <p:nvPr/>
        </p:nvSpPr>
        <p:spPr>
          <a:xfrm>
            <a:off x="4197858"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4474"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Split into chunks</a:t>
            </a:r>
          </a:p>
        </p:txBody>
      </p:sp>
      <p:sp>
        <p:nvSpPr>
          <p:cNvPr id="8" name="Right Arrow 7"/>
          <p:cNvSpPr/>
          <p:nvPr/>
        </p:nvSpPr>
        <p:spPr>
          <a:xfrm>
            <a:off x="6676644"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033260"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Embed each chunk</a:t>
            </a:r>
          </a:p>
        </p:txBody>
      </p:sp>
      <p:sp>
        <p:nvSpPr>
          <p:cNvPr id="10" name="Right Arrow 9"/>
          <p:cNvSpPr/>
          <p:nvPr/>
        </p:nvSpPr>
        <p:spPr>
          <a:xfrm>
            <a:off x="9155430" y="2002536"/>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512046" y="1737360"/>
            <a:ext cx="2067306" cy="822960"/>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a:solidFill>
                  <a:srgbClr val="000000"/>
                </a:solidFill>
              </a:rPr>
              <a:t>Store vector + text + source id</a:t>
            </a:r>
          </a:p>
        </p:txBody>
      </p:sp>
      <p:sp>
        <p:nvSpPr>
          <p:cNvPr id="12" name="TextBox 11"/>
          <p:cNvSpPr txBox="1"/>
          <p:nvPr/>
        </p:nvSpPr>
        <p:spPr>
          <a:xfrm>
            <a:off x="612648" y="2834640"/>
            <a:ext cx="1371600" cy="2459736"/>
          </a:xfrm>
          <a:prstGeom prst="rect">
            <a:avLst/>
          </a:prstGeom>
          <a:noFill/>
        </p:spPr>
        <p:txBody>
          <a:bodyPr wrap="square" anchor="ctr">
            <a:spAutoFit/>
          </a:bodyPr>
          <a:lstStyle/>
          <a:p>
            <a:r>
              <a:rPr sz="1400" i="1"/>
              <a:t>Answer, each question</a:t>
            </a:r>
          </a:p>
        </p:txBody>
      </p:sp>
      <p:sp>
        <p:nvSpPr>
          <p:cNvPr id="13" name="Rounded Rectangle 12"/>
          <p:cNvSpPr/>
          <p:nvPr/>
        </p:nvSpPr>
        <p:spPr>
          <a:xfrm>
            <a:off x="207568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Question</a:t>
            </a:r>
          </a:p>
        </p:txBody>
      </p:sp>
      <p:sp>
        <p:nvSpPr>
          <p:cNvPr id="14" name="Right Arrow 13"/>
          <p:cNvSpPr/>
          <p:nvPr/>
        </p:nvSpPr>
        <p:spPr>
          <a:xfrm>
            <a:off x="3371596"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28212"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Embed</a:t>
            </a:r>
          </a:p>
        </p:txBody>
      </p:sp>
      <p:sp>
        <p:nvSpPr>
          <p:cNvPr id="16" name="Right Arrow 15"/>
          <p:cNvSpPr/>
          <p:nvPr/>
        </p:nvSpPr>
        <p:spPr>
          <a:xfrm>
            <a:off x="5024120"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80736"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Retrieve top chunks (vector + keyword)</a:t>
            </a:r>
          </a:p>
        </p:txBody>
      </p:sp>
      <p:sp>
        <p:nvSpPr>
          <p:cNvPr id="18" name="Right Arrow 17"/>
          <p:cNvSpPr/>
          <p:nvPr/>
        </p:nvSpPr>
        <p:spPr>
          <a:xfrm>
            <a:off x="6676644"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33260"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Prompt: chunks + question + "answer only from these, cite, or say you don't know"</a:t>
            </a:r>
          </a:p>
        </p:txBody>
      </p:sp>
      <p:sp>
        <p:nvSpPr>
          <p:cNvPr id="20" name="Right Arrow 19"/>
          <p:cNvSpPr/>
          <p:nvPr/>
        </p:nvSpPr>
        <p:spPr>
          <a:xfrm>
            <a:off x="8329168"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685784"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gpt-4.1</a:t>
            </a:r>
          </a:p>
        </p:txBody>
      </p:sp>
      <p:sp>
        <p:nvSpPr>
          <p:cNvPr id="22" name="Right Arrow 21"/>
          <p:cNvSpPr/>
          <p:nvPr/>
        </p:nvSpPr>
        <p:spPr>
          <a:xfrm>
            <a:off x="9981692" y="391820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338308" y="2834640"/>
            <a:ext cx="1241044" cy="245973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a:solidFill>
                  <a:srgbClr val="000000"/>
                </a:solidFill>
              </a:rPr>
              <a:t>Answer with citations your code checks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F05 RAG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F05 · RAG · Demo: What to Watch</a:t>
            </a:r>
          </a:p>
        </p:txBody>
      </p:sp>
      <p:sp>
        <p:nvSpPr>
          <p:cNvPr id="3" name="Content Placeholder 2"/>
          <p:cNvSpPr>
            <a:spLocks noGrp="1"/>
          </p:cNvSpPr>
          <p:nvPr>
            <p:ph idx="1"/>
          </p:nvPr>
        </p:nvSpPr>
        <p:spPr>
          <a:xfrm>
            <a:off x="612648" y="1920240"/>
            <a:ext cx="10966704" cy="4617720"/>
          </a:xfrm>
        </p:spPr>
        <p:txBody>
          <a:bodyPr wrap="square"/>
          <a:lstStyle/>
          <a:p>
            <a:pPr/>
            <a:r>
              <a:rPr sz="2400"/>
              <a:t>❌ No context: confident and wrong</a:t>
            </a:r>
          </a:p>
          <a:p>
            <a:pPr/>
            <a:r>
              <a:rPr sz="2400"/>
              <a:t>Embeddings only: 5 of 8 chunks, wrong park</a:t>
            </a:r>
          </a:p>
          <a:p>
            <a:pPr/>
            <a:r>
              <a:rPr sz="2400"/>
              <a:t>✅ Hybrid: "Sperry" starts to count</a:t>
            </a:r>
          </a:p>
          <a:p>
            <a:pPr/>
            <a:r>
              <a:rPr sz="2400"/>
              <a:t>✅ Grounded prompt: right answer, cited</a:t>
            </a:r>
          </a:p>
          <a:p>
            <a:pPr/>
            <a:r>
              <a:rPr sz="2400"/>
              <a:t>Citations are strings — validate the ids</a:t>
            </a:r>
          </a:p>
          <a:p>
            <a:pPr/>
            <a:r>
              <a:rPr sz="2400"/>
              <a:t>"Drone?" → "The documents don't say."</a:t>
            </a:r>
          </a:p>
          <a:p>
            <a:pPr/>
            <a:r>
              <a:rPr sz="2400"/>
              <a:t>"Open right now?" needs the date in the prompt</a:t>
            </a:r>
          </a:p>
          <a:p>
            <a:pPr/>
            <a:r>
              <a:rPr sz="2400"/>
              <a:t>One-line swap to </a:t>
            </a:r>
            <a:r>
              <a:rPr sz="2400">
                <a:latin typeface="Consolas"/>
              </a:rPr>
              <a:t>gpt-4.1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a:p>
            <a:pPr>
              <a:spcAft>
                <a:spcPts val="1400"/>
              </a:spcAft>
            </a:pPr>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4000" b="1">
                <a:solidFill>
                  <a:srgbClr val="017AB4"/>
                </a:solidFill>
              </a:rPr>
              <a:t>F06 · Recommendations</a:t>
            </a:r>
          </a:p>
        </p:txBody>
      </p:sp>
      <p:sp>
        <p:nvSpPr>
          <p:cNvPr id="3" name="Text Placeholder 2"/>
          <p:cNvSpPr>
            <a:spLocks noGrp="1"/>
          </p:cNvSpPr>
          <p:nvPr>
            <p:ph type="body" idx="1"/>
          </p:nvPr>
        </p:nvSpPr>
        <p:spPr/>
        <p:txBody>
          <a:bodyPr/>
          <a:lstStyle/>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oute.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Suggest the </a:t>
            </a:r>
            <a:r>
              <a:rPr b="1" sz="4000">
                <a:solidFill>
                  <a:srgbClr val="017AB4"/>
                </a:solidFill>
              </a:rPr>
              <a:t>next thing</a:t>
            </a:r>
            <a:r>
              <a:rPr sz="4000"/>
              <a:t> a user will want, from what they liked already.</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F06 Recommendations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F06 · Recommendations · Demo: What to Watch</a:t>
            </a:r>
          </a:p>
        </p:txBody>
      </p:sp>
      <p:sp>
        <p:nvSpPr>
          <p:cNvPr id="3" name="Content Placeholder 2"/>
          <p:cNvSpPr>
            <a:spLocks noGrp="1"/>
          </p:cNvSpPr>
          <p:nvPr>
            <p:ph idx="1"/>
          </p:nvPr>
        </p:nvSpPr>
        <p:spPr>
          <a:xfrm>
            <a:off x="612648" y="1920240"/>
            <a:ext cx="10966704" cy="4617720"/>
          </a:xfrm>
        </p:spPr>
        <p:txBody>
          <a:bodyPr wrap="square"/>
          <a:lstStyle/>
          <a:p>
            <a:pPr/>
            <a:r>
              <a:rPr sz="2800"/>
              <a:t>Same vectors, still in memory</a:t>
            </a:r>
          </a:p>
          <a:p>
            <a:pPr/>
            <a:r>
              <a:rPr sz="2800"/>
              <a:t>"More like this" = search, query → item</a:t>
            </a:r>
          </a:p>
          <a:p>
            <a:pPr/>
            <a:r>
              <a:rPr sz="2800"/>
              <a:t>Lakes cluster — but mostly hard, and one has no lake</a:t>
            </a:r>
          </a:p>
          <a:p>
            <a:pPr/>
            <a:r>
              <a:rPr sz="2800"/>
              <a:t>Difficulty and park aren't in the description text</a:t>
            </a:r>
          </a:p>
          <a:p>
            <a:pPr/>
            <a:r>
              <a:rPr sz="2800"/>
              <a:t>Cascade 65 → Cascade 40: substitutes, not complements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a:p>
            <a:pPr>
              <a:spcAft>
                <a:spcPts val="1400"/>
              </a:spcAft>
            </a:pPr>
            <a:r>
              <a:rPr sz="2800" b="1"/>
              <a:t>Think:</a:t>
            </a:r>
            <a:r>
              <a:rPr sz="2800"/>
              <a:t> "The same vectors that power our search give us 'more like this' for free."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a:p>
            <a:pPr>
              <a:spcAft>
                <a:spcPts val="1400"/>
              </a:spcAft>
            </a:pPr>
            <a:r>
              <a:rPr sz="2800" b="1"/>
              <a:t>Think:</a:t>
            </a:r>
            <a:r>
              <a:rPr sz="2800"/>
              <a:t> "The same vectors that power our search give us 'more like this' for free."</a:t>
            </a:r>
          </a:p>
          <a:p>
            <a:pPr>
              <a:spcAft>
                <a:spcPts val="1400"/>
              </a:spcAft>
            </a:pPr>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Lab 2: ~60 Minutes</a:t>
            </a:r>
          </a:p>
        </p:txBody>
      </p:sp>
      <p:sp>
        <p:nvSpPr>
          <p:cNvPr id="3" name="Content Placeholder 2"/>
          <p:cNvSpPr>
            <a:spLocks noGrp="1"/>
          </p:cNvSpPr>
          <p:nvPr>
            <p:ph idx="1"/>
          </p:nvPr>
        </p:nvSpPr>
        <p:spPr>
          <a:xfrm>
            <a:off x="612648" y="1920240"/>
            <a:ext cx="10966704" cy="4617720"/>
          </a:xfrm>
        </p:spPr>
        <p:txBody>
          <a:bodyPr wrap="square"/>
          <a:lstStyle/>
          <a:p>
            <a:pPr/>
            <a:r>
              <a:rPr sz="3600"/>
              <a:t>⭐ Recommended: </a:t>
            </a:r>
            <a:r>
              <a:rPr sz="3600" b="1"/>
              <a:t>F04 Semantic Search</a:t>
            </a:r>
          </a:p>
          <a:p>
            <a:pPr/>
            <a:r>
              <a:rPr sz="3600"/>
              <a:t>⛰️ Challenge: </a:t>
            </a:r>
            <a:r>
              <a:rPr sz="3600" b="1"/>
              <a:t>F05 RAG</a:t>
            </a:r>
            <a:r>
              <a:rPr sz="3600"/>
              <a:t> (☁️ room key) · </a:t>
            </a:r>
            <a:r>
              <a:rPr sz="3600" b="1"/>
              <a:t>F06 Recommendations</a:t>
            </a:r>
          </a:p>
          <a:p>
            <a:pPr/>
            <a:r>
              <a:rPr sz="2800">
                <a:latin typeface="Consolas"/>
              </a:rPr>
              <a:t>FNN-lab.md</a:t>
            </a:r>
            <a:r>
              <a:rPr sz="2800"/>
              <a:t> · </a:t>
            </a:r>
            <a:r>
              <a:rPr sz="2800">
                <a:latin typeface="Consolas"/>
              </a:rPr>
              <a:t>http/</a:t>
            </a:r>
            <a:r>
              <a:rPr sz="2800"/>
              <a:t> · </a:t>
            </a:r>
            <a:r>
              <a:rPr sz="2800">
                <a:latin typeface="Consolas"/>
              </a:rPr>
              <a:t>expected-output.md</a:t>
            </a:r>
            <a:r>
              <a:rPr sz="2800"/>
              <a:t> · </a:t>
            </a:r>
            <a:r>
              <a:rPr sz="2800">
                <a:latin typeface="Consolas"/>
              </a:rPr>
              <a:t>data/</a:t>
            </a:r>
          </a:p>
          <a:p>
            <a:pPr/>
          </a:p>
          <a:p/>
          <a:p>
            <a:r>
              <a:rPr sz="3200"/>
              <a:t>✅ Done = your output similar to </a:t>
            </a:r>
            <a:r>
              <a:rPr sz="3200">
                <a:latin typeface="Consolas"/>
              </a:rPr>
              <a:t>expected-output.md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Lab 2: Debrief</a:t>
            </a:r>
          </a:p>
        </p:txBody>
      </p:sp>
      <p:sp>
        <p:nvSpPr>
          <p:cNvPr id="3" name="Content Placeholder 2"/>
          <p:cNvSpPr>
            <a:spLocks noGrp="1"/>
          </p:cNvSpPr>
          <p:nvPr>
            <p:ph idx="1"/>
          </p:nvPr>
        </p:nvSpPr>
        <p:spPr>
          <a:xfrm>
            <a:off x="612648" y="1920240"/>
            <a:ext cx="10966704" cy="4617720"/>
          </a:xfrm>
        </p:spPr>
        <p:txBody>
          <a:bodyPr wrap="square"/>
          <a:lstStyle/>
          <a:p>
            <a:r>
              <a:t/>
            </a:r>
          </a:p>
          <a:p>
            <a:pPr/>
            <a:r>
              <a:rPr sz="2800"/>
              <a:t>How'd it go?				  Observations?			        Questions?</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98555</TotalTime>
  <Words>10437</Words>
  <Application>Microsoft Macintosh PowerPoint</Application>
  <PresentationFormat>Widescreen</PresentationFormat>
  <Paragraphs>1731</Paragraphs>
  <Slides>122</Slides>
  <Notes>91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122</vt:i4>
      </vt:variant>
    </vt:vector>
  </HeadingPairs>
  <TitlesOfParts>
    <vt:vector size="131" baseType="lpstr">
      <vt:lpstr>Calibri Light</vt:lpstr>
      <vt:lpstr>Segoe UI</vt:lpstr>
      <vt:lpstr>Calibri</vt:lpstr>
      <vt:lpstr>Consolas</vt:lpstr>
      <vt:lpstr>Arial</vt:lpstr>
      <vt:lpstr>Ink Free</vt:lpstr>
      <vt:lpstr>Komika Axis</vt:lpstr>
      <vt:lpstr>Google Sans</vt:lpstr>
      <vt:lpstr>Metropolitan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we can learn from  NASA’s Power of Ten  that will help us create  more reliable software</vt:lpstr>
      <vt:lpstr>Jonathan "J." Tower</vt:lpstr>
      <vt:lpstr>What Is  Mission-Critical Code?</vt:lpstr>
      <vt:lpstr>From the Moon…to the Hospital</vt:lpstr>
      <vt:lpstr>From Patients…to Money</vt:lpstr>
      <vt:lpstr>From Trading…to Your Shopping Cart</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Mission-Critical Code</vt:lpstr>
      <vt:lpstr>Setting The Right Level</vt:lpstr>
      <vt:lpstr>Setting The Right Level</vt:lpstr>
      <vt:lpstr>Setting The Right Level</vt:lpstr>
      <vt:lpstr>Setting The Right Level</vt:lpstr>
      <vt:lpstr>Setting The Right Level</vt:lpstr>
      <vt:lpstr>History of Power of Ten</vt:lpstr>
      <vt:lpstr>PowerPoint Presentation</vt:lpstr>
      <vt:lpstr>PowerPoint Presentation</vt:lpstr>
      <vt:lpstr>Patterns in Mission-Critical Software Failures</vt:lpstr>
      <vt:lpstr>Power of Ten Was Meant to Produce</vt:lpstr>
      <vt:lpstr>The Original Power of Ten</vt:lpstr>
      <vt:lpstr>The Original Power of Ten</vt:lpstr>
      <vt:lpstr>The Original Power of Ten</vt:lpstr>
      <vt:lpstr>1. Restrict all code  to very simple  control flow  constructs</vt:lpstr>
      <vt:lpstr>Why Simple Control Flow?</vt:lpstr>
      <vt:lpstr>Anti-Pattern</vt:lpstr>
      <vt:lpstr>Pattern</vt:lpstr>
      <vt:lpstr>Pattern</vt:lpstr>
      <vt:lpstr>Pattern</vt:lpstr>
      <vt:lpstr>Pattern</vt:lpstr>
      <vt:lpstr>2. All loops must  have a fixed  upper-bound</vt:lpstr>
      <vt:lpstr>Why Bounded Loops?</vt:lpstr>
      <vt:lpstr>Anti-Pattern</vt:lpstr>
      <vt:lpstr>Anti-Pattern</vt:lpstr>
      <vt:lpstr>Anti-Pattern</vt:lpstr>
      <vt:lpstr>Pattern</vt:lpstr>
      <vt:lpstr>Anti-Pattern</vt:lpstr>
      <vt:lpstr>Pattern</vt:lpstr>
      <vt:lpstr>Pattern</vt:lpstr>
      <vt:lpstr>3. Do not use  dynamic memory  allocation after  initialization</vt:lpstr>
      <vt:lpstr>Why Limit Resource Usage?</vt:lpstr>
      <vt:lpstr>Anti-Pattern</vt:lpstr>
      <vt:lpstr>Anti-Pattern</vt:lpstr>
      <vt:lpstr>Anti-Pattern</vt:lpstr>
      <vt:lpstr>Anti-Pattern</vt:lpstr>
      <vt:lpstr>Anti-Pattern</vt:lpstr>
      <vt:lpstr>Pattern</vt:lpstr>
      <vt:lpstr>Pattern</vt:lpstr>
      <vt:lpstr>Pattern</vt:lpstr>
      <vt:lpstr>Pattern</vt:lpstr>
      <vt:lpstr>Pattern</vt:lpstr>
      <vt:lpstr>Pattern</vt:lpstr>
      <vt:lpstr>Pattern</vt:lpstr>
      <vt:lpstr>Anti-Pattern</vt:lpstr>
      <vt:lpstr>Pattern</vt:lpstr>
      <vt:lpstr>Pattern</vt:lpstr>
      <vt:lpstr>Stack vs Heap</vt:lpstr>
      <vt:lpstr>Stack vs Heap</vt:lpstr>
      <vt:lpstr>Stack vs Heap</vt:lpstr>
      <vt:lpstr>4. No function should  be longer than what  can be printed on a  single sheet of paper </vt:lpstr>
      <vt:lpstr>Why Short Functions?</vt:lpstr>
      <vt:lpstr>Anti-Pattern</vt:lpstr>
      <vt:lpstr>Anti-Pattern</vt:lpstr>
      <vt:lpstr>Anti-Pattern</vt:lpstr>
      <vt:lpstr>Pattern</vt:lpstr>
      <vt:lpstr>Pattern</vt:lpstr>
      <vt:lpstr>5. Assertion density  of the code should  average to a  minimum of two  per function</vt:lpstr>
      <vt:lpstr>Why Assertions?</vt:lpstr>
      <vt:lpstr>Anti-Pattern</vt:lpstr>
      <vt:lpstr>Anti-Pattern</vt:lpstr>
      <vt:lpstr>Anti-Pattern</vt:lpstr>
      <vt:lpstr>Pattern</vt:lpstr>
      <vt:lpstr>Pattern</vt:lpstr>
      <vt:lpstr>Pattern</vt:lpstr>
      <vt:lpstr>6. Data objects must be declared at the smallest possible level of scope</vt:lpstr>
      <vt:lpstr>Why Limit Data Scope?</vt:lpstr>
      <vt:lpstr>Anti-Pattern</vt:lpstr>
      <vt:lpstr>Pattern</vt:lpstr>
      <vt:lpstr>Anti-Pattern</vt:lpstr>
      <vt:lpstr>Pattern</vt:lpstr>
      <vt:lpstr>7. Return value of  non-void functions  and validity of  parameters must  be checked</vt:lpstr>
      <vt:lpstr>Why Return Success?</vt:lpstr>
      <vt:lpstr>Anti-Pattern</vt:lpstr>
      <vt:lpstr>Pattern</vt:lpstr>
      <vt:lpstr>Pattern</vt:lpstr>
      <vt:lpstr>8. The use of the  preprocessor must  be limited</vt:lpstr>
      <vt:lpstr>8. The use of the  preprocessor must  be limited</vt:lpstr>
      <vt:lpstr>8. The use of the  preprocessor must  be limited</vt:lpstr>
      <vt:lpstr>Why Limit Metaprogramming?</vt:lpstr>
      <vt:lpstr>Anti-Pattern</vt:lpstr>
      <vt:lpstr>Why Limit Metaprogramming?</vt:lpstr>
      <vt:lpstr>Why Limit Metaprogramming?</vt:lpstr>
      <vt:lpstr>Pattern</vt:lpstr>
      <vt:lpstr>9. Use of pointers  should be restricted</vt:lpstr>
      <vt:lpstr>9. Use of pointers  should be restricted</vt:lpstr>
      <vt:lpstr>9. Use of pointers  should be restricted</vt:lpstr>
      <vt:lpstr>Why Limit Indirection &amp; Dynamic Dispatch?</vt:lpstr>
      <vt:lpstr>Anti-Pattern</vt:lpstr>
      <vt:lpstr>Pattern</vt:lpstr>
      <vt:lpstr>Anti-Pattern</vt:lpstr>
      <vt:lpstr>Pattern</vt:lpstr>
      <vt:lpstr>10. Zero warnings,  most pedantic  setting; daily static  analysis</vt:lpstr>
      <vt:lpstr>Why Warnings and Static Analysis?</vt:lpstr>
      <vt:lpstr>Anti-Pattern</vt:lpstr>
      <vt:lpstr>Pattern</vt:lpstr>
      <vt:lpstr>Anti-Pattern</vt:lpstr>
      <vt:lpstr>Pattern</vt:lpstr>
      <vt:lpstr>Summing Up</vt:lpstr>
      <vt:lpstr>Thanks! Questions?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2026-07-23T19:39:51Z</dcterms:modified>
  <cp:category/>
</cp:coreProperties>
</file>