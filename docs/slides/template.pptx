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124"/>
  </p:notesMasterIdLst>
  <p:sldIdLst>
    <p:sldId id="424" r:id="rId2"/>
    <p:sldId id="575" r:id="rId9"/>
    <p:sldId id="305" r:id="rId10"/>
    <p:sldId id="540" r:id="rId123"/>
  </p:sldIdLst>
  <p:sldSz cx="12192000" cy="6858000"/>
  <p:notesSz cx="6858000" cy="9144000"/>
  <p:embeddedFontLst>
    <p:embeddedFont>
      <p:font typeface="Consolas" panose="020B0609020204030204" pitchFamily="49" charset="0"/>
      <p:regular r:id="rId125"/>
      <p:bold r:id="rId126"/>
      <p:italic r:id="rId127"/>
      <p:boldItalic r:id="rId128"/>
    </p:embeddedFont>
    <p:embeddedFont>
      <p:font typeface="Ink Free" panose="03080402000500000000" pitchFamily="66" charset="0"/>
      <p:regular r:id="rId129"/>
    </p:embeddedFont>
    <p:embeddedFont>
      <p:font typeface="Segoe UI" panose="020B0502040204020203" pitchFamily="34" charset="0"/>
      <p:regular r:id="rId130"/>
      <p:bold r:id="rId131"/>
      <p:italic r:id="rId132"/>
      <p:boldItalic r:id="rId1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17AB4"/>
    <a:srgbClr val="0079B4"/>
    <a:srgbClr val="00A700"/>
    <a:srgbClr val="D31616"/>
    <a:srgbClr val="FFFFFF"/>
    <a:srgbClr val="E88500"/>
    <a:srgbClr val="FFD800"/>
    <a:srgbClr val="007AB5"/>
    <a:srgbClr val="000000"/>
    <a:srgbClr val="502A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7DBD21-9376-BB4E-B00A-D0B46311259E}" v="32" dt="2026-07-23T19:12:50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70" autoAdjust="0"/>
    <p:restoredTop sz="66867" autoAdjust="0"/>
  </p:normalViewPr>
  <p:slideViewPr>
    <p:cSldViewPr snapToGrid="0">
      <p:cViewPr varScale="1">
        <p:scale>
          <a:sx n="101" d="100"/>
          <a:sy n="101" d="100"/>
        </p:scale>
        <p:origin x="200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23" Type="http://schemas.openxmlformats.org/officeDocument/2006/relationships/slide" Target="slides/slide122.xml"/><Relationship Id="rId124" Type="http://schemas.openxmlformats.org/officeDocument/2006/relationships/notesMaster" Target="notesMasters/notesMaster1.xml"/><Relationship Id="rId125" Type="http://schemas.openxmlformats.org/officeDocument/2006/relationships/font" Target="fonts/font1.fntdata"/><Relationship Id="rId126" Type="http://schemas.openxmlformats.org/officeDocument/2006/relationships/font" Target="fonts/font2.fntdata"/><Relationship Id="rId127" Type="http://schemas.openxmlformats.org/officeDocument/2006/relationships/font" Target="fonts/font3.fntdata"/><Relationship Id="rId128" Type="http://schemas.openxmlformats.org/officeDocument/2006/relationships/font" Target="fonts/font4.fntdata"/><Relationship Id="rId129" Type="http://schemas.openxmlformats.org/officeDocument/2006/relationships/font" Target="fonts/font5.fntdata"/><Relationship Id="rId130" Type="http://schemas.openxmlformats.org/officeDocument/2006/relationships/font" Target="fonts/font6.fntdata"/><Relationship Id="rId131" Type="http://schemas.openxmlformats.org/officeDocument/2006/relationships/font" Target="fonts/font7.fntdata"/><Relationship Id="rId132" Type="http://schemas.openxmlformats.org/officeDocument/2006/relationships/font" Target="fonts/font8.fntdata"/><Relationship Id="rId133" Type="http://schemas.openxmlformats.org/officeDocument/2006/relationships/font" Target="fonts/font9.fntdata"/><Relationship Id="rId134" Type="http://schemas.openxmlformats.org/officeDocument/2006/relationships/presProps" Target="presProps.xml"/><Relationship Id="rId135" Type="http://schemas.openxmlformats.org/officeDocument/2006/relationships/viewProps" Target="viewProps.xml"/><Relationship Id="rId136" Type="http://schemas.openxmlformats.org/officeDocument/2006/relationships/theme" Target="theme/theme1.xml"/><Relationship Id="rId137" Type="http://schemas.openxmlformats.org/officeDocument/2006/relationships/tableStyles" Target="tableStyles.xml"/><Relationship Id="rId138" Type="http://schemas.microsoft.com/office/2016/11/relationships/changesInfo" Target="changesInfos/changesInfo1.xml"/><Relationship Id="rId13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. Tower" userId="9d06de10716639e5" providerId="LiveId" clId="{F8931099-75CA-5660-A155-55881DF68D84}"/>
    <pc:docChg chg="undo redo custSel addSld delSld modSld sldOrd modSection">
      <pc:chgData name="J. Tower" userId="9d06de10716639e5" providerId="LiveId" clId="{F8931099-75CA-5660-A155-55881DF68D84}" dt="2026-07-23T19:39:41.331" v="978"/>
      <pc:docMkLst>
        <pc:docMk/>
      </pc:docMkLst>
      <pc:sldChg chg="addSp delSp modSp mod">
        <pc:chgData name="J. Tower" userId="9d06de10716639e5" providerId="LiveId" clId="{F8931099-75CA-5660-A155-55881DF68D84}" dt="2026-07-22T17:34:15.803" v="298" actId="207"/>
        <pc:sldMkLst>
          <pc:docMk/>
          <pc:sldMk cId="1972911589" sldId="305"/>
        </pc:sldMkLst>
        <pc:spChg chg="mod">
          <ac:chgData name="J. Tower" userId="9d06de10716639e5" providerId="LiveId" clId="{F8931099-75CA-5660-A155-55881DF68D84}" dt="2026-07-22T17:34:15.803" v="298" actId="207"/>
          <ac:spMkLst>
            <pc:docMk/>
            <pc:sldMk cId="1972911589" sldId="305"/>
            <ac:spMk id="2" creationId="{E5422206-0EEA-0ED9-B408-CC3FB282F987}"/>
          </ac:spMkLst>
        </pc:spChg>
        <pc:spChg chg="add mod">
          <ac:chgData name="J. Tower" userId="9d06de10716639e5" providerId="LiveId" clId="{F8931099-75CA-5660-A155-55881DF68D84}" dt="2026-07-22T17:33:21.909" v="294" actId="1076"/>
          <ac:spMkLst>
            <pc:docMk/>
            <pc:sldMk cId="1972911589" sldId="305"/>
            <ac:spMk id="7" creationId="{F905BFAC-3397-4195-19D6-77090A9906CD}"/>
          </ac:spMkLst>
        </pc:spChg>
        <pc:spChg chg="del">
          <ac:chgData name="J. Tower" userId="9d06de10716639e5" providerId="LiveId" clId="{F8931099-75CA-5660-A155-55881DF68D84}" dt="2026-07-22T17:33:10.664" v="291" actId="478"/>
          <ac:spMkLst>
            <pc:docMk/>
            <pc:sldMk cId="1972911589" sldId="305"/>
            <ac:spMk id="11" creationId="{AA2DA1B6-C092-83BF-4A05-2991CE858D2C}"/>
          </ac:spMkLst>
        </pc:spChg>
        <pc:spChg chg="del">
          <ac:chgData name="J. Tower" userId="9d06de10716639e5" providerId="LiveId" clId="{F8931099-75CA-5660-A155-55881DF68D84}" dt="2026-07-22T17:33:10.664" v="291" actId="478"/>
          <ac:spMkLst>
            <pc:docMk/>
            <pc:sldMk cId="1972911589" sldId="305"/>
            <ac:spMk id="16" creationId="{01E0B7CA-1332-8CC2-521B-8B5D50A8E646}"/>
          </ac:spMkLst>
        </pc:spChg>
        <pc:spChg chg="add mod">
          <ac:chgData name="J. Tower" userId="9d06de10716639e5" providerId="LiveId" clId="{F8931099-75CA-5660-A155-55881DF68D84}" dt="2026-07-22T17:33:21.909" v="294" actId="1076"/>
          <ac:spMkLst>
            <pc:docMk/>
            <pc:sldMk cId="1972911589" sldId="305"/>
            <ac:spMk id="20" creationId="{A9AFE787-FB0C-EFB4-62F6-5DED5B34E76B}"/>
          </ac:spMkLst>
        </pc:spChg>
        <pc:spChg chg="mod">
          <ac:chgData name="J. Tower" userId="9d06de10716639e5" providerId="LiveId" clId="{F8931099-75CA-5660-A155-55881DF68D84}" dt="2026-07-22T17:33:12.402" v="292"/>
          <ac:spMkLst>
            <pc:docMk/>
            <pc:sldMk cId="1972911589" sldId="305"/>
            <ac:spMk id="23" creationId="{95680D52-7452-D141-3402-93ABDF35AD62}"/>
          </ac:spMkLst>
        </pc:spChg>
        <pc:grpChg chg="add mod">
          <ac:chgData name="J. Tower" userId="9d06de10716639e5" providerId="LiveId" clId="{F8931099-75CA-5660-A155-55881DF68D84}" dt="2026-07-22T17:33:21.909" v="294" actId="1076"/>
          <ac:grpSpMkLst>
            <pc:docMk/>
            <pc:sldMk cId="1972911589" sldId="305"/>
            <ac:grpSpMk id="21" creationId="{BDA97EEF-A042-AB7E-11A3-38DC3B16EAA9}"/>
          </ac:grpSpMkLst>
        </pc:grpChg>
        <pc:picChg chg="del">
          <ac:chgData name="J. Tower" userId="9d06de10716639e5" providerId="LiveId" clId="{F8931099-75CA-5660-A155-55881DF68D84}" dt="2026-07-22T17:33:10.664" v="291" actId="478"/>
          <ac:picMkLst>
            <pc:docMk/>
            <pc:sldMk cId="1972911589" sldId="305"/>
            <ac:picMk id="9" creationId="{E87FC25D-9B5D-6B5A-8D5A-74339A59A965}"/>
          </ac:picMkLst>
        </pc:picChg>
        <pc:picChg chg="mod">
          <ac:chgData name="J. Tower" userId="9d06de10716639e5" providerId="LiveId" clId="{F8931099-75CA-5660-A155-55881DF68D84}" dt="2026-07-22T17:33:12.402" v="292"/>
          <ac:picMkLst>
            <pc:docMk/>
            <pc:sldMk cId="1972911589" sldId="305"/>
            <ac:picMk id="22" creationId="{2574039F-009F-2A08-5BBB-486F5B4F0970}"/>
          </ac:picMkLst>
        </pc:picChg>
        <pc:picChg chg="mod">
          <ac:chgData name="J. Tower" userId="9d06de10716639e5" providerId="LiveId" clId="{F8931099-75CA-5660-A155-55881DF68D84}" dt="2026-07-22T17:33:12.402" v="292"/>
          <ac:picMkLst>
            <pc:docMk/>
            <pc:sldMk cId="1972911589" sldId="305"/>
            <ac:picMk id="24" creationId="{9D3F7610-2E9F-FF65-5DAD-4DA4EF603B46}"/>
          </ac:picMkLst>
        </pc:picChg>
      </pc:sldChg>
      <pc:sldChg chg="modSp mod">
        <pc:chgData name="J. Tower" userId="9d06de10716639e5" providerId="LiveId" clId="{F8931099-75CA-5660-A155-55881DF68D84}" dt="2026-07-22T17:30:12.011" v="226" actId="27636"/>
        <pc:sldMkLst>
          <pc:docMk/>
          <pc:sldMk cId="2598884527" sldId="456"/>
        </pc:sldMkLst>
        <pc:spChg chg="mod">
          <ac:chgData name="J. Tower" userId="9d06de10716639e5" providerId="LiveId" clId="{F8931099-75CA-5660-A155-55881DF68D84}" dt="2026-07-22T17:30:12.011" v="226" actId="27636"/>
          <ac:spMkLst>
            <pc:docMk/>
            <pc:sldMk cId="2598884527" sldId="456"/>
            <ac:spMk id="3" creationId="{158609D8-DD0B-4760-B11D-907664E37EB5}"/>
          </ac:spMkLst>
        </pc:spChg>
      </pc:sldChg>
      <pc:sldChg chg="addSp delSp modSp mod">
        <pc:chgData name="J. Tower" userId="9d06de10716639e5" providerId="LiveId" clId="{F8931099-75CA-5660-A155-55881DF68D84}" dt="2026-07-22T17:33:32.313" v="296"/>
        <pc:sldMkLst>
          <pc:docMk/>
          <pc:sldMk cId="934945236" sldId="540"/>
        </pc:sldMkLst>
        <pc:spChg chg="del">
          <ac:chgData name="J. Tower" userId="9d06de10716639e5" providerId="LiveId" clId="{F8931099-75CA-5660-A155-55881DF68D84}" dt="2026-07-22T17:33:31.967" v="295" actId="478"/>
          <ac:spMkLst>
            <pc:docMk/>
            <pc:sldMk cId="934945236" sldId="540"/>
            <ac:spMk id="2" creationId="{AD6CF2A6-BA24-E952-9C0B-429ECE9FD407}"/>
          </ac:spMkLst>
        </pc:spChg>
        <pc:spChg chg="del">
          <ac:chgData name="J. Tower" userId="9d06de10716639e5" providerId="LiveId" clId="{F8931099-75CA-5660-A155-55881DF68D84}" dt="2026-07-22T17:33:31.967" v="295" actId="478"/>
          <ac:spMkLst>
            <pc:docMk/>
            <pc:sldMk cId="934945236" sldId="540"/>
            <ac:spMk id="3" creationId="{B9981E71-45C3-1D3D-B7C9-4446DCE49357}"/>
          </ac:spMkLst>
        </pc:spChg>
        <pc:spChg chg="add mod">
          <ac:chgData name="J. Tower" userId="9d06de10716639e5" providerId="LiveId" clId="{F8931099-75CA-5660-A155-55881DF68D84}" dt="2026-07-22T17:33:32.313" v="296"/>
          <ac:spMkLst>
            <pc:docMk/>
            <pc:sldMk cId="934945236" sldId="540"/>
            <ac:spMk id="5" creationId="{32F59F01-13CA-A538-EB00-C420909FADC1}"/>
          </ac:spMkLst>
        </pc:spChg>
        <pc:spChg chg="add mod">
          <ac:chgData name="J. Tower" userId="9d06de10716639e5" providerId="LiveId" clId="{F8931099-75CA-5660-A155-55881DF68D84}" dt="2026-07-22T17:33:32.313" v="296"/>
          <ac:spMkLst>
            <pc:docMk/>
            <pc:sldMk cId="934945236" sldId="540"/>
            <ac:spMk id="7" creationId="{33E869C9-146B-DC31-A97B-A2F632A01FAF}"/>
          </ac:spMkLst>
        </pc:spChg>
        <pc:spChg chg="mod">
          <ac:chgData name="J. Tower" userId="9d06de10716639e5" providerId="LiveId" clId="{F8931099-75CA-5660-A155-55881DF68D84}" dt="2026-07-22T17:30:42.196" v="242" actId="20577"/>
          <ac:spMkLst>
            <pc:docMk/>
            <pc:sldMk cId="934945236" sldId="540"/>
            <ac:spMk id="9" creationId="{2CCFC013-6D9F-96DA-4013-3CA85BB1D357}"/>
          </ac:spMkLst>
        </pc:spChg>
        <pc:spChg chg="mod">
          <ac:chgData name="J. Tower" userId="9d06de10716639e5" providerId="LiveId" clId="{F8931099-75CA-5660-A155-55881DF68D84}" dt="2026-07-22T17:33:32.313" v="296"/>
          <ac:spMkLst>
            <pc:docMk/>
            <pc:sldMk cId="934945236" sldId="540"/>
            <ac:spMk id="22" creationId="{78756400-64DF-EB40-AC83-0458252B366C}"/>
          </ac:spMkLst>
        </pc:spChg>
        <pc:grpChg chg="add mod">
          <ac:chgData name="J. Tower" userId="9d06de10716639e5" providerId="LiveId" clId="{F8931099-75CA-5660-A155-55881DF68D84}" dt="2026-07-22T17:33:32.313" v="296"/>
          <ac:grpSpMkLst>
            <pc:docMk/>
            <pc:sldMk cId="934945236" sldId="540"/>
            <ac:grpSpMk id="13" creationId="{1B72D920-5FAD-6C7C-92E5-D7A6CD7728CE}"/>
          </ac:grpSpMkLst>
        </pc:grpChg>
        <pc:picChg chg="del">
          <ac:chgData name="J. Tower" userId="9d06de10716639e5" providerId="LiveId" clId="{F8931099-75CA-5660-A155-55881DF68D84}" dt="2026-07-22T17:33:31.967" v="295" actId="478"/>
          <ac:picMkLst>
            <pc:docMk/>
            <pc:sldMk cId="934945236" sldId="540"/>
            <ac:picMk id="4" creationId="{549E6445-9FE7-EBA8-1501-297CFEE7AE93}"/>
          </ac:picMkLst>
        </pc:picChg>
        <pc:picChg chg="mod">
          <ac:chgData name="J. Tower" userId="9d06de10716639e5" providerId="LiveId" clId="{F8931099-75CA-5660-A155-55881DF68D84}" dt="2026-07-22T17:33:32.313" v="296"/>
          <ac:picMkLst>
            <pc:docMk/>
            <pc:sldMk cId="934945236" sldId="540"/>
            <ac:picMk id="14" creationId="{587C4335-ECF3-9DD0-6A79-CCBE00793FFA}"/>
          </ac:picMkLst>
        </pc:picChg>
        <pc:picChg chg="mod">
          <ac:chgData name="J. Tower" userId="9d06de10716639e5" providerId="LiveId" clId="{F8931099-75CA-5660-A155-55881DF68D84}" dt="2026-07-22T17:33:32.313" v="296"/>
          <ac:picMkLst>
            <pc:docMk/>
            <pc:sldMk cId="934945236" sldId="540"/>
            <ac:picMk id="23" creationId="{2811BA38-866A-6911-EB15-652F44639437}"/>
          </ac:picMkLst>
        </pc:picChg>
      </pc:sldChg>
      <pc:sldChg chg="modSp mod">
        <pc:chgData name="J. Tower" userId="9d06de10716639e5" providerId="LiveId" clId="{F8931099-75CA-5660-A155-55881DF68D84}" dt="2026-07-22T17:35:04.115" v="302" actId="207"/>
        <pc:sldMkLst>
          <pc:docMk/>
          <pc:sldMk cId="2221029909" sldId="575"/>
        </pc:sldMkLst>
        <pc:spChg chg="mod">
          <ac:chgData name="J. Tower" userId="9d06de10716639e5" providerId="LiveId" clId="{F8931099-75CA-5660-A155-55881DF68D84}" dt="2026-07-22T17:35:04.115" v="302" actId="207"/>
          <ac:spMkLst>
            <pc:docMk/>
            <pc:sldMk cId="2221029909" sldId="575"/>
            <ac:spMk id="3" creationId="{4B92320E-39A1-8619-9101-65DEAF8C0097}"/>
          </ac:spMkLst>
        </pc:spChg>
      </pc:sldChg>
      <pc:sldChg chg="modNotesTx">
        <pc:chgData name="J. Tower" userId="9d06de10716639e5" providerId="LiveId" clId="{F8931099-75CA-5660-A155-55881DF68D84}" dt="2026-07-23T14:06:44.692" v="586" actId="20577"/>
        <pc:sldMkLst>
          <pc:docMk/>
          <pc:sldMk cId="4246035593" sldId="729"/>
        </pc:sldMkLst>
      </pc:sldChg>
      <pc:sldChg chg="modNotesTx">
        <pc:chgData name="J. Tower" userId="9d06de10716639e5" providerId="LiveId" clId="{F8931099-75CA-5660-A155-55881DF68D84}" dt="2026-07-23T14:05:53.736" v="576" actId="20577"/>
        <pc:sldMkLst>
          <pc:docMk/>
          <pc:sldMk cId="3205008461" sldId="855"/>
        </pc:sldMkLst>
      </pc:sldChg>
      <pc:sldChg chg="modNotesTx">
        <pc:chgData name="J. Tower" userId="9d06de10716639e5" providerId="LiveId" clId="{F8931099-75CA-5660-A155-55881DF68D84}" dt="2026-07-23T14:07:14.275" v="587" actId="113"/>
        <pc:sldMkLst>
          <pc:docMk/>
          <pc:sldMk cId="2736099825" sldId="856"/>
        </pc:sldMkLst>
      </pc:sldChg>
      <pc:sldChg chg="modNotesTx">
        <pc:chgData name="J. Tower" userId="9d06de10716639e5" providerId="LiveId" clId="{F8931099-75CA-5660-A155-55881DF68D84}" dt="2026-07-23T14:08:34.199" v="588" actId="113"/>
        <pc:sldMkLst>
          <pc:docMk/>
          <pc:sldMk cId="3447172628" sldId="863"/>
        </pc:sldMkLst>
      </pc:sldChg>
      <pc:sldChg chg="modSp mod">
        <pc:chgData name="J. Tower" userId="9d06de10716639e5" providerId="LiveId" clId="{F8931099-75CA-5660-A155-55881DF68D84}" dt="2026-07-22T17:28:07.252" v="128" actId="20577"/>
        <pc:sldMkLst>
          <pc:docMk/>
          <pc:sldMk cId="2032269521" sldId="880"/>
        </pc:sldMkLst>
        <pc:spChg chg="mod">
          <ac:chgData name="J. Tower" userId="9d06de10716639e5" providerId="LiveId" clId="{F8931099-75CA-5660-A155-55881DF68D84}" dt="2026-07-22T17:28:07.252" v="128" actId="20577"/>
          <ac:spMkLst>
            <pc:docMk/>
            <pc:sldMk cId="2032269521" sldId="880"/>
            <ac:spMk id="2" creationId="{A1DF4B6A-6893-86B6-9386-A995392A099A}"/>
          </ac:spMkLst>
        </pc:spChg>
      </pc:sldChg>
      <pc:sldChg chg="del">
        <pc:chgData name="J. Tower" userId="9d06de10716639e5" providerId="LiveId" clId="{F8931099-75CA-5660-A155-55881DF68D84}" dt="2026-07-23T19:25:07.127" v="924"/>
        <pc:sldMkLst>
          <pc:docMk/>
          <pc:sldMk cId="1885011996" sldId="881"/>
        </pc:sldMkLst>
      </pc:sldChg>
      <pc:sldChg chg="del">
        <pc:chgData name="J. Tower" userId="9d06de10716639e5" providerId="LiveId" clId="{F8931099-75CA-5660-A155-55881DF68D84}" dt="2026-07-23T14:43:21.676" v="890"/>
        <pc:sldMkLst>
          <pc:docMk/>
          <pc:sldMk cId="613446173" sldId="884"/>
        </pc:sldMkLst>
      </pc:sldChg>
      <pc:sldChg chg="del">
        <pc:chgData name="J. Tower" userId="9d06de10716639e5" providerId="LiveId" clId="{F8931099-75CA-5660-A155-55881DF68D84}" dt="2026-07-22T15:08:23.414" v="1"/>
        <pc:sldMkLst>
          <pc:docMk/>
          <pc:sldMk cId="3443821648" sldId="885"/>
        </pc:sldMkLst>
      </pc:sldChg>
      <pc:sldChg chg="del">
        <pc:chgData name="J. Tower" userId="9d06de10716639e5" providerId="LiveId" clId="{F8931099-75CA-5660-A155-55881DF68D84}" dt="2026-07-22T15:09:41.854" v="15"/>
        <pc:sldMkLst>
          <pc:docMk/>
          <pc:sldMk cId="2014264951" sldId="887"/>
        </pc:sldMkLst>
      </pc:sldChg>
      <pc:sldChg chg="del">
        <pc:chgData name="J. Tower" userId="9d06de10716639e5" providerId="LiveId" clId="{F8931099-75CA-5660-A155-55881DF68D84}" dt="2026-07-23T14:30:31.405" v="873"/>
        <pc:sldMkLst>
          <pc:docMk/>
          <pc:sldMk cId="2852340909" sldId="888"/>
        </pc:sldMkLst>
      </pc:sldChg>
      <pc:sldChg chg="del">
        <pc:chgData name="J. Tower" userId="9d06de10716639e5" providerId="LiveId" clId="{F8931099-75CA-5660-A155-55881DF68D84}" dt="2026-07-23T14:21:44.892" v="679"/>
        <pc:sldMkLst>
          <pc:docMk/>
          <pc:sldMk cId="2504112812" sldId="893"/>
        </pc:sldMkLst>
      </pc:sldChg>
      <pc:sldChg chg="del modNotesTx">
        <pc:chgData name="J. Tower" userId="9d06de10716639e5" providerId="LiveId" clId="{F8931099-75CA-5660-A155-55881DF68D84}" dt="2026-07-23T14:23:21.348" v="681"/>
        <pc:sldMkLst>
          <pc:docMk/>
          <pc:sldMk cId="2275922530" sldId="894"/>
        </pc:sldMkLst>
      </pc:sldChg>
      <pc:sldChg chg="del modNotesTx">
        <pc:chgData name="J. Tower" userId="9d06de10716639e5" providerId="LiveId" clId="{F8931099-75CA-5660-A155-55881DF68D84}" dt="2026-07-23T19:27:32.955" v="934"/>
        <pc:sldMkLst>
          <pc:docMk/>
          <pc:sldMk cId="555985146" sldId="896"/>
        </pc:sldMkLst>
      </pc:sldChg>
      <pc:sldChg chg="del">
        <pc:chgData name="J. Tower" userId="9d06de10716639e5" providerId="LiveId" clId="{F8931099-75CA-5660-A155-55881DF68D84}" dt="2026-07-23T19:28:36.102" v="940"/>
        <pc:sldMkLst>
          <pc:docMk/>
          <pc:sldMk cId="3480799871" sldId="897"/>
        </pc:sldMkLst>
      </pc:sldChg>
      <pc:sldChg chg="modSp">
        <pc:chgData name="J. Tower" userId="9d06de10716639e5" providerId="LiveId" clId="{F8931099-75CA-5660-A155-55881DF68D84}" dt="2026-07-23T14:14:09.789" v="641"/>
        <pc:sldMkLst>
          <pc:docMk/>
          <pc:sldMk cId="210841800" sldId="912"/>
        </pc:sldMkLst>
        <pc:spChg chg="mod">
          <ac:chgData name="J. Tower" userId="9d06de10716639e5" providerId="LiveId" clId="{F8931099-75CA-5660-A155-55881DF68D84}" dt="2026-07-23T14:14:09.789" v="641"/>
          <ac:spMkLst>
            <pc:docMk/>
            <pc:sldMk cId="210841800" sldId="912"/>
            <ac:spMk id="5" creationId="{12B2B7EF-28ED-3EF2-9492-8F584C9853E9}"/>
          </ac:spMkLst>
        </pc:spChg>
      </pc:sldChg>
      <pc:sldChg chg="modSp">
        <pc:chgData name="J. Tower" userId="9d06de10716639e5" providerId="LiveId" clId="{F8931099-75CA-5660-A155-55881DF68D84}" dt="2026-07-23T14:14:17.090" v="643"/>
        <pc:sldMkLst>
          <pc:docMk/>
          <pc:sldMk cId="553172039" sldId="913"/>
        </pc:sldMkLst>
        <pc:spChg chg="mod">
          <ac:chgData name="J. Tower" userId="9d06de10716639e5" providerId="LiveId" clId="{F8931099-75CA-5660-A155-55881DF68D84}" dt="2026-07-23T14:14:17.090" v="643"/>
          <ac:spMkLst>
            <pc:docMk/>
            <pc:sldMk cId="553172039" sldId="913"/>
            <ac:spMk id="5" creationId="{20EE34FD-0B17-CA36-6A6E-D8B546AA7554}"/>
          </ac:spMkLst>
        </pc:spChg>
      </pc:sldChg>
      <pc:sldChg chg="del">
        <pc:chgData name="J. Tower" userId="9d06de10716639e5" providerId="LiveId" clId="{F8931099-75CA-5660-A155-55881DF68D84}" dt="2026-07-22T17:35:36.639" v="303" actId="2696"/>
        <pc:sldMkLst>
          <pc:docMk/>
          <pc:sldMk cId="2460954310" sldId="914"/>
        </pc:sldMkLst>
      </pc:sldChg>
      <pc:sldChg chg="modSp">
        <pc:chgData name="J. Tower" userId="9d06de10716639e5" providerId="LiveId" clId="{F8931099-75CA-5660-A155-55881DF68D84}" dt="2026-07-23T14:15:47.668" v="673"/>
        <pc:sldMkLst>
          <pc:docMk/>
          <pc:sldMk cId="4249165283" sldId="916"/>
        </pc:sldMkLst>
        <pc:spChg chg="mod">
          <ac:chgData name="J. Tower" userId="9d06de10716639e5" providerId="LiveId" clId="{F8931099-75CA-5660-A155-55881DF68D84}" dt="2026-07-23T14:14:40.700" v="652"/>
          <ac:spMkLst>
            <pc:docMk/>
            <pc:sldMk cId="4249165283" sldId="916"/>
            <ac:spMk id="5" creationId="{8430E2AB-A6A0-879A-7940-5EE33DC3DCBC}"/>
          </ac:spMkLst>
        </pc:spChg>
        <pc:spChg chg="mod">
          <ac:chgData name="J. Tower" userId="9d06de10716639e5" providerId="LiveId" clId="{F8931099-75CA-5660-A155-55881DF68D84}" dt="2026-07-23T14:15:47.668" v="673"/>
          <ac:spMkLst>
            <pc:docMk/>
            <pc:sldMk cId="4249165283" sldId="916"/>
            <ac:spMk id="7" creationId="{69EDB736-88A0-F0D8-6696-4C639DADC2B4}"/>
          </ac:spMkLst>
        </pc:spChg>
      </pc:sldChg>
      <pc:sldChg chg="modNotesTx">
        <pc:chgData name="J. Tower" userId="9d06de10716639e5" providerId="LiveId" clId="{F8931099-75CA-5660-A155-55881DF68D84}" dt="2026-07-23T14:12:15.972" v="639" actId="20577"/>
        <pc:sldMkLst>
          <pc:docMk/>
          <pc:sldMk cId="2166782429" sldId="917"/>
        </pc:sldMkLst>
      </pc:sldChg>
      <pc:sldChg chg="modNotesTx">
        <pc:chgData name="J. Tower" userId="9d06de10716639e5" providerId="LiveId" clId="{F8931099-75CA-5660-A155-55881DF68D84}" dt="2026-07-23T14:12:48.353" v="640" actId="20577"/>
        <pc:sldMkLst>
          <pc:docMk/>
          <pc:sldMk cId="3030128795" sldId="918"/>
        </pc:sldMkLst>
      </pc:sldChg>
      <pc:sldChg chg="modSp">
        <pc:chgData name="J. Tower" userId="9d06de10716639e5" providerId="LiveId" clId="{F8931099-75CA-5660-A155-55881DF68D84}" dt="2026-07-23T14:14:13.543" v="642"/>
        <pc:sldMkLst>
          <pc:docMk/>
          <pc:sldMk cId="4102950063" sldId="920"/>
        </pc:sldMkLst>
        <pc:spChg chg="mod">
          <ac:chgData name="J. Tower" userId="9d06de10716639e5" providerId="LiveId" clId="{F8931099-75CA-5660-A155-55881DF68D84}" dt="2026-07-23T14:14:13.543" v="642"/>
          <ac:spMkLst>
            <pc:docMk/>
            <pc:sldMk cId="4102950063" sldId="920"/>
            <ac:spMk id="5" creationId="{4BCAD4E9-452A-7D8F-4017-609F3B2E6724}"/>
          </ac:spMkLst>
        </pc:spChg>
      </pc:sldChg>
      <pc:sldChg chg="modSp">
        <pc:chgData name="J. Tower" userId="9d06de10716639e5" providerId="LiveId" clId="{F8931099-75CA-5660-A155-55881DF68D84}" dt="2026-07-23T14:14:20.420" v="644"/>
        <pc:sldMkLst>
          <pc:docMk/>
          <pc:sldMk cId="3104105461" sldId="921"/>
        </pc:sldMkLst>
        <pc:spChg chg="mod">
          <ac:chgData name="J. Tower" userId="9d06de10716639e5" providerId="LiveId" clId="{F8931099-75CA-5660-A155-55881DF68D84}" dt="2026-07-23T14:14:20.420" v="644"/>
          <ac:spMkLst>
            <pc:docMk/>
            <pc:sldMk cId="3104105461" sldId="921"/>
            <ac:spMk id="5" creationId="{E81B21E8-72CE-E7C0-D716-20D2F9E8D740}"/>
          </ac:spMkLst>
        </pc:spChg>
      </pc:sldChg>
      <pc:sldChg chg="modSp">
        <pc:chgData name="J. Tower" userId="9d06de10716639e5" providerId="LiveId" clId="{F8931099-75CA-5660-A155-55881DF68D84}" dt="2026-07-23T14:14:23.910" v="645"/>
        <pc:sldMkLst>
          <pc:docMk/>
          <pc:sldMk cId="3892859101" sldId="922"/>
        </pc:sldMkLst>
        <pc:spChg chg="mod">
          <ac:chgData name="J. Tower" userId="9d06de10716639e5" providerId="LiveId" clId="{F8931099-75CA-5660-A155-55881DF68D84}" dt="2026-07-23T14:14:23.910" v="645"/>
          <ac:spMkLst>
            <pc:docMk/>
            <pc:sldMk cId="3892859101" sldId="922"/>
            <ac:spMk id="5" creationId="{75DBBF1D-963D-B40B-84D5-08FF7C205663}"/>
          </ac:spMkLst>
        </pc:spChg>
      </pc:sldChg>
      <pc:sldChg chg="modSp">
        <pc:chgData name="J. Tower" userId="9d06de10716639e5" providerId="LiveId" clId="{F8931099-75CA-5660-A155-55881DF68D84}" dt="2026-07-23T14:14:26.285" v="646"/>
        <pc:sldMkLst>
          <pc:docMk/>
          <pc:sldMk cId="394936117" sldId="923"/>
        </pc:sldMkLst>
        <pc:spChg chg="mod">
          <ac:chgData name="J. Tower" userId="9d06de10716639e5" providerId="LiveId" clId="{F8931099-75CA-5660-A155-55881DF68D84}" dt="2026-07-23T14:14:26.285" v="646"/>
          <ac:spMkLst>
            <pc:docMk/>
            <pc:sldMk cId="394936117" sldId="923"/>
            <ac:spMk id="5" creationId="{9332DA04-E04C-ABD2-04C1-FBFFDDF1A2F2}"/>
          </ac:spMkLst>
        </pc:spChg>
      </pc:sldChg>
      <pc:sldChg chg="modSp mod">
        <pc:chgData name="J. Tower" userId="9d06de10716639e5" providerId="LiveId" clId="{F8931099-75CA-5660-A155-55881DF68D84}" dt="2026-07-23T14:14:30.559" v="649"/>
        <pc:sldMkLst>
          <pc:docMk/>
          <pc:sldMk cId="44498495" sldId="925"/>
        </pc:sldMkLst>
        <pc:spChg chg="mod">
          <ac:chgData name="J. Tower" userId="9d06de10716639e5" providerId="LiveId" clId="{F8931099-75CA-5660-A155-55881DF68D84}" dt="2026-07-23T14:14:30.559" v="649"/>
          <ac:spMkLst>
            <pc:docMk/>
            <pc:sldMk cId="44498495" sldId="925"/>
            <ac:spMk id="5" creationId="{499B2C90-7514-5A97-1D62-64AAAEA6D7F1}"/>
          </ac:spMkLst>
        </pc:spChg>
      </pc:sldChg>
      <pc:sldChg chg="modSp">
        <pc:chgData name="J. Tower" userId="9d06de10716639e5" providerId="LiveId" clId="{F8931099-75CA-5660-A155-55881DF68D84}" dt="2026-07-23T14:14:33.850" v="650"/>
        <pc:sldMkLst>
          <pc:docMk/>
          <pc:sldMk cId="2363967969" sldId="926"/>
        </pc:sldMkLst>
        <pc:spChg chg="mod">
          <ac:chgData name="J. Tower" userId="9d06de10716639e5" providerId="LiveId" clId="{F8931099-75CA-5660-A155-55881DF68D84}" dt="2026-07-23T14:14:33.850" v="650"/>
          <ac:spMkLst>
            <pc:docMk/>
            <pc:sldMk cId="2363967969" sldId="926"/>
            <ac:spMk id="5" creationId="{01C770F8-4241-734F-2A97-5194B9D0DCD3}"/>
          </ac:spMkLst>
        </pc:spChg>
      </pc:sldChg>
      <pc:sldChg chg="modSp mod">
        <pc:chgData name="J. Tower" userId="9d06de10716639e5" providerId="LiveId" clId="{F8931099-75CA-5660-A155-55881DF68D84}" dt="2026-07-23T14:15:41.904" v="672" actId="20577"/>
        <pc:sldMkLst>
          <pc:docMk/>
          <pc:sldMk cId="454019570" sldId="927"/>
        </pc:sldMkLst>
        <pc:spChg chg="mod">
          <ac:chgData name="J. Tower" userId="9d06de10716639e5" providerId="LiveId" clId="{F8931099-75CA-5660-A155-55881DF68D84}" dt="2026-07-23T14:14:37.352" v="651"/>
          <ac:spMkLst>
            <pc:docMk/>
            <pc:sldMk cId="454019570" sldId="927"/>
            <ac:spMk id="5" creationId="{ABD02729-B4ED-687A-671E-C067EBA4B5BD}"/>
          </ac:spMkLst>
        </pc:spChg>
        <pc:spChg chg="mod">
          <ac:chgData name="J. Tower" userId="9d06de10716639e5" providerId="LiveId" clId="{F8931099-75CA-5660-A155-55881DF68D84}" dt="2026-07-23T14:15:41.904" v="672" actId="20577"/>
          <ac:spMkLst>
            <pc:docMk/>
            <pc:sldMk cId="454019570" sldId="927"/>
            <ac:spMk id="7" creationId="{013BF725-4253-78ED-B328-4710A7D019B2}"/>
          </ac:spMkLst>
        </pc:spChg>
      </pc:sldChg>
      <pc:sldChg chg="del">
        <pc:chgData name="J. Tower" userId="9d06de10716639e5" providerId="LiveId" clId="{F8931099-75CA-5660-A155-55881DF68D84}" dt="2026-07-23T19:26:49.032" v="930"/>
        <pc:sldMkLst>
          <pc:docMk/>
          <pc:sldMk cId="1511208586" sldId="931"/>
        </pc:sldMkLst>
      </pc:sldChg>
      <pc:sldChg chg="del">
        <pc:chgData name="J. Tower" userId="9d06de10716639e5" providerId="LiveId" clId="{F8931099-75CA-5660-A155-55881DF68D84}" dt="2026-07-23T19:27:11.316" v="932"/>
        <pc:sldMkLst>
          <pc:docMk/>
          <pc:sldMk cId="1254007352" sldId="932"/>
        </pc:sldMkLst>
      </pc:sldChg>
      <pc:sldChg chg="del">
        <pc:chgData name="J. Tower" userId="9d06de10716639e5" providerId="LiveId" clId="{F8931099-75CA-5660-A155-55881DF68D84}" dt="2026-07-23T19:26:07.661" v="926"/>
        <pc:sldMkLst>
          <pc:docMk/>
          <pc:sldMk cId="4087115035" sldId="933"/>
        </pc:sldMkLst>
      </pc:sldChg>
      <pc:sldChg chg="del">
        <pc:chgData name="J. Tower" userId="9d06de10716639e5" providerId="LiveId" clId="{F8931099-75CA-5660-A155-55881DF68D84}" dt="2026-07-23T19:26:28.663" v="928"/>
        <pc:sldMkLst>
          <pc:docMk/>
          <pc:sldMk cId="1838424444" sldId="935"/>
        </pc:sldMkLst>
      </pc:sldChg>
      <pc:sldChg chg="del">
        <pc:chgData name="J. Tower" userId="9d06de10716639e5" providerId="LiveId" clId="{F8931099-75CA-5660-A155-55881DF68D84}" dt="2026-07-23T19:29:42.597" v="946"/>
        <pc:sldMkLst>
          <pc:docMk/>
          <pc:sldMk cId="3681607655" sldId="936"/>
        </pc:sldMkLst>
      </pc:sldChg>
      <pc:sldChg chg="del">
        <pc:chgData name="J. Tower" userId="9d06de10716639e5" providerId="LiveId" clId="{F8931099-75CA-5660-A155-55881DF68D84}" dt="2026-07-23T19:30:02.075" v="948"/>
        <pc:sldMkLst>
          <pc:docMk/>
          <pc:sldMk cId="2296336208" sldId="937"/>
        </pc:sldMkLst>
      </pc:sldChg>
      <pc:sldChg chg="modSp del mod">
        <pc:chgData name="J. Tower" userId="9d06de10716639e5" providerId="LiveId" clId="{F8931099-75CA-5660-A155-55881DF68D84}" dt="2026-07-23T19:31:23.827" v="954"/>
        <pc:sldMkLst>
          <pc:docMk/>
          <pc:sldMk cId="51673440" sldId="938"/>
        </pc:sldMkLst>
        <pc:spChg chg="mod">
          <ac:chgData name="J. Tower" userId="9d06de10716639e5" providerId="LiveId" clId="{F8931099-75CA-5660-A155-55881DF68D84}" dt="2026-07-22T15:13:49.002" v="23" actId="20577"/>
          <ac:spMkLst>
            <pc:docMk/>
            <pc:sldMk cId="51673440" sldId="938"/>
            <ac:spMk id="2" creationId="{D1C651DE-92FE-AD5B-D925-9C24CB3059D2}"/>
          </ac:spMkLst>
        </pc:spChg>
      </pc:sldChg>
      <pc:sldChg chg="del">
        <pc:chgData name="J. Tower" userId="9d06de10716639e5" providerId="LiveId" clId="{F8931099-75CA-5660-A155-55881DF68D84}" dt="2026-07-23T19:31:44.788" v="956"/>
        <pc:sldMkLst>
          <pc:docMk/>
          <pc:sldMk cId="586042726" sldId="939"/>
        </pc:sldMkLst>
      </pc:sldChg>
      <pc:sldChg chg="del">
        <pc:chgData name="J. Tower" userId="9d06de10716639e5" providerId="LiveId" clId="{F8931099-75CA-5660-A155-55881DF68D84}" dt="2026-07-23T19:32:25.231" v="960"/>
        <pc:sldMkLst>
          <pc:docMk/>
          <pc:sldMk cId="1798226156" sldId="940"/>
        </pc:sldMkLst>
      </pc:sldChg>
      <pc:sldChg chg="del">
        <pc:chgData name="J. Tower" userId="9d06de10716639e5" providerId="LiveId" clId="{F8931099-75CA-5660-A155-55881DF68D84}" dt="2026-07-23T19:32:44.639" v="962"/>
        <pc:sldMkLst>
          <pc:docMk/>
          <pc:sldMk cId="1072179456" sldId="941"/>
        </pc:sldMkLst>
      </pc:sldChg>
      <pc:sldChg chg="del">
        <pc:chgData name="J. Tower" userId="9d06de10716639e5" providerId="LiveId" clId="{F8931099-75CA-5660-A155-55881DF68D84}" dt="2026-07-23T19:34:24.749" v="972"/>
        <pc:sldMkLst>
          <pc:docMk/>
          <pc:sldMk cId="3761668633" sldId="942"/>
        </pc:sldMkLst>
      </pc:sldChg>
      <pc:sldChg chg="del">
        <pc:chgData name="J. Tower" userId="9d06de10716639e5" providerId="LiveId" clId="{F8931099-75CA-5660-A155-55881DF68D84}" dt="2026-07-23T19:34:47.087" v="974"/>
        <pc:sldMkLst>
          <pc:docMk/>
          <pc:sldMk cId="2400402955" sldId="943"/>
        </pc:sldMkLst>
      </pc:sldChg>
      <pc:sldChg chg="addSp delSp modSp mod">
        <pc:chgData name="J. Tower" userId="9d06de10716639e5" providerId="LiveId" clId="{F8931099-75CA-5660-A155-55881DF68D84}" dt="2026-07-22T17:38:03.579" v="382" actId="478"/>
        <pc:sldMkLst>
          <pc:docMk/>
          <pc:sldMk cId="3598741161" sldId="945"/>
        </pc:sldMkLst>
        <pc:spChg chg="add del mod">
          <ac:chgData name="J. Tower" userId="9d06de10716639e5" providerId="LiveId" clId="{F8931099-75CA-5660-A155-55881DF68D84}" dt="2026-07-22T17:38:03.579" v="382" actId="478"/>
          <ac:spMkLst>
            <pc:docMk/>
            <pc:sldMk cId="3598741161" sldId="945"/>
            <ac:spMk id="3" creationId="{8BEF8152-310C-70C0-921E-0730CD159ABF}"/>
          </ac:spMkLst>
        </pc:spChg>
        <pc:spChg chg="add del mod">
          <ac:chgData name="J. Tower" userId="9d06de10716639e5" providerId="LiveId" clId="{F8931099-75CA-5660-A155-55881DF68D84}" dt="2026-07-22T17:38:03.579" v="382" actId="478"/>
          <ac:spMkLst>
            <pc:docMk/>
            <pc:sldMk cId="3598741161" sldId="945"/>
            <ac:spMk id="4" creationId="{BF1DBF5B-2B7F-C558-ACA9-5D80F89B633C}"/>
          </ac:spMkLst>
        </pc:spChg>
        <pc:spChg chg="del">
          <ac:chgData name="J. Tower" userId="9d06de10716639e5" providerId="LiveId" clId="{F8931099-75CA-5660-A155-55881DF68D84}" dt="2026-07-22T17:36:32.146" v="309" actId="478"/>
          <ac:spMkLst>
            <pc:docMk/>
            <pc:sldMk cId="3598741161" sldId="945"/>
            <ac:spMk id="5" creationId="{00D21D3C-2501-9042-1C96-DAFD27E404F0}"/>
          </ac:spMkLst>
        </pc:spChg>
        <pc:spChg chg="mod">
          <ac:chgData name="J. Tower" userId="9d06de10716639e5" providerId="LiveId" clId="{F8931099-75CA-5660-A155-55881DF68D84}" dt="2026-07-22T17:38:00.580" v="381" actId="166"/>
          <ac:spMkLst>
            <pc:docMk/>
            <pc:sldMk cId="3598741161" sldId="945"/>
            <ac:spMk id="6" creationId="{06D4D8DF-EB84-5687-5C0C-4B201BC481B4}"/>
          </ac:spMkLst>
        </pc:spChg>
        <pc:spChg chg="add del mod">
          <ac:chgData name="J. Tower" userId="9d06de10716639e5" providerId="LiveId" clId="{F8931099-75CA-5660-A155-55881DF68D84}" dt="2026-07-22T17:38:03.579" v="382" actId="478"/>
          <ac:spMkLst>
            <pc:docMk/>
            <pc:sldMk cId="3598741161" sldId="945"/>
            <ac:spMk id="7" creationId="{F64060AE-9F0E-A3B5-695C-9969730AB62C}"/>
          </ac:spMkLst>
        </pc:spChg>
        <pc:spChg chg="del">
          <ac:chgData name="J. Tower" userId="9d06de10716639e5" providerId="LiveId" clId="{F8931099-75CA-5660-A155-55881DF68D84}" dt="2026-07-22T17:36:32.146" v="309" actId="478"/>
          <ac:spMkLst>
            <pc:docMk/>
            <pc:sldMk cId="3598741161" sldId="945"/>
            <ac:spMk id="8" creationId="{C2B8B17A-7DE8-2FFC-4A66-13ACFB64DA52}"/>
          </ac:spMkLst>
        </pc:spChg>
        <pc:spChg chg="del">
          <ac:chgData name="J. Tower" userId="9d06de10716639e5" providerId="LiveId" clId="{F8931099-75CA-5660-A155-55881DF68D84}" dt="2026-07-22T17:36:32.146" v="309" actId="478"/>
          <ac:spMkLst>
            <pc:docMk/>
            <pc:sldMk cId="3598741161" sldId="945"/>
            <ac:spMk id="9" creationId="{CE4A4DB6-9B12-F287-406F-1608298B942F}"/>
          </ac:spMkLst>
        </pc:spChg>
        <pc:spChg chg="add mod">
          <ac:chgData name="J. Tower" userId="9d06de10716639e5" providerId="LiveId" clId="{F8931099-75CA-5660-A155-55881DF68D84}" dt="2026-07-22T17:37:50.004" v="354"/>
          <ac:spMkLst>
            <pc:docMk/>
            <pc:sldMk cId="3598741161" sldId="945"/>
            <ac:spMk id="10" creationId="{9C5B75E4-C547-A9E6-5387-F99815D4B279}"/>
          </ac:spMkLst>
        </pc:spChg>
        <pc:spChg chg="add mod">
          <ac:chgData name="J. Tower" userId="9d06de10716639e5" providerId="LiveId" clId="{F8931099-75CA-5660-A155-55881DF68D84}" dt="2026-07-22T17:37:50.004" v="354"/>
          <ac:spMkLst>
            <pc:docMk/>
            <pc:sldMk cId="3598741161" sldId="945"/>
            <ac:spMk id="11" creationId="{4188B749-D505-527F-9CBD-23806A33CDB5}"/>
          </ac:spMkLst>
        </pc:spChg>
        <pc:spChg chg="add mod">
          <ac:chgData name="J. Tower" userId="9d06de10716639e5" providerId="LiveId" clId="{F8931099-75CA-5660-A155-55881DF68D84}" dt="2026-07-22T17:37:50.004" v="354"/>
          <ac:spMkLst>
            <pc:docMk/>
            <pc:sldMk cId="3598741161" sldId="945"/>
            <ac:spMk id="12" creationId="{8C98A068-0AA9-53CF-B830-64312EEC0F83}"/>
          </ac:spMkLst>
        </pc:spChg>
      </pc:sldChg>
      <pc:sldChg chg="addSp delSp modSp mod">
        <pc:chgData name="J. Tower" userId="9d06de10716639e5" providerId="LiveId" clId="{F8931099-75CA-5660-A155-55881DF68D84}" dt="2026-07-23T14:16:12.622" v="675" actId="478"/>
        <pc:sldMkLst>
          <pc:docMk/>
          <pc:sldMk cId="3303466725" sldId="946"/>
        </pc:sldMkLst>
        <pc:spChg chg="add del mod">
          <ac:chgData name="J. Tower" userId="9d06de10716639e5" providerId="LiveId" clId="{F8931099-75CA-5660-A155-55881DF68D84}" dt="2026-07-23T14:16:12.622" v="675" actId="478"/>
          <ac:spMkLst>
            <pc:docMk/>
            <pc:sldMk cId="3303466725" sldId="946"/>
            <ac:spMk id="3" creationId="{4638176F-53C9-4DDA-9D1F-1BDB5E7DE626}"/>
          </ac:spMkLst>
        </pc:spChg>
        <pc:spChg chg="add del mod">
          <ac:chgData name="J. Tower" userId="9d06de10716639e5" providerId="LiveId" clId="{F8931099-75CA-5660-A155-55881DF68D84}" dt="2026-07-23T14:16:12.622" v="675" actId="478"/>
          <ac:spMkLst>
            <pc:docMk/>
            <pc:sldMk cId="3303466725" sldId="946"/>
            <ac:spMk id="4" creationId="{58DF62FD-74AF-9FDE-E1BD-3063E2E47C4E}"/>
          </ac:spMkLst>
        </pc:spChg>
        <pc:spChg chg="del mod">
          <ac:chgData name="J. Tower" userId="9d06de10716639e5" providerId="LiveId" clId="{F8931099-75CA-5660-A155-55881DF68D84}" dt="2026-07-22T17:37:41.076" v="353" actId="478"/>
          <ac:spMkLst>
            <pc:docMk/>
            <pc:sldMk cId="3303466725" sldId="946"/>
            <ac:spMk id="5" creationId="{B06B6615-1789-3F9C-F197-850126F601AE}"/>
          </ac:spMkLst>
        </pc:spChg>
        <pc:spChg chg="del mod">
          <ac:chgData name="J. Tower" userId="9d06de10716639e5" providerId="LiveId" clId="{F8931099-75CA-5660-A155-55881DF68D84}" dt="2026-07-23T14:16:12.622" v="675" actId="478"/>
          <ac:spMkLst>
            <pc:docMk/>
            <pc:sldMk cId="3303466725" sldId="946"/>
            <ac:spMk id="6" creationId="{5839A565-8096-18D9-D4AC-59AA63887D20}"/>
          </ac:spMkLst>
        </pc:spChg>
        <pc:spChg chg="add del mod">
          <ac:chgData name="J. Tower" userId="9d06de10716639e5" providerId="LiveId" clId="{F8931099-75CA-5660-A155-55881DF68D84}" dt="2026-07-23T14:16:12.622" v="675" actId="478"/>
          <ac:spMkLst>
            <pc:docMk/>
            <pc:sldMk cId="3303466725" sldId="946"/>
            <ac:spMk id="7" creationId="{8C6D485C-C8C0-0726-FF75-5F9F1325506D}"/>
          </ac:spMkLst>
        </pc:spChg>
        <pc:spChg chg="del mod">
          <ac:chgData name="J. Tower" userId="9d06de10716639e5" providerId="LiveId" clId="{F8931099-75CA-5660-A155-55881DF68D84}" dt="2026-07-22T17:37:41.076" v="353" actId="478"/>
          <ac:spMkLst>
            <pc:docMk/>
            <pc:sldMk cId="3303466725" sldId="946"/>
            <ac:spMk id="8" creationId="{40BB0544-355C-8F69-E4FC-588C7D91976C}"/>
          </ac:spMkLst>
        </pc:spChg>
        <pc:spChg chg="del mod">
          <ac:chgData name="J. Tower" userId="9d06de10716639e5" providerId="LiveId" clId="{F8931099-75CA-5660-A155-55881DF68D84}" dt="2026-07-22T17:37:41.076" v="353" actId="478"/>
          <ac:spMkLst>
            <pc:docMk/>
            <pc:sldMk cId="3303466725" sldId="946"/>
            <ac:spMk id="9" creationId="{03B1D67A-D89E-607F-B96A-9D2C126433A4}"/>
          </ac:spMkLst>
        </pc:spChg>
      </pc:sldChg>
      <pc:sldChg chg="addSp delSp modSp mod">
        <pc:chgData name="J. Tower" userId="9d06de10716639e5" providerId="LiveId" clId="{F8931099-75CA-5660-A155-55881DF68D84}" dt="2026-07-22T17:37:13.320" v="318" actId="166"/>
        <pc:sldMkLst>
          <pc:docMk/>
          <pc:sldMk cId="2295188133" sldId="947"/>
        </pc:sldMkLst>
        <pc:spChg chg="mod">
          <ac:chgData name="J. Tower" userId="9d06de10716639e5" providerId="LiveId" clId="{F8931099-75CA-5660-A155-55881DF68D84}" dt="2026-07-22T17:37:04.227" v="316" actId="688"/>
          <ac:spMkLst>
            <pc:docMk/>
            <pc:sldMk cId="2295188133" sldId="947"/>
            <ac:spMk id="3" creationId="{A61B9C13-7DD9-0BAE-1BE5-351D72546389}"/>
          </ac:spMkLst>
        </pc:spChg>
        <pc:spChg chg="add mod">
          <ac:chgData name="J. Tower" userId="9d06de10716639e5" providerId="LiveId" clId="{F8931099-75CA-5660-A155-55881DF68D84}" dt="2026-07-22T17:36:49.419" v="313"/>
          <ac:spMkLst>
            <pc:docMk/>
            <pc:sldMk cId="2295188133" sldId="947"/>
            <ac:spMk id="4" creationId="{D9864F9A-EDFB-7C75-99F5-6CF5F390CBC3}"/>
          </ac:spMkLst>
        </pc:spChg>
        <pc:spChg chg="del">
          <ac:chgData name="J. Tower" userId="9d06de10716639e5" providerId="LiveId" clId="{F8931099-75CA-5660-A155-55881DF68D84}" dt="2026-07-22T17:36:48.373" v="312" actId="478"/>
          <ac:spMkLst>
            <pc:docMk/>
            <pc:sldMk cId="2295188133" sldId="947"/>
            <ac:spMk id="5" creationId="{A4DE312F-CBB1-9C39-4AC4-034F3DD4AE6F}"/>
          </ac:spMkLst>
        </pc:spChg>
        <pc:spChg chg="add mod">
          <ac:chgData name="J. Tower" userId="9d06de10716639e5" providerId="LiveId" clId="{F8931099-75CA-5660-A155-55881DF68D84}" dt="2026-07-22T17:36:49.419" v="313"/>
          <ac:spMkLst>
            <pc:docMk/>
            <pc:sldMk cId="2295188133" sldId="947"/>
            <ac:spMk id="6" creationId="{8C5C6D94-006C-5585-A368-C78AEFCD8E0B}"/>
          </ac:spMkLst>
        </pc:spChg>
        <pc:spChg chg="add mod">
          <ac:chgData name="J. Tower" userId="9d06de10716639e5" providerId="LiveId" clId="{F8931099-75CA-5660-A155-55881DF68D84}" dt="2026-07-22T17:36:49.419" v="313"/>
          <ac:spMkLst>
            <pc:docMk/>
            <pc:sldMk cId="2295188133" sldId="947"/>
            <ac:spMk id="7" creationId="{DC1454EC-3BDA-9C37-83B6-032E76C2936A}"/>
          </ac:spMkLst>
        </pc:spChg>
        <pc:spChg chg="del">
          <ac:chgData name="J. Tower" userId="9d06de10716639e5" providerId="LiveId" clId="{F8931099-75CA-5660-A155-55881DF68D84}" dt="2026-07-22T17:36:48.373" v="312" actId="478"/>
          <ac:spMkLst>
            <pc:docMk/>
            <pc:sldMk cId="2295188133" sldId="947"/>
            <ac:spMk id="8" creationId="{90F54E44-4A20-F9C9-6366-D61B770DC7C4}"/>
          </ac:spMkLst>
        </pc:spChg>
        <pc:spChg chg="del">
          <ac:chgData name="J. Tower" userId="9d06de10716639e5" providerId="LiveId" clId="{F8931099-75CA-5660-A155-55881DF68D84}" dt="2026-07-22T17:36:48.373" v="312" actId="478"/>
          <ac:spMkLst>
            <pc:docMk/>
            <pc:sldMk cId="2295188133" sldId="947"/>
            <ac:spMk id="9" creationId="{0461C04A-977F-49D6-E0D1-3F34C680902C}"/>
          </ac:spMkLst>
        </pc:spChg>
        <pc:spChg chg="add mod">
          <ac:chgData name="J. Tower" userId="9d06de10716639e5" providerId="LiveId" clId="{F8931099-75CA-5660-A155-55881DF68D84}" dt="2026-07-22T17:36:59.183" v="315" actId="1076"/>
          <ac:spMkLst>
            <pc:docMk/>
            <pc:sldMk cId="2295188133" sldId="947"/>
            <ac:spMk id="10" creationId="{925A8223-3C52-A57C-9788-83E2847D0611}"/>
          </ac:spMkLst>
        </pc:spChg>
        <pc:spChg chg="add mod">
          <ac:chgData name="J. Tower" userId="9d06de10716639e5" providerId="LiveId" clId="{F8931099-75CA-5660-A155-55881DF68D84}" dt="2026-07-22T17:36:59.183" v="315" actId="1076"/>
          <ac:spMkLst>
            <pc:docMk/>
            <pc:sldMk cId="2295188133" sldId="947"/>
            <ac:spMk id="11" creationId="{B9080E2F-A4EE-FBFA-A94B-0751848C4549}"/>
          </ac:spMkLst>
        </pc:spChg>
        <pc:spChg chg="add mod">
          <ac:chgData name="J. Tower" userId="9d06de10716639e5" providerId="LiveId" clId="{F8931099-75CA-5660-A155-55881DF68D84}" dt="2026-07-22T17:36:59.183" v="315" actId="1076"/>
          <ac:spMkLst>
            <pc:docMk/>
            <pc:sldMk cId="2295188133" sldId="947"/>
            <ac:spMk id="12" creationId="{48B58109-7957-B3E3-E7EC-EA86BDAF5E30}"/>
          </ac:spMkLst>
        </pc:spChg>
        <pc:spChg chg="mod">
          <ac:chgData name="J. Tower" userId="9d06de10716639e5" providerId="LiveId" clId="{F8931099-75CA-5660-A155-55881DF68D84}" dt="2026-07-22T17:37:08.151" v="317" actId="688"/>
          <ac:spMkLst>
            <pc:docMk/>
            <pc:sldMk cId="2295188133" sldId="947"/>
            <ac:spMk id="15" creationId="{308E5376-C49C-AF05-8DCD-D14ADC6FA5FB}"/>
          </ac:spMkLst>
        </pc:spChg>
        <pc:spChg chg="mod">
          <ac:chgData name="J. Tower" userId="9d06de10716639e5" providerId="LiveId" clId="{F8931099-75CA-5660-A155-55881DF68D84}" dt="2026-07-22T17:37:13.320" v="318" actId="166"/>
          <ac:spMkLst>
            <pc:docMk/>
            <pc:sldMk cId="2295188133" sldId="947"/>
            <ac:spMk id="16" creationId="{8E168570-A169-1439-8CAD-0F83C2738163}"/>
          </ac:spMkLst>
        </pc:spChg>
      </pc:sldChg>
      <pc:sldChg chg="addSp delSp modSp mod">
        <pc:chgData name="J. Tower" userId="9d06de10716639e5" providerId="LiveId" clId="{F8931099-75CA-5660-A155-55881DF68D84}" dt="2026-07-22T17:38:53.942" v="474" actId="1038"/>
        <pc:sldMkLst>
          <pc:docMk/>
          <pc:sldMk cId="2554511693" sldId="948"/>
        </pc:sldMkLst>
        <pc:spChg chg="mod">
          <ac:chgData name="J. Tower" userId="9d06de10716639e5" providerId="LiveId" clId="{F8931099-75CA-5660-A155-55881DF68D84}" dt="2026-07-22T17:38:32.408" v="386" actId="688"/>
          <ac:spMkLst>
            <pc:docMk/>
            <pc:sldMk cId="2554511693" sldId="948"/>
            <ac:spMk id="3" creationId="{04ECA20F-40B9-4004-B45A-A1CE1FBCD449}"/>
          </ac:spMkLst>
        </pc:spChg>
        <pc:spChg chg="mod">
          <ac:chgData name="J. Tower" userId="9d06de10716639e5" providerId="LiveId" clId="{F8931099-75CA-5660-A155-55881DF68D84}" dt="2026-07-22T17:38:53.942" v="474" actId="1038"/>
          <ac:spMkLst>
            <pc:docMk/>
            <pc:sldMk cId="2554511693" sldId="948"/>
            <ac:spMk id="4" creationId="{D5969FCE-C23F-2F98-5F09-867D803AD13E}"/>
          </ac:spMkLst>
        </pc:spChg>
        <pc:spChg chg="del">
          <ac:chgData name="J. Tower" userId="9d06de10716639e5" providerId="LiveId" clId="{F8931099-75CA-5660-A155-55881DF68D84}" dt="2026-07-22T17:38:22.286" v="383" actId="478"/>
          <ac:spMkLst>
            <pc:docMk/>
            <pc:sldMk cId="2554511693" sldId="948"/>
            <ac:spMk id="5" creationId="{3D5CF3B1-AF33-B624-0A15-23EC78D2462D}"/>
          </ac:spMkLst>
        </pc:spChg>
        <pc:spChg chg="mod">
          <ac:chgData name="J. Tower" userId="9d06de10716639e5" providerId="LiveId" clId="{F8931099-75CA-5660-A155-55881DF68D84}" dt="2026-07-22T17:38:53.942" v="474" actId="1038"/>
          <ac:spMkLst>
            <pc:docMk/>
            <pc:sldMk cId="2554511693" sldId="948"/>
            <ac:spMk id="6" creationId="{C2233E55-8D3F-6774-FBE2-0874E5028E71}"/>
          </ac:spMkLst>
        </pc:spChg>
        <pc:spChg chg="add mod">
          <ac:chgData name="J. Tower" userId="9d06de10716639e5" providerId="LiveId" clId="{F8931099-75CA-5660-A155-55881DF68D84}" dt="2026-07-22T17:38:22.658" v="384"/>
          <ac:spMkLst>
            <pc:docMk/>
            <pc:sldMk cId="2554511693" sldId="948"/>
            <ac:spMk id="7" creationId="{F6309353-74B2-360A-2D77-BA64572EF343}"/>
          </ac:spMkLst>
        </pc:spChg>
        <pc:spChg chg="del">
          <ac:chgData name="J. Tower" userId="9d06de10716639e5" providerId="LiveId" clId="{F8931099-75CA-5660-A155-55881DF68D84}" dt="2026-07-22T17:38:22.286" v="383" actId="478"/>
          <ac:spMkLst>
            <pc:docMk/>
            <pc:sldMk cId="2554511693" sldId="948"/>
            <ac:spMk id="8" creationId="{D54EC427-A312-BFD9-1F8F-9B9367639C30}"/>
          </ac:spMkLst>
        </pc:spChg>
        <pc:spChg chg="del">
          <ac:chgData name="J. Tower" userId="9d06de10716639e5" providerId="LiveId" clId="{F8931099-75CA-5660-A155-55881DF68D84}" dt="2026-07-22T17:38:22.286" v="383" actId="478"/>
          <ac:spMkLst>
            <pc:docMk/>
            <pc:sldMk cId="2554511693" sldId="948"/>
            <ac:spMk id="9" creationId="{F5922088-1A64-31C3-9EBB-07719C01EDA3}"/>
          </ac:spMkLst>
        </pc:spChg>
        <pc:spChg chg="add mod">
          <ac:chgData name="J. Tower" userId="9d06de10716639e5" providerId="LiveId" clId="{F8931099-75CA-5660-A155-55881DF68D84}" dt="2026-07-22T17:38:22.658" v="384"/>
          <ac:spMkLst>
            <pc:docMk/>
            <pc:sldMk cId="2554511693" sldId="948"/>
            <ac:spMk id="10" creationId="{2194168D-5925-17D9-318D-E4C58F9D4245}"/>
          </ac:spMkLst>
        </pc:spChg>
        <pc:spChg chg="add mod">
          <ac:chgData name="J. Tower" userId="9d06de10716639e5" providerId="LiveId" clId="{F8931099-75CA-5660-A155-55881DF68D84}" dt="2026-07-22T17:38:22.658" v="384"/>
          <ac:spMkLst>
            <pc:docMk/>
            <pc:sldMk cId="2554511693" sldId="948"/>
            <ac:spMk id="11" creationId="{80A04B14-1627-6D8D-2EBB-0D8925F7389C}"/>
          </ac:spMkLst>
        </pc:spChg>
        <pc:spChg chg="mod">
          <ac:chgData name="J. Tower" userId="9d06de10716639e5" providerId="LiveId" clId="{F8931099-75CA-5660-A155-55881DF68D84}" dt="2026-07-22T17:38:36.297" v="387" actId="688"/>
          <ac:spMkLst>
            <pc:docMk/>
            <pc:sldMk cId="2554511693" sldId="948"/>
            <ac:spMk id="15" creationId="{36D9602C-67DA-7FF2-597B-C846809EA735}"/>
          </ac:spMkLst>
        </pc:spChg>
        <pc:spChg chg="mod">
          <ac:chgData name="J. Tower" userId="9d06de10716639e5" providerId="LiveId" clId="{F8931099-75CA-5660-A155-55881DF68D84}" dt="2026-07-22T17:38:28.927" v="385" actId="166"/>
          <ac:spMkLst>
            <pc:docMk/>
            <pc:sldMk cId="2554511693" sldId="948"/>
            <ac:spMk id="16" creationId="{DDA5FB28-6503-8AA5-7248-4452B37E9A91}"/>
          </ac:spMkLst>
        </pc:spChg>
      </pc:sldChg>
      <pc:sldChg chg="del">
        <pc:chgData name="J. Tower" userId="9d06de10716639e5" providerId="LiveId" clId="{F8931099-75CA-5660-A155-55881DF68D84}" dt="2026-07-23T14:31:23.295" v="875"/>
        <pc:sldMkLst>
          <pc:docMk/>
          <pc:sldMk cId="3016990468" sldId="949"/>
        </pc:sldMkLst>
      </pc:sldChg>
      <pc:sldChg chg="del">
        <pc:chgData name="J. Tower" userId="9d06de10716639e5" providerId="LiveId" clId="{F8931099-75CA-5660-A155-55881DF68D84}" dt="2026-07-23T14:32:01.081" v="877"/>
        <pc:sldMkLst>
          <pc:docMk/>
          <pc:sldMk cId="2588110502" sldId="950"/>
        </pc:sldMkLst>
      </pc:sldChg>
      <pc:sldChg chg="del">
        <pc:chgData name="J. Tower" userId="9d06de10716639e5" providerId="LiveId" clId="{F8931099-75CA-5660-A155-55881DF68D84}" dt="2026-07-23T14:49:56.254" v="914"/>
        <pc:sldMkLst>
          <pc:docMk/>
          <pc:sldMk cId="9999961" sldId="951"/>
        </pc:sldMkLst>
      </pc:sldChg>
      <pc:sldChg chg="del">
        <pc:chgData name="J. Tower" userId="9d06de10716639e5" providerId="LiveId" clId="{F8931099-75CA-5660-A155-55881DF68D84}" dt="2026-07-23T14:50:32.874" v="916"/>
        <pc:sldMkLst>
          <pc:docMk/>
          <pc:sldMk cId="688783251" sldId="952"/>
        </pc:sldMkLst>
      </pc:sldChg>
      <pc:sldChg chg="del">
        <pc:chgData name="J. Tower" userId="9d06de10716639e5" providerId="LiveId" clId="{F8931099-75CA-5660-A155-55881DF68D84}" dt="2026-07-23T14:51:52.914" v="922"/>
        <pc:sldMkLst>
          <pc:docMk/>
          <pc:sldMk cId="2372623074" sldId="955"/>
        </pc:sldMkLst>
      </pc:sldChg>
      <pc:sldChg chg="del">
        <pc:chgData name="J. Tower" userId="9d06de10716639e5" providerId="LiveId" clId="{F8931099-75CA-5660-A155-55881DF68D84}" dt="2026-07-23T19:30:21" v="950"/>
        <pc:sldMkLst>
          <pc:docMk/>
          <pc:sldMk cId="1930113288" sldId="956"/>
        </pc:sldMkLst>
      </pc:sldChg>
      <pc:sldChg chg="del">
        <pc:chgData name="J. Tower" userId="9d06de10716639e5" providerId="LiveId" clId="{F8931099-75CA-5660-A155-55881DF68D84}" dt="2026-07-23T19:30:45.569" v="952"/>
        <pc:sldMkLst>
          <pc:docMk/>
          <pc:sldMk cId="349432613" sldId="957"/>
        </pc:sldMkLst>
      </pc:sldChg>
      <pc:sldChg chg="del">
        <pc:chgData name="J. Tower" userId="9d06de10716639e5" providerId="LiveId" clId="{F8931099-75CA-5660-A155-55881DF68D84}" dt="2026-07-23T19:32:03.488" v="958"/>
        <pc:sldMkLst>
          <pc:docMk/>
          <pc:sldMk cId="869461942" sldId="958"/>
        </pc:sldMkLst>
      </pc:sldChg>
      <pc:sldChg chg="del">
        <pc:chgData name="J. Tower" userId="9d06de10716639e5" providerId="LiveId" clId="{F8931099-75CA-5660-A155-55881DF68D84}" dt="2026-07-22T15:18:49.288" v="25"/>
        <pc:sldMkLst>
          <pc:docMk/>
          <pc:sldMk cId="970239318" sldId="959"/>
        </pc:sldMkLst>
      </pc:sldChg>
      <pc:sldChg chg="del">
        <pc:chgData name="J. Tower" userId="9d06de10716639e5" providerId="LiveId" clId="{F8931099-75CA-5660-A155-55881DF68D84}" dt="2026-07-23T19:33:23.998" v="966"/>
        <pc:sldMkLst>
          <pc:docMk/>
          <pc:sldMk cId="559650111" sldId="960"/>
        </pc:sldMkLst>
      </pc:sldChg>
      <pc:sldChg chg="del">
        <pc:chgData name="J. Tower" userId="9d06de10716639e5" providerId="LiveId" clId="{F8931099-75CA-5660-A155-55881DF68D84}" dt="2026-07-23T19:33:43.470" v="968"/>
        <pc:sldMkLst>
          <pc:docMk/>
          <pc:sldMk cId="1380243444" sldId="964"/>
        </pc:sldMkLst>
      </pc:sldChg>
      <pc:sldChg chg="modSp del mod">
        <pc:chgData name="J. Tower" userId="9d06de10716639e5" providerId="LiveId" clId="{F8931099-75CA-5660-A155-55881DF68D84}" dt="2026-07-23T19:34:03.191" v="970"/>
        <pc:sldMkLst>
          <pc:docMk/>
          <pc:sldMk cId="3375524048" sldId="965"/>
        </pc:sldMkLst>
        <pc:spChg chg="mod">
          <ac:chgData name="J. Tower" userId="9d06de10716639e5" providerId="LiveId" clId="{F8931099-75CA-5660-A155-55881DF68D84}" dt="2026-07-22T17:23:57.475" v="112" actId="20577"/>
          <ac:spMkLst>
            <pc:docMk/>
            <pc:sldMk cId="3375524048" sldId="965"/>
            <ac:spMk id="2" creationId="{38ED83D5-57EB-0B9B-E148-8C9D75C6438B}"/>
          </ac:spMkLst>
        </pc:spChg>
      </pc:sldChg>
      <pc:sldChg chg="del">
        <pc:chgData name="J. Tower" userId="9d06de10716639e5" providerId="LiveId" clId="{F8931099-75CA-5660-A155-55881DF68D84}" dt="2026-07-23T14:24:38.935" v="827"/>
        <pc:sldMkLst>
          <pc:docMk/>
          <pc:sldMk cId="3053302117" sldId="968"/>
        </pc:sldMkLst>
      </pc:sldChg>
      <pc:sldChg chg="del">
        <pc:chgData name="J. Tower" userId="9d06de10716639e5" providerId="LiveId" clId="{F8931099-75CA-5660-A155-55881DF68D84}" dt="2026-07-23T14:26:18.111" v="844"/>
        <pc:sldMkLst>
          <pc:docMk/>
          <pc:sldMk cId="501613534" sldId="969"/>
        </pc:sldMkLst>
      </pc:sldChg>
      <pc:sldChg chg="add del">
        <pc:chgData name="J. Tower" userId="9d06de10716639e5" providerId="LiveId" clId="{F8931099-75CA-5660-A155-55881DF68D84}" dt="2026-07-22T15:12:41.198" v="21"/>
        <pc:sldMkLst>
          <pc:docMk/>
          <pc:sldMk cId="2877731959" sldId="970"/>
        </pc:sldMkLst>
      </pc:sldChg>
      <pc:sldChg chg="del">
        <pc:chgData name="J. Tower" userId="9d06de10716639e5" providerId="LiveId" clId="{F8931099-75CA-5660-A155-55881DF68D84}" dt="2026-07-22T15:09:47.137" v="17"/>
        <pc:sldMkLst>
          <pc:docMk/>
          <pc:sldMk cId="3764582370" sldId="971"/>
        </pc:sldMkLst>
      </pc:sldChg>
      <pc:sldChg chg="del">
        <pc:chgData name="J. Tower" userId="9d06de10716639e5" providerId="LiveId" clId="{F8931099-75CA-5660-A155-55881DF68D84}" dt="2026-07-23T14:32:22.216" v="879"/>
        <pc:sldMkLst>
          <pc:docMk/>
          <pc:sldMk cId="2731366515" sldId="972"/>
        </pc:sldMkLst>
      </pc:sldChg>
      <pc:sldChg chg="del">
        <pc:chgData name="J. Tower" userId="9d06de10716639e5" providerId="LiveId" clId="{F8931099-75CA-5660-A155-55881DF68D84}" dt="2026-07-23T14:43:57.944" v="892"/>
        <pc:sldMkLst>
          <pc:docMk/>
          <pc:sldMk cId="2625973047" sldId="973"/>
        </pc:sldMkLst>
      </pc:sldChg>
      <pc:sldChg chg="del">
        <pc:chgData name="J. Tower" userId="9d06de10716639e5" providerId="LiveId" clId="{F8931099-75CA-5660-A155-55881DF68D84}" dt="2026-07-23T14:44:21.981" v="894"/>
        <pc:sldMkLst>
          <pc:docMk/>
          <pc:sldMk cId="1276698067" sldId="974"/>
        </pc:sldMkLst>
      </pc:sldChg>
      <pc:sldChg chg="del">
        <pc:chgData name="J. Tower" userId="9d06de10716639e5" providerId="LiveId" clId="{F8931099-75CA-5660-A155-55881DF68D84}" dt="2026-07-23T14:44:45.419" v="896"/>
        <pc:sldMkLst>
          <pc:docMk/>
          <pc:sldMk cId="1681806958" sldId="975"/>
        </pc:sldMkLst>
      </pc:sldChg>
      <pc:sldChg chg="del">
        <pc:chgData name="J. Tower" userId="9d06de10716639e5" providerId="LiveId" clId="{F8931099-75CA-5660-A155-55881DF68D84}" dt="2026-07-23T14:45:08.911" v="898"/>
        <pc:sldMkLst>
          <pc:docMk/>
          <pc:sldMk cId="2835129121" sldId="976"/>
        </pc:sldMkLst>
      </pc:sldChg>
      <pc:sldChg chg="del">
        <pc:chgData name="J. Tower" userId="9d06de10716639e5" providerId="LiveId" clId="{F8931099-75CA-5660-A155-55881DF68D84}" dt="2026-07-22T15:08:32.619" v="3"/>
        <pc:sldMkLst>
          <pc:docMk/>
          <pc:sldMk cId="3326777995" sldId="977"/>
        </pc:sldMkLst>
      </pc:sldChg>
      <pc:sldChg chg="del">
        <pc:chgData name="J. Tower" userId="9d06de10716639e5" providerId="LiveId" clId="{F8931099-75CA-5660-A155-55881DF68D84}" dt="2026-07-22T15:08:40.099" v="5"/>
        <pc:sldMkLst>
          <pc:docMk/>
          <pc:sldMk cId="1272709593" sldId="978"/>
        </pc:sldMkLst>
      </pc:sldChg>
      <pc:sldChg chg="del">
        <pc:chgData name="J. Tower" userId="9d06de10716639e5" providerId="LiveId" clId="{F8931099-75CA-5660-A155-55881DF68D84}" dt="2026-07-22T15:08:44.684" v="7"/>
        <pc:sldMkLst>
          <pc:docMk/>
          <pc:sldMk cId="4177593595" sldId="979"/>
        </pc:sldMkLst>
      </pc:sldChg>
      <pc:sldChg chg="del">
        <pc:chgData name="J. Tower" userId="9d06de10716639e5" providerId="LiveId" clId="{F8931099-75CA-5660-A155-55881DF68D84}" dt="2026-07-22T15:08:57.585" v="9"/>
        <pc:sldMkLst>
          <pc:docMk/>
          <pc:sldMk cId="2732213289" sldId="980"/>
        </pc:sldMkLst>
      </pc:sldChg>
      <pc:sldChg chg="del">
        <pc:chgData name="J. Tower" userId="9d06de10716639e5" providerId="LiveId" clId="{F8931099-75CA-5660-A155-55881DF68D84}" dt="2026-07-22T15:09:07.506" v="11"/>
        <pc:sldMkLst>
          <pc:docMk/>
          <pc:sldMk cId="2060202290" sldId="981"/>
        </pc:sldMkLst>
      </pc:sldChg>
      <pc:sldChg chg="del">
        <pc:chgData name="J. Tower" userId="9d06de10716639e5" providerId="LiveId" clId="{F8931099-75CA-5660-A155-55881DF68D84}" dt="2026-07-22T15:09:10.862" v="13"/>
        <pc:sldMkLst>
          <pc:docMk/>
          <pc:sldMk cId="2817854769" sldId="982"/>
        </pc:sldMkLst>
      </pc:sldChg>
      <pc:sldChg chg="del">
        <pc:chgData name="J. Tower" userId="9d06de10716639e5" providerId="LiveId" clId="{F8931099-75CA-5660-A155-55881DF68D84}" dt="2026-07-23T14:50:53.735" v="918"/>
        <pc:sldMkLst>
          <pc:docMk/>
          <pc:sldMk cId="845922992" sldId="983"/>
        </pc:sldMkLst>
      </pc:sldChg>
      <pc:sldChg chg="del">
        <pc:chgData name="J. Tower" userId="9d06de10716639e5" providerId="LiveId" clId="{F8931099-75CA-5660-A155-55881DF68D84}" dt="2026-07-23T14:51:32.291" v="920"/>
        <pc:sldMkLst>
          <pc:docMk/>
          <pc:sldMk cId="307283080" sldId="984"/>
        </pc:sldMkLst>
      </pc:sldChg>
      <pc:sldChg chg="del">
        <pc:chgData name="J. Tower" userId="9d06de10716639e5" providerId="LiveId" clId="{F8931099-75CA-5660-A155-55881DF68D84}" dt="2026-07-23T19:27:54.865" v="936"/>
        <pc:sldMkLst>
          <pc:docMk/>
          <pc:sldMk cId="2862623153" sldId="985"/>
        </pc:sldMkLst>
      </pc:sldChg>
      <pc:sldChg chg="del">
        <pc:chgData name="J. Tower" userId="9d06de10716639e5" providerId="LiveId" clId="{F8931099-75CA-5660-A155-55881DF68D84}" dt="2026-07-23T19:28:15.271" v="938"/>
        <pc:sldMkLst>
          <pc:docMk/>
          <pc:sldMk cId="959080444" sldId="986"/>
        </pc:sldMkLst>
      </pc:sldChg>
      <pc:sldChg chg="del">
        <pc:chgData name="J. Tower" userId="9d06de10716639e5" providerId="LiveId" clId="{F8931099-75CA-5660-A155-55881DF68D84}" dt="2026-07-23T19:28:55.725" v="942"/>
        <pc:sldMkLst>
          <pc:docMk/>
          <pc:sldMk cId="426978608" sldId="987"/>
        </pc:sldMkLst>
      </pc:sldChg>
      <pc:sldChg chg="del">
        <pc:chgData name="J. Tower" userId="9d06de10716639e5" providerId="LiveId" clId="{F8931099-75CA-5660-A155-55881DF68D84}" dt="2026-07-23T19:29:15.361" v="944"/>
        <pc:sldMkLst>
          <pc:docMk/>
          <pc:sldMk cId="2026769911" sldId="988"/>
        </pc:sldMkLst>
      </pc:sldChg>
      <pc:sldChg chg="del">
        <pc:chgData name="J. Tower" userId="9d06de10716639e5" providerId="LiveId" clId="{F8931099-75CA-5660-A155-55881DF68D84}" dt="2026-07-23T14:23:45.938" v="684" actId="2696"/>
        <pc:sldMkLst>
          <pc:docMk/>
          <pc:sldMk cId="589922249" sldId="990"/>
        </pc:sldMkLst>
      </pc:sldChg>
      <pc:sldChg chg="add del">
        <pc:chgData name="J. Tower" userId="9d06de10716639e5" providerId="LiveId" clId="{F8931099-75CA-5660-A155-55881DF68D84}" dt="2026-07-23T14:46:12.751" v="900"/>
        <pc:sldMkLst>
          <pc:docMk/>
          <pc:sldMk cId="798412512" sldId="993"/>
        </pc:sldMkLst>
      </pc:sldChg>
      <pc:sldChg chg="add del">
        <pc:chgData name="J. Tower" userId="9d06de10716639e5" providerId="LiveId" clId="{F8931099-75CA-5660-A155-55881DF68D84}" dt="2026-07-23T14:46:44.792" v="902"/>
        <pc:sldMkLst>
          <pc:docMk/>
          <pc:sldMk cId="3197260045" sldId="994"/>
        </pc:sldMkLst>
      </pc:sldChg>
      <pc:sldChg chg="add del">
        <pc:chgData name="J. Tower" userId="9d06de10716639e5" providerId="LiveId" clId="{F8931099-75CA-5660-A155-55881DF68D84}" dt="2026-07-23T14:47:11.206" v="904"/>
        <pc:sldMkLst>
          <pc:docMk/>
          <pc:sldMk cId="2928582378" sldId="995"/>
        </pc:sldMkLst>
      </pc:sldChg>
      <pc:sldChg chg="add del">
        <pc:chgData name="J. Tower" userId="9d06de10716639e5" providerId="LiveId" clId="{F8931099-75CA-5660-A155-55881DF68D84}" dt="2026-07-23T14:47:56.519" v="906"/>
        <pc:sldMkLst>
          <pc:docMk/>
          <pc:sldMk cId="956334858" sldId="996"/>
        </pc:sldMkLst>
      </pc:sldChg>
      <pc:sldChg chg="add del">
        <pc:chgData name="J. Tower" userId="9d06de10716639e5" providerId="LiveId" clId="{F8931099-75CA-5660-A155-55881DF68D84}" dt="2026-07-23T14:48:21.567" v="908"/>
        <pc:sldMkLst>
          <pc:docMk/>
          <pc:sldMk cId="180200022" sldId="997"/>
        </pc:sldMkLst>
      </pc:sldChg>
      <pc:sldChg chg="add del">
        <pc:chgData name="J. Tower" userId="9d06de10716639e5" providerId="LiveId" clId="{F8931099-75CA-5660-A155-55881DF68D84}" dt="2026-07-23T14:48:47.426" v="910"/>
        <pc:sldMkLst>
          <pc:docMk/>
          <pc:sldMk cId="1893142196" sldId="998"/>
        </pc:sldMkLst>
      </pc:sldChg>
      <pc:sldChg chg="add del">
        <pc:chgData name="J. Tower" userId="9d06de10716639e5" providerId="LiveId" clId="{F8931099-75CA-5660-A155-55881DF68D84}" dt="2026-07-23T14:49:23.290" v="912"/>
        <pc:sldMkLst>
          <pc:docMk/>
          <pc:sldMk cId="4252315377" sldId="999"/>
        </pc:sldMkLst>
      </pc:sldChg>
      <pc:sldChg chg="add del modNotesTx">
        <pc:chgData name="J. Tower" userId="9d06de10716639e5" providerId="LiveId" clId="{F8931099-75CA-5660-A155-55881DF68D84}" dt="2026-07-23T14:28:26.519" v="867"/>
        <pc:sldMkLst>
          <pc:docMk/>
          <pc:sldMk cId="2479003900" sldId="1000"/>
        </pc:sldMkLst>
      </pc:sldChg>
      <pc:sldChg chg="add del modNotesTx">
        <pc:chgData name="J. Tower" userId="9d06de10716639e5" providerId="LiveId" clId="{F8931099-75CA-5660-A155-55881DF68D84}" dt="2026-07-23T14:29:36.963" v="871"/>
        <pc:sldMkLst>
          <pc:docMk/>
          <pc:sldMk cId="3893776547" sldId="1001"/>
        </pc:sldMkLst>
      </pc:sldChg>
      <pc:sldChg chg="add del modNotesTx">
        <pc:chgData name="J. Tower" userId="9d06de10716639e5" providerId="LiveId" clId="{F8931099-75CA-5660-A155-55881DF68D84}" dt="2026-07-23T14:29:15.899" v="869"/>
        <pc:sldMkLst>
          <pc:docMk/>
          <pc:sldMk cId="110146681" sldId="1002"/>
        </pc:sldMkLst>
      </pc:sldChg>
      <pc:sldChg chg="add del">
        <pc:chgData name="J. Tower" userId="9d06de10716639e5" providerId="LiveId" clId="{F8931099-75CA-5660-A155-55881DF68D84}" dt="2026-07-23T19:33:04.656" v="964"/>
        <pc:sldMkLst>
          <pc:docMk/>
          <pc:sldMk cId="824133476" sldId="1003"/>
        </pc:sldMkLst>
      </pc:sldChg>
      <pc:sldChg chg="addSp modSp add del mod">
        <pc:chgData name="J. Tower" userId="9d06de10716639e5" providerId="LiveId" clId="{F8931099-75CA-5660-A155-55881DF68D84}" dt="2026-07-23T14:16:56.612" v="676" actId="2696"/>
        <pc:sldMkLst>
          <pc:docMk/>
          <pc:sldMk cId="960307442" sldId="1004"/>
        </pc:sldMkLst>
        <pc:spChg chg="add mod">
          <ac:chgData name="J. Tower" userId="9d06de10716639e5" providerId="LiveId" clId="{F8931099-75CA-5660-A155-55881DF68D84}" dt="2026-07-22T17:39:42.143" v="549" actId="207"/>
          <ac:spMkLst>
            <pc:docMk/>
            <pc:sldMk cId="960307442" sldId="1004"/>
            <ac:spMk id="5" creationId="{9185D80A-8581-3635-D7B7-6F2E20A50EF5}"/>
          </ac:spMkLst>
        </pc:spChg>
      </pc:sldChg>
      <pc:sldChg chg="modSp add mod ord">
        <pc:chgData name="J. Tower" userId="9d06de10716639e5" providerId="LiveId" clId="{F8931099-75CA-5660-A155-55881DF68D84}" dt="2026-07-22T17:42:34.901" v="556" actId="20578"/>
        <pc:sldMkLst>
          <pc:docMk/>
          <pc:sldMk cId="564184913" sldId="1005"/>
        </pc:sldMkLst>
        <pc:spChg chg="mod">
          <ac:chgData name="J. Tower" userId="9d06de10716639e5" providerId="LiveId" clId="{F8931099-75CA-5660-A155-55881DF68D84}" dt="2026-07-22T17:42:27.785" v="555" actId="20577"/>
          <ac:spMkLst>
            <pc:docMk/>
            <pc:sldMk cId="564184913" sldId="1005"/>
            <ac:spMk id="3" creationId="{738DCC90-7F97-4EB4-10A2-3956FCB0064D}"/>
          </ac:spMkLst>
        </pc:spChg>
      </pc:sldChg>
      <pc:sldChg chg="add">
        <pc:chgData name="J. Tower" userId="9d06de10716639e5" providerId="LiveId" clId="{F8931099-75CA-5660-A155-55881DF68D84}" dt="2026-07-23T14:16:08.676" v="674" actId="2890"/>
        <pc:sldMkLst>
          <pc:docMk/>
          <pc:sldMk cId="3211785631" sldId="1006"/>
        </pc:sldMkLst>
      </pc:sldChg>
      <pc:sldChg chg="add">
        <pc:chgData name="J. Tower" userId="9d06de10716639e5" providerId="LiveId" clId="{F8931099-75CA-5660-A155-55881DF68D84}" dt="2026-07-23T14:21:44.886" v="678"/>
        <pc:sldMkLst>
          <pc:docMk/>
          <pc:sldMk cId="823823958" sldId="1007"/>
        </pc:sldMkLst>
      </pc:sldChg>
      <pc:sldChg chg="add">
        <pc:chgData name="J. Tower" userId="9d06de10716639e5" providerId="LiveId" clId="{F8931099-75CA-5660-A155-55881DF68D84}" dt="2026-07-23T14:23:21.341" v="680"/>
        <pc:sldMkLst>
          <pc:docMk/>
          <pc:sldMk cId="4130276673" sldId="1008"/>
        </pc:sldMkLst>
      </pc:sldChg>
      <pc:sldChg chg="addSp modSp add mod modNotesTx">
        <pc:chgData name="J. Tower" userId="9d06de10716639e5" providerId="LiveId" clId="{F8931099-75CA-5660-A155-55881DF68D84}" dt="2026-07-23T14:24:55.656" v="842" actId="313"/>
        <pc:sldMkLst>
          <pc:docMk/>
          <pc:sldMk cId="2921239428" sldId="1009"/>
        </pc:sldMkLst>
        <pc:spChg chg="add mod">
          <ac:chgData name="J. Tower" userId="9d06de10716639e5" providerId="LiveId" clId="{F8931099-75CA-5660-A155-55881DF68D84}" dt="2026-07-23T14:23:44.095" v="683"/>
          <ac:spMkLst>
            <pc:docMk/>
            <pc:sldMk cId="2921239428" sldId="1009"/>
            <ac:spMk id="3" creationId="{D4B9B0FB-422F-347A-7D53-85663769E690}"/>
          </ac:spMkLst>
        </pc:spChg>
        <pc:spChg chg="add mod">
          <ac:chgData name="J. Tower" userId="9d06de10716639e5" providerId="LiveId" clId="{F8931099-75CA-5660-A155-55881DF68D84}" dt="2026-07-23T14:24:52.733" v="841" actId="313"/>
          <ac:spMkLst>
            <pc:docMk/>
            <pc:sldMk cId="2921239428" sldId="1009"/>
            <ac:spMk id="6" creationId="{A5D57921-30D6-B0B4-5A33-72FE7EA62756}"/>
          </ac:spMkLst>
        </pc:spChg>
        <pc:spChg chg="add mod">
          <ac:chgData name="J. Tower" userId="9d06de10716639e5" providerId="LiveId" clId="{F8931099-75CA-5660-A155-55881DF68D84}" dt="2026-07-23T14:23:44.095" v="683"/>
          <ac:spMkLst>
            <pc:docMk/>
            <pc:sldMk cId="2921239428" sldId="1009"/>
            <ac:spMk id="7" creationId="{94E19EF5-F7E9-BB2A-B5B5-1F550E8AD1F2}"/>
          </ac:spMkLst>
        </pc:spChg>
      </pc:sldChg>
      <pc:sldChg chg="add">
        <pc:chgData name="J. Tower" userId="9d06de10716639e5" providerId="LiveId" clId="{F8931099-75CA-5660-A155-55881DF68D84}" dt="2026-07-23T14:24:38.933" v="826"/>
        <pc:sldMkLst>
          <pc:docMk/>
          <pc:sldMk cId="2566835873" sldId="1010"/>
        </pc:sldMkLst>
      </pc:sldChg>
      <pc:sldChg chg="add">
        <pc:chgData name="J. Tower" userId="9d06de10716639e5" providerId="LiveId" clId="{F8931099-75CA-5660-A155-55881DF68D84}" dt="2026-07-23T14:26:18.109" v="843"/>
        <pc:sldMkLst>
          <pc:docMk/>
          <pc:sldMk cId="2500154418" sldId="1011"/>
        </pc:sldMkLst>
      </pc:sldChg>
      <pc:sldChg chg="add">
        <pc:chgData name="J. Tower" userId="9d06de10716639e5" providerId="LiveId" clId="{F8931099-75CA-5660-A155-55881DF68D84}" dt="2026-07-23T14:28:26.517" v="866"/>
        <pc:sldMkLst>
          <pc:docMk/>
          <pc:sldMk cId="802331092" sldId="1012"/>
        </pc:sldMkLst>
      </pc:sldChg>
      <pc:sldChg chg="add">
        <pc:chgData name="J. Tower" userId="9d06de10716639e5" providerId="LiveId" clId="{F8931099-75CA-5660-A155-55881DF68D84}" dt="2026-07-23T14:29:15.897" v="868"/>
        <pc:sldMkLst>
          <pc:docMk/>
          <pc:sldMk cId="59724984" sldId="1013"/>
        </pc:sldMkLst>
      </pc:sldChg>
      <pc:sldChg chg="add">
        <pc:chgData name="J. Tower" userId="9d06de10716639e5" providerId="LiveId" clId="{F8931099-75CA-5660-A155-55881DF68D84}" dt="2026-07-23T14:29:36.961" v="870"/>
        <pc:sldMkLst>
          <pc:docMk/>
          <pc:sldMk cId="1834747444" sldId="1014"/>
        </pc:sldMkLst>
      </pc:sldChg>
      <pc:sldChg chg="add modNotesTx">
        <pc:chgData name="J. Tower" userId="9d06de10716639e5" providerId="LiveId" clId="{F8931099-75CA-5660-A155-55881DF68D84}" dt="2026-07-23T14:33:50.376" v="880" actId="20577"/>
        <pc:sldMkLst>
          <pc:docMk/>
          <pc:sldMk cId="1119816949" sldId="1015"/>
        </pc:sldMkLst>
      </pc:sldChg>
      <pc:sldChg chg="add modNotesTx">
        <pc:chgData name="J. Tower" userId="9d06de10716639e5" providerId="LiveId" clId="{F8931099-75CA-5660-A155-55881DF68D84}" dt="2026-07-23T14:34:05.651" v="882" actId="20577"/>
        <pc:sldMkLst>
          <pc:docMk/>
          <pc:sldMk cId="2162509311" sldId="1016"/>
        </pc:sldMkLst>
      </pc:sldChg>
      <pc:sldChg chg="add modNotesTx">
        <pc:chgData name="J. Tower" userId="9d06de10716639e5" providerId="LiveId" clId="{F8931099-75CA-5660-A155-55881DF68D84}" dt="2026-07-23T14:34:16.828" v="884" actId="20577"/>
        <pc:sldMkLst>
          <pc:docMk/>
          <pc:sldMk cId="2736070910" sldId="1017"/>
        </pc:sldMkLst>
      </pc:sldChg>
      <pc:sldChg chg="add modNotesTx">
        <pc:chgData name="J. Tower" userId="9d06de10716639e5" providerId="LiveId" clId="{F8931099-75CA-5660-A155-55881DF68D84}" dt="2026-07-23T14:34:30.931" v="886" actId="20577"/>
        <pc:sldMkLst>
          <pc:docMk/>
          <pc:sldMk cId="1047169501" sldId="1018"/>
        </pc:sldMkLst>
      </pc:sldChg>
      <pc:sldChg chg="add">
        <pc:chgData name="J. Tower" userId="9d06de10716639e5" providerId="LiveId" clId="{F8931099-75CA-5660-A155-55881DF68D84}" dt="2026-07-23T14:43:21.674" v="889"/>
        <pc:sldMkLst>
          <pc:docMk/>
          <pc:sldMk cId="937264815" sldId="1019"/>
        </pc:sldMkLst>
      </pc:sldChg>
      <pc:sldChg chg="add">
        <pc:chgData name="J. Tower" userId="9d06de10716639e5" providerId="LiveId" clId="{F8931099-75CA-5660-A155-55881DF68D84}" dt="2026-07-23T14:43:57.942" v="891"/>
        <pc:sldMkLst>
          <pc:docMk/>
          <pc:sldMk cId="3508868225" sldId="1020"/>
        </pc:sldMkLst>
      </pc:sldChg>
      <pc:sldChg chg="add">
        <pc:chgData name="J. Tower" userId="9d06de10716639e5" providerId="LiveId" clId="{F8931099-75CA-5660-A155-55881DF68D84}" dt="2026-07-23T14:44:21.979" v="893"/>
        <pc:sldMkLst>
          <pc:docMk/>
          <pc:sldMk cId="2929215452" sldId="1021"/>
        </pc:sldMkLst>
      </pc:sldChg>
      <pc:sldChg chg="add">
        <pc:chgData name="J. Tower" userId="9d06de10716639e5" providerId="LiveId" clId="{F8931099-75CA-5660-A155-55881DF68D84}" dt="2026-07-23T14:44:45.417" v="895"/>
        <pc:sldMkLst>
          <pc:docMk/>
          <pc:sldMk cId="894853912" sldId="1022"/>
        </pc:sldMkLst>
      </pc:sldChg>
      <pc:sldChg chg="add">
        <pc:chgData name="J. Tower" userId="9d06de10716639e5" providerId="LiveId" clId="{F8931099-75CA-5660-A155-55881DF68D84}" dt="2026-07-23T14:45:08.909" v="897"/>
        <pc:sldMkLst>
          <pc:docMk/>
          <pc:sldMk cId="2315321067" sldId="1023"/>
        </pc:sldMkLst>
      </pc:sldChg>
      <pc:sldChg chg="add">
        <pc:chgData name="J. Tower" userId="9d06de10716639e5" providerId="LiveId" clId="{F8931099-75CA-5660-A155-55881DF68D84}" dt="2026-07-23T14:46:12.743" v="899"/>
        <pc:sldMkLst>
          <pc:docMk/>
          <pc:sldMk cId="3081219128" sldId="1024"/>
        </pc:sldMkLst>
      </pc:sldChg>
      <pc:sldChg chg="add">
        <pc:chgData name="J. Tower" userId="9d06de10716639e5" providerId="LiveId" clId="{F8931099-75CA-5660-A155-55881DF68D84}" dt="2026-07-23T14:46:44.790" v="901"/>
        <pc:sldMkLst>
          <pc:docMk/>
          <pc:sldMk cId="1406205258" sldId="1025"/>
        </pc:sldMkLst>
      </pc:sldChg>
      <pc:sldChg chg="add">
        <pc:chgData name="J. Tower" userId="9d06de10716639e5" providerId="LiveId" clId="{F8931099-75CA-5660-A155-55881DF68D84}" dt="2026-07-23T14:47:11.198" v="903"/>
        <pc:sldMkLst>
          <pc:docMk/>
          <pc:sldMk cId="3640525435" sldId="1026"/>
        </pc:sldMkLst>
      </pc:sldChg>
      <pc:sldChg chg="add">
        <pc:chgData name="J. Tower" userId="9d06de10716639e5" providerId="LiveId" clId="{F8931099-75CA-5660-A155-55881DF68D84}" dt="2026-07-23T14:47:56.517" v="905"/>
        <pc:sldMkLst>
          <pc:docMk/>
          <pc:sldMk cId="2836013283" sldId="1027"/>
        </pc:sldMkLst>
      </pc:sldChg>
      <pc:sldChg chg="add">
        <pc:chgData name="J. Tower" userId="9d06de10716639e5" providerId="LiveId" clId="{F8931099-75CA-5660-A155-55881DF68D84}" dt="2026-07-23T14:48:21.565" v="907"/>
        <pc:sldMkLst>
          <pc:docMk/>
          <pc:sldMk cId="674764231" sldId="1028"/>
        </pc:sldMkLst>
      </pc:sldChg>
      <pc:sldChg chg="add">
        <pc:chgData name="J. Tower" userId="9d06de10716639e5" providerId="LiveId" clId="{F8931099-75CA-5660-A155-55881DF68D84}" dt="2026-07-23T14:48:47.424" v="909"/>
        <pc:sldMkLst>
          <pc:docMk/>
          <pc:sldMk cId="3793223757" sldId="1029"/>
        </pc:sldMkLst>
      </pc:sldChg>
      <pc:sldChg chg="add">
        <pc:chgData name="J. Tower" userId="9d06de10716639e5" providerId="LiveId" clId="{F8931099-75CA-5660-A155-55881DF68D84}" dt="2026-07-23T14:49:23.288" v="911"/>
        <pc:sldMkLst>
          <pc:docMk/>
          <pc:sldMk cId="131633082" sldId="1030"/>
        </pc:sldMkLst>
      </pc:sldChg>
      <pc:sldChg chg="add">
        <pc:chgData name="J. Tower" userId="9d06de10716639e5" providerId="LiveId" clId="{F8931099-75CA-5660-A155-55881DF68D84}" dt="2026-07-23T14:49:56.253" v="913"/>
        <pc:sldMkLst>
          <pc:docMk/>
          <pc:sldMk cId="2128655419" sldId="1031"/>
        </pc:sldMkLst>
      </pc:sldChg>
      <pc:sldChg chg="add">
        <pc:chgData name="J. Tower" userId="9d06de10716639e5" providerId="LiveId" clId="{F8931099-75CA-5660-A155-55881DF68D84}" dt="2026-07-23T14:50:32.872" v="915"/>
        <pc:sldMkLst>
          <pc:docMk/>
          <pc:sldMk cId="1222917327" sldId="1032"/>
        </pc:sldMkLst>
      </pc:sldChg>
      <pc:sldChg chg="add">
        <pc:chgData name="J. Tower" userId="9d06de10716639e5" providerId="LiveId" clId="{F8931099-75CA-5660-A155-55881DF68D84}" dt="2026-07-23T14:50:53.731" v="917"/>
        <pc:sldMkLst>
          <pc:docMk/>
          <pc:sldMk cId="2562532650" sldId="1033"/>
        </pc:sldMkLst>
      </pc:sldChg>
      <pc:sldChg chg="add">
        <pc:chgData name="J. Tower" userId="9d06de10716639e5" providerId="LiveId" clId="{F8931099-75CA-5660-A155-55881DF68D84}" dt="2026-07-23T14:51:32.287" v="919"/>
        <pc:sldMkLst>
          <pc:docMk/>
          <pc:sldMk cId="4278728072" sldId="1034"/>
        </pc:sldMkLst>
      </pc:sldChg>
      <pc:sldChg chg="add">
        <pc:chgData name="J. Tower" userId="9d06de10716639e5" providerId="LiveId" clId="{F8931099-75CA-5660-A155-55881DF68D84}" dt="2026-07-23T14:51:52.910" v="921"/>
        <pc:sldMkLst>
          <pc:docMk/>
          <pc:sldMk cId="48129285" sldId="1035"/>
        </pc:sldMkLst>
      </pc:sldChg>
      <pc:sldChg chg="add">
        <pc:chgData name="J. Tower" userId="9d06de10716639e5" providerId="LiveId" clId="{F8931099-75CA-5660-A155-55881DF68D84}" dt="2026-07-23T19:25:07.116" v="923"/>
        <pc:sldMkLst>
          <pc:docMk/>
          <pc:sldMk cId="4099665203" sldId="1036"/>
        </pc:sldMkLst>
      </pc:sldChg>
      <pc:sldChg chg="add">
        <pc:chgData name="J. Tower" userId="9d06de10716639e5" providerId="LiveId" clId="{F8931099-75CA-5660-A155-55881DF68D84}" dt="2026-07-23T19:26:07.658" v="925"/>
        <pc:sldMkLst>
          <pc:docMk/>
          <pc:sldMk cId="3691882659" sldId="1037"/>
        </pc:sldMkLst>
      </pc:sldChg>
      <pc:sldChg chg="add">
        <pc:chgData name="J. Tower" userId="9d06de10716639e5" providerId="LiveId" clId="{F8931099-75CA-5660-A155-55881DF68D84}" dt="2026-07-23T19:26:28.660" v="927"/>
        <pc:sldMkLst>
          <pc:docMk/>
          <pc:sldMk cId="942239955" sldId="1038"/>
        </pc:sldMkLst>
      </pc:sldChg>
      <pc:sldChg chg="add">
        <pc:chgData name="J. Tower" userId="9d06de10716639e5" providerId="LiveId" clId="{F8931099-75CA-5660-A155-55881DF68D84}" dt="2026-07-23T19:26:49.030" v="929"/>
        <pc:sldMkLst>
          <pc:docMk/>
          <pc:sldMk cId="4197467227" sldId="1039"/>
        </pc:sldMkLst>
      </pc:sldChg>
      <pc:sldChg chg="add">
        <pc:chgData name="J. Tower" userId="9d06de10716639e5" providerId="LiveId" clId="{F8931099-75CA-5660-A155-55881DF68D84}" dt="2026-07-23T19:27:11.314" v="931"/>
        <pc:sldMkLst>
          <pc:docMk/>
          <pc:sldMk cId="545703398" sldId="1040"/>
        </pc:sldMkLst>
      </pc:sldChg>
      <pc:sldChg chg="add">
        <pc:chgData name="J. Tower" userId="9d06de10716639e5" providerId="LiveId" clId="{F8931099-75CA-5660-A155-55881DF68D84}" dt="2026-07-23T19:27:32.953" v="933"/>
        <pc:sldMkLst>
          <pc:docMk/>
          <pc:sldMk cId="932314959" sldId="1041"/>
        </pc:sldMkLst>
      </pc:sldChg>
      <pc:sldChg chg="add">
        <pc:chgData name="J. Tower" userId="9d06de10716639e5" providerId="LiveId" clId="{F8931099-75CA-5660-A155-55881DF68D84}" dt="2026-07-23T19:27:54.863" v="935"/>
        <pc:sldMkLst>
          <pc:docMk/>
          <pc:sldMk cId="3364760678" sldId="1042"/>
        </pc:sldMkLst>
      </pc:sldChg>
      <pc:sldChg chg="add">
        <pc:chgData name="J. Tower" userId="9d06de10716639e5" providerId="LiveId" clId="{F8931099-75CA-5660-A155-55881DF68D84}" dt="2026-07-23T19:28:15.269" v="937"/>
        <pc:sldMkLst>
          <pc:docMk/>
          <pc:sldMk cId="2186282649" sldId="1043"/>
        </pc:sldMkLst>
      </pc:sldChg>
      <pc:sldChg chg="add">
        <pc:chgData name="J. Tower" userId="9d06de10716639e5" providerId="LiveId" clId="{F8931099-75CA-5660-A155-55881DF68D84}" dt="2026-07-23T19:28:36.099" v="939"/>
        <pc:sldMkLst>
          <pc:docMk/>
          <pc:sldMk cId="2843280452" sldId="1044"/>
        </pc:sldMkLst>
      </pc:sldChg>
      <pc:sldChg chg="add">
        <pc:chgData name="J. Tower" userId="9d06de10716639e5" providerId="LiveId" clId="{F8931099-75CA-5660-A155-55881DF68D84}" dt="2026-07-23T19:28:55.724" v="941"/>
        <pc:sldMkLst>
          <pc:docMk/>
          <pc:sldMk cId="1535175024" sldId="1045"/>
        </pc:sldMkLst>
      </pc:sldChg>
      <pc:sldChg chg="add">
        <pc:chgData name="J. Tower" userId="9d06de10716639e5" providerId="LiveId" clId="{F8931099-75CA-5660-A155-55881DF68D84}" dt="2026-07-23T19:29:15.356" v="943"/>
        <pc:sldMkLst>
          <pc:docMk/>
          <pc:sldMk cId="2988944652" sldId="1046"/>
        </pc:sldMkLst>
      </pc:sldChg>
      <pc:sldChg chg="add">
        <pc:chgData name="J. Tower" userId="9d06de10716639e5" providerId="LiveId" clId="{F8931099-75CA-5660-A155-55881DF68D84}" dt="2026-07-23T19:29:42.591" v="945"/>
        <pc:sldMkLst>
          <pc:docMk/>
          <pc:sldMk cId="4011192384" sldId="1047"/>
        </pc:sldMkLst>
      </pc:sldChg>
      <pc:sldChg chg="add">
        <pc:chgData name="J. Tower" userId="9d06de10716639e5" providerId="LiveId" clId="{F8931099-75CA-5660-A155-55881DF68D84}" dt="2026-07-23T19:30:02.073" v="947"/>
        <pc:sldMkLst>
          <pc:docMk/>
          <pc:sldMk cId="1343491904" sldId="1048"/>
        </pc:sldMkLst>
      </pc:sldChg>
      <pc:sldChg chg="add del">
        <pc:chgData name="J. Tower" userId="9d06de10716639e5" providerId="LiveId" clId="{F8931099-75CA-5660-A155-55881DF68D84}" dt="2026-07-23T19:38:02.730" v="976"/>
        <pc:sldMkLst>
          <pc:docMk/>
          <pc:sldMk cId="2124736573" sldId="1049"/>
        </pc:sldMkLst>
      </pc:sldChg>
      <pc:sldChg chg="add">
        <pc:chgData name="J. Tower" userId="9d06de10716639e5" providerId="LiveId" clId="{F8931099-75CA-5660-A155-55881DF68D84}" dt="2026-07-23T19:30:45.565" v="951"/>
        <pc:sldMkLst>
          <pc:docMk/>
          <pc:sldMk cId="2677444251" sldId="1050"/>
        </pc:sldMkLst>
      </pc:sldChg>
      <pc:sldChg chg="add">
        <pc:chgData name="J. Tower" userId="9d06de10716639e5" providerId="LiveId" clId="{F8931099-75CA-5660-A155-55881DF68D84}" dt="2026-07-23T19:31:23.825" v="953"/>
        <pc:sldMkLst>
          <pc:docMk/>
          <pc:sldMk cId="1094132319" sldId="1051"/>
        </pc:sldMkLst>
      </pc:sldChg>
      <pc:sldChg chg="add">
        <pc:chgData name="J. Tower" userId="9d06de10716639e5" providerId="LiveId" clId="{F8931099-75CA-5660-A155-55881DF68D84}" dt="2026-07-23T19:31:44.787" v="955"/>
        <pc:sldMkLst>
          <pc:docMk/>
          <pc:sldMk cId="1473013847" sldId="1052"/>
        </pc:sldMkLst>
      </pc:sldChg>
      <pc:sldChg chg="add">
        <pc:chgData name="J. Tower" userId="9d06de10716639e5" providerId="LiveId" clId="{F8931099-75CA-5660-A155-55881DF68D84}" dt="2026-07-23T19:32:03.486" v="957"/>
        <pc:sldMkLst>
          <pc:docMk/>
          <pc:sldMk cId="2631331820" sldId="1053"/>
        </pc:sldMkLst>
      </pc:sldChg>
      <pc:sldChg chg="add">
        <pc:chgData name="J. Tower" userId="9d06de10716639e5" providerId="LiveId" clId="{F8931099-75CA-5660-A155-55881DF68D84}" dt="2026-07-23T19:32:25.230" v="959"/>
        <pc:sldMkLst>
          <pc:docMk/>
          <pc:sldMk cId="3370053802" sldId="1054"/>
        </pc:sldMkLst>
      </pc:sldChg>
      <pc:sldChg chg="add">
        <pc:chgData name="J. Tower" userId="9d06de10716639e5" providerId="LiveId" clId="{F8931099-75CA-5660-A155-55881DF68D84}" dt="2026-07-23T19:32:44.637" v="961"/>
        <pc:sldMkLst>
          <pc:docMk/>
          <pc:sldMk cId="72846134" sldId="1055"/>
        </pc:sldMkLst>
      </pc:sldChg>
      <pc:sldChg chg="add">
        <pc:chgData name="J. Tower" userId="9d06de10716639e5" providerId="LiveId" clId="{F8931099-75CA-5660-A155-55881DF68D84}" dt="2026-07-23T19:33:04.654" v="963"/>
        <pc:sldMkLst>
          <pc:docMk/>
          <pc:sldMk cId="2911668436" sldId="1056"/>
        </pc:sldMkLst>
      </pc:sldChg>
      <pc:sldChg chg="add">
        <pc:chgData name="J. Tower" userId="9d06de10716639e5" providerId="LiveId" clId="{F8931099-75CA-5660-A155-55881DF68D84}" dt="2026-07-23T19:33:23.996" v="965"/>
        <pc:sldMkLst>
          <pc:docMk/>
          <pc:sldMk cId="733055622" sldId="1057"/>
        </pc:sldMkLst>
      </pc:sldChg>
      <pc:sldChg chg="add">
        <pc:chgData name="J. Tower" userId="9d06de10716639e5" providerId="LiveId" clId="{F8931099-75CA-5660-A155-55881DF68D84}" dt="2026-07-23T19:33:43.468" v="967"/>
        <pc:sldMkLst>
          <pc:docMk/>
          <pc:sldMk cId="4266294602" sldId="1058"/>
        </pc:sldMkLst>
      </pc:sldChg>
      <pc:sldChg chg="add">
        <pc:chgData name="J. Tower" userId="9d06de10716639e5" providerId="LiveId" clId="{F8931099-75CA-5660-A155-55881DF68D84}" dt="2026-07-23T19:34:03.189" v="969"/>
        <pc:sldMkLst>
          <pc:docMk/>
          <pc:sldMk cId="89201700" sldId="1059"/>
        </pc:sldMkLst>
      </pc:sldChg>
      <pc:sldChg chg="add">
        <pc:chgData name="J. Tower" userId="9d06de10716639e5" providerId="LiveId" clId="{F8931099-75CA-5660-A155-55881DF68D84}" dt="2026-07-23T19:34:24.748" v="971"/>
        <pc:sldMkLst>
          <pc:docMk/>
          <pc:sldMk cId="3802169251" sldId="1060"/>
        </pc:sldMkLst>
      </pc:sldChg>
      <pc:sldChg chg="add">
        <pc:chgData name="J. Tower" userId="9d06de10716639e5" providerId="LiveId" clId="{F8931099-75CA-5660-A155-55881DF68D84}" dt="2026-07-23T19:34:47.085" v="973"/>
        <pc:sldMkLst>
          <pc:docMk/>
          <pc:sldMk cId="73221224" sldId="1061"/>
        </pc:sldMkLst>
      </pc:sldChg>
      <pc:sldChg chg="add del">
        <pc:chgData name="J. Tower" userId="9d06de10716639e5" providerId="LiveId" clId="{F8931099-75CA-5660-A155-55881DF68D84}" dt="2026-07-23T19:39:41.331" v="978"/>
        <pc:sldMkLst>
          <pc:docMk/>
          <pc:sldMk cId="1641270364" sldId="1062"/>
        </pc:sldMkLst>
      </pc:sldChg>
      <pc:sldChg chg="add">
        <pc:chgData name="J. Tower" userId="9d06de10716639e5" providerId="LiveId" clId="{F8931099-75CA-5660-A155-55881DF68D84}" dt="2026-07-23T19:39:41.329" v="977"/>
        <pc:sldMkLst>
          <pc:docMk/>
          <pc:sldMk cId="82946099" sldId="1063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8B0EE-4D36-4F22-9622-021322CFFE3A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FD6E22-9A40-4B73-8B1F-06CEEFE4C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59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FD6E22-9A40-4B73-8B1F-06CEEFE4CFD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1761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31775" indent="-231775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FD6E22-9A40-4B73-8B1F-06CEEFE4CFD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94535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B40B87-443D-4E3D-A216-6700B651FC5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025822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B40B87-443D-4E3D-A216-6700B651FC59}" type="slidenum">
              <a:rPr lang="en-US" smtClean="0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13430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5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600" spc="-9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fld id="{FDB08721-E45B-4A66-93A6-531BE00DB2CF}" type="datetimeFigureOut">
              <a:rPr lang="en-US" smtClean="0"/>
              <a:pPr defTabSz="342900"/>
              <a:t>7/23/26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4160704"/>
            <a:ext cx="12192000" cy="869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3" y="4284569"/>
            <a:ext cx="9228201" cy="1587279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72C6"/>
                </a:solidFill>
                <a:latin typeface="+mj-lt"/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225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7/23/26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795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455862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b="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5468293"/>
            <a:ext cx="9226296" cy="381836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7/23/26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836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1" y="1998134"/>
            <a:ext cx="4663440" cy="376732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7/23/26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121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7/23/26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259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7/23/26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50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7/23/26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654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3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7/23/26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03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9"/>
            <a:ext cx="10780776" cy="613283"/>
          </a:xfrm>
        </p:spPr>
        <p:txBody>
          <a:bodyPr anchor="b">
            <a:normAutofit/>
          </a:bodyPr>
          <a:lstStyle>
            <a:lvl1pPr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600"/>
              </a:spcBef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0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fld id="{FDB08721-E45B-4A66-93A6-531BE00DB2CF}" type="datetimeFigureOut">
              <a:rPr lang="en-US" smtClean="0"/>
              <a:pPr defTabSz="342900"/>
              <a:t>7/23/26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388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7/23/26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92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1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6" y="714377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7/23/26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239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6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>
                <a:solidFill>
                  <a:schemeClr val="tx1">
                    <a:alpha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7/23/26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 cap="all" baseline="0">
                <a:solidFill>
                  <a:schemeClr val="tx1">
                    <a:alpha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7" y="5876414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725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989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4050" kern="1200" spc="-90" baseline="0">
          <a:solidFill>
            <a:srgbClr val="0070C0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68580" indent="-68580" algn="l" defTabSz="685800" rtl="0" eaLnBrk="1" latinLnBrk="0" hangingPunct="1">
        <a:lnSpc>
          <a:spcPct val="85000"/>
        </a:lnSpc>
        <a:spcBef>
          <a:spcPts val="975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260604" indent="-257175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411480" indent="-41148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500" i="1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617220" indent="-61722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822960" indent="-82296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9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0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2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3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image" Target="../media/image9.svg"/><Relationship Id="rId6" Type="http://schemas.openxmlformats.org/officeDocument/2006/relationships/image" Target="../media/image10.svg"/><Relationship Id="rId7" Type="http://schemas.openxmlformats.org/officeDocument/2006/relationships/image" Target="../media/image11.svg"/><Relationship Id="rId8" Type="http://schemas.openxmlformats.org/officeDocument/2006/relationships/image" Target="../media/image12.svg"/><Relationship Id="rId9" Type="http://schemas.openxmlformats.org/officeDocument/2006/relationships/image" Target="../media/image13.svg"/><Relationship Id="rId10" Type="http://schemas.openxmlformats.org/officeDocument/2006/relationships/image" Target="../media/image14.svg"/><Relationship Id="rId11" Type="http://schemas.openxmlformats.org/officeDocument/2006/relationships/image" Target="../media/image15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8.svg"/><Relationship Id="rId4" Type="http://schemas.openxmlformats.org/officeDocument/2006/relationships/image" Target="../media/image9.svg"/><Relationship Id="rId5" Type="http://schemas.openxmlformats.org/officeDocument/2006/relationships/image" Target="../media/image10.svg"/><Relationship Id="rId6" Type="http://schemas.openxmlformats.org/officeDocument/2006/relationships/image" Target="../media/image11.svg"/><Relationship Id="rId7" Type="http://schemas.openxmlformats.org/officeDocument/2006/relationships/image" Target="../media/image12.svg"/><Relationship Id="rId8" Type="http://schemas.openxmlformats.org/officeDocument/2006/relationships/image" Target="../media/image13.svg"/><Relationship Id="rId9" Type="http://schemas.openxmlformats.org/officeDocument/2006/relationships/image" Target="../media/image14.svg"/><Relationship Id="rId10" Type="http://schemas.openxmlformats.org/officeDocument/2006/relationships/image" Target="../media/image15.png"/><Relationship Id="rId1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" descr="A close-up of a person&#10;&#10;Description automatically generated">
            <a:extLst>
              <a:ext uri="{FF2B5EF4-FFF2-40B4-BE49-F238E27FC236}">
                <a16:creationId xmlns:a16="http://schemas.microsoft.com/office/drawing/2014/main" id="{6BA25722-2173-BB49-D3B6-69CF357CD1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3547"/>
          <a:stretch/>
        </p:blipFill>
        <p:spPr>
          <a:xfrm>
            <a:off x="0" y="9846"/>
            <a:ext cx="12192000" cy="318574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2AA3203-CCC3-7706-8F8F-1528AF22EF87}"/>
              </a:ext>
            </a:extLst>
          </p:cNvPr>
          <p:cNvSpPr txBox="1">
            <a:spLocks/>
          </p:cNvSpPr>
          <p:nvPr/>
        </p:nvSpPr>
        <p:spPr>
          <a:xfrm>
            <a:off x="690133" y="3340420"/>
            <a:ext cx="7300928" cy="1539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50" kern="1200" spc="-90" baseline="0">
                <a:solidFill>
                  <a:schemeClr val="accent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sz="5400" b="1" dirty="0"/>
              <a:t>Mission-Critical Code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D4CE94E-AC66-87F4-47E1-80C357655A1B}"/>
              </a:ext>
            </a:extLst>
          </p:cNvPr>
          <p:cNvSpPr txBox="1">
            <a:spLocks/>
          </p:cNvSpPr>
          <p:nvPr/>
        </p:nvSpPr>
        <p:spPr>
          <a:xfrm>
            <a:off x="667998" y="4659524"/>
            <a:ext cx="6791581" cy="1535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68580" indent="-68580" algn="l" defTabSz="685800" rtl="0" eaLnBrk="1" latinLnBrk="0" hangingPunct="1">
              <a:lnSpc>
                <a:spcPct val="85000"/>
              </a:lnSpc>
              <a:spcBef>
                <a:spcPts val="975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260604" indent="-257175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411480" indent="-41148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5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617220" indent="-61722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822960" indent="-82296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900000" indent="-17145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050000" indent="-17145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200000" indent="-17145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350000" indent="-17145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dirty="0"/>
              <a:t>What NASA’s Power of Ten Can Teach Us</a:t>
            </a:r>
            <a:endParaRPr lang="en-US" sz="4000" dirty="0">
              <a:solidFill>
                <a:srgbClr val="000000"/>
              </a:solidFill>
              <a:latin typeface="Komika Axi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580AB0-9592-FC7D-0EA3-04D0FC228422}"/>
              </a:ext>
            </a:extLst>
          </p:cNvPr>
          <p:cNvSpPr txBox="1"/>
          <p:nvPr/>
        </p:nvSpPr>
        <p:spPr>
          <a:xfrm>
            <a:off x="9009918" y="5825882"/>
            <a:ext cx="2692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Jonathan “J.” Tower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6912A263-871C-941D-4984-9C52334DE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091" y="3655584"/>
            <a:ext cx="2170298" cy="2170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6530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92320E-39A1-8619-9101-65DEAF8C00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7A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AC186A-8C8F-4ED9-BBB1-4749E274B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98" y="639763"/>
            <a:ext cx="11253091" cy="549275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FFFFFF"/>
                </a:solidFill>
              </a:rPr>
              <a:t>What we can learn from </a:t>
            </a:r>
            <a:br>
              <a:rPr lang="en-US" sz="5400" dirty="0">
                <a:solidFill>
                  <a:srgbClr val="FFFFFF"/>
                </a:solidFill>
              </a:rPr>
            </a:br>
            <a:r>
              <a:rPr lang="en-US" sz="5400" dirty="0">
                <a:solidFill>
                  <a:srgbClr val="FFFFFF"/>
                </a:solidFill>
              </a:rPr>
              <a:t>NASA’s</a:t>
            </a:r>
            <a:r>
              <a:rPr lang="en-US" sz="5400" b="1" dirty="0">
                <a:solidFill>
                  <a:srgbClr val="FFFFFF"/>
                </a:solidFill>
              </a:rPr>
              <a:t> Power of Ten </a:t>
            </a:r>
            <a:br>
              <a:rPr lang="en-US" sz="5400" b="1" dirty="0">
                <a:solidFill>
                  <a:srgbClr val="FFFFFF"/>
                </a:solidFill>
              </a:rPr>
            </a:br>
            <a:r>
              <a:rPr lang="en-US" sz="5400" dirty="0">
                <a:solidFill>
                  <a:srgbClr val="FFFFFF"/>
                </a:solidFill>
              </a:rPr>
              <a:t>that will help us create </a:t>
            </a:r>
            <a:br>
              <a:rPr lang="en-US" sz="5400" dirty="0">
                <a:solidFill>
                  <a:srgbClr val="FFFFFF"/>
                </a:solidFill>
              </a:rPr>
            </a:br>
            <a:r>
              <a:rPr lang="en-US" sz="5400" b="1" dirty="0">
                <a:solidFill>
                  <a:srgbClr val="FFFFFF"/>
                </a:solidFill>
              </a:rPr>
              <a:t>more reliable </a:t>
            </a:r>
            <a:r>
              <a:rPr lang="en-US" sz="5400" dirty="0">
                <a:solidFill>
                  <a:srgbClr val="FFFFFF"/>
                </a:solidFill>
              </a:rPr>
              <a:t>software</a:t>
            </a:r>
          </a:p>
        </p:txBody>
      </p:sp>
      <p:pic>
        <p:nvPicPr>
          <p:cNvPr id="5" name="Picture 4" descr="A white text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3BA2C68D-2E57-F162-1104-F6BAFF7BBB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068" y="5904331"/>
            <a:ext cx="2694464" cy="66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029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7654" y="1662612"/>
            <a:ext cx="4981194" cy="4566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1800" dirty="0"/>
              <a:t>Principal Consultant &amp; Partner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179" y="2219760"/>
            <a:ext cx="4480945" cy="1183348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6136234" y="4478455"/>
            <a:ext cx="5293765" cy="13452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233363" algn="ctr"/>
                <a:tab pos="457200" algn="l"/>
              </a:tabLst>
            </a:pP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56C93C-026F-4286-A517-9691B6D5B7AE}"/>
              </a:ext>
            </a:extLst>
          </p:cNvPr>
          <p:cNvSpPr txBox="1"/>
          <p:nvPr/>
        </p:nvSpPr>
        <p:spPr>
          <a:xfrm>
            <a:off x="43543" y="6165686"/>
            <a:ext cx="12148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solidFill>
                  <a:srgbClr val="0072C6"/>
                </a:solidFill>
              </a:rPr>
              <a:t>github.com/</a:t>
            </a:r>
            <a:r>
              <a:rPr lang="en-US" sz="2400" b="1" u="sng" dirty="0" err="1">
                <a:solidFill>
                  <a:srgbClr val="0072C6"/>
                </a:solidFill>
              </a:rPr>
              <a:t>trailheadtechnology</a:t>
            </a:r>
            <a:r>
              <a:rPr lang="en-US" sz="2400" b="1" u="sng" dirty="0">
                <a:solidFill>
                  <a:srgbClr val="0072C6"/>
                </a:solidFill>
              </a:rPr>
              <a:t>/power-of-ten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79C7D46-B427-B1BB-7A1F-392BCB232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09" y="499533"/>
            <a:ext cx="10772775" cy="1658198"/>
          </a:xfrm>
        </p:spPr>
        <p:txBody>
          <a:bodyPr/>
          <a:lstStyle/>
          <a:p>
            <a:r>
              <a:rPr lang="en-US" sz="4400" dirty="0"/>
              <a:t>Jonathan "J." Tower</a:t>
            </a:r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F2712ED-3129-723F-6D31-0A740072EA88}"/>
              </a:ext>
            </a:extLst>
          </p:cNvPr>
          <p:cNvCxnSpPr>
            <a:cxnSpLocks/>
          </p:cNvCxnSpPr>
          <p:nvPr/>
        </p:nvCxnSpPr>
        <p:spPr>
          <a:xfrm>
            <a:off x="7032517" y="1236032"/>
            <a:ext cx="44229" cy="44951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5422206-0EEA-0ED9-B408-CC3FB282F987}"/>
              </a:ext>
            </a:extLst>
          </p:cNvPr>
          <p:cNvSpPr txBox="1">
            <a:spLocks/>
          </p:cNvSpPr>
          <p:nvPr/>
        </p:nvSpPr>
        <p:spPr>
          <a:xfrm>
            <a:off x="1505728" y="3621826"/>
            <a:ext cx="3444002" cy="2109323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" lvl="1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>
                <a:solidFill>
                  <a:prstClr val="black">
                    <a:lumMod val="85000"/>
                    <a:lumOff val="15000"/>
                  </a:prstClr>
                </a:solidFill>
              </a:rPr>
              <a:t>13x Microsoft MVP in .NET and AI</a:t>
            </a:r>
          </a:p>
          <a:p>
            <a:pPr marL="3429" lvl="1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>
                <a:solidFill>
                  <a:prstClr val="black">
                    <a:lumMod val="85000"/>
                    <a:lumOff val="15000"/>
                  </a:prstClr>
                </a:solidFill>
              </a:rPr>
              <a:t>VP of .NET Foundation</a:t>
            </a:r>
          </a:p>
          <a:p>
            <a:pPr marL="0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>
                <a:solidFill>
                  <a:prstClr val="black">
                    <a:lumMod val="85000"/>
                    <a:lumOff val="15000"/>
                  </a:prstClr>
                </a:solidFill>
              </a:rPr>
              <a:t>Blue Blazes podcast host</a:t>
            </a:r>
          </a:p>
          <a:p>
            <a:pPr marL="0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jtower@trailheadtechnology.com</a:t>
            </a:r>
            <a:endParaRPr lang="en-US" sz="1500" dirty="0">
              <a:solidFill>
                <a:prstClr val="black">
                  <a:lumMod val="85000"/>
                  <a:lumOff val="15000"/>
                </a:prstClr>
              </a:solidFill>
            </a:endParaRPr>
          </a:p>
          <a:p>
            <a:pPr marL="0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trailheadtechnology.com</a:t>
            </a:r>
            <a:r>
              <a:rPr lang="en-US" sz="1500" dirty="0">
                <a:solidFill>
                  <a:prstClr val="black">
                    <a:lumMod val="85000"/>
                    <a:lumOff val="15000"/>
                  </a:prstClr>
                </a:solidFill>
              </a:rPr>
              <a:t>/blog</a:t>
            </a:r>
          </a:p>
          <a:p>
            <a:pPr marL="0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jtowermi</a:t>
            </a:r>
            <a:endParaRPr lang="en-US" sz="1500" dirty="0">
              <a:solidFill>
                <a:prstClr val="black">
                  <a:lumMod val="85000"/>
                  <a:lumOff val="15000"/>
                </a:prstClr>
              </a:solidFill>
            </a:endParaRPr>
          </a:p>
          <a:p>
            <a:pPr marL="0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>
                <a:solidFill>
                  <a:prstClr val="black">
                    <a:lumMod val="85000"/>
                    <a:lumOff val="15000"/>
                  </a:prstClr>
                </a:solidFill>
              </a:rPr>
              <a:t>Jonathan “J.” Tower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C7CF00E-0AEA-5733-E1CC-FB07798EAE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2806" y="3631325"/>
            <a:ext cx="229751" cy="20422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5990DF9-6E57-EEB6-C725-C568661197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55718">
            <a:off x="1256708" y="4531226"/>
            <a:ext cx="204223" cy="20422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0FDDDAC-FE53-8DB3-53AD-52C0E1F47D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55718">
            <a:off x="1281096" y="4233775"/>
            <a:ext cx="153168" cy="204223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FA3C4E4E-BA85-9AE8-6FE7-3E98D66D5F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55718">
            <a:off x="1255569" y="4823574"/>
            <a:ext cx="204223" cy="204223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65CD454-2706-560D-0DA8-7698FA808F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55718">
            <a:off x="1276223" y="5417410"/>
            <a:ext cx="178696" cy="204223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6B7D742-51B1-9C60-581F-2F997D8751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55718">
            <a:off x="1255569" y="5106312"/>
            <a:ext cx="204223" cy="204223"/>
          </a:xfrm>
          <a:prstGeom prst="rect">
            <a:avLst/>
          </a:prstGeom>
        </p:spPr>
      </p:pic>
      <p:pic>
        <p:nvPicPr>
          <p:cNvPr id="19" name="Graphic 18" descr="Board Of Directors with solid fill">
            <a:extLst>
              <a:ext uri="{FF2B5EF4-FFF2-40B4-BE49-F238E27FC236}">
                <a16:creationId xmlns:a16="http://schemas.microsoft.com/office/drawing/2014/main" id="{A3D1BE89-6E9F-C651-0148-6A603AE633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255570" y="3929537"/>
            <a:ext cx="204223" cy="204223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905BFAC-3397-4195-19D6-77090A9906CD}"/>
              </a:ext>
            </a:extLst>
          </p:cNvPr>
          <p:cNvSpPr txBox="1">
            <a:spLocks/>
          </p:cNvSpPr>
          <p:nvPr/>
        </p:nvSpPr>
        <p:spPr>
          <a:xfrm>
            <a:off x="6915610" y="1050252"/>
            <a:ext cx="5293076" cy="2240849"/>
          </a:xfrm>
          <a:prstGeom prst="rect">
            <a:avLst/>
          </a:prstGeom>
        </p:spPr>
        <p:txBody>
          <a:bodyPr vert="horz" lIns="91428" tIns="45714" rIns="91428" bIns="45714" rtlCol="0"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" lvl="1" indent="0" algn="ctr" defTabSz="914217">
              <a:spcBef>
                <a:spcPts val="1300"/>
              </a:spcBef>
              <a:buNone/>
              <a:tabLst>
                <a:tab pos="233316" algn="ctr"/>
                <a:tab pos="457109" algn="l"/>
              </a:tabLst>
            </a:pPr>
            <a:r>
              <a:rPr lang="en-US" sz="7199" dirty="0">
                <a:solidFill>
                  <a:prstClr val="black">
                    <a:lumMod val="85000"/>
                    <a:lumOff val="15000"/>
                  </a:prstClr>
                </a:solidFill>
              </a:rPr>
              <a:t>LET’S</a:t>
            </a:r>
            <a:br>
              <a:rPr lang="en-US" sz="9598" b="1" dirty="0">
                <a:solidFill>
                  <a:prstClr val="black">
                    <a:lumMod val="85000"/>
                    <a:lumOff val="15000"/>
                  </a:prstClr>
                </a:solidFill>
              </a:rPr>
            </a:br>
            <a:r>
              <a:rPr lang="en-US" sz="7199" b="1" dirty="0">
                <a:solidFill>
                  <a:prstClr val="black">
                    <a:lumMod val="85000"/>
                    <a:lumOff val="15000"/>
                  </a:prstClr>
                </a:solidFill>
              </a:rPr>
              <a:t>TALK</a:t>
            </a:r>
            <a:endParaRPr lang="en-US" sz="5399" b="1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AFE787-FB0C-EFB4-62F6-5DED5B34E76B}"/>
              </a:ext>
            </a:extLst>
          </p:cNvPr>
          <p:cNvSpPr txBox="1"/>
          <p:nvPr/>
        </p:nvSpPr>
        <p:spPr>
          <a:xfrm>
            <a:off x="6526878" y="5438564"/>
            <a:ext cx="61044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 err="1">
                <a:solidFill>
                  <a:prstClr val="black"/>
                </a:solidFill>
                <a:latin typeface="Calibri Light" panose="020F0302020204030204"/>
              </a:rPr>
              <a:t>tinyurl.com</a:t>
            </a:r>
            <a:r>
              <a:rPr lang="en-US" sz="2400" b="1" u="sng" dirty="0">
                <a:solidFill>
                  <a:prstClr val="black"/>
                </a:solidFill>
                <a:latin typeface="Calibri Light" panose="020F0302020204030204"/>
              </a:rPr>
              <a:t>/</a:t>
            </a:r>
            <a:r>
              <a:rPr lang="en-US" sz="2400" b="1" u="sng" dirty="0" err="1">
                <a:solidFill>
                  <a:prstClr val="black"/>
                </a:solidFill>
                <a:latin typeface="Calibri Light" panose="020F0302020204030204"/>
              </a:rPr>
              <a:t>th</a:t>
            </a:r>
            <a:r>
              <a:rPr lang="en-US" sz="2400" b="1" u="sng" dirty="0">
                <a:solidFill>
                  <a:prstClr val="black"/>
                </a:solidFill>
                <a:latin typeface="Calibri Light" panose="020F0302020204030204"/>
              </a:rPr>
              <a:t>-offer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DA97EEF-A042-AB7E-11A3-38DC3B16EAA9}"/>
              </a:ext>
            </a:extLst>
          </p:cNvPr>
          <p:cNvGrpSpPr/>
          <p:nvPr/>
        </p:nvGrpSpPr>
        <p:grpSpPr>
          <a:xfrm>
            <a:off x="8408341" y="3028385"/>
            <a:ext cx="2341572" cy="2341572"/>
            <a:chOff x="15858348" y="5858285"/>
            <a:chExt cx="4683754" cy="4683754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2574039F-009F-2A08-5BBB-486F5B4F09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5858348" y="5858285"/>
              <a:ext cx="4683754" cy="4683754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5680D52-7452-D141-3402-93ABDF35AD62}"/>
                </a:ext>
              </a:extLst>
            </p:cNvPr>
            <p:cNvSpPr/>
            <p:nvPr/>
          </p:nvSpPr>
          <p:spPr>
            <a:xfrm>
              <a:off x="17416130" y="7421526"/>
              <a:ext cx="1658679" cy="15353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D3F7610-2E9F-FF65-5DAD-4DA4EF603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380" b="-4670"/>
            <a:stretch>
              <a:fillRect/>
            </a:stretch>
          </p:blipFill>
          <p:spPr>
            <a:xfrm>
              <a:off x="17543720" y="7496969"/>
              <a:ext cx="1360997" cy="14132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291158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6136234" y="4478455"/>
            <a:ext cx="5293765" cy="13452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233363" algn="ctr"/>
                <a:tab pos="457200" algn="l"/>
              </a:tabLst>
            </a:pP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56C93C-026F-4286-A517-9691B6D5B7AE}"/>
              </a:ext>
            </a:extLst>
          </p:cNvPr>
          <p:cNvSpPr txBox="1"/>
          <p:nvPr/>
        </p:nvSpPr>
        <p:spPr>
          <a:xfrm>
            <a:off x="43543" y="6165686"/>
            <a:ext cx="12148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err="1">
                <a:solidFill>
                  <a:srgbClr val="0072C6"/>
                </a:solidFill>
              </a:rPr>
              <a:t>github.com</a:t>
            </a:r>
            <a:r>
              <a:rPr lang="en-US" sz="2400" b="1" u="sng" dirty="0">
                <a:solidFill>
                  <a:srgbClr val="0072C6"/>
                </a:solidFill>
              </a:rPr>
              <a:t>/</a:t>
            </a:r>
            <a:r>
              <a:rPr lang="en-US" sz="2400" b="1" u="sng" dirty="0" err="1">
                <a:solidFill>
                  <a:srgbClr val="0072C6"/>
                </a:solidFill>
              </a:rPr>
              <a:t>trailheadtechnology</a:t>
            </a:r>
            <a:r>
              <a:rPr lang="en-US" sz="2400" b="1" u="sng" dirty="0">
                <a:solidFill>
                  <a:srgbClr val="0072C6"/>
                </a:solidFill>
              </a:rPr>
              <a:t>/power-of-ten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79C7D46-B427-B1BB-7A1F-392BCB232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09" y="499533"/>
            <a:ext cx="10772775" cy="1658198"/>
          </a:xfrm>
        </p:spPr>
        <p:txBody>
          <a:bodyPr/>
          <a:lstStyle/>
          <a:p>
            <a:r>
              <a:rPr lang="en-US" sz="4400" dirty="0"/>
              <a:t>Thanks! Questions?</a:t>
            </a:r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F2712ED-3129-723F-6D31-0A740072EA88}"/>
              </a:ext>
            </a:extLst>
          </p:cNvPr>
          <p:cNvCxnSpPr>
            <a:cxnSpLocks/>
          </p:cNvCxnSpPr>
          <p:nvPr/>
        </p:nvCxnSpPr>
        <p:spPr>
          <a:xfrm>
            <a:off x="7032517" y="1236032"/>
            <a:ext cx="44229" cy="44951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9">
            <a:extLst>
              <a:ext uri="{FF2B5EF4-FFF2-40B4-BE49-F238E27FC236}">
                <a16:creationId xmlns:a16="http://schemas.microsoft.com/office/drawing/2014/main" id="{C33A5900-4776-DDFB-7F43-C80F8B731FF9}"/>
              </a:ext>
            </a:extLst>
          </p:cNvPr>
          <p:cNvSpPr txBox="1">
            <a:spLocks/>
          </p:cNvSpPr>
          <p:nvPr/>
        </p:nvSpPr>
        <p:spPr>
          <a:xfrm>
            <a:off x="1160202" y="2412944"/>
            <a:ext cx="5145436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50" kern="1200" spc="-90" baseline="0">
                <a:solidFill>
                  <a:schemeClr val="accent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sz="4400" dirty="0">
                <a:solidFill>
                  <a:schemeClr val="tx1"/>
                </a:solidFill>
              </a:rPr>
              <a:t>Jonathan "J." Tower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CCFC013-6D9F-96DA-4013-3CA85BB1D357}"/>
              </a:ext>
            </a:extLst>
          </p:cNvPr>
          <p:cNvSpPr txBox="1">
            <a:spLocks/>
          </p:cNvSpPr>
          <p:nvPr/>
        </p:nvSpPr>
        <p:spPr>
          <a:xfrm>
            <a:off x="1505728" y="3621826"/>
            <a:ext cx="3444002" cy="2109323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" lvl="1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>
                <a:solidFill>
                  <a:prstClr val="black">
                    <a:lumMod val="85000"/>
                    <a:lumOff val="15000"/>
                  </a:prstClr>
                </a:solidFill>
              </a:rPr>
              <a:t>13x Microsoft MVP in .NET and AI</a:t>
            </a:r>
          </a:p>
          <a:p>
            <a:pPr marL="3429" lvl="1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>
                <a:solidFill>
                  <a:prstClr val="black">
                    <a:lumMod val="85000"/>
                    <a:lumOff val="15000"/>
                  </a:prstClr>
                </a:solidFill>
              </a:rPr>
              <a:t>VP of .NET Foundation</a:t>
            </a:r>
          </a:p>
          <a:p>
            <a:pPr marL="0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>
                <a:solidFill>
                  <a:prstClr val="black">
                    <a:lumMod val="85000"/>
                    <a:lumOff val="15000"/>
                  </a:prstClr>
                </a:solidFill>
              </a:rPr>
              <a:t>Blue Blazes podcast host</a:t>
            </a:r>
          </a:p>
          <a:p>
            <a:pPr marL="0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jtower@trailheadtechnology.com</a:t>
            </a:r>
            <a:endParaRPr lang="en-US" sz="1500" dirty="0">
              <a:solidFill>
                <a:prstClr val="black">
                  <a:lumMod val="85000"/>
                  <a:lumOff val="15000"/>
                </a:prstClr>
              </a:solidFill>
            </a:endParaRPr>
          </a:p>
          <a:p>
            <a:pPr marL="0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trailheadtechnology.com</a:t>
            </a:r>
            <a:r>
              <a:rPr lang="en-US" sz="1500" dirty="0">
                <a:solidFill>
                  <a:prstClr val="black">
                    <a:lumMod val="85000"/>
                    <a:lumOff val="15000"/>
                  </a:prstClr>
                </a:solidFill>
              </a:rPr>
              <a:t>/blog</a:t>
            </a:r>
          </a:p>
          <a:p>
            <a:pPr marL="0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jtowermi</a:t>
            </a:r>
            <a:endParaRPr lang="en-US" sz="1500" dirty="0">
              <a:solidFill>
                <a:prstClr val="black">
                  <a:lumMod val="85000"/>
                  <a:lumOff val="15000"/>
                </a:prstClr>
              </a:solidFill>
            </a:endParaRPr>
          </a:p>
          <a:p>
            <a:pPr marL="0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>
                <a:solidFill>
                  <a:prstClr val="black">
                    <a:lumMod val="85000"/>
                    <a:lumOff val="15000"/>
                  </a:prstClr>
                </a:solidFill>
              </a:rPr>
              <a:t>Jonathan “J.” Tower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4691E19-F180-067C-E9F8-FBA12759EF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2806" y="3631325"/>
            <a:ext cx="229751" cy="204223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6CD03AF1-75DF-5384-C3B1-090D6BC361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55718">
            <a:off x="1256708" y="4531226"/>
            <a:ext cx="204223" cy="204223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D36DF01-2F6B-C32E-C484-34A5F70AA5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55718">
            <a:off x="1281096" y="4233775"/>
            <a:ext cx="153168" cy="204223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F68C507-38C2-3C3C-703A-2943D69B85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55718">
            <a:off x="1255569" y="4823574"/>
            <a:ext cx="204223" cy="204223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FAA7FFB1-1225-EE62-541D-9F7F9F6C12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55718">
            <a:off x="1276223" y="5417410"/>
            <a:ext cx="178696" cy="204223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88CE88E4-67C7-9C99-335A-D7809B39EF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55718">
            <a:off x="1255569" y="5106312"/>
            <a:ext cx="204223" cy="204223"/>
          </a:xfrm>
          <a:prstGeom prst="rect">
            <a:avLst/>
          </a:prstGeom>
        </p:spPr>
      </p:pic>
      <p:pic>
        <p:nvPicPr>
          <p:cNvPr id="21" name="Graphic 20" descr="Board Of Directors with solid fill">
            <a:extLst>
              <a:ext uri="{FF2B5EF4-FFF2-40B4-BE49-F238E27FC236}">
                <a16:creationId xmlns:a16="http://schemas.microsoft.com/office/drawing/2014/main" id="{52EAAC3E-0AFC-1BA5-0CF0-27F7AEFD1A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255570" y="3929537"/>
            <a:ext cx="204223" cy="204223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2F59F01-13CA-A538-EB00-C420909FADC1}"/>
              </a:ext>
            </a:extLst>
          </p:cNvPr>
          <p:cNvSpPr txBox="1">
            <a:spLocks/>
          </p:cNvSpPr>
          <p:nvPr/>
        </p:nvSpPr>
        <p:spPr>
          <a:xfrm>
            <a:off x="6915610" y="1050252"/>
            <a:ext cx="5293076" cy="2240849"/>
          </a:xfrm>
          <a:prstGeom prst="rect">
            <a:avLst/>
          </a:prstGeom>
        </p:spPr>
        <p:txBody>
          <a:bodyPr vert="horz" lIns="91428" tIns="45714" rIns="91428" bIns="45714" rtlCol="0"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" lvl="1" indent="0" algn="ctr" defTabSz="914217">
              <a:spcBef>
                <a:spcPts val="1300"/>
              </a:spcBef>
              <a:buNone/>
              <a:tabLst>
                <a:tab pos="233316" algn="ctr"/>
                <a:tab pos="457109" algn="l"/>
              </a:tabLst>
            </a:pPr>
            <a:r>
              <a:rPr lang="en-US" sz="7199" dirty="0">
                <a:solidFill>
                  <a:prstClr val="black">
                    <a:lumMod val="85000"/>
                    <a:lumOff val="15000"/>
                  </a:prstClr>
                </a:solidFill>
              </a:rPr>
              <a:t>LET’S</a:t>
            </a:r>
            <a:br>
              <a:rPr lang="en-US" sz="9598" b="1" dirty="0">
                <a:solidFill>
                  <a:prstClr val="black">
                    <a:lumMod val="85000"/>
                    <a:lumOff val="15000"/>
                  </a:prstClr>
                </a:solidFill>
              </a:rPr>
            </a:br>
            <a:r>
              <a:rPr lang="en-US" sz="7199" b="1" dirty="0">
                <a:solidFill>
                  <a:prstClr val="black">
                    <a:lumMod val="85000"/>
                    <a:lumOff val="15000"/>
                  </a:prstClr>
                </a:solidFill>
              </a:rPr>
              <a:t>TALK</a:t>
            </a:r>
            <a:endParaRPr lang="en-US" sz="5399" b="1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E869C9-146B-DC31-A97B-A2F632A01FAF}"/>
              </a:ext>
            </a:extLst>
          </p:cNvPr>
          <p:cNvSpPr txBox="1"/>
          <p:nvPr/>
        </p:nvSpPr>
        <p:spPr>
          <a:xfrm>
            <a:off x="6526878" y="5438564"/>
            <a:ext cx="61044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 err="1">
                <a:solidFill>
                  <a:prstClr val="black"/>
                </a:solidFill>
                <a:latin typeface="Calibri Light" panose="020F0302020204030204"/>
              </a:rPr>
              <a:t>tinyurl.com</a:t>
            </a:r>
            <a:r>
              <a:rPr lang="en-US" sz="2400" b="1" u="sng" dirty="0">
                <a:solidFill>
                  <a:prstClr val="black"/>
                </a:solidFill>
                <a:latin typeface="Calibri Light" panose="020F0302020204030204"/>
              </a:rPr>
              <a:t>/</a:t>
            </a:r>
            <a:r>
              <a:rPr lang="en-US" sz="2400" b="1" u="sng" dirty="0" err="1">
                <a:solidFill>
                  <a:prstClr val="black"/>
                </a:solidFill>
                <a:latin typeface="Calibri Light" panose="020F0302020204030204"/>
              </a:rPr>
              <a:t>th</a:t>
            </a:r>
            <a:r>
              <a:rPr lang="en-US" sz="2400" b="1" u="sng" dirty="0">
                <a:solidFill>
                  <a:prstClr val="black"/>
                </a:solidFill>
                <a:latin typeface="Calibri Light" panose="020F0302020204030204"/>
              </a:rPr>
              <a:t>-offer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B72D920-5FAD-6C7C-92E5-D7A6CD7728CE}"/>
              </a:ext>
            </a:extLst>
          </p:cNvPr>
          <p:cNvGrpSpPr/>
          <p:nvPr/>
        </p:nvGrpSpPr>
        <p:grpSpPr>
          <a:xfrm>
            <a:off x="8408341" y="3028385"/>
            <a:ext cx="2341572" cy="2341572"/>
            <a:chOff x="15858348" y="5858285"/>
            <a:chExt cx="4683754" cy="468375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87C4335-ECF3-9DD0-6A79-CCBE00793F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5858348" y="5858285"/>
              <a:ext cx="4683754" cy="4683754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8756400-64DF-EB40-AC83-0458252B366C}"/>
                </a:ext>
              </a:extLst>
            </p:cNvPr>
            <p:cNvSpPr/>
            <p:nvPr/>
          </p:nvSpPr>
          <p:spPr>
            <a:xfrm>
              <a:off x="17416130" y="7421526"/>
              <a:ext cx="1658679" cy="15353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2811BA38-866A-6911-EB15-652F44639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r="73380" b="-4670"/>
            <a:stretch>
              <a:fillRect/>
            </a:stretch>
          </p:blipFill>
          <p:spPr>
            <a:xfrm>
              <a:off x="17543720" y="7496969"/>
              <a:ext cx="1360997" cy="14132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34945236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Custom 1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072C6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9FC66F1-1152-1545-A5C1-ABAAA7F2FAF2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c9fbb05a-0234-489e-a7de-af156d8ab24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98555</TotalTime>
  <Words>10437</Words>
  <Application>Microsoft Macintosh PowerPoint</Application>
  <PresentationFormat>Widescreen</PresentationFormat>
  <Paragraphs>1731</Paragraphs>
  <Slides>122</Slides>
  <Notes>91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122</vt:i4>
      </vt:variant>
    </vt:vector>
  </HeadingPairs>
  <TitlesOfParts>
    <vt:vector size="131" baseType="lpstr">
      <vt:lpstr>Calibri Light</vt:lpstr>
      <vt:lpstr>Segoe UI</vt:lpstr>
      <vt:lpstr>Calibri</vt:lpstr>
      <vt:lpstr>Consolas</vt:lpstr>
      <vt:lpstr>Arial</vt:lpstr>
      <vt:lpstr>Ink Free</vt:lpstr>
      <vt:lpstr>Komika Axis</vt:lpstr>
      <vt:lpstr>Google Sans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we can learn from  NASA’s Power of Ten  that will help us create  more reliable software</vt:lpstr>
      <vt:lpstr>Jonathan "J." Tower</vt:lpstr>
      <vt:lpstr>What Is  Mission-Critical Code?</vt:lpstr>
      <vt:lpstr>From the Moon…to the Hospital</vt:lpstr>
      <vt:lpstr>From Patients…to Money</vt:lpstr>
      <vt:lpstr>From Trading…to Your Shopping Cart</vt:lpstr>
      <vt:lpstr>Mission-Critical Code</vt:lpstr>
      <vt:lpstr>Mission-Critical Code</vt:lpstr>
      <vt:lpstr>Mission-Critical Code</vt:lpstr>
      <vt:lpstr>Mission-Critical Code</vt:lpstr>
      <vt:lpstr>Mission-Critical Code</vt:lpstr>
      <vt:lpstr>Mission-Critical Code</vt:lpstr>
      <vt:lpstr>Mission-Critical Code</vt:lpstr>
      <vt:lpstr>Mission-Critical Code</vt:lpstr>
      <vt:lpstr>Mission-Critical Code</vt:lpstr>
      <vt:lpstr>Mission-Critical Code</vt:lpstr>
      <vt:lpstr>Setting The Right Level</vt:lpstr>
      <vt:lpstr>Setting The Right Level</vt:lpstr>
      <vt:lpstr>Setting The Right Level</vt:lpstr>
      <vt:lpstr>Setting The Right Level</vt:lpstr>
      <vt:lpstr>Setting The Right Level</vt:lpstr>
      <vt:lpstr>History of Power of Ten</vt:lpstr>
      <vt:lpstr>PowerPoint Presentation</vt:lpstr>
      <vt:lpstr>PowerPoint Presentation</vt:lpstr>
      <vt:lpstr>Patterns in Mission-Critical Software Failures</vt:lpstr>
      <vt:lpstr>Power of Ten Was Meant to Produce</vt:lpstr>
      <vt:lpstr>The Original Power of Ten</vt:lpstr>
      <vt:lpstr>The Original Power of Ten</vt:lpstr>
      <vt:lpstr>The Original Power of Ten</vt:lpstr>
      <vt:lpstr>1. Restrict all code  to very simple  control flow  constructs</vt:lpstr>
      <vt:lpstr>Why Simple Control Flow?</vt:lpstr>
      <vt:lpstr>Anti-Pattern</vt:lpstr>
      <vt:lpstr>Pattern</vt:lpstr>
      <vt:lpstr>Pattern</vt:lpstr>
      <vt:lpstr>Pattern</vt:lpstr>
      <vt:lpstr>Pattern</vt:lpstr>
      <vt:lpstr>2. All loops must  have a fixed  upper-bound</vt:lpstr>
      <vt:lpstr>Why Bounded Loops?</vt:lpstr>
      <vt:lpstr>Anti-Pattern</vt:lpstr>
      <vt:lpstr>Anti-Pattern</vt:lpstr>
      <vt:lpstr>Anti-Pattern</vt:lpstr>
      <vt:lpstr>Pattern</vt:lpstr>
      <vt:lpstr>Anti-Pattern</vt:lpstr>
      <vt:lpstr>Pattern</vt:lpstr>
      <vt:lpstr>Pattern</vt:lpstr>
      <vt:lpstr>3. Do not use  dynamic memory  allocation after  initialization</vt:lpstr>
      <vt:lpstr>Why Limit Resource Usage?</vt:lpstr>
      <vt:lpstr>Anti-Pattern</vt:lpstr>
      <vt:lpstr>Anti-Pattern</vt:lpstr>
      <vt:lpstr>Anti-Pattern</vt:lpstr>
      <vt:lpstr>Anti-Pattern</vt:lpstr>
      <vt:lpstr>Anti-Pattern</vt:lpstr>
      <vt:lpstr>Pattern</vt:lpstr>
      <vt:lpstr>Pattern</vt:lpstr>
      <vt:lpstr>Pattern</vt:lpstr>
      <vt:lpstr>Pattern</vt:lpstr>
      <vt:lpstr>Pattern</vt:lpstr>
      <vt:lpstr>Pattern</vt:lpstr>
      <vt:lpstr>Pattern</vt:lpstr>
      <vt:lpstr>Anti-Pattern</vt:lpstr>
      <vt:lpstr>Pattern</vt:lpstr>
      <vt:lpstr>Pattern</vt:lpstr>
      <vt:lpstr>Stack vs Heap</vt:lpstr>
      <vt:lpstr>Stack vs Heap</vt:lpstr>
      <vt:lpstr>Stack vs Heap</vt:lpstr>
      <vt:lpstr>4. No function should  be longer than what  can be printed on a  single sheet of paper </vt:lpstr>
      <vt:lpstr>Why Short Functions?</vt:lpstr>
      <vt:lpstr>Anti-Pattern</vt:lpstr>
      <vt:lpstr>Anti-Pattern</vt:lpstr>
      <vt:lpstr>Anti-Pattern</vt:lpstr>
      <vt:lpstr>Pattern</vt:lpstr>
      <vt:lpstr>Pattern</vt:lpstr>
      <vt:lpstr>5. Assertion density  of the code should  average to a  minimum of two  per function</vt:lpstr>
      <vt:lpstr>Why Assertions?</vt:lpstr>
      <vt:lpstr>Anti-Pattern</vt:lpstr>
      <vt:lpstr>Anti-Pattern</vt:lpstr>
      <vt:lpstr>Anti-Pattern</vt:lpstr>
      <vt:lpstr>Pattern</vt:lpstr>
      <vt:lpstr>Pattern</vt:lpstr>
      <vt:lpstr>Pattern</vt:lpstr>
      <vt:lpstr>6. Data objects must be declared at the smallest possible level of scope</vt:lpstr>
      <vt:lpstr>Why Limit Data Scope?</vt:lpstr>
      <vt:lpstr>Anti-Pattern</vt:lpstr>
      <vt:lpstr>Pattern</vt:lpstr>
      <vt:lpstr>Anti-Pattern</vt:lpstr>
      <vt:lpstr>Pattern</vt:lpstr>
      <vt:lpstr>7. Return value of  non-void functions  and validity of  parameters must  be checked</vt:lpstr>
      <vt:lpstr>Why Return Success?</vt:lpstr>
      <vt:lpstr>Anti-Pattern</vt:lpstr>
      <vt:lpstr>Pattern</vt:lpstr>
      <vt:lpstr>Pattern</vt:lpstr>
      <vt:lpstr>8. The use of the  preprocessor must  be limited</vt:lpstr>
      <vt:lpstr>8. The use of the  preprocessor must  be limited</vt:lpstr>
      <vt:lpstr>8. The use of the  preprocessor must  be limited</vt:lpstr>
      <vt:lpstr>Why Limit Metaprogramming?</vt:lpstr>
      <vt:lpstr>Anti-Pattern</vt:lpstr>
      <vt:lpstr>Why Limit Metaprogramming?</vt:lpstr>
      <vt:lpstr>Why Limit Metaprogramming?</vt:lpstr>
      <vt:lpstr>Pattern</vt:lpstr>
      <vt:lpstr>9. Use of pointers  should be restricted</vt:lpstr>
      <vt:lpstr>9. Use of pointers  should be restricted</vt:lpstr>
      <vt:lpstr>9. Use of pointers  should be restricted</vt:lpstr>
      <vt:lpstr>Why Limit Indirection &amp; Dynamic Dispatch?</vt:lpstr>
      <vt:lpstr>Anti-Pattern</vt:lpstr>
      <vt:lpstr>Pattern</vt:lpstr>
      <vt:lpstr>Anti-Pattern</vt:lpstr>
      <vt:lpstr>Pattern</vt:lpstr>
      <vt:lpstr>10. Zero warnings,  most pedantic  setting; daily static  analysis</vt:lpstr>
      <vt:lpstr>Why Warnings and Static Analysis?</vt:lpstr>
      <vt:lpstr>Anti-Pattern</vt:lpstr>
      <vt:lpstr>Pattern</vt:lpstr>
      <vt:lpstr>Anti-Pattern</vt:lpstr>
      <vt:lpstr>Pattern</vt:lpstr>
      <vt:lpstr>Summing Up</vt:lpstr>
      <vt:lpstr>Thanks! 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NASA's Power of Ten</dc:title>
  <dc:subject/>
  <dc:creator>Jonathan "J." Tower</dc:creator>
  <cp:keywords/>
  <dc:description/>
  <cp:lastModifiedBy>Jonathan "J." Tower</cp:lastModifiedBy>
  <cp:revision>6</cp:revision>
  <dcterms:created xsi:type="dcterms:W3CDTF">2022-03-22T12:15:23Z</dcterms:created>
  <dcterms:modified xsi:type="dcterms:W3CDTF">2026-07-23T19:39:51Z</dcterms:modified>
  <cp:category/>
</cp:coreProperties>
</file>