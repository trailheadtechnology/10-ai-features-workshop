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424" r:id="rId2"/>
    <p:sldId id="586" r:id="rId3"/>
    <p:sldId id="587" r:id="rId4"/>
    <p:sldId id="588" r:id="rId5"/>
    <p:sldId id="589" r:id="rId6"/>
    <p:sldId id="590" r:id="rId7"/>
    <p:sldId id="591" r:id="rId8"/>
    <p:sldId id="592" r:id="rId9"/>
    <p:sldId id="663" r:id="rId10"/>
    <p:sldId id="593" r:id="rId11"/>
    <p:sldId id="594" r:id="rId12"/>
    <p:sldId id="575" r:id="rId13"/>
    <p:sldId id="656" r:id="rId14"/>
    <p:sldId id="657" r:id="rId15"/>
    <p:sldId id="658" r:id="rId16"/>
    <p:sldId id="659" r:id="rId17"/>
    <p:sldId id="660" r:id="rId18"/>
    <p:sldId id="305" r:id="rId19"/>
    <p:sldId id="664" r:id="rId20"/>
    <p:sldId id="576" r:id="rId21"/>
    <p:sldId id="577" r:id="rId22"/>
    <p:sldId id="578" r:id="rId23"/>
    <p:sldId id="579" r:id="rId24"/>
    <p:sldId id="580" r:id="rId25"/>
    <p:sldId id="581" r:id="rId26"/>
    <p:sldId id="585" r:id="rId27"/>
    <p:sldId id="665" r:id="rId28"/>
    <p:sldId id="595" r:id="rId29"/>
    <p:sldId id="596" r:id="rId30"/>
    <p:sldId id="597" r:id="rId31"/>
    <p:sldId id="666" r:id="rId32"/>
    <p:sldId id="604" r:id="rId33"/>
    <p:sldId id="608" r:id="rId34"/>
    <p:sldId id="609" r:id="rId35"/>
    <p:sldId id="667" r:id="rId36"/>
    <p:sldId id="615" r:id="rId37"/>
    <p:sldId id="662" r:id="rId38"/>
    <p:sldId id="668" r:id="rId39"/>
    <p:sldId id="622" r:id="rId40"/>
    <p:sldId id="631" r:id="rId41"/>
    <p:sldId id="632" r:id="rId42"/>
    <p:sldId id="633" r:id="rId43"/>
    <p:sldId id="634" r:id="rId44"/>
    <p:sldId id="669" r:id="rId45"/>
    <p:sldId id="638" r:id="rId46"/>
    <p:sldId id="640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</p14:sldIdLst>
        </p14:section>
        <p14:section name="The Problem" id="{CA69F589-3EF5-C941-8D55-518CEA07355F}">
          <p14:sldIdLst>
            <p14:sldId id="663"/>
            <p14:sldId id="593"/>
            <p14:sldId id="594"/>
          </p14:sldIdLst>
        </p14:section>
        <p14:section name="Promise" id="{EB48B14D-6587-D249-9A2E-052DF89814B8}">
          <p14:sldIdLst>
            <p14:sldId id="575"/>
            <p14:sldId id="656"/>
            <p14:sldId id="657"/>
            <p14:sldId id="658"/>
            <p14:sldId id="659"/>
            <p14:sldId id="660"/>
          </p14:sldIdLst>
        </p14:section>
        <p14:section name="Intro" id="{E0CBE261-F1C9-1E4E-B6A5-55F960638333}">
          <p14:sldIdLst>
            <p14:sldId id="305"/>
          </p14:sldIdLst>
        </p14:section>
        <p14:section name="Setup" id="{15BAC8F6-3835-CD4A-99FA-00445C509DC8}">
          <p14:sldIdLst>
            <p14:sldId id="66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Who are &quot;users&quot;?" id="{0DDEB977-F5F1-F74F-84DE-2896FEAE8EC8}">
          <p14:sldIdLst>
            <p14:sldId id="665"/>
            <p14:sldId id="595"/>
            <p14:sldId id="596"/>
            <p14:sldId id="597"/>
          </p14:sldIdLst>
        </p14:section>
        <p14:section name="Modules" id="{2464D2C0-D5CE-874A-ADBB-C4F3A00F2296}">
          <p14:sldIdLst>
            <p14:sldId id="666"/>
            <p14:sldId id="604"/>
            <p14:sldId id="608"/>
            <p14:sldId id="609"/>
          </p14:sldIdLst>
        </p14:section>
        <p14:section name="Languages" id="{D9E829A4-5B0E-864D-A717-A6B99E78D4B9}">
          <p14:sldIdLst>
            <p14:sldId id="667"/>
            <p14:sldId id="615"/>
            <p14:sldId id="662"/>
          </p14:sldIdLst>
        </p14:section>
        <p14:section name="Models" id="{BE0A6410-0121-D64E-BCFE-A041C0240E95}">
          <p14:sldIdLst>
            <p14:sldId id="668"/>
            <p14:sldId id="622"/>
            <p14:sldId id="631"/>
            <p14:sldId id="632"/>
            <p14:sldId id="633"/>
            <p14:sldId id="634"/>
          </p14:sldIdLst>
        </p14:section>
        <p14:section name="The App and Data" id="{ADED7705-3DCA-8744-9C11-E4E5E5C08CE7}">
          <p14:sldIdLst>
            <p14:sldId id="669"/>
            <p14:sldId id="638"/>
            <p14:sldId id="6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3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800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17T12:31:52.173" v="2885" actId="20577"/>
      <pc:docMkLst>
        <pc:docMk/>
      </pc:docMkLst>
      <pc:sldChg chg="del">
        <pc:chgData name="J. Tower" userId="9d06de10716639e5" providerId="LiveId" clId="{F8931099-75CA-5660-A155-55881DF68D84}" dt="2026-09-17T12:05:44.526" v="1924" actId="2696"/>
        <pc:sldMkLst>
          <pc:docMk/>
          <pc:sldMk cId="1972911589" sldId="305"/>
        </pc:sldMkLst>
      </pc:sldChg>
      <pc:sldChg chg="add">
        <pc:chgData name="J. Tower" userId="9d06de10716639e5" providerId="LiveId" clId="{F8931099-75CA-5660-A155-55881DF68D84}" dt="2026-09-17T12:05:51.046" v="1925"/>
        <pc:sldMkLst>
          <pc:docMk/>
          <pc:sldMk cId="2588151616" sldId="305"/>
        </pc:sldMkLst>
      </pc:sldChg>
      <pc:sldChg chg="modSp mod">
        <pc:chgData name="J. Tower" userId="9d06de10716639e5" providerId="LiveId" clId="{F8931099-75CA-5660-A155-55881DF68D84}" dt="2026-08-31T17:12:55.746" v="1108" actId="113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7T11:59:54.475" v="1795" actId="404"/>
          <ac:spMkLst>
            <pc:docMk/>
            <pc:sldMk cId="0" sldId="576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7T11:59:51.698" v="1794" actId="404"/>
          <ac:spMkLst>
            <pc:docMk/>
            <pc:sldMk cId="0" sldId="577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7T11:59:47.441" v="1793" actId="404"/>
          <ac:spMkLst>
            <pc:docMk/>
            <pc:sldMk cId="0" sldId="578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7T11:59:44.420" v="1792" actId="404"/>
          <ac:spMkLst>
            <pc:docMk/>
            <pc:sldMk cId="0" sldId="579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17T11:59:38.830" v="1791" actId="404"/>
          <ac:spMkLst>
            <pc:docMk/>
            <pc:sldMk cId="0" sldId="580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1"/>
        </pc:sldMkLst>
        <pc:spChg chg="mod">
          <ac:chgData name="J. Tower" userId="9d06de10716639e5" providerId="LiveId" clId="{F8931099-75CA-5660-A155-55881DF68D84}" dt="2026-09-17T12:00:02.862" v="1796" actId="403"/>
          <ac:spMkLst>
            <pc:docMk/>
            <pc:sldMk cId="0" sldId="581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7T12:02:43.646" v="1841" actId="20577"/>
          <ac:spMkLst>
            <pc:docMk/>
            <pc:sldMk cId="0" sldId="58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02:12.778" v="1817" actId="403"/>
          <ac:spMkLst>
            <pc:docMk/>
            <pc:sldMk cId="0" sldId="585"/>
            <ac:spMk id="3" creationId="{00000000-0000-0000-0000-000000000000}"/>
          </ac:spMkLst>
        </pc:spChg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17T12:03:16.399" v="1881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17T12:03:16.399" v="1881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21.597" v="191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7T12:04:21.597" v="191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17.045" v="1909" actId="20577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7T12:04:17.045" v="1909" actId="20577"/>
          <ac:spMkLst>
            <pc:docMk/>
            <pc:sldMk cId="0" sldId="597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4:38.954" v="1920" actId="2696"/>
        <pc:sldMkLst>
          <pc:docMk/>
          <pc:sldMk cId="0" sldId="598"/>
        </pc:sldMkLst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5:24.636" v="1921" actId="2696"/>
        <pc:sldMkLst>
          <pc:docMk/>
          <pc:sldMk cId="0" sldId="605"/>
        </pc:sldMkLst>
      </pc:sldChg>
      <pc:sldChg chg="modSp del mod">
        <pc:chgData name="J. Tower" userId="9d06de10716639e5" providerId="LiveId" clId="{F8931099-75CA-5660-A155-55881DF68D84}" dt="2026-09-17T12:05:24.641" v="1922" actId="2696"/>
        <pc:sldMkLst>
          <pc:docMk/>
          <pc:sldMk cId="0" sldId="606"/>
        </pc:sldMkLst>
      </pc:sldChg>
      <pc:sldChg chg="modSp del mod">
        <pc:chgData name="J. Tower" userId="9d06de10716639e5" providerId="LiveId" clId="{F8931099-75CA-5660-A155-55881DF68D84}" dt="2026-09-17T12:05:24.650" v="1923" actId="2696"/>
        <pc:sldMkLst>
          <pc:docMk/>
          <pc:sldMk cId="0" sldId="607"/>
        </pc:sldMkLst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9-17T12:10:59.130" v="2270" actId="20577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7T12:10:59.130" v="2270" actId="20577"/>
          <ac:spMkLst>
            <pc:docMk/>
            <pc:sldMk cId="0" sldId="609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7:37.644" v="2049" actId="2696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17T12:07:26.616" v="2044" actId="21"/>
          <ac:spMkLst>
            <pc:docMk/>
            <pc:sldMk cId="0" sldId="61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6.569" v="2271" actId="2696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17T12:07:44.490" v="2050" actId="21"/>
          <ac:spMkLst>
            <pc:docMk/>
            <pc:sldMk cId="0" sldId="61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7.664" v="2272" actId="2696"/>
        <pc:sldMkLst>
          <pc:docMk/>
          <pc:sldMk cId="0" sldId="612"/>
        </pc:sldMkLst>
      </pc:sldChg>
      <pc:sldChg chg="addSp delSp modSp mod">
        <pc:chgData name="J. Tower" userId="9d06de10716639e5" providerId="LiveId" clId="{F8931099-75CA-5660-A155-55881DF68D84}" dt="2026-09-17T12:23:56.464" v="2684" actId="1076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17T12:23:40.116" v="2679" actId="20577"/>
          <ac:spMkLst>
            <pc:docMk/>
            <pc:sldMk cId="0" sldId="615"/>
            <ac:spMk id="2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3:37.396" v="2678" actId="478"/>
          <ac:spMkLst>
            <pc:docMk/>
            <pc:sldMk cId="0" sldId="615"/>
            <ac:spMk id="8" creationId="{0BADACAD-E2F4-9F7B-EE3A-80520C7E724C}"/>
          </ac:spMkLst>
        </pc:spChg>
        <pc:picChg chg="add del mod">
          <ac:chgData name="J. Tower" userId="9d06de10716639e5" providerId="LiveId" clId="{F8931099-75CA-5660-A155-55881DF68D84}" dt="2026-09-17T12:23:35.081" v="2677" actId="478"/>
          <ac:picMkLst>
            <pc:docMk/>
            <pc:sldMk cId="0" sldId="615"/>
            <ac:picMk id="4" creationId="{14009466-6210-E1F9-792D-334396C798E4}"/>
          </ac:picMkLst>
        </pc:picChg>
        <pc:picChg chg="add mod">
          <ac:chgData name="J. Tower" userId="9d06de10716639e5" providerId="LiveId" clId="{F8931099-75CA-5660-A155-55881DF68D84}" dt="2026-09-17T12:23:52.945" v="2683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17T12:23:49.728" v="2682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17T12:23:56.464" v="2684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del mod">
        <pc:chgData name="J. Tower" userId="9d06de10716639e5" providerId="LiveId" clId="{F8931099-75CA-5660-A155-55881DF68D84}" dt="2026-09-17T12:11:21.642" v="2273" actId="2696"/>
        <pc:sldMkLst>
          <pc:docMk/>
          <pc:sldMk cId="0" sldId="616"/>
        </pc:sldMkLst>
      </pc:sldChg>
      <pc:sldChg chg="modSp del mod">
        <pc:chgData name="J. Tower" userId="9d06de10716639e5" providerId="LiveId" clId="{F8931099-75CA-5660-A155-55881DF68D84}" dt="2026-09-17T12:11:22.042" v="2274" actId="2696"/>
        <pc:sldMkLst>
          <pc:docMk/>
          <pc:sldMk cId="0" sldId="617"/>
        </pc:sldMkLst>
      </pc:sldChg>
      <pc:sldChg chg="modSp del mod">
        <pc:chgData name="J. Tower" userId="9d06de10716639e5" providerId="LiveId" clId="{F8931099-75CA-5660-A155-55881DF68D84}" dt="2026-09-17T12:11:22.817" v="2275" actId="2696"/>
        <pc:sldMkLst>
          <pc:docMk/>
          <pc:sldMk cId="0" sldId="618"/>
        </pc:sldMkLst>
      </pc:sldChg>
      <pc:sldChg chg="modSp del mod">
        <pc:chgData name="J. Tower" userId="9d06de10716639e5" providerId="LiveId" clId="{F8931099-75CA-5660-A155-55881DF68D84}" dt="2026-09-17T12:11:23.403" v="2276" actId="2696"/>
        <pc:sldMkLst>
          <pc:docMk/>
          <pc:sldMk cId="0" sldId="619"/>
        </pc:sldMkLst>
      </pc:sldChg>
      <pc:sldChg chg="modSp del mod">
        <pc:chgData name="J. Tower" userId="9d06de10716639e5" providerId="LiveId" clId="{F8931099-75CA-5660-A155-55881DF68D84}" dt="2026-09-17T12:22:58.986" v="2657" actId="2696"/>
        <pc:sldMkLst>
          <pc:docMk/>
          <pc:sldMk cId="0" sldId="620"/>
        </pc:sldMkLst>
      </pc:sldChg>
      <pc:sldChg chg="modSp del mod">
        <pc:chgData name="J. Tower" userId="9d06de10716639e5" providerId="LiveId" clId="{F8931099-75CA-5660-A155-55881DF68D84}" dt="2026-09-17T12:22:59.362" v="2658" actId="2696"/>
        <pc:sldMkLst>
          <pc:docMk/>
          <pc:sldMk cId="0" sldId="621"/>
        </pc:sldMkLst>
      </pc:sldChg>
      <pc:sldChg chg="modSp mod">
        <pc:chgData name="J. Tower" userId="9d06de10716639e5" providerId="LiveId" clId="{F8931099-75CA-5660-A155-55881DF68D84}" dt="2026-09-17T12:23:28.196" v="2676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9-17T12:23:28.196" v="2676" actId="20577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3:19.497" v="2664" actId="948"/>
          <ac:spMkLst>
            <pc:docMk/>
            <pc:sldMk cId="0" sldId="622"/>
            <ac:spMk id="3" creationId="{00000000-0000-0000-0000-000000000000}"/>
          </ac:spMkLst>
        </pc:spChg>
      </pc:sldChg>
      <pc:sldChg chg="modSp del">
        <pc:chgData name="J. Tower" userId="9d06de10716639e5" providerId="LiveId" clId="{F8931099-75CA-5660-A155-55881DF68D84}" dt="2026-09-17T12:16:18.662" v="2559" actId="2696"/>
        <pc:sldMkLst>
          <pc:docMk/>
          <pc:sldMk cId="0" sldId="623"/>
        </pc:sldMkLst>
      </pc:sldChg>
      <pc:sldChg chg="del">
        <pc:chgData name="J. Tower" userId="9d06de10716639e5" providerId="LiveId" clId="{F8931099-75CA-5660-A155-55881DF68D84}" dt="2026-09-17T12:16:18.660" v="2557" actId="2696"/>
        <pc:sldMkLst>
          <pc:docMk/>
          <pc:sldMk cId="0" sldId="624"/>
        </pc:sldMkLst>
      </pc:sldChg>
      <pc:sldChg chg="del">
        <pc:chgData name="J. Tower" userId="9d06de10716639e5" providerId="LiveId" clId="{F8931099-75CA-5660-A155-55881DF68D84}" dt="2026-09-17T12:16:18.659" v="2556" actId="2696"/>
        <pc:sldMkLst>
          <pc:docMk/>
          <pc:sldMk cId="0" sldId="625"/>
        </pc:sldMkLst>
      </pc:sldChg>
      <pc:sldChg chg="del">
        <pc:chgData name="J. Tower" userId="9d06de10716639e5" providerId="LiveId" clId="{F8931099-75CA-5660-A155-55881DF68D84}" dt="2026-09-17T12:16:18.662" v="2560" actId="2696"/>
        <pc:sldMkLst>
          <pc:docMk/>
          <pc:sldMk cId="0" sldId="626"/>
        </pc:sldMkLst>
      </pc:sldChg>
      <pc:sldChg chg="del">
        <pc:chgData name="J. Tower" userId="9d06de10716639e5" providerId="LiveId" clId="{F8931099-75CA-5660-A155-55881DF68D84}" dt="2026-09-17T12:16:18.664" v="2562" actId="2696"/>
        <pc:sldMkLst>
          <pc:docMk/>
          <pc:sldMk cId="0" sldId="627"/>
        </pc:sldMkLst>
      </pc:sldChg>
      <pc:sldChg chg="modSp del mod">
        <pc:chgData name="J. Tower" userId="9d06de10716639e5" providerId="LiveId" clId="{F8931099-75CA-5660-A155-55881DF68D84}" dt="2026-09-17T12:16:18.661" v="2558" actId="2696"/>
        <pc:sldMkLst>
          <pc:docMk/>
          <pc:sldMk cId="0" sldId="628"/>
        </pc:sldMkLst>
      </pc:sldChg>
      <pc:sldChg chg="modSp del mod">
        <pc:chgData name="J. Tower" userId="9d06de10716639e5" providerId="LiveId" clId="{F8931099-75CA-5660-A155-55881DF68D84}" dt="2026-09-17T12:16:18.663" v="2561" actId="2696"/>
        <pc:sldMkLst>
          <pc:docMk/>
          <pc:sldMk cId="0" sldId="629"/>
        </pc:sldMkLst>
      </pc:sldChg>
      <pc:sldChg chg="modSp del mod">
        <pc:chgData name="J. Tower" userId="9d06de10716639e5" providerId="LiveId" clId="{F8931099-75CA-5660-A155-55881DF68D84}" dt="2026-09-17T12:16:18.657" v="2555" actId="2696"/>
        <pc:sldMkLst>
          <pc:docMk/>
          <pc:sldMk cId="0" sldId="630"/>
        </pc:sldMkLst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6:38.468" v="2563" actId="2696"/>
        <pc:sldMkLst>
          <pc:docMk/>
          <pc:sldMk cId="0" sldId="635"/>
        </pc:sldMkLst>
      </pc:sldChg>
      <pc:sldChg chg="modSp del mod modNotesTx">
        <pc:chgData name="J. Tower" userId="9d06de10716639e5" providerId="LiveId" clId="{F8931099-75CA-5660-A155-55881DF68D84}" dt="2026-09-17T12:16:38.939" v="2564" actId="2696"/>
        <pc:sldMkLst>
          <pc:docMk/>
          <pc:sldMk cId="0" sldId="636"/>
        </pc:sldMkLst>
      </pc:sldChg>
      <pc:sldChg chg="modSp del mod">
        <pc:chgData name="J. Tower" userId="9d06de10716639e5" providerId="LiveId" clId="{F8931099-75CA-5660-A155-55881DF68D84}" dt="2026-09-17T12:16:39.397" v="2565" actId="2696"/>
        <pc:sldMkLst>
          <pc:docMk/>
          <pc:sldMk cId="0" sldId="637"/>
        </pc:sldMkLst>
      </pc:sldChg>
      <pc:sldChg chg="addSp delSp modSp mod">
        <pc:chgData name="J. Tower" userId="9d06de10716639e5" providerId="LiveId" clId="{F8931099-75CA-5660-A155-55881DF68D84}" dt="2026-09-17T12:25:02.658" v="2722" actId="1076"/>
        <pc:sldMkLst>
          <pc:docMk/>
          <pc:sldMk cId="0" sldId="638"/>
        </pc:sldMkLst>
        <pc:spChg chg="del mod">
          <ac:chgData name="J. Tower" userId="9d06de10716639e5" providerId="LiveId" clId="{F8931099-75CA-5660-A155-55881DF68D84}" dt="2026-09-17T12:24:48.541" v="2697" actId="478"/>
          <ac:spMkLst>
            <pc:docMk/>
            <pc:sldMk cId="0" sldId="638"/>
            <ac:spMk id="2" creationId="{00000000-0000-0000-0000-000000000000}"/>
          </ac:spMkLst>
        </pc:spChg>
        <pc:spChg chg="del mod">
          <ac:chgData name="J. Tower" userId="9d06de10716639e5" providerId="LiveId" clId="{F8931099-75CA-5660-A155-55881DF68D84}" dt="2026-09-17T12:20:57.490" v="2628" actId="478"/>
          <ac:spMkLst>
            <pc:docMk/>
            <pc:sldMk cId="0" sldId="638"/>
            <ac:spMk id="3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0:59.051" v="2629" actId="478"/>
          <ac:spMkLst>
            <pc:docMk/>
            <pc:sldMk cId="0" sldId="638"/>
            <ac:spMk id="5" creationId="{79933D81-BE83-5682-EF08-2C7F16E58B70}"/>
          </ac:spMkLst>
        </pc:spChg>
        <pc:spChg chg="add mod">
          <ac:chgData name="J. Tower" userId="9d06de10716639e5" providerId="LiveId" clId="{F8931099-75CA-5660-A155-55881DF68D84}" dt="2026-09-17T12:24:46.952" v="2696"/>
          <ac:spMkLst>
            <pc:docMk/>
            <pc:sldMk cId="0" sldId="638"/>
            <ac:spMk id="7" creationId="{3878F974-54E4-426D-BD58-A21DBE08FAB6}"/>
          </ac:spMkLst>
        </pc:spChg>
        <pc:spChg chg="add mod">
          <ac:chgData name="J. Tower" userId="9d06de10716639e5" providerId="LiveId" clId="{F8931099-75CA-5660-A155-55881DF68D84}" dt="2026-09-17T12:24:54.748" v="2720" actId="20577"/>
          <ac:spMkLst>
            <pc:docMk/>
            <pc:sldMk cId="0" sldId="638"/>
            <ac:spMk id="9" creationId="{5C259584-274B-8DF1-5F5A-C02C3FA97F41}"/>
          </ac:spMkLst>
        </pc:spChg>
        <pc:picChg chg="add mod">
          <ac:chgData name="J. Tower" userId="9d06de10716639e5" providerId="LiveId" clId="{F8931099-75CA-5660-A155-55881DF68D84}" dt="2026-09-17T12:25:02.658" v="2722" actId="1076"/>
          <ac:picMkLst>
            <pc:docMk/>
            <pc:sldMk cId="0" sldId="638"/>
            <ac:picMk id="6" creationId="{F90592F5-27C9-8B7F-9BCE-7369F4188205}"/>
          </ac:picMkLst>
        </pc:picChg>
      </pc:sldChg>
      <pc:sldChg chg="modSp del mod">
        <pc:chgData name="J. Tower" userId="9d06de10716639e5" providerId="LiveId" clId="{F8931099-75CA-5660-A155-55881DF68D84}" dt="2026-09-17T12:19:49.824" v="2602" actId="2696"/>
        <pc:sldMkLst>
          <pc:docMk/>
          <pc:sldMk cId="0" sldId="639"/>
        </pc:sldMkLst>
      </pc:sldChg>
      <pc:sldChg chg="modSp mod">
        <pc:chgData name="J. Tower" userId="9d06de10716639e5" providerId="LiveId" clId="{F8931099-75CA-5660-A155-55881DF68D84}" dt="2026-09-17T12:21:12.346" v="2645" actId="20577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9-17T12:21:12.346" v="2645" actId="20577"/>
          <ac:spMkLst>
            <pc:docMk/>
            <pc:sldMk cId="0" sldId="64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0:49.519" v="2627" actId="20577"/>
          <ac:spMkLst>
            <pc:docMk/>
            <pc:sldMk cId="0" sldId="64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19.926" v="2621" actId="2696"/>
        <pc:sldMkLst>
          <pc:docMk/>
          <pc:sldMk cId="0" sldId="641"/>
        </pc:sldMkLst>
        <pc:spChg chg="mod">
          <ac:chgData name="J. Tower" userId="9d06de10716639e5" providerId="LiveId" clId="{F8931099-75CA-5660-A155-55881DF68D84}" dt="2026-09-17T12:18:46.660" v="2579" actId="21"/>
          <ac:spMkLst>
            <pc:docMk/>
            <pc:sldMk cId="0" sldId="64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21.327" v="2622" actId="2696"/>
        <pc:sldMkLst>
          <pc:docMk/>
          <pc:sldMk cId="0" sldId="642"/>
        </pc:sldMkLst>
        <pc:spChg chg="mod">
          <ac:chgData name="J. Tower" userId="9d06de10716639e5" providerId="LiveId" clId="{F8931099-75CA-5660-A155-55881DF68D84}" dt="2026-09-17T12:19:57.320" v="2603" actId="21"/>
          <ac:spMkLst>
            <pc:docMk/>
            <pc:sldMk cId="0" sldId="642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34.434" v="2626" actId="2696"/>
        <pc:sldMkLst>
          <pc:docMk/>
          <pc:sldMk cId="0" sldId="643"/>
        </pc:sldMkLst>
        <pc:spChg chg="mod">
          <ac:chgData name="J. Tower" userId="9d06de10716639e5" providerId="LiveId" clId="{F8931099-75CA-5660-A155-55881DF68D84}" dt="2026-09-17T12:20:26.426" v="2623" actId="21"/>
          <ac:spMkLst>
            <pc:docMk/>
            <pc:sldMk cId="0" sldId="643"/>
            <ac:spMk id="3" creationId="{00000000-0000-0000-0000-000000000000}"/>
          </ac:spMkLst>
        </pc:spChg>
      </pc:sldChg>
      <pc:sldChg chg="delSp modSp mod ord">
        <pc:chgData name="J. Tower" userId="9d06de10716639e5" providerId="LiveId" clId="{F8931099-75CA-5660-A155-55881DF68D84}" dt="2026-09-17T12:26:43.286" v="2732" actId="20578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1110134982" sldId="657"/>
        </pc:sldMkLst>
      </pc:sldChg>
      <pc:sldChg chg="delSp modSp add mod ord">
        <pc:chgData name="J. Tower" userId="9d06de10716639e5" providerId="LiveId" clId="{F8931099-75CA-5660-A155-55881DF68D84}" dt="2026-09-17T12:26:43.286" v="2732" actId="20578"/>
        <pc:sldMkLst>
          <pc:docMk/>
          <pc:sldMk cId="1792891384" sldId="658"/>
        </pc:sldMkLst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537135610" sldId="659"/>
        </pc:sldMkLst>
      </pc:sldChg>
      <pc:sldChg chg="modSp add mod ord">
        <pc:chgData name="J. Tower" userId="9d06de10716639e5" providerId="LiveId" clId="{F8931099-75CA-5660-A155-55881DF68D84}" dt="2026-09-17T12:26:43.286" v="2732" actId="20578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delSp modSp add del mod">
        <pc:chgData name="J. Tower" userId="9d06de10716639e5" providerId="LiveId" clId="{F8931099-75CA-5660-A155-55881DF68D84}" dt="2026-09-17T12:24:14.847" v="2693" actId="2696"/>
        <pc:sldMkLst>
          <pc:docMk/>
          <pc:sldMk cId="767413525" sldId="661"/>
        </pc:sldMkLst>
        <pc:spChg chg="add del mod">
          <ac:chgData name="J. Tower" userId="9d06de10716639e5" providerId="LiveId" clId="{F8931099-75CA-5660-A155-55881DF68D84}" dt="2026-09-17T12:24:06.914" v="2688" actId="21"/>
          <ac:spMkLst>
            <pc:docMk/>
            <pc:sldMk cId="767413525" sldId="661"/>
            <ac:spMk id="3" creationId="{ECA900EB-6A6F-281A-CFD0-4286FCCB4341}"/>
          </ac:spMkLst>
        </pc:spChg>
        <pc:picChg chg="del">
          <ac:chgData name="J. Tower" userId="9d06de10716639e5" providerId="LiveId" clId="{F8931099-75CA-5660-A155-55881DF68D84}" dt="2026-09-17T12:24:01.996" v="2686" actId="21"/>
          <ac:picMkLst>
            <pc:docMk/>
            <pc:sldMk cId="767413525" sldId="661"/>
            <ac:picMk id="5" creationId="{CDBD0A24-1FEE-020F-26FE-1437656976E2}"/>
          </ac:picMkLst>
        </pc:picChg>
      </pc:sldChg>
      <pc:sldChg chg="addSp modSp add mod">
        <pc:chgData name="J. Tower" userId="9d06de10716639e5" providerId="LiveId" clId="{F8931099-75CA-5660-A155-55881DF68D84}" dt="2026-09-17T12:24:12.824" v="2692" actId="1076"/>
        <pc:sldMkLst>
          <pc:docMk/>
          <pc:sldMk cId="2760933836" sldId="662"/>
        </pc:sldMkLst>
        <pc:spChg chg="add mod">
          <ac:chgData name="J. Tower" userId="9d06de10716639e5" providerId="LiveId" clId="{F8931099-75CA-5660-A155-55881DF68D84}" dt="2026-09-17T12:24:12.824" v="2692" actId="1076"/>
          <ac:spMkLst>
            <pc:docMk/>
            <pc:sldMk cId="2760933836" sldId="662"/>
            <ac:spMk id="4" creationId="{EDB6A565-7DC9-7A92-D38D-70760454064F}"/>
          </ac:spMkLst>
        </pc:spChg>
        <pc:picChg chg="add mod">
          <ac:chgData name="J. Tower" userId="9d06de10716639e5" providerId="LiveId" clId="{F8931099-75CA-5660-A155-55881DF68D84}" dt="2026-09-17T12:24:02.785" v="2687"/>
          <ac:picMkLst>
            <pc:docMk/>
            <pc:sldMk cId="2760933836" sldId="662"/>
            <ac:picMk id="3" creationId="{5E7EE428-C344-EA58-D36B-5862DD8B74D6}"/>
          </ac:picMkLst>
        </pc:picChg>
        <pc:picChg chg="mod">
          <ac:chgData name="J. Tower" userId="9d06de10716639e5" providerId="LiveId" clId="{F8931099-75CA-5660-A155-55881DF68D84}" dt="2026-09-17T12:24:10.188" v="2691" actId="1076"/>
          <ac:picMkLst>
            <pc:docMk/>
            <pc:sldMk cId="2760933836" sldId="662"/>
            <ac:picMk id="5" creationId="{726BDE56-B480-DF70-BA5C-2BAD51C01EFD}"/>
          </ac:picMkLst>
        </pc:picChg>
      </pc:sldChg>
      <pc:sldChg chg="addSp delSp modSp new mod modClrScheme chgLayout">
        <pc:chgData name="J. Tower" userId="9d06de10716639e5" providerId="LiveId" clId="{F8931099-75CA-5660-A155-55881DF68D84}" dt="2026-09-17T12:29:54.492" v="2769" actId="20577"/>
        <pc:sldMkLst>
          <pc:docMk/>
          <pc:sldMk cId="3316008568" sldId="663"/>
        </pc:sldMkLst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2" creationId="{6465786B-1CFB-0184-557D-D31DB727221F}"/>
          </ac:spMkLst>
        </pc:spChg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3" creationId="{625DF86B-B242-5DD5-6793-4B72DF208063}"/>
          </ac:spMkLst>
        </pc:spChg>
        <pc:spChg chg="add mod ord">
          <ac:chgData name="J. Tower" userId="9d06de10716639e5" providerId="LiveId" clId="{F8931099-75CA-5660-A155-55881DF68D84}" dt="2026-09-17T12:29:54.492" v="2769" actId="20577"/>
          <ac:spMkLst>
            <pc:docMk/>
            <pc:sldMk cId="3316008568" sldId="663"/>
            <ac:spMk id="4" creationId="{1813B985-33F7-DFD7-1A8D-3F7CB3C66372}"/>
          </ac:spMkLst>
        </pc:spChg>
        <pc:spChg chg="add mod ord">
          <ac:chgData name="J. Tower" userId="9d06de10716639e5" providerId="LiveId" clId="{F8931099-75CA-5660-A155-55881DF68D84}" dt="2026-09-17T12:29:51.264" v="2758" actId="27636"/>
          <ac:spMkLst>
            <pc:docMk/>
            <pc:sldMk cId="3316008568" sldId="663"/>
            <ac:spMk id="5" creationId="{27625D59-DF45-6B5C-4C84-6FB63142CEEA}"/>
          </ac:spMkLst>
        </pc:spChg>
      </pc:sldChg>
      <pc:sldChg chg="modSp add mod">
        <pc:chgData name="J. Tower" userId="9d06de10716639e5" providerId="LiveId" clId="{F8931099-75CA-5660-A155-55881DF68D84}" dt="2026-09-17T12:30:26.922" v="2787" actId="20577"/>
        <pc:sldMkLst>
          <pc:docMk/>
          <pc:sldMk cId="1664326862" sldId="664"/>
        </pc:sldMkLst>
        <pc:spChg chg="mod">
          <ac:chgData name="J. Tower" userId="9d06de10716639e5" providerId="LiveId" clId="{F8931099-75CA-5660-A155-55881DF68D84}" dt="2026-09-17T12:30:26.922" v="2787" actId="20577"/>
          <ac:spMkLst>
            <pc:docMk/>
            <pc:sldMk cId="1664326862" sldId="664"/>
            <ac:spMk id="4" creationId="{B60E0735-82A2-792B-69E2-5F004823AEC3}"/>
          </ac:spMkLst>
        </pc:spChg>
      </pc:sldChg>
      <pc:sldChg chg="modSp add mod">
        <pc:chgData name="J. Tower" userId="9d06de10716639e5" providerId="LiveId" clId="{F8931099-75CA-5660-A155-55881DF68D84}" dt="2026-09-17T12:30:43.531" v="2806" actId="20577"/>
        <pc:sldMkLst>
          <pc:docMk/>
          <pc:sldMk cId="1801803126" sldId="665"/>
        </pc:sldMkLst>
        <pc:spChg chg="mod">
          <ac:chgData name="J. Tower" userId="9d06de10716639e5" providerId="LiveId" clId="{F8931099-75CA-5660-A155-55881DF68D84}" dt="2026-09-17T12:30:43.531" v="2806" actId="20577"/>
          <ac:spMkLst>
            <pc:docMk/>
            <pc:sldMk cId="1801803126" sldId="665"/>
            <ac:spMk id="4" creationId="{6E8CA24B-F0B9-1A36-59AB-EB5B8764D829}"/>
          </ac:spMkLst>
        </pc:spChg>
      </pc:sldChg>
      <pc:sldChg chg="modSp add mod ord">
        <pc:chgData name="J. Tower" userId="9d06de10716639e5" providerId="LiveId" clId="{F8931099-75CA-5660-A155-55881DF68D84}" dt="2026-09-17T12:31:13.766" v="2828" actId="20577"/>
        <pc:sldMkLst>
          <pc:docMk/>
          <pc:sldMk cId="3895603487" sldId="666"/>
        </pc:sldMkLst>
        <pc:spChg chg="mod">
          <ac:chgData name="J. Tower" userId="9d06de10716639e5" providerId="LiveId" clId="{F8931099-75CA-5660-A155-55881DF68D84}" dt="2026-09-17T12:31:13.766" v="2828" actId="20577"/>
          <ac:spMkLst>
            <pc:docMk/>
            <pc:sldMk cId="3895603487" sldId="666"/>
            <ac:spMk id="4" creationId="{FB72D5F2-A468-B801-EEE4-6FB0A42DA42C}"/>
          </ac:spMkLst>
        </pc:spChg>
      </pc:sldChg>
      <pc:sldChg chg="modSp add mod">
        <pc:chgData name="J. Tower" userId="9d06de10716639e5" providerId="LiveId" clId="{F8931099-75CA-5660-A155-55881DF68D84}" dt="2026-09-17T12:31:29.416" v="2861" actId="20577"/>
        <pc:sldMkLst>
          <pc:docMk/>
          <pc:sldMk cId="2352943252" sldId="667"/>
        </pc:sldMkLst>
        <pc:spChg chg="mod">
          <ac:chgData name="J. Tower" userId="9d06de10716639e5" providerId="LiveId" clId="{F8931099-75CA-5660-A155-55881DF68D84}" dt="2026-09-17T12:31:29.416" v="2861" actId="20577"/>
          <ac:spMkLst>
            <pc:docMk/>
            <pc:sldMk cId="2352943252" sldId="667"/>
            <ac:spMk id="4" creationId="{DA23A044-9D99-A282-7EB0-561B17CBD65E}"/>
          </ac:spMkLst>
        </pc:spChg>
      </pc:sldChg>
      <pc:sldChg chg="modSp add mod">
        <pc:chgData name="J. Tower" userId="9d06de10716639e5" providerId="LiveId" clId="{F8931099-75CA-5660-A155-55881DF68D84}" dt="2026-09-17T12:31:40.521" v="2872" actId="20577"/>
        <pc:sldMkLst>
          <pc:docMk/>
          <pc:sldMk cId="3757891761" sldId="668"/>
        </pc:sldMkLst>
        <pc:spChg chg="mod">
          <ac:chgData name="J. Tower" userId="9d06de10716639e5" providerId="LiveId" clId="{F8931099-75CA-5660-A155-55881DF68D84}" dt="2026-09-17T12:31:40.521" v="2872" actId="20577"/>
          <ac:spMkLst>
            <pc:docMk/>
            <pc:sldMk cId="3757891761" sldId="668"/>
            <ac:spMk id="4" creationId="{FEF3BBEF-E668-3544-74EF-1BE1B94EA6C9}"/>
          </ac:spMkLst>
        </pc:spChg>
      </pc:sldChg>
      <pc:sldChg chg="modSp add mod">
        <pc:chgData name="J. Tower" userId="9d06de10716639e5" providerId="LiveId" clId="{F8931099-75CA-5660-A155-55881DF68D84}" dt="2026-09-17T12:31:52.173" v="2885" actId="20577"/>
        <pc:sldMkLst>
          <pc:docMk/>
          <pc:sldMk cId="1393124872" sldId="669"/>
        </pc:sldMkLst>
        <pc:spChg chg="mod">
          <ac:chgData name="J. Tower" userId="9d06de10716639e5" providerId="LiveId" clId="{F8931099-75CA-5660-A155-55881DF68D84}" dt="2026-09-17T12:31:52.173" v="2885" actId="20577"/>
          <ac:spMkLst>
            <pc:docMk/>
            <pc:sldMk cId="1393124872" sldId="669"/>
            <ac:spMk id="4" creationId="{21644756-C614-96E3-849E-6F6593C79D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repo URL comes up on the Get Set Up slide; advance to it while people settle.</a:t>
            </a:r>
          </a:p>
          <a:p>
            <a:r>
              <a:t>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Quick intro, then the free offer: tinyurl.com/th-offer, on screen again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copying from the USB drives now, during the framing, rather than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Do this before the framing, about ten minutes in, because the most expensive twenty minutes of a hands-on workshop is the twenty minutes in the first lab when a third of the room finds out their setup doesn't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75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Breaks between modules and an hour for lunch after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558C-0672-F19E-2D70-67EF73D3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A540-BCE9-CCF3-4BE2-7B385B908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5973B-C0FD-6C88-63B2-7A4A00F8C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A17-24BE-8340-8E79-8B50D559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9000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 00's smoke test sends these requests raw, with the SDK removed; Microsoft.Extensions.AI and the openai package are wrappers over these POSTs. This is why the three language tracks look alike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20841"/>
            <a:ext cx="5730240" cy="341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</a:t>
            </a:r>
            <a:r>
              <a:rPr lang="en-US" sz="5400" dirty="0"/>
              <a:t>was there, but it was buried in a mountain of text.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13B985-33F7-DFD7-1A8D-3F7CB3C6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25D59-DF45-6B5C-4C84-6FB63142C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654" y="1662612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Principal Consultant &amp;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79" y="2219760"/>
            <a:ext cx="4480945" cy="1183348"/>
          </a:xfrm>
          <a:prstGeom prst="rect">
            <a:avLst/>
          </a:prstGeo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solidFill>
                  <a:srgbClr val="0072C6"/>
                </a:solidFill>
              </a:rPr>
              <a:t>github.com/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Jonathan "J." Tower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5990DF9-6E57-EEB6-C725-C56866119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A3C4E4E-BA85-9AE8-6FE7-3E98D66D5F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65CD454-2706-560D-0DA8-7698FA808F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6B7D742-51B1-9C60-581F-2F997D8751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05BFAC-3397-4195-19D6-77090A9906CD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AFE787-FB0C-EFB4-62F6-5DED5B34E76B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DA97EEF-A042-AB7E-11A3-38DC3B16EAA9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574039F-009F-2A08-5BBB-486F5B4F0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680D52-7452-D141-3402-93ABDF35AD62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9D3F7610-2E9F-FF65-5DAD-4DA4EF603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D563-A38A-5400-C858-2B7C2C88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0E0735-82A2-792B-69E2-5F004823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4E47E-E18B-D8EB-5F3D-CE7EEB17B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6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  <a:p>
            <a:r>
              <a:rPr sz="2400" dirty="0"/>
              <a:t>📦 </a:t>
            </a:r>
            <a:r>
              <a:rPr sz="2400" dirty="0">
                <a:latin typeface="Consolas"/>
              </a:rPr>
              <a:t>git clone</a:t>
            </a:r>
            <a:r>
              <a:rPr sz="2400" dirty="0"/>
              <a:t> </a:t>
            </a:r>
            <a:r>
              <a:rPr sz="2400" dirty="0" err="1"/>
              <a:t>github.com</a:t>
            </a:r>
            <a:r>
              <a:rPr sz="2400" dirty="0"/>
              <a:t>/</a:t>
            </a:r>
            <a:r>
              <a:rPr sz="2400" dirty="0" err="1"/>
              <a:t>trailheadtechnology</a:t>
            </a:r>
            <a:r>
              <a:rPr sz="2400" dirty="0"/>
              <a:t>/10-ai-features-workshop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  <a:p>
            <a:r>
              <a:rPr sz="2400"/>
              <a:t>🧰 VS Code + REST Client (</a:t>
            </a:r>
            <a:r>
              <a:rPr sz="2400">
                <a:latin typeface="Consolas"/>
              </a:rPr>
              <a:t>humao.rest-client</a:t>
            </a:r>
            <a:r>
              <a:rPr sz="2400"/>
              <a:t>)</a:t>
            </a:r>
          </a:p>
          <a:p>
            <a:r>
              <a:rPr sz="2400"/>
              <a:t>⌨️ C#, Python, or TypeScript, and its runtime</a:t>
            </a:r>
          </a:p>
          <a:p>
            <a:r>
              <a:rPr sz="2400"/>
              <a:t>📦 </a:t>
            </a:r>
            <a:r>
              <a:rPr sz="2400">
                <a:latin typeface="Consolas"/>
              </a:rPr>
              <a:t>git clone</a:t>
            </a:r>
            <a:r>
              <a:rPr sz="2400"/>
              <a:t> github.com/trailheadtechnology/10-ai-features-workshop</a:t>
            </a:r>
          </a:p>
          <a:p>
            <a:r>
              <a:rPr sz="2400"/>
              <a:t>☁️ Azure OpenAI: nothing to install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Verify Your Setup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400" dirty="0">
                <a:latin typeface="Consolas"/>
              </a:rPr>
              <a:t>/modules/M0-opening/F00-setup-and-framing/http</a:t>
            </a:r>
            <a:r>
              <a:rPr sz="2400" dirty="0">
                <a:latin typeface="Consolas"/>
              </a:rPr>
              <a:t>/smoke-</a:t>
            </a:r>
            <a:r>
              <a:rPr sz="2400" dirty="0" err="1">
                <a:latin typeface="Consolas"/>
              </a:rPr>
              <a:t>test.http</a:t>
            </a:r>
            <a:endParaRPr sz="2400" dirty="0">
              <a:latin typeface="Consolas"/>
            </a:endParaRPr>
          </a:p>
          <a:p>
            <a:endParaRPr lang="en-US" sz="2400" dirty="0"/>
          </a:p>
          <a:p>
            <a:pPr marL="0" indent="0">
              <a:buNone/>
            </a:pPr>
            <a:r>
              <a:rPr sz="2800" dirty="0"/>
              <a:t>💬 </a:t>
            </a:r>
            <a:r>
              <a:rPr lang="en-US" sz="2800" dirty="0"/>
              <a:t>L</a:t>
            </a:r>
            <a:r>
              <a:rPr sz="2800" dirty="0"/>
              <a:t>ocal chat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🔢 </a:t>
            </a:r>
            <a:r>
              <a:rPr lang="en-US" sz="2800" dirty="0"/>
              <a:t>L</a:t>
            </a:r>
            <a:r>
              <a:rPr sz="2800" dirty="0"/>
              <a:t>ocal embedding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☁️ Azure chat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✅ Three JSON responses, no red text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  <a:p>
            <a:pPr marL="0" indent="0">
              <a:buNone/>
            </a:pPr>
            <a:r>
              <a:rPr sz="2800" dirty="0"/>
              <a:t>🖐️ Broken? Raise a hand now.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32B17-AD88-3879-3526-5F0B7DC9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8CA24B-F0B9-1A36-59AB-EB5B8764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“Users”?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EAF33-8A9C-3259-6872-76B1525C0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03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B3FE3-7927-13D3-7338-A2FBF046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2D5F2-A468-B801-EEE4-6FB0A42D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and Schedule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E73E58-6D1C-C61E-4FB8-EBDAF1C8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03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Understanding: summarize, extract, sentiment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sz="2800" dirty="0"/>
              <a:t>3 75-Min Modules</a:t>
            </a:r>
          </a:p>
          <a:p>
            <a:pPr lvl="1"/>
            <a:r>
              <a:rPr lang="en-US" sz="2800" dirty="0"/>
              <a:t>3 AI features per module</a:t>
            </a:r>
          </a:p>
          <a:p>
            <a:pPr lvl="1"/>
            <a:r>
              <a:rPr lang="en-US" sz="2800" dirty="0"/>
              <a:t>20</a:t>
            </a:r>
            <a:r>
              <a:rPr sz="2800" dirty="0"/>
              <a:t> min mine</a:t>
            </a:r>
            <a:r>
              <a:rPr lang="en-US" sz="2800" dirty="0"/>
              <a:t> for overview</a:t>
            </a:r>
          </a:p>
          <a:p>
            <a:pPr lvl="1"/>
            <a:r>
              <a:rPr lang="en-US" sz="2800" dirty="0"/>
              <a:t>50</a:t>
            </a:r>
            <a:r>
              <a:rPr sz="2800" dirty="0"/>
              <a:t> min yours</a:t>
            </a:r>
            <a:r>
              <a:rPr lang="en-US" sz="2800" dirty="0"/>
              <a:t> for labs</a:t>
            </a:r>
          </a:p>
          <a:p>
            <a:pPr lvl="1"/>
            <a:r>
              <a:rPr lang="en-US" sz="2800" dirty="0"/>
              <a:t>1 lab </a:t>
            </a:r>
            <a:r>
              <a:rPr lang="en-US" sz="2800" b="1" dirty="0"/>
              <a:t>Recommended</a:t>
            </a:r>
            <a:r>
              <a:rPr lang="en-US" sz="2800" dirty="0"/>
              <a:t> · 2 </a:t>
            </a:r>
            <a:r>
              <a:rPr lang="en-US" sz="2800" b="1" dirty="0"/>
              <a:t>Challenge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A 60-minute capstone module</a:t>
            </a:r>
          </a:p>
          <a:p>
            <a:pPr lvl="1"/>
            <a:r>
              <a:rPr lang="en-US" sz="2800" dirty="0"/>
              <a:t>1 AI feature</a:t>
            </a:r>
          </a:p>
          <a:p>
            <a:pPr lvl="1"/>
            <a:r>
              <a:rPr lang="en-US" sz="2800" dirty="0"/>
              <a:t>1 lab for everyone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Recap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NOTE: Breaks any time, especially during labs</a:t>
            </a:r>
          </a:p>
          <a:p>
            <a:pPr marL="0" indent="0">
              <a:buNone/>
            </a:pPr>
            <a:endParaRPr lang="en-US" sz="2800" b="1" dirty="0"/>
          </a:p>
          <a:p>
            <a:pPr marL="3429" lvl="1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1474-A3A1-DED6-0AA8-1818A09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23A044-9D99-A282-7EB0-561B17CB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and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A3C9A1-C668-EED4-3633-F77A7F589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43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E51E-356A-78E3-B447-FE6239DE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D5CA-BB79-386B-0763-910B108A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726BDE56-B480-DF70-BA5C-2BAD51C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442199E7-D87A-9398-02A8-8688944F2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DEDD8D55-C5AE-0F4C-09AC-AA34EE4B1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B6A565-7DC9-7A92-D38D-70760454064F}"/>
              </a:ext>
            </a:extLst>
          </p:cNvPr>
          <p:cNvSpPr/>
          <p:nvPr/>
        </p:nvSpPr>
        <p:spPr>
          <a:xfrm>
            <a:off x="974171" y="24591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33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898F-DBFA-4880-53F0-F3FA32E6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3BBEF-E668-3544-74EF-1BE1B94E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737097-81A3-FA9E-6284-750ED3687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1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Models,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/>
              <a:t>Local Models (~5 GB, no GPU):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lang="en-US" sz="2800" i="0" dirty="0">
                <a:latin typeface="Consolas"/>
              </a:rPr>
              <a:t>llama3.2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phi3</a:t>
            </a:r>
            <a:endParaRPr lang="en-US" sz="2800" i="0" dirty="0"/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nomic-embed-text</a:t>
            </a:r>
            <a:r>
              <a:rPr sz="2800" i="0" dirty="0"/>
              <a:t> </a:t>
            </a:r>
            <a:endParaRPr lang="en-US" sz="2800" i="0" dirty="0"/>
          </a:p>
          <a:p>
            <a:pPr marL="192024" lvl="1" indent="0">
              <a:buNone/>
            </a:pPr>
            <a:endParaRPr lang="en-US" sz="2800" dirty="0"/>
          </a:p>
          <a:p>
            <a:pPr marL="192024" lvl="1" indent="0">
              <a:spcAft>
                <a:spcPts val="1200"/>
              </a:spcAft>
              <a:buNone/>
            </a:pPr>
            <a:r>
              <a:rPr lang="en-US" sz="2800" b="1" dirty="0"/>
              <a:t>Cloud Model (my subscription):</a:t>
            </a:r>
          </a:p>
          <a:p>
            <a:pPr marL="342900" lvl="2" indent="0">
              <a:buNone/>
            </a:pPr>
            <a:r>
              <a:rPr lang="en-US" sz="2800" i="0" dirty="0"/>
              <a:t>☁️ Cloud models where it helps: F03, F05, F10*</a:t>
            </a:r>
          </a:p>
          <a:p>
            <a:pPr marL="342900" lvl="2" indent="0">
              <a:buNone/>
            </a:pPr>
            <a:endParaRPr lang="en-US" sz="2800" i="0" dirty="0"/>
          </a:p>
          <a:p>
            <a:pPr marL="192024" lvl="1" indent="0">
              <a:buNone/>
            </a:pPr>
            <a:endParaRPr lang="en-US" sz="2000" dirty="0"/>
          </a:p>
          <a:p>
            <a:pPr marL="192024" lvl="1" indent="0">
              <a:buNone/>
            </a:pPr>
            <a:r>
              <a:rPr lang="en-US" sz="2000" dirty="0"/>
              <a:t>*NOTE: F10 is the only recommended lab, others are optional</a:t>
            </a:r>
            <a:endParaRPr lang="en-US" sz="3100" i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C03A-0DD4-A2FB-79C1-639EBFB1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4756-C614-96E3-849E-6F6593C7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The App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CA538-C32A-5FDC-3E21-B2697FA35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24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0592F5-27C9-8B7F-9BCE-7369F4188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6" y="1823541"/>
            <a:ext cx="8250237" cy="464075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C259584-274B-8DF1-5F5A-C02C3FA9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Trailhead Guides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Meet </a:t>
            </a:r>
            <a:r>
              <a:rPr lang="en-US" dirty="0"/>
              <a:t>the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🗺️ 200 trails</a:t>
            </a:r>
            <a:endParaRPr lang="en-US" sz="2800" dirty="0"/>
          </a:p>
          <a:p>
            <a:r>
              <a:rPr lang="en-US" sz="2800" dirty="0"/>
              <a:t>📃 </a:t>
            </a:r>
            <a:r>
              <a:rPr sz="2800" dirty="0"/>
              <a:t>40 trip reports</a:t>
            </a:r>
          </a:p>
          <a:p>
            <a:r>
              <a:rPr sz="2800" dirty="0"/>
              <a:t>🎒 300 gear reviews </a:t>
            </a:r>
            <a:endParaRPr lang="en-US" sz="2800" dirty="0"/>
          </a:p>
          <a:p>
            <a:r>
              <a:rPr sz="2800" dirty="0"/>
              <a:t>📜 25 regulation docs</a:t>
            </a:r>
            <a:endParaRPr lang="en-US" sz="2800" dirty="0"/>
          </a:p>
          <a:p>
            <a:r>
              <a:rPr lang="en-US" sz="2800" dirty="0"/>
              <a:t>📥 A full email inbox</a:t>
            </a:r>
          </a:p>
          <a:p>
            <a:r>
              <a:rPr lang="en-US" sz="2800" dirty="0"/>
              <a:t>🌧️ 500 condition reports</a:t>
            </a:r>
          </a:p>
          <a:p>
            <a:r>
              <a:rPr lang="en-US" sz="2800" dirty="0"/>
              <a:t>🔌 Mock APIs (weather / campsites / permits)</a:t>
            </a:r>
          </a:p>
          <a:p>
            <a:r>
              <a:rPr lang="en-US" sz="2800" dirty="0"/>
              <a:t>⚠️ 100% synthetic</a:t>
            </a:r>
          </a:p>
          <a:p>
            <a:endParaRPr lang="en-US" sz="2800" dirty="0"/>
          </a:p>
          <a:p>
            <a:endParaRPr lang="en-US" sz="2800" dirty="0"/>
          </a:p>
          <a:p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98654</TotalTime>
  <Words>2302</Words>
  <Application>Microsoft Macintosh PowerPoint</Application>
  <PresentationFormat>Widescreen</PresentationFormat>
  <Paragraphs>268</Paragraphs>
  <Slides>46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Calibri Light</vt:lpstr>
      <vt:lpstr>Arial</vt:lpstr>
      <vt:lpstr>Komika Axis</vt:lpstr>
      <vt:lpstr>Segoe UI</vt:lpstr>
      <vt:lpstr>Calibri</vt:lpstr>
      <vt:lpstr>Consolas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Problem</vt:lpstr>
      <vt:lpstr>The Wrong Question and the Better One</vt:lpstr>
      <vt:lpstr>The Wrong Question and the Better One</vt:lpstr>
      <vt:lpstr>Ten shippable AI features that solve problems your users already have, and the judgment to know when to build each.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Jonathan "J." Tower</vt:lpstr>
      <vt:lpstr>Environment Setup</vt:lpstr>
      <vt:lpstr>Get Set Up</vt:lpstr>
      <vt:lpstr>Get Set Up</vt:lpstr>
      <vt:lpstr>Get Set Up</vt:lpstr>
      <vt:lpstr>Get Set Up</vt:lpstr>
      <vt:lpstr>Get Set Up</vt:lpstr>
      <vt:lpstr>Get Set Up</vt:lpstr>
      <vt:lpstr>Verify Your Setup</vt:lpstr>
      <vt:lpstr>Which ”Users”?</vt:lpstr>
      <vt:lpstr>"Users" Is a Broad Word</vt:lpstr>
      <vt:lpstr>"Users" Is a Broad Word</vt:lpstr>
      <vt:lpstr>"Users" Is a Broad Word</vt:lpstr>
      <vt:lpstr>Modules and Schedule</vt:lpstr>
      <vt:lpstr>The Modules</vt:lpstr>
      <vt:lpstr>The Schedule</vt:lpstr>
      <vt:lpstr>How Each Module Works</vt:lpstr>
      <vt:lpstr>Languages and Frameworks</vt:lpstr>
      <vt:lpstr>Language Choices</vt:lpstr>
      <vt:lpstr>Language Choices</vt:lpstr>
      <vt:lpstr>Models</vt:lpstr>
      <vt:lpstr>Local Models, Cloud When Needed</vt:lpstr>
      <vt:lpstr>Every Model Is an HTTP Call</vt:lpstr>
      <vt:lpstr>Every Model Is an HTTP Call</vt:lpstr>
      <vt:lpstr>Every Model Is an HTTP Call</vt:lpstr>
      <vt:lpstr>Every Model Is an HTTP Call</vt:lpstr>
      <vt:lpstr>Meet The App</vt:lpstr>
      <vt:lpstr>Meet Trailhead Guides</vt:lpstr>
      <vt:lpstr>Meet the Data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2026-09-17T12:31:57Z</dcterms:modified>
  <cp:category/>
</cp:coreProperties>
</file>