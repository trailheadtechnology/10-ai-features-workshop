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3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800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17T12:31:52.173" v="2885" actId="20577"/>
      <pc:docMkLst>
        <pc:docMk/>
      </pc:docMkLst>
      <pc:sldChg chg="del">
        <pc:chgData name="J. Tower" userId="9d06de10716639e5" providerId="LiveId" clId="{F8931099-75CA-5660-A155-55881DF68D84}" dt="2026-09-17T12:05:44.526" v="1924" actId="2696"/>
        <pc:sldMkLst>
          <pc:docMk/>
          <pc:sldMk cId="1972911589" sldId="305"/>
        </pc:sldMkLst>
      </pc:sldChg>
      <pc:sldChg chg="add">
        <pc:chgData name="J. Tower" userId="9d06de10716639e5" providerId="LiveId" clId="{F8931099-75CA-5660-A155-55881DF68D84}" dt="2026-09-17T12:05:51.046" v="1925"/>
        <pc:sldMkLst>
          <pc:docMk/>
          <pc:sldMk cId="2588151616" sldId="305"/>
        </pc:sldMkLst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4:38.954" v="1920" actId="2696"/>
        <pc:sldMkLst>
          <pc:docMk/>
          <pc:sldMk cId="0" sldId="598"/>
        </pc:sldMkLst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5:24.636" v="1921" actId="2696"/>
        <pc:sldMkLst>
          <pc:docMk/>
          <pc:sldMk cId="0" sldId="605"/>
        </pc:sldMkLst>
      </pc:sldChg>
      <pc:sldChg chg="modSp del mod">
        <pc:chgData name="J. Tower" userId="9d06de10716639e5" providerId="LiveId" clId="{F8931099-75CA-5660-A155-55881DF68D84}" dt="2026-09-17T12:05:24.641" v="1922" actId="2696"/>
        <pc:sldMkLst>
          <pc:docMk/>
          <pc:sldMk cId="0" sldId="606"/>
        </pc:sldMkLst>
      </pc:sldChg>
      <pc:sldChg chg="modSp del mod">
        <pc:chgData name="J. Tower" userId="9d06de10716639e5" providerId="LiveId" clId="{F8931099-75CA-5660-A155-55881DF68D84}" dt="2026-09-17T12:05:24.650" v="1923" actId="2696"/>
        <pc:sldMkLst>
          <pc:docMk/>
          <pc:sldMk cId="0" sldId="607"/>
        </pc:sldMkLst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7:37.644" v="2049" actId="269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7T12:07:26.616" v="2044" actId="21"/>
          <ac:spMkLst>
            <pc:docMk/>
            <pc:sldMk cId="0" sldId="61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6.569" v="2271" actId="2696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17T12:07:44.490" v="2050" actId="21"/>
          <ac:spMkLst>
            <pc:docMk/>
            <pc:sldMk cId="0" sldId="61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7.664" v="2272" actId="2696"/>
        <pc:sldMkLst>
          <pc:docMk/>
          <pc:sldMk cId="0" sldId="612"/>
        </pc:sldMkLst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3:37.396" v="2678" actId="478"/>
          <ac:spMkLst>
            <pc:docMk/>
            <pc:sldMk cId="0" sldId="615"/>
            <ac:spMk id="8" creationId="{0BADACAD-E2F4-9F7B-EE3A-80520C7E724C}"/>
          </ac:spMkLst>
        </pc:spChg>
        <pc:picChg chg="add del mod">
          <ac:chgData name="J. Tower" userId="9d06de10716639e5" providerId="LiveId" clId="{F8931099-75CA-5660-A155-55881DF68D84}" dt="2026-09-17T12:23:35.081" v="2677" actId="478"/>
          <ac:picMkLst>
            <pc:docMk/>
            <pc:sldMk cId="0" sldId="615"/>
            <ac:picMk id="4" creationId="{14009466-6210-E1F9-792D-334396C798E4}"/>
          </ac:picMkLst>
        </pc:pic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del mod">
        <pc:chgData name="J. Tower" userId="9d06de10716639e5" providerId="LiveId" clId="{F8931099-75CA-5660-A155-55881DF68D84}" dt="2026-09-17T12:11:21.642" v="2273" actId="2696"/>
        <pc:sldMkLst>
          <pc:docMk/>
          <pc:sldMk cId="0" sldId="616"/>
        </pc:sldMkLst>
      </pc:sldChg>
      <pc:sldChg chg="modSp del mod">
        <pc:chgData name="J. Tower" userId="9d06de10716639e5" providerId="LiveId" clId="{F8931099-75CA-5660-A155-55881DF68D84}" dt="2026-09-17T12:11:22.042" v="2274" actId="2696"/>
        <pc:sldMkLst>
          <pc:docMk/>
          <pc:sldMk cId="0" sldId="617"/>
        </pc:sldMkLst>
      </pc:sldChg>
      <pc:sldChg chg="modSp del mod">
        <pc:chgData name="J. Tower" userId="9d06de10716639e5" providerId="LiveId" clId="{F8931099-75CA-5660-A155-55881DF68D84}" dt="2026-09-17T12:11:22.817" v="2275" actId="2696"/>
        <pc:sldMkLst>
          <pc:docMk/>
          <pc:sldMk cId="0" sldId="618"/>
        </pc:sldMkLst>
      </pc:sldChg>
      <pc:sldChg chg="modSp del mod">
        <pc:chgData name="J. Tower" userId="9d06de10716639e5" providerId="LiveId" clId="{F8931099-75CA-5660-A155-55881DF68D84}" dt="2026-09-17T12:11:23.403" v="2276" actId="2696"/>
        <pc:sldMkLst>
          <pc:docMk/>
          <pc:sldMk cId="0" sldId="619"/>
        </pc:sldMkLst>
      </pc:sldChg>
      <pc:sldChg chg="modSp del mod">
        <pc:chgData name="J. Tower" userId="9d06de10716639e5" providerId="LiveId" clId="{F8931099-75CA-5660-A155-55881DF68D84}" dt="2026-09-17T12:22:58.986" v="2657" actId="2696"/>
        <pc:sldMkLst>
          <pc:docMk/>
          <pc:sldMk cId="0" sldId="620"/>
        </pc:sldMkLst>
      </pc:sldChg>
      <pc:sldChg chg="modSp del mod">
        <pc:chgData name="J. Tower" userId="9d06de10716639e5" providerId="LiveId" clId="{F8931099-75CA-5660-A155-55881DF68D84}" dt="2026-09-17T12:22:59.362" v="2658" actId="2696"/>
        <pc:sldMkLst>
          <pc:docMk/>
          <pc:sldMk cId="0" sldId="621"/>
        </pc:sldMkLst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del">
        <pc:chgData name="J. Tower" userId="9d06de10716639e5" providerId="LiveId" clId="{F8931099-75CA-5660-A155-55881DF68D84}" dt="2026-09-17T12:16:18.662" v="2559" actId="2696"/>
        <pc:sldMkLst>
          <pc:docMk/>
          <pc:sldMk cId="0" sldId="623"/>
        </pc:sldMkLst>
      </pc:sldChg>
      <pc:sldChg chg="del">
        <pc:chgData name="J. Tower" userId="9d06de10716639e5" providerId="LiveId" clId="{F8931099-75CA-5660-A155-55881DF68D84}" dt="2026-09-17T12:16:18.660" v="2557" actId="2696"/>
        <pc:sldMkLst>
          <pc:docMk/>
          <pc:sldMk cId="0" sldId="624"/>
        </pc:sldMkLst>
      </pc:sldChg>
      <pc:sldChg chg="del">
        <pc:chgData name="J. Tower" userId="9d06de10716639e5" providerId="LiveId" clId="{F8931099-75CA-5660-A155-55881DF68D84}" dt="2026-09-17T12:16:18.659" v="2556" actId="2696"/>
        <pc:sldMkLst>
          <pc:docMk/>
          <pc:sldMk cId="0" sldId="625"/>
        </pc:sldMkLst>
      </pc:sldChg>
      <pc:sldChg chg="del">
        <pc:chgData name="J. Tower" userId="9d06de10716639e5" providerId="LiveId" clId="{F8931099-75CA-5660-A155-55881DF68D84}" dt="2026-09-17T12:16:18.662" v="2560" actId="2696"/>
        <pc:sldMkLst>
          <pc:docMk/>
          <pc:sldMk cId="0" sldId="626"/>
        </pc:sldMkLst>
      </pc:sldChg>
      <pc:sldChg chg="del">
        <pc:chgData name="J. Tower" userId="9d06de10716639e5" providerId="LiveId" clId="{F8931099-75CA-5660-A155-55881DF68D84}" dt="2026-09-17T12:16:18.664" v="2562" actId="2696"/>
        <pc:sldMkLst>
          <pc:docMk/>
          <pc:sldMk cId="0" sldId="627"/>
        </pc:sldMkLst>
      </pc:sldChg>
      <pc:sldChg chg="modSp del mod">
        <pc:chgData name="J. Tower" userId="9d06de10716639e5" providerId="LiveId" clId="{F8931099-75CA-5660-A155-55881DF68D84}" dt="2026-09-17T12:16:18.661" v="2558" actId="2696"/>
        <pc:sldMkLst>
          <pc:docMk/>
          <pc:sldMk cId="0" sldId="628"/>
        </pc:sldMkLst>
      </pc:sldChg>
      <pc:sldChg chg="modSp del mod">
        <pc:chgData name="J. Tower" userId="9d06de10716639e5" providerId="LiveId" clId="{F8931099-75CA-5660-A155-55881DF68D84}" dt="2026-09-17T12:16:18.663" v="2561" actId="2696"/>
        <pc:sldMkLst>
          <pc:docMk/>
          <pc:sldMk cId="0" sldId="629"/>
        </pc:sldMkLst>
      </pc:sldChg>
      <pc:sldChg chg="modSp del mod">
        <pc:chgData name="J. Tower" userId="9d06de10716639e5" providerId="LiveId" clId="{F8931099-75CA-5660-A155-55881DF68D84}" dt="2026-09-17T12:16:18.657" v="2555" actId="2696"/>
        <pc:sldMkLst>
          <pc:docMk/>
          <pc:sldMk cId="0" sldId="630"/>
        </pc:sldMkLst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6:38.468" v="2563" actId="2696"/>
        <pc:sldMkLst>
          <pc:docMk/>
          <pc:sldMk cId="0" sldId="635"/>
        </pc:sldMkLst>
      </pc:sldChg>
      <pc:sldChg chg="modSp del mod modNotesTx">
        <pc:chgData name="J. Tower" userId="9d06de10716639e5" providerId="LiveId" clId="{F8931099-75CA-5660-A155-55881DF68D84}" dt="2026-09-17T12:16:38.939" v="2564" actId="2696"/>
        <pc:sldMkLst>
          <pc:docMk/>
          <pc:sldMk cId="0" sldId="636"/>
        </pc:sldMkLst>
      </pc:sldChg>
      <pc:sldChg chg="modSp del mod">
        <pc:chgData name="J. Tower" userId="9d06de10716639e5" providerId="LiveId" clId="{F8931099-75CA-5660-A155-55881DF68D84}" dt="2026-09-17T12:16:39.397" v="2565" actId="2696"/>
        <pc:sldMkLst>
          <pc:docMk/>
          <pc:sldMk cId="0" sldId="637"/>
        </pc:sldMkLst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del mod">
          <ac:chgData name="J. Tower" userId="9d06de10716639e5" providerId="LiveId" clId="{F8931099-75CA-5660-A155-55881DF68D84}" dt="2026-09-17T12:24:48.541" v="2697" actId="478"/>
          <ac:spMkLst>
            <pc:docMk/>
            <pc:sldMk cId="0" sldId="638"/>
            <ac:spMk id="2" creationId="{00000000-0000-0000-0000-000000000000}"/>
          </ac:spMkLst>
        </pc:spChg>
        <pc:spChg chg="del mod">
          <ac:chgData name="J. Tower" userId="9d06de10716639e5" providerId="LiveId" clId="{F8931099-75CA-5660-A155-55881DF68D84}" dt="2026-09-17T12:20:57.490" v="2628" actId="478"/>
          <ac:spMkLst>
            <pc:docMk/>
            <pc:sldMk cId="0" sldId="638"/>
            <ac:spMk id="3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0:59.051" v="2629" actId="478"/>
          <ac:spMkLst>
            <pc:docMk/>
            <pc:sldMk cId="0" sldId="638"/>
            <ac:spMk id="5" creationId="{79933D81-BE83-5682-EF08-2C7F16E58B70}"/>
          </ac:spMkLst>
        </pc:spChg>
        <pc:spChg chg="add mod">
          <ac:chgData name="J. Tower" userId="9d06de10716639e5" providerId="LiveId" clId="{F8931099-75CA-5660-A155-55881DF68D84}" dt="2026-09-17T12:24:46.952" v="2696"/>
          <ac:spMkLst>
            <pc:docMk/>
            <pc:sldMk cId="0" sldId="638"/>
            <ac:spMk id="7" creationId="{3878F974-54E4-426D-BD58-A21DBE08FAB6}"/>
          </ac:spMkLst>
        </pc:spChg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del mod">
        <pc:chgData name="J. Tower" userId="9d06de10716639e5" providerId="LiveId" clId="{F8931099-75CA-5660-A155-55881DF68D84}" dt="2026-09-17T12:19:49.824" v="2602" actId="2696"/>
        <pc:sldMkLst>
          <pc:docMk/>
          <pc:sldMk cId="0" sldId="639"/>
        </pc:sldMkLst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19.926" v="2621" actId="2696"/>
        <pc:sldMkLst>
          <pc:docMk/>
          <pc:sldMk cId="0" sldId="641"/>
        </pc:sldMkLst>
        <pc:spChg chg="mod">
          <ac:chgData name="J. Tower" userId="9d06de10716639e5" providerId="LiveId" clId="{F8931099-75CA-5660-A155-55881DF68D84}" dt="2026-09-17T12:18:46.660" v="2579" actId="21"/>
          <ac:spMkLst>
            <pc:docMk/>
            <pc:sldMk cId="0" sldId="64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21.327" v="2622" actId="2696"/>
        <pc:sldMkLst>
          <pc:docMk/>
          <pc:sldMk cId="0" sldId="642"/>
        </pc:sldMkLst>
        <pc:spChg chg="mod">
          <ac:chgData name="J. Tower" userId="9d06de10716639e5" providerId="LiveId" clId="{F8931099-75CA-5660-A155-55881DF68D84}" dt="2026-09-17T12:19:57.320" v="2603" actId="21"/>
          <ac:spMkLst>
            <pc:docMk/>
            <pc:sldMk cId="0" sldId="642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34.434" v="2626" actId="2696"/>
        <pc:sldMkLst>
          <pc:docMk/>
          <pc:sldMk cId="0" sldId="643"/>
        </pc:sldMkLst>
        <pc:spChg chg="mod">
          <ac:chgData name="J. Tower" userId="9d06de10716639e5" providerId="LiveId" clId="{F8931099-75CA-5660-A155-55881DF68D84}" dt="2026-09-17T12:20:26.426" v="2623" actId="21"/>
          <ac:spMkLst>
            <pc:docMk/>
            <pc:sldMk cId="0" sldId="643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delSp modSp add del mod">
        <pc:chgData name="J. Tower" userId="9d06de10716639e5" providerId="LiveId" clId="{F8931099-75CA-5660-A155-55881DF68D84}" dt="2026-09-17T12:24:14.847" v="2693" actId="2696"/>
        <pc:sldMkLst>
          <pc:docMk/>
          <pc:sldMk cId="767413525" sldId="661"/>
        </pc:sldMkLst>
        <pc:spChg chg="add del mod">
          <ac:chgData name="J. Tower" userId="9d06de10716639e5" providerId="LiveId" clId="{F8931099-75CA-5660-A155-55881DF68D84}" dt="2026-09-17T12:24:06.914" v="2688" actId="21"/>
          <ac:spMkLst>
            <pc:docMk/>
            <pc:sldMk cId="767413525" sldId="661"/>
            <ac:spMk id="3" creationId="{ECA900EB-6A6F-281A-CFD0-4286FCCB4341}"/>
          </ac:spMkLst>
        </pc:spChg>
        <pc:picChg chg="del">
          <ac:chgData name="J. Tower" userId="9d06de10716639e5" providerId="LiveId" clId="{F8931099-75CA-5660-A155-55881DF68D84}" dt="2026-09-17T12:24:01.996" v="2686" actId="21"/>
          <ac:picMkLst>
            <pc:docMk/>
            <pc:sldMk cId="767413525" sldId="661"/>
            <ac:picMk id="5" creationId="{CDBD0A24-1FEE-020F-26FE-1437656976E2}"/>
          </ac:picMkLst>
        </pc:pic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add mod">
          <ac:chgData name="J. Tower" userId="9d06de10716639e5" providerId="LiveId" clId="{F8931099-75CA-5660-A155-55881DF68D84}" dt="2026-09-17T12:24:02.785" v="2687"/>
          <ac:picMkLst>
            <pc:docMk/>
            <pc:sldMk cId="2760933836" sldId="662"/>
            <ac:picMk id="3" creationId="{5E7EE428-C344-EA58-D36B-5862DD8B74D6}"/>
          </ac:picMkLst>
        </pc:pic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2" creationId="{6465786B-1CFB-0184-557D-D31DB727221F}"/>
          </ac:spMkLst>
        </pc:spChg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3" creationId="{625DF86B-B242-5DD5-6793-4B72DF208063}"/>
          </ac:spMkLst>
        </pc:spChg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slide stays up while people settle. The repo URL comes later, on Get Set Up, once the story has landed.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intro, then the free offer: tinyurl.com/th-offer, on screen again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Setup comes after the story and the framing, not before: they need to know why they are here first. Still get it done well before the first lab, because the most expensive twenty minutes of a hands-on workshop is the twenty minutes in the first lab when a third of the room finds out their setup does not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75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654" y="1662612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Principal Consultant &amp;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79" y="2219760"/>
            <a:ext cx="4480945" cy="1183348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0072C6"/>
                </a:solidFill>
              </a:rPr>
              <a:t>github.com/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Jonathan "J." Tower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5990DF9-6E57-EEB6-C725-C568661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A3C4E4E-BA85-9AE8-6FE7-3E98D66D5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65CD454-2706-560D-0DA8-7698FA808F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6B7D742-51B1-9C60-581F-2F997D8751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05BFAC-3397-4195-19D6-77090A9906CD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FE787-FB0C-EFB4-62F6-5DED5B34E76B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A97EEF-A042-AB7E-11A3-38DC3B16EAA9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574039F-009F-2A08-5BBB-486F5B4F0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680D52-7452-D141-3402-93ABDF35AD62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D3F7610-2E9F-FF65-5DAD-4DA4EF603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75-Min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50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60-minute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NOTE: Breaks any time, especially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98654</TotalTime>
  <Words>2302</Words>
  <Application>Microsoft Macintosh PowerPoint</Application>
  <PresentationFormat>Widescreen</PresentationFormat>
  <Paragraphs>268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Arial</vt:lpstr>
      <vt:lpstr>Komika Axis</vt:lpstr>
      <vt:lpstr>Segoe UI</vt:lpstr>
      <vt:lpstr>Calibri</vt:lpstr>
      <vt:lpstr>Consolas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”Users”?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2026-09-17T12:31:57Z</dcterms:modified>
  <cp:category/>
</cp:coreProperties>
</file>