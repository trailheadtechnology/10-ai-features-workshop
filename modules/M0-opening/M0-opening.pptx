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org&amp;utm_campaign=index&amp;utm_content=original" ContentType="image/png"/>
  <Default Extension="org&amp;utm_campaign=index&amp;utm_content=thumbnail" ContentType="image/pn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>
  <p:sldMasterIdLst>
    <p:sldMasterId id="2147483660" r:id="rId1"/>
  </p:sldMasterIdLst>
  <p:notesMasterIdLst>
    <p:notesMasterId r:id="rId48"/>
  </p:notesMasterIdLst>
  <p:sldIdLst>
    <p:sldId id="424" r:id="rId2"/>
    <p:sldId id="586" r:id="rId3"/>
    <p:sldId id="587" r:id="rId4"/>
    <p:sldId id="588" r:id="rId5"/>
    <p:sldId id="589" r:id="rId6"/>
    <p:sldId id="590" r:id="rId7"/>
    <p:sldId id="591" r:id="rId8"/>
    <p:sldId id="592" r:id="rId9"/>
    <p:sldId id="663" r:id="rId10"/>
    <p:sldId id="593" r:id="rId11"/>
    <p:sldId id="594" r:id="rId12"/>
    <p:sldId id="575" r:id="rId13"/>
    <p:sldId id="656" r:id="rId14"/>
    <p:sldId id="657" r:id="rId15"/>
    <p:sldId id="658" r:id="rId16"/>
    <p:sldId id="659" r:id="rId17"/>
    <p:sldId id="660" r:id="rId18"/>
    <p:sldId id="305" r:id="rId19"/>
    <p:sldId id="664" r:id="rId20"/>
    <p:sldId id="576" r:id="rId21"/>
    <p:sldId id="577" r:id="rId22"/>
    <p:sldId id="578" r:id="rId23"/>
    <p:sldId id="579" r:id="rId24"/>
    <p:sldId id="580" r:id="rId25"/>
    <p:sldId id="581" r:id="rId26"/>
    <p:sldId id="585" r:id="rId27"/>
    <p:sldId id="665" r:id="rId28"/>
    <p:sldId id="595" r:id="rId29"/>
    <p:sldId id="596" r:id="rId30"/>
    <p:sldId id="597" r:id="rId31"/>
    <p:sldId id="666" r:id="rId32"/>
    <p:sldId id="604" r:id="rId33"/>
    <p:sldId id="608" r:id="rId34"/>
    <p:sldId id="609" r:id="rId35"/>
    <p:sldId id="667" r:id="rId36"/>
    <p:sldId id="615" r:id="rId37"/>
    <p:sldId id="662" r:id="rId38"/>
    <p:sldId id="668" r:id="rId39"/>
    <p:sldId id="622" r:id="rId40"/>
    <p:sldId id="631" r:id="rId41"/>
    <p:sldId id="632" r:id="rId42"/>
    <p:sldId id="633" r:id="rId43"/>
    <p:sldId id="634" r:id="rId44"/>
    <p:sldId id="669" r:id="rId45"/>
    <p:sldId id="638" r:id="rId46"/>
    <p:sldId id="640" r:id="rId47"/>
  </p:sldIdLst>
  <p:sldSz cx="12192000" cy="6858000"/>
  <p:notesSz cx="6858000" cy="9144000"/>
  <p:embeddedFontLst>
    <p:embeddedFont>
      <p:font typeface="Consolas" panose="020B0609020204030204" pitchFamily="49" charset="0"/>
      <p:regular r:id="rId49"/>
      <p:bold r:id="rId50"/>
      <p:italic r:id="rId51"/>
      <p:boldItalic r:id="rId52"/>
    </p:embeddedFont>
    <p:embeddedFont>
      <p:font typeface="Segoe UI" panose="020B0502040204020203" pitchFamily="34" charset="0"/>
      <p:regular r:id="rId53"/>
      <p:bold r:id="rId54"/>
      <p:italic r:id="rId55"/>
      <p:boldItalic r:id="rId56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42AE8DF4-994E-1A48-8915-C6DD7EF24BE0}">
          <p14:sldIdLst>
            <p14:sldId id="424"/>
          </p14:sldIdLst>
        </p14:section>
        <p14:section name="Story" id="{86A5164A-8EC2-0944-8C73-675824A91E53}">
          <p14:sldIdLst>
            <p14:sldId id="586"/>
            <p14:sldId id="587"/>
            <p14:sldId id="588"/>
            <p14:sldId id="589"/>
            <p14:sldId id="590"/>
            <p14:sldId id="591"/>
            <p14:sldId id="592"/>
          </p14:sldIdLst>
        </p14:section>
        <p14:section name="The Problem" id="{CA69F589-3EF5-C941-8D55-518CEA07355F}">
          <p14:sldIdLst>
            <p14:sldId id="663"/>
            <p14:sldId id="593"/>
            <p14:sldId id="594"/>
          </p14:sldIdLst>
        </p14:section>
        <p14:section name="Promise" id="{EB48B14D-6587-D249-9A2E-052DF89814B8}">
          <p14:sldIdLst>
            <p14:sldId id="575"/>
            <p14:sldId id="656"/>
            <p14:sldId id="657"/>
            <p14:sldId id="658"/>
            <p14:sldId id="659"/>
            <p14:sldId id="660"/>
          </p14:sldIdLst>
        </p14:section>
        <p14:section name="Intro" id="{E0CBE261-F1C9-1E4E-B6A5-55F960638333}">
          <p14:sldIdLst>
            <p14:sldId id="305"/>
          </p14:sldIdLst>
        </p14:section>
        <p14:section name="Setup" id="{15BAC8F6-3835-CD4A-99FA-00445C509DC8}">
          <p14:sldIdLst>
            <p14:sldId id="664"/>
            <p14:sldId id="576"/>
            <p14:sldId id="577"/>
            <p14:sldId id="578"/>
            <p14:sldId id="579"/>
            <p14:sldId id="580"/>
            <p14:sldId id="581"/>
            <p14:sldId id="585"/>
          </p14:sldIdLst>
        </p14:section>
        <p14:section name="Who are &quot;users&quot;?" id="{0DDEB977-F5F1-F74F-84DE-2896FEAE8EC8}">
          <p14:sldIdLst>
            <p14:sldId id="665"/>
            <p14:sldId id="595"/>
            <p14:sldId id="596"/>
            <p14:sldId id="597"/>
          </p14:sldIdLst>
        </p14:section>
        <p14:section name="Modules" id="{2464D2C0-D5CE-874A-ADBB-C4F3A00F2296}">
          <p14:sldIdLst>
            <p14:sldId id="666"/>
            <p14:sldId id="604"/>
            <p14:sldId id="608"/>
            <p14:sldId id="609"/>
          </p14:sldIdLst>
        </p14:section>
        <p14:section name="Languages" id="{D9E829A4-5B0E-864D-A717-A6B99E78D4B9}">
          <p14:sldIdLst>
            <p14:sldId id="667"/>
            <p14:sldId id="615"/>
            <p14:sldId id="662"/>
          </p14:sldIdLst>
        </p14:section>
        <p14:section name="Models" id="{BE0A6410-0121-D64E-BCFE-A041C0240E95}">
          <p14:sldIdLst>
            <p14:sldId id="668"/>
            <p14:sldId id="622"/>
            <p14:sldId id="631"/>
            <p14:sldId id="632"/>
            <p14:sldId id="633"/>
            <p14:sldId id="634"/>
          </p14:sldIdLst>
        </p14:section>
        <p14:section name="The App and Data" id="{ADED7705-3DCA-8744-9C11-E4E5E5C08CE7}">
          <p14:sldIdLst>
            <p14:sldId id="669"/>
            <p14:sldId id="638"/>
            <p14:sldId id="64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0"/>
      </p:ext>
    </p:extLst>
  </p:showPr>
  <p:clrMru>
    <a:srgbClr val="007AB5"/>
    <a:srgbClr val="017AB4"/>
    <a:srgbClr val="0079B4"/>
    <a:srgbClr val="00A700"/>
    <a:srgbClr val="D31616"/>
    <a:srgbClr val="FFFFFF"/>
    <a:srgbClr val="E88500"/>
    <a:srgbClr val="FFD800"/>
    <a:srgbClr val="000000"/>
    <a:srgbClr val="502AD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771" autoAdjust="0"/>
    <p:restoredTop sz="66874" autoAdjust="0"/>
  </p:normalViewPr>
  <p:slideViewPr>
    <p:cSldViewPr snapToGrid="0">
      <p:cViewPr varScale="1">
        <p:scale>
          <a:sx n="77" d="100"/>
          <a:sy n="77" d="100"/>
        </p:scale>
        <p:origin x="2280" y="184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25" d="100"/>
        <a:sy n="125" d="100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font" Target="fonts/font2.fntdata"/><Relationship Id="rId55" Type="http://schemas.openxmlformats.org/officeDocument/2006/relationships/font" Target="fonts/font7.fntdata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font" Target="fonts/font5.fntdata"/><Relationship Id="rId58" Type="http://schemas.openxmlformats.org/officeDocument/2006/relationships/viewProps" Target="viewProps.xml"/><Relationship Id="rId5" Type="http://schemas.openxmlformats.org/officeDocument/2006/relationships/slide" Target="slides/slide4.xml"/><Relationship Id="rId61" Type="http://schemas.microsoft.com/office/2016/11/relationships/changesInfo" Target="changesInfos/changesInfo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notesMaster" Target="notesMasters/notesMaster1.xml"/><Relationship Id="rId56" Type="http://schemas.openxmlformats.org/officeDocument/2006/relationships/font" Target="fonts/font8.fntdata"/><Relationship Id="rId8" Type="http://schemas.openxmlformats.org/officeDocument/2006/relationships/slide" Target="slides/slide7.xml"/><Relationship Id="rId51" Type="http://schemas.openxmlformats.org/officeDocument/2006/relationships/font" Target="fonts/font3.fntdata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theme" Target="theme/theme1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font" Target="fonts/font6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font" Target="fonts/font1.fntdata"/><Relationship Id="rId57" Type="http://schemas.openxmlformats.org/officeDocument/2006/relationships/presProps" Target="presProps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font" Target="fonts/font4.fntdata"/><Relationship Id="rId6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. Tower" userId="9d06de10716639e5" providerId="LiveId" clId="{F8931099-75CA-5660-A155-55881DF68D84}"/>
    <pc:docChg chg="undo redo custSel addSld delSld modSld sldOrd addSection delSection modSection">
      <pc:chgData name="J. Tower" userId="9d06de10716639e5" providerId="LiveId" clId="{F8931099-75CA-5660-A155-55881DF68D84}" dt="2026-09-21T22:03:47" v="3006" actId="20577"/>
      <pc:docMkLst>
        <pc:docMk/>
      </pc:docMkLst>
      <pc:sldChg chg="addSp delSp modSp add mod">
        <pc:chgData name="J. Tower" userId="9d06de10716639e5" providerId="LiveId" clId="{F8931099-75CA-5660-A155-55881DF68D84}" dt="2026-09-21T22:03:47" v="3006" actId="20577"/>
        <pc:sldMkLst>
          <pc:docMk/>
          <pc:sldMk cId="2588151616" sldId="305"/>
        </pc:sldMkLst>
        <pc:spChg chg="mod">
          <ac:chgData name="J. Tower" userId="9d06de10716639e5" providerId="LiveId" clId="{F8931099-75CA-5660-A155-55881DF68D84}" dt="2026-09-21T21:57:05.297" v="2996" actId="1036"/>
          <ac:spMkLst>
            <pc:docMk/>
            <pc:sldMk cId="2588151616" sldId="305"/>
            <ac:spMk id="2" creationId="{E5422206-0EEA-0ED9-B408-CC3FB282F987}"/>
          </ac:spMkLst>
        </pc:spChg>
        <pc:spChg chg="mod">
          <ac:chgData name="J. Tower" userId="9d06de10716639e5" providerId="LiveId" clId="{F8931099-75CA-5660-A155-55881DF68D84}" dt="2026-09-21T22:03:47" v="3006" actId="20577"/>
          <ac:spMkLst>
            <pc:docMk/>
            <pc:sldMk cId="2588151616" sldId="305"/>
            <ac:spMk id="3" creationId="{00000000-0000-0000-0000-000000000000}"/>
          </ac:spMkLst>
        </pc:spChg>
        <pc:spChg chg="del mod">
          <ac:chgData name="J. Tower" userId="9d06de10716639e5" providerId="LiveId" clId="{F8931099-75CA-5660-A155-55881DF68D84}" dt="2026-09-21T21:56:06.681" v="2967" actId="478"/>
          <ac:spMkLst>
            <pc:docMk/>
            <pc:sldMk cId="2588151616" sldId="305"/>
            <ac:spMk id="6" creationId="{00000000-0000-0000-0000-000000000000}"/>
          </ac:spMkLst>
        </pc:spChg>
        <pc:spChg chg="del">
          <ac:chgData name="J. Tower" userId="9d06de10716639e5" providerId="LiveId" clId="{F8931099-75CA-5660-A155-55881DF68D84}" dt="2026-09-21T21:55:28.885" v="2931" actId="478"/>
          <ac:spMkLst>
            <pc:docMk/>
            <pc:sldMk cId="2588151616" sldId="305"/>
            <ac:spMk id="7" creationId="{F905BFAC-3397-4195-19D6-77090A9906CD}"/>
          </ac:spMkLst>
        </pc:spChg>
        <pc:spChg chg="del">
          <ac:chgData name="J. Tower" userId="9d06de10716639e5" providerId="LiveId" clId="{F8931099-75CA-5660-A155-55881DF68D84}" dt="2026-09-21T21:54:37.144" v="2890" actId="478"/>
          <ac:spMkLst>
            <pc:docMk/>
            <pc:sldMk cId="2588151616" sldId="305"/>
            <ac:spMk id="8" creationId="{2856C93C-026F-4286-A517-9691B6D5B7AE}"/>
          </ac:spMkLst>
        </pc:spChg>
        <pc:spChg chg="mod">
          <ac:chgData name="J. Tower" userId="9d06de10716639e5" providerId="LiveId" clId="{F8931099-75CA-5660-A155-55881DF68D84}" dt="2026-09-21T22:03:41.304" v="2998" actId="167"/>
          <ac:spMkLst>
            <pc:docMk/>
            <pc:sldMk cId="2588151616" sldId="305"/>
            <ac:spMk id="10" creationId="{879C7D46-B427-B1BB-7A1F-392BCB232898}"/>
          </ac:spMkLst>
        </pc:spChg>
        <pc:spChg chg="del">
          <ac:chgData name="J. Tower" userId="9d06de10716639e5" providerId="LiveId" clId="{F8931099-75CA-5660-A155-55881DF68D84}" dt="2026-09-21T21:55:28.885" v="2931" actId="478"/>
          <ac:spMkLst>
            <pc:docMk/>
            <pc:sldMk cId="2588151616" sldId="305"/>
            <ac:spMk id="20" creationId="{A9AFE787-FB0C-EFB4-62F6-5DED5B34E76B}"/>
          </ac:spMkLst>
        </pc:spChg>
        <pc:grpChg chg="del">
          <ac:chgData name="J. Tower" userId="9d06de10716639e5" providerId="LiveId" clId="{F8931099-75CA-5660-A155-55881DF68D84}" dt="2026-09-21T21:55:30.345" v="2932" actId="478"/>
          <ac:grpSpMkLst>
            <pc:docMk/>
            <pc:sldMk cId="2588151616" sldId="305"/>
            <ac:grpSpMk id="21" creationId="{BDA97EEF-A042-AB7E-11A3-38DC3B16EAA9}"/>
          </ac:grpSpMkLst>
        </pc:grpChg>
        <pc:picChg chg="mod">
          <ac:chgData name="J. Tower" userId="9d06de10716639e5" providerId="LiveId" clId="{F8931099-75CA-5660-A155-55881DF68D84}" dt="2026-09-21T21:56:22.764" v="2971" actId="1076"/>
          <ac:picMkLst>
            <pc:docMk/>
            <pc:sldMk cId="2588151616" sldId="305"/>
            <ac:picMk id="4" creationId="{00000000-0000-0000-0000-000000000000}"/>
          </ac:picMkLst>
        </pc:picChg>
        <pc:picChg chg="mod">
          <ac:chgData name="J. Tower" userId="9d06de10716639e5" providerId="LiveId" clId="{F8931099-75CA-5660-A155-55881DF68D84}" dt="2026-09-21T21:57:05.297" v="2996" actId="1036"/>
          <ac:picMkLst>
            <pc:docMk/>
            <pc:sldMk cId="2588151616" sldId="305"/>
            <ac:picMk id="5" creationId="{5C7CF00E-0AEA-5733-E1CC-FB07798EAE61}"/>
          </ac:picMkLst>
        </pc:picChg>
        <pc:picChg chg="add mod">
          <ac:chgData name="J. Tower" userId="9d06de10716639e5" providerId="LiveId" clId="{F8931099-75CA-5660-A155-55881DF68D84}" dt="2026-09-21T21:56:17.731" v="2970" actId="1076"/>
          <ac:picMkLst>
            <pc:docMk/>
            <pc:sldMk cId="2588151616" sldId="305"/>
            <ac:picMk id="9" creationId="{11F84612-AE50-D33D-355E-6155EE7C1ABD}"/>
          </ac:picMkLst>
        </pc:picChg>
        <pc:picChg chg="del">
          <ac:chgData name="J. Tower" userId="9d06de10716639e5" providerId="LiveId" clId="{F8931099-75CA-5660-A155-55881DF68D84}" dt="2026-09-21T21:54:27.477" v="2888" actId="478"/>
          <ac:picMkLst>
            <pc:docMk/>
            <pc:sldMk cId="2588151616" sldId="305"/>
            <ac:picMk id="12" creationId="{05990DF9-6E57-EEB6-C725-C5686611979C}"/>
          </ac:picMkLst>
        </pc:picChg>
        <pc:picChg chg="mod">
          <ac:chgData name="J. Tower" userId="9d06de10716639e5" providerId="LiveId" clId="{F8931099-75CA-5660-A155-55881DF68D84}" dt="2026-09-21T21:57:05.297" v="2996" actId="1036"/>
          <ac:picMkLst>
            <pc:docMk/>
            <pc:sldMk cId="2588151616" sldId="305"/>
            <ac:picMk id="13" creationId="{90FDDDAC-FE53-8DB3-53AD-52C0E1F47DB8}"/>
          </ac:picMkLst>
        </pc:picChg>
        <pc:picChg chg="del">
          <ac:chgData name="J. Tower" userId="9d06de10716639e5" providerId="LiveId" clId="{F8931099-75CA-5660-A155-55881DF68D84}" dt="2026-09-21T21:54:27.477" v="2888" actId="478"/>
          <ac:picMkLst>
            <pc:docMk/>
            <pc:sldMk cId="2588151616" sldId="305"/>
            <ac:picMk id="14" creationId="{FA3C4E4E-BA85-9AE8-6FE7-3E98D66D5F4C}"/>
          </ac:picMkLst>
        </pc:picChg>
        <pc:picChg chg="del">
          <ac:chgData name="J. Tower" userId="9d06de10716639e5" providerId="LiveId" clId="{F8931099-75CA-5660-A155-55881DF68D84}" dt="2026-09-21T21:54:27.477" v="2888" actId="478"/>
          <ac:picMkLst>
            <pc:docMk/>
            <pc:sldMk cId="2588151616" sldId="305"/>
            <ac:picMk id="15" creationId="{865CD454-2706-560D-0DA8-7698FA808F27}"/>
          </ac:picMkLst>
        </pc:picChg>
        <pc:picChg chg="del">
          <ac:chgData name="J. Tower" userId="9d06de10716639e5" providerId="LiveId" clId="{F8931099-75CA-5660-A155-55881DF68D84}" dt="2026-09-21T21:54:27.477" v="2888" actId="478"/>
          <ac:picMkLst>
            <pc:docMk/>
            <pc:sldMk cId="2588151616" sldId="305"/>
            <ac:picMk id="17" creationId="{C6B7D742-51B1-9C60-581F-2F997D875121}"/>
          </ac:picMkLst>
        </pc:picChg>
        <pc:picChg chg="mod">
          <ac:chgData name="J. Tower" userId="9d06de10716639e5" providerId="LiveId" clId="{F8931099-75CA-5660-A155-55881DF68D84}" dt="2026-09-21T21:57:05.297" v="2996" actId="1036"/>
          <ac:picMkLst>
            <pc:docMk/>
            <pc:sldMk cId="2588151616" sldId="305"/>
            <ac:picMk id="19" creationId="{A3D1BE89-6E9F-C651-0148-6A603AE633F5}"/>
          </ac:picMkLst>
        </pc:picChg>
        <pc:cxnChg chg="del mod">
          <ac:chgData name="J. Tower" userId="9d06de10716639e5" providerId="LiveId" clId="{F8931099-75CA-5660-A155-55881DF68D84}" dt="2026-09-21T21:55:51.215" v="2938" actId="478"/>
          <ac:cxnSpMkLst>
            <pc:docMk/>
            <pc:sldMk cId="2588151616" sldId="305"/>
            <ac:cxnSpMk id="18" creationId="{CF2712ED-3129-723F-6D31-0A740072EA88}"/>
          </ac:cxnSpMkLst>
        </pc:cxnChg>
      </pc:sldChg>
      <pc:sldChg chg="modSp mod">
        <pc:chgData name="J. Tower" userId="9d06de10716639e5" providerId="LiveId" clId="{F8931099-75CA-5660-A155-55881DF68D84}" dt="2026-08-31T17:12:55.746" v="1108" actId="113"/>
        <pc:sldMkLst>
          <pc:docMk/>
          <pc:sldMk cId="2221029909" sldId="575"/>
        </pc:sldMkLst>
        <pc:spChg chg="mod">
          <ac:chgData name="J. Tower" userId="9d06de10716639e5" providerId="LiveId" clId="{F8931099-75CA-5660-A155-55881DF68D84}" dt="2026-08-31T17:12:55.746" v="1108" actId="113"/>
          <ac:spMkLst>
            <pc:docMk/>
            <pc:sldMk cId="2221029909" sldId="575"/>
            <ac:spMk id="2" creationId="{7DAC186A-8C8F-4ED9-BBB1-4749E274B419}"/>
          </ac:spMkLst>
        </pc:spChg>
      </pc:sldChg>
      <pc:sldChg chg="modSp mod ord">
        <pc:chgData name="J. Tower" userId="9d06de10716639e5" providerId="LiveId" clId="{F8931099-75CA-5660-A155-55881DF68D84}" dt="2026-09-17T12:28:52.407" v="2749"/>
        <pc:sldMkLst>
          <pc:docMk/>
          <pc:sldMk cId="0" sldId="576"/>
        </pc:sldMkLst>
        <pc:spChg chg="mod">
          <ac:chgData name="J. Tower" userId="9d06de10716639e5" providerId="LiveId" clId="{F8931099-75CA-5660-A155-55881DF68D84}" dt="2026-09-17T11:59:54.475" v="1795" actId="404"/>
          <ac:spMkLst>
            <pc:docMk/>
            <pc:sldMk cId="0" sldId="576"/>
            <ac:spMk id="3" creationId="{00000000-0000-0000-0000-000000000000}"/>
          </ac:spMkLst>
        </pc:spChg>
      </pc:sldChg>
      <pc:sldChg chg="modSp mod ord">
        <pc:chgData name="J. Tower" userId="9d06de10716639e5" providerId="LiveId" clId="{F8931099-75CA-5660-A155-55881DF68D84}" dt="2026-09-17T12:28:52.407" v="2749"/>
        <pc:sldMkLst>
          <pc:docMk/>
          <pc:sldMk cId="0" sldId="577"/>
        </pc:sldMkLst>
        <pc:spChg chg="mod">
          <ac:chgData name="J. Tower" userId="9d06de10716639e5" providerId="LiveId" clId="{F8931099-75CA-5660-A155-55881DF68D84}" dt="2026-09-17T11:59:51.698" v="1794" actId="404"/>
          <ac:spMkLst>
            <pc:docMk/>
            <pc:sldMk cId="0" sldId="577"/>
            <ac:spMk id="3" creationId="{00000000-0000-0000-0000-000000000000}"/>
          </ac:spMkLst>
        </pc:spChg>
      </pc:sldChg>
      <pc:sldChg chg="modSp mod ord">
        <pc:chgData name="J. Tower" userId="9d06de10716639e5" providerId="LiveId" clId="{F8931099-75CA-5660-A155-55881DF68D84}" dt="2026-09-17T12:28:52.407" v="2749"/>
        <pc:sldMkLst>
          <pc:docMk/>
          <pc:sldMk cId="0" sldId="578"/>
        </pc:sldMkLst>
        <pc:spChg chg="mod">
          <ac:chgData name="J. Tower" userId="9d06de10716639e5" providerId="LiveId" clId="{F8931099-75CA-5660-A155-55881DF68D84}" dt="2026-09-17T11:59:47.441" v="1793" actId="404"/>
          <ac:spMkLst>
            <pc:docMk/>
            <pc:sldMk cId="0" sldId="578"/>
            <ac:spMk id="3" creationId="{00000000-0000-0000-0000-000000000000}"/>
          </ac:spMkLst>
        </pc:spChg>
      </pc:sldChg>
      <pc:sldChg chg="modSp mod ord">
        <pc:chgData name="J. Tower" userId="9d06de10716639e5" providerId="LiveId" clId="{F8931099-75CA-5660-A155-55881DF68D84}" dt="2026-09-17T12:28:52.407" v="2749"/>
        <pc:sldMkLst>
          <pc:docMk/>
          <pc:sldMk cId="0" sldId="579"/>
        </pc:sldMkLst>
        <pc:spChg chg="mod">
          <ac:chgData name="J. Tower" userId="9d06de10716639e5" providerId="LiveId" clId="{F8931099-75CA-5660-A155-55881DF68D84}" dt="2026-09-17T11:59:44.420" v="1792" actId="404"/>
          <ac:spMkLst>
            <pc:docMk/>
            <pc:sldMk cId="0" sldId="579"/>
            <ac:spMk id="3" creationId="{00000000-0000-0000-0000-000000000000}"/>
          </ac:spMkLst>
        </pc:spChg>
      </pc:sldChg>
      <pc:sldChg chg="modSp mod ord">
        <pc:chgData name="J. Tower" userId="9d06de10716639e5" providerId="LiveId" clId="{F8931099-75CA-5660-A155-55881DF68D84}" dt="2026-09-17T12:28:52.407" v="2749"/>
        <pc:sldMkLst>
          <pc:docMk/>
          <pc:sldMk cId="0" sldId="580"/>
        </pc:sldMkLst>
        <pc:spChg chg="mod">
          <ac:chgData name="J. Tower" userId="9d06de10716639e5" providerId="LiveId" clId="{F8931099-75CA-5660-A155-55881DF68D84}" dt="2026-09-17T11:59:38.830" v="1791" actId="404"/>
          <ac:spMkLst>
            <pc:docMk/>
            <pc:sldMk cId="0" sldId="580"/>
            <ac:spMk id="3" creationId="{00000000-0000-0000-0000-000000000000}"/>
          </ac:spMkLst>
        </pc:spChg>
      </pc:sldChg>
      <pc:sldChg chg="modSp mod ord">
        <pc:chgData name="J. Tower" userId="9d06de10716639e5" providerId="LiveId" clId="{F8931099-75CA-5660-A155-55881DF68D84}" dt="2026-09-17T12:28:52.407" v="2749"/>
        <pc:sldMkLst>
          <pc:docMk/>
          <pc:sldMk cId="0" sldId="581"/>
        </pc:sldMkLst>
        <pc:spChg chg="mod">
          <ac:chgData name="J. Tower" userId="9d06de10716639e5" providerId="LiveId" clId="{F8931099-75CA-5660-A155-55881DF68D84}" dt="2026-09-17T12:00:02.862" v="1796" actId="403"/>
          <ac:spMkLst>
            <pc:docMk/>
            <pc:sldMk cId="0" sldId="581"/>
            <ac:spMk id="3" creationId="{00000000-0000-0000-0000-000000000000}"/>
          </ac:spMkLst>
        </pc:spChg>
      </pc:sldChg>
      <pc:sldChg chg="modSp mod ord">
        <pc:chgData name="J. Tower" userId="9d06de10716639e5" providerId="LiveId" clId="{F8931099-75CA-5660-A155-55881DF68D84}" dt="2026-09-17T12:28:52.407" v="2749"/>
        <pc:sldMkLst>
          <pc:docMk/>
          <pc:sldMk cId="0" sldId="585"/>
        </pc:sldMkLst>
        <pc:spChg chg="mod">
          <ac:chgData name="J. Tower" userId="9d06de10716639e5" providerId="LiveId" clId="{F8931099-75CA-5660-A155-55881DF68D84}" dt="2026-09-17T12:02:43.646" v="1841" actId="20577"/>
          <ac:spMkLst>
            <pc:docMk/>
            <pc:sldMk cId="0" sldId="585"/>
            <ac:spMk id="2" creationId="{00000000-0000-0000-0000-000000000000}"/>
          </ac:spMkLst>
        </pc:spChg>
        <pc:spChg chg="mod">
          <ac:chgData name="J. Tower" userId="9d06de10716639e5" providerId="LiveId" clId="{F8931099-75CA-5660-A155-55881DF68D84}" dt="2026-09-17T12:02:12.778" v="1817" actId="403"/>
          <ac:spMkLst>
            <pc:docMk/>
            <pc:sldMk cId="0" sldId="585"/>
            <ac:spMk id="3" creationId="{00000000-0000-0000-0000-000000000000}"/>
          </ac:spMkLst>
        </pc:spChg>
      </pc:sldChg>
      <pc:sldChg chg="addSp modSp mod ord modNotesTx">
        <pc:chgData name="J. Tower" userId="9d06de10716639e5" providerId="LiveId" clId="{F8931099-75CA-5660-A155-55881DF68D84}" dt="2026-09-03T18:21:53.537" v="1675" actId="6549"/>
        <pc:sldMkLst>
          <pc:docMk/>
          <pc:sldMk cId="0" sldId="586"/>
        </pc:sldMkLst>
        <pc:spChg chg="mod">
          <ac:chgData name="J. Tower" userId="9d06de10716639e5" providerId="LiveId" clId="{F8931099-75CA-5660-A155-55881DF68D84}" dt="2026-08-31T17:03:36.677" v="989" actId="14100"/>
          <ac:spMkLst>
            <pc:docMk/>
            <pc:sldMk cId="0" sldId="586"/>
            <ac:spMk id="2" creationId="{00000000-0000-0000-0000-000000000000}"/>
          </ac:spMkLst>
        </pc:spChg>
        <pc:picChg chg="add mod">
          <ac:chgData name="J. Tower" userId="9d06de10716639e5" providerId="LiveId" clId="{F8931099-75CA-5660-A155-55881DF68D84}" dt="2026-08-31T17:03:48.770" v="990"/>
          <ac:picMkLst>
            <pc:docMk/>
            <pc:sldMk cId="0" sldId="586"/>
            <ac:picMk id="3" creationId="{164AC3B2-33DC-7818-4F2E-20E827027667}"/>
          </ac:picMkLst>
        </pc:picChg>
      </pc:sldChg>
      <pc:sldChg chg="addSp delSp modSp mod ord">
        <pc:chgData name="J. Tower" userId="9d06de10716639e5" providerId="LiveId" clId="{F8931099-75CA-5660-A155-55881DF68D84}" dt="2026-08-31T17:12:08.681" v="1093" actId="20578"/>
        <pc:sldMkLst>
          <pc:docMk/>
          <pc:sldMk cId="0" sldId="587"/>
        </pc:sldMkLst>
        <pc:spChg chg="mod">
          <ac:chgData name="J. Tower" userId="9d06de10716639e5" providerId="LiveId" clId="{F8931099-75CA-5660-A155-55881DF68D84}" dt="2026-08-31T17:05:15.818" v="1006" actId="1076"/>
          <ac:spMkLst>
            <pc:docMk/>
            <pc:sldMk cId="0" sldId="587"/>
            <ac:spMk id="2" creationId="{00000000-0000-0000-0000-000000000000}"/>
          </ac:spMkLst>
        </pc:spChg>
        <pc:picChg chg="add mod">
          <ac:chgData name="J. Tower" userId="9d06de10716639e5" providerId="LiveId" clId="{F8931099-75CA-5660-A155-55881DF68D84}" dt="2026-08-31T17:05:12.749" v="1005" actId="1076"/>
          <ac:picMkLst>
            <pc:docMk/>
            <pc:sldMk cId="0" sldId="587"/>
            <ac:picMk id="5" creationId="{B239F663-F4F0-806B-B885-435A969160D4}"/>
          </ac:picMkLst>
        </pc:picChg>
      </pc:sldChg>
      <pc:sldChg chg="addSp modSp mod ord">
        <pc:chgData name="J. Tower" userId="9d06de10716639e5" providerId="LiveId" clId="{F8931099-75CA-5660-A155-55881DF68D84}" dt="2026-08-31T17:12:08.681" v="1093" actId="20578"/>
        <pc:sldMkLst>
          <pc:docMk/>
          <pc:sldMk cId="0" sldId="588"/>
        </pc:sldMkLst>
        <pc:spChg chg="mod">
          <ac:chgData name="J. Tower" userId="9d06de10716639e5" providerId="LiveId" clId="{F8931099-75CA-5660-A155-55881DF68D84}" dt="2026-08-31T17:06:16.487" v="1007" actId="14100"/>
          <ac:spMkLst>
            <pc:docMk/>
            <pc:sldMk cId="0" sldId="588"/>
            <ac:spMk id="2" creationId="{00000000-0000-0000-0000-000000000000}"/>
          </ac:spMkLst>
        </pc:spChg>
        <pc:picChg chg="add mod">
          <ac:chgData name="J. Tower" userId="9d06de10716639e5" providerId="LiveId" clId="{F8931099-75CA-5660-A155-55881DF68D84}" dt="2026-08-31T17:06:32.335" v="1012" actId="1076"/>
          <ac:picMkLst>
            <pc:docMk/>
            <pc:sldMk cId="0" sldId="588"/>
            <ac:picMk id="3" creationId="{F1A1668C-0901-C324-6578-ACFF6CF771F0}"/>
          </ac:picMkLst>
        </pc:picChg>
      </pc:sldChg>
      <pc:sldChg chg="addSp modSp mod ord">
        <pc:chgData name="J. Tower" userId="9d06de10716639e5" providerId="LiveId" clId="{F8931099-75CA-5660-A155-55881DF68D84}" dt="2026-08-31T17:12:08.681" v="1093" actId="20578"/>
        <pc:sldMkLst>
          <pc:docMk/>
          <pc:sldMk cId="0" sldId="589"/>
        </pc:sldMkLst>
        <pc:spChg chg="mod">
          <ac:chgData name="J. Tower" userId="9d06de10716639e5" providerId="LiveId" clId="{F8931099-75CA-5660-A155-55881DF68D84}" dt="2026-08-31T17:10:15.039" v="1078" actId="20577"/>
          <ac:spMkLst>
            <pc:docMk/>
            <pc:sldMk cId="0" sldId="589"/>
            <ac:spMk id="2" creationId="{00000000-0000-0000-0000-000000000000}"/>
          </ac:spMkLst>
        </pc:spChg>
        <pc:picChg chg="add mod">
          <ac:chgData name="J. Tower" userId="9d06de10716639e5" providerId="LiveId" clId="{F8931099-75CA-5660-A155-55881DF68D84}" dt="2026-08-31T17:06:58.093" v="1017" actId="1076"/>
          <ac:picMkLst>
            <pc:docMk/>
            <pc:sldMk cId="0" sldId="589"/>
            <ac:picMk id="3" creationId="{169F8E55-8153-0112-9BC3-641DDB2C5379}"/>
          </ac:picMkLst>
        </pc:picChg>
      </pc:sldChg>
      <pc:sldChg chg="addSp modSp mod ord">
        <pc:chgData name="J. Tower" userId="9d06de10716639e5" providerId="LiveId" clId="{F8931099-75CA-5660-A155-55881DF68D84}" dt="2026-08-31T17:12:08.681" v="1093" actId="20578"/>
        <pc:sldMkLst>
          <pc:docMk/>
          <pc:sldMk cId="0" sldId="590"/>
        </pc:sldMkLst>
        <pc:spChg chg="mod">
          <ac:chgData name="J. Tower" userId="9d06de10716639e5" providerId="LiveId" clId="{F8931099-75CA-5660-A155-55881DF68D84}" dt="2026-08-31T17:10:16.594" v="1080" actId="1076"/>
          <ac:spMkLst>
            <pc:docMk/>
            <pc:sldMk cId="0" sldId="590"/>
            <ac:spMk id="2" creationId="{00000000-0000-0000-0000-000000000000}"/>
          </ac:spMkLst>
        </pc:spChg>
        <pc:picChg chg="add mod modCrop">
          <ac:chgData name="J. Tower" userId="9d06de10716639e5" providerId="LiveId" clId="{F8931099-75CA-5660-A155-55881DF68D84}" dt="2026-08-31T17:10:17.562" v="1081" actId="1076"/>
          <ac:picMkLst>
            <pc:docMk/>
            <pc:sldMk cId="0" sldId="590"/>
            <ac:picMk id="3" creationId="{B21038F6-E05F-A23C-600D-BE4DB04FB0BC}"/>
          </ac:picMkLst>
        </pc:picChg>
      </pc:sldChg>
      <pc:sldChg chg="addSp modSp mod ord">
        <pc:chgData name="J. Tower" userId="9d06de10716639e5" providerId="LiveId" clId="{F8931099-75CA-5660-A155-55881DF68D84}" dt="2026-08-31T17:12:08.681" v="1093" actId="20578"/>
        <pc:sldMkLst>
          <pc:docMk/>
          <pc:sldMk cId="0" sldId="591"/>
        </pc:sldMkLst>
        <pc:spChg chg="mod">
          <ac:chgData name="J. Tower" userId="9d06de10716639e5" providerId="LiveId" clId="{F8931099-75CA-5660-A155-55881DF68D84}" dt="2026-08-31T17:10:47.967" v="1088" actId="1076"/>
          <ac:spMkLst>
            <pc:docMk/>
            <pc:sldMk cId="0" sldId="591"/>
            <ac:spMk id="2" creationId="{00000000-0000-0000-0000-000000000000}"/>
          </ac:spMkLst>
        </pc:spChg>
        <pc:picChg chg="add mod modCrop">
          <ac:chgData name="J. Tower" userId="9d06de10716639e5" providerId="LiveId" clId="{F8931099-75CA-5660-A155-55881DF68D84}" dt="2026-08-31T17:10:40.733" v="1086" actId="732"/>
          <ac:picMkLst>
            <pc:docMk/>
            <pc:sldMk cId="0" sldId="591"/>
            <ac:picMk id="3" creationId="{4DBC475E-8513-CE57-1C40-2CDB60272A2E}"/>
          </ac:picMkLst>
        </pc:picChg>
      </pc:sldChg>
      <pc:sldChg chg="addSp modSp mod ord modNotesTx">
        <pc:chgData name="J. Tower" userId="9d06de10716639e5" providerId="LiveId" clId="{F8931099-75CA-5660-A155-55881DF68D84}" dt="2026-09-17T12:03:16.399" v="1881" actId="20577"/>
        <pc:sldMkLst>
          <pc:docMk/>
          <pc:sldMk cId="0" sldId="592"/>
        </pc:sldMkLst>
        <pc:spChg chg="mod">
          <ac:chgData name="J. Tower" userId="9d06de10716639e5" providerId="LiveId" clId="{F8931099-75CA-5660-A155-55881DF68D84}" dt="2026-09-17T12:03:16.399" v="1881" actId="20577"/>
          <ac:spMkLst>
            <pc:docMk/>
            <pc:sldMk cId="0" sldId="592"/>
            <ac:spMk id="2" creationId="{00000000-0000-0000-0000-000000000000}"/>
          </ac:spMkLst>
        </pc:spChg>
        <pc:picChg chg="add mod">
          <ac:chgData name="J. Tower" userId="9d06de10716639e5" providerId="LiveId" clId="{F8931099-75CA-5660-A155-55881DF68D84}" dt="2026-08-31T17:11:50.072" v="1091" actId="14100"/>
          <ac:picMkLst>
            <pc:docMk/>
            <pc:sldMk cId="0" sldId="592"/>
            <ac:picMk id="3" creationId="{9EC98BCB-25A6-21A1-0E33-0C3A594E6467}"/>
          </ac:picMkLst>
        </pc:picChg>
      </pc:sldChg>
      <pc:sldChg chg="modSp mod ord">
        <pc:chgData name="J. Tower" userId="9d06de10716639e5" providerId="LiveId" clId="{F8931099-75CA-5660-A155-55881DF68D84}" dt="2026-09-17T12:29:11.470" v="2755"/>
        <pc:sldMkLst>
          <pc:docMk/>
          <pc:sldMk cId="0" sldId="593"/>
        </pc:sldMkLst>
        <pc:spChg chg="mod">
          <ac:chgData name="J. Tower" userId="9d06de10716639e5" providerId="LiveId" clId="{F8931099-75CA-5660-A155-55881DF68D84}" dt="2026-08-31T17:13:50.180" v="1115" actId="20577"/>
          <ac:spMkLst>
            <pc:docMk/>
            <pc:sldMk cId="0" sldId="593"/>
            <ac:spMk id="3" creationId="{00000000-0000-0000-0000-000000000000}"/>
          </ac:spMkLst>
        </pc:spChg>
      </pc:sldChg>
      <pc:sldChg chg="modSp mod ord">
        <pc:chgData name="J. Tower" userId="9d06de10716639e5" providerId="LiveId" clId="{F8931099-75CA-5660-A155-55881DF68D84}" dt="2026-09-17T12:29:11.470" v="2755"/>
        <pc:sldMkLst>
          <pc:docMk/>
          <pc:sldMk cId="0" sldId="594"/>
        </pc:sldMkLst>
        <pc:spChg chg="mod">
          <ac:chgData name="J. Tower" userId="9d06de10716639e5" providerId="LiveId" clId="{F8931099-75CA-5660-A155-55881DF68D84}" dt="2026-09-03T18:24:52.796" v="1695" actId="114"/>
          <ac:spMkLst>
            <pc:docMk/>
            <pc:sldMk cId="0" sldId="594"/>
            <ac:spMk id="3" creationId="{00000000-0000-0000-0000-000000000000}"/>
          </ac:spMkLst>
        </pc:spChg>
      </pc:sldChg>
      <pc:sldChg chg="modSp mod">
        <pc:chgData name="J. Tower" userId="9d06de10716639e5" providerId="LiveId" clId="{F8931099-75CA-5660-A155-55881DF68D84}" dt="2026-08-31T17:16:24.551" v="1120" actId="403"/>
        <pc:sldMkLst>
          <pc:docMk/>
          <pc:sldMk cId="0" sldId="595"/>
        </pc:sldMkLst>
        <pc:spChg chg="mod">
          <ac:chgData name="J. Tower" userId="9d06de10716639e5" providerId="LiveId" clId="{F8931099-75CA-5660-A155-55881DF68D84}" dt="2026-08-31T17:16:24.551" v="1120" actId="403"/>
          <ac:spMkLst>
            <pc:docMk/>
            <pc:sldMk cId="0" sldId="595"/>
            <ac:spMk id="3" creationId="{00000000-0000-0000-0000-000000000000}"/>
          </ac:spMkLst>
        </pc:spChg>
      </pc:sldChg>
      <pc:sldChg chg="modSp mod">
        <pc:chgData name="J. Tower" userId="9d06de10716639e5" providerId="LiveId" clId="{F8931099-75CA-5660-A155-55881DF68D84}" dt="2026-09-17T12:04:21.597" v="1919" actId="20577"/>
        <pc:sldMkLst>
          <pc:docMk/>
          <pc:sldMk cId="0" sldId="596"/>
        </pc:sldMkLst>
        <pc:spChg chg="mod">
          <ac:chgData name="J. Tower" userId="9d06de10716639e5" providerId="LiveId" clId="{F8931099-75CA-5660-A155-55881DF68D84}" dt="2026-09-17T12:04:21.597" v="1919" actId="20577"/>
          <ac:spMkLst>
            <pc:docMk/>
            <pc:sldMk cId="0" sldId="596"/>
            <ac:spMk id="3" creationId="{00000000-0000-0000-0000-000000000000}"/>
          </ac:spMkLst>
        </pc:spChg>
      </pc:sldChg>
      <pc:sldChg chg="modSp mod">
        <pc:chgData name="J. Tower" userId="9d06de10716639e5" providerId="LiveId" clId="{F8931099-75CA-5660-A155-55881DF68D84}" dt="2026-09-17T12:04:17.045" v="1909" actId="20577"/>
        <pc:sldMkLst>
          <pc:docMk/>
          <pc:sldMk cId="0" sldId="597"/>
        </pc:sldMkLst>
        <pc:spChg chg="mod">
          <ac:chgData name="J. Tower" userId="9d06de10716639e5" providerId="LiveId" clId="{F8931099-75CA-5660-A155-55881DF68D84}" dt="2026-09-17T12:04:17.045" v="1909" actId="20577"/>
          <ac:spMkLst>
            <pc:docMk/>
            <pc:sldMk cId="0" sldId="597"/>
            <ac:spMk id="3" creationId="{00000000-0000-0000-0000-000000000000}"/>
          </ac:spMkLst>
        </pc:spChg>
      </pc:sldChg>
      <pc:sldChg chg="modSp mod">
        <pc:chgData name="J. Tower" userId="9d06de10716639e5" providerId="LiveId" clId="{F8931099-75CA-5660-A155-55881DF68D84}" dt="2026-08-31T18:01:16.865" v="1478" actId="20577"/>
        <pc:sldMkLst>
          <pc:docMk/>
          <pc:sldMk cId="0" sldId="604"/>
        </pc:sldMkLst>
        <pc:spChg chg="mod">
          <ac:chgData name="J. Tower" userId="9d06de10716639e5" providerId="LiveId" clId="{F8931099-75CA-5660-A155-55881DF68D84}" dt="2026-08-31T17:57:00.801" v="1299" actId="20577"/>
          <ac:spMkLst>
            <pc:docMk/>
            <pc:sldMk cId="0" sldId="604"/>
            <ac:spMk id="2" creationId="{00000000-0000-0000-0000-000000000000}"/>
          </ac:spMkLst>
        </pc:spChg>
        <pc:spChg chg="mod">
          <ac:chgData name="J. Tower" userId="9d06de10716639e5" providerId="LiveId" clId="{F8931099-75CA-5660-A155-55881DF68D84}" dt="2026-08-31T18:01:16.865" v="1478" actId="20577"/>
          <ac:spMkLst>
            <pc:docMk/>
            <pc:sldMk cId="0" sldId="604"/>
            <ac:spMk id="3" creationId="{00000000-0000-0000-0000-000000000000}"/>
          </ac:spMkLst>
        </pc:spChg>
      </pc:sldChg>
      <pc:sldChg chg="addSp delSp modSp mod">
        <pc:chgData name="J. Tower" userId="9d06de10716639e5" providerId="LiveId" clId="{F8931099-75CA-5660-A155-55881DF68D84}" dt="2026-08-31T18:00:43.141" v="1477" actId="20577"/>
        <pc:sldMkLst>
          <pc:docMk/>
          <pc:sldMk cId="0" sldId="608"/>
        </pc:sldMkLst>
        <pc:spChg chg="mod">
          <ac:chgData name="J. Tower" userId="9d06de10716639e5" providerId="LiveId" clId="{F8931099-75CA-5660-A155-55881DF68D84}" dt="2026-08-31T17:57:28.075" v="1318" actId="20577"/>
          <ac:spMkLst>
            <pc:docMk/>
            <pc:sldMk cId="0" sldId="608"/>
            <ac:spMk id="2" creationId="{00000000-0000-0000-0000-000000000000}"/>
          </ac:spMkLst>
        </pc:spChg>
        <pc:graphicFrameChg chg="add mod ord modGraphic">
          <ac:chgData name="J. Tower" userId="9d06de10716639e5" providerId="LiveId" clId="{F8931099-75CA-5660-A155-55881DF68D84}" dt="2026-08-31T18:00:43.141" v="1477" actId="20577"/>
          <ac:graphicFrameMkLst>
            <pc:docMk/>
            <pc:sldMk cId="0" sldId="608"/>
            <ac:graphicFrameMk id="6" creationId="{073D13F6-8DFA-C7C6-2097-C92C927E48AC}"/>
          </ac:graphicFrameMkLst>
        </pc:graphicFrameChg>
      </pc:sldChg>
      <pc:sldChg chg="modSp mod">
        <pc:chgData name="J. Tower" userId="9d06de10716639e5" providerId="LiveId" clId="{F8931099-75CA-5660-A155-55881DF68D84}" dt="2026-09-17T12:10:59.130" v="2270" actId="20577"/>
        <pc:sldMkLst>
          <pc:docMk/>
          <pc:sldMk cId="0" sldId="609"/>
        </pc:sldMkLst>
        <pc:spChg chg="mod">
          <ac:chgData name="J. Tower" userId="9d06de10716639e5" providerId="LiveId" clId="{F8931099-75CA-5660-A155-55881DF68D84}" dt="2026-09-17T12:10:59.130" v="2270" actId="20577"/>
          <ac:spMkLst>
            <pc:docMk/>
            <pc:sldMk cId="0" sldId="609"/>
            <ac:spMk id="3" creationId="{00000000-0000-0000-0000-000000000000}"/>
          </ac:spMkLst>
        </pc:spChg>
      </pc:sldChg>
      <pc:sldChg chg="addSp delSp modSp mod">
        <pc:chgData name="J. Tower" userId="9d06de10716639e5" providerId="LiveId" clId="{F8931099-75CA-5660-A155-55881DF68D84}" dt="2026-09-17T12:23:56.464" v="2684" actId="1076"/>
        <pc:sldMkLst>
          <pc:docMk/>
          <pc:sldMk cId="0" sldId="615"/>
        </pc:sldMkLst>
        <pc:spChg chg="mod">
          <ac:chgData name="J. Tower" userId="9d06de10716639e5" providerId="LiveId" clId="{F8931099-75CA-5660-A155-55881DF68D84}" dt="2026-09-17T12:23:40.116" v="2679" actId="20577"/>
          <ac:spMkLst>
            <pc:docMk/>
            <pc:sldMk cId="0" sldId="615"/>
            <ac:spMk id="2" creationId="{00000000-0000-0000-0000-000000000000}"/>
          </ac:spMkLst>
        </pc:spChg>
        <pc:picChg chg="add mod">
          <ac:chgData name="J. Tower" userId="9d06de10716639e5" providerId="LiveId" clId="{F8931099-75CA-5660-A155-55881DF68D84}" dt="2026-09-17T12:23:52.945" v="2683" actId="1076"/>
          <ac:picMkLst>
            <pc:docMk/>
            <pc:sldMk cId="0" sldId="615"/>
            <ac:picMk id="5" creationId="{13B230A3-A87F-BEA0-37B0-6291876B17D1}"/>
          </ac:picMkLst>
        </pc:picChg>
        <pc:picChg chg="add mod">
          <ac:chgData name="J. Tower" userId="9d06de10716639e5" providerId="LiveId" clId="{F8931099-75CA-5660-A155-55881DF68D84}" dt="2026-09-17T12:23:49.728" v="2682" actId="1076"/>
          <ac:picMkLst>
            <pc:docMk/>
            <pc:sldMk cId="0" sldId="615"/>
            <ac:picMk id="6" creationId="{5D59192F-67FD-9246-01AA-A89753259975}"/>
          </ac:picMkLst>
        </pc:picChg>
        <pc:picChg chg="add mod">
          <ac:chgData name="J. Tower" userId="9d06de10716639e5" providerId="LiveId" clId="{F8931099-75CA-5660-A155-55881DF68D84}" dt="2026-09-17T12:23:56.464" v="2684" actId="1076"/>
          <ac:picMkLst>
            <pc:docMk/>
            <pc:sldMk cId="0" sldId="615"/>
            <ac:picMk id="7" creationId="{B66D60B9-D241-A637-1FA8-B44AD465A598}"/>
          </ac:picMkLst>
        </pc:picChg>
      </pc:sldChg>
      <pc:sldChg chg="modSp mod">
        <pc:chgData name="J. Tower" userId="9d06de10716639e5" providerId="LiveId" clId="{F8931099-75CA-5660-A155-55881DF68D84}" dt="2026-09-17T12:23:28.196" v="2676" actId="20577"/>
        <pc:sldMkLst>
          <pc:docMk/>
          <pc:sldMk cId="0" sldId="622"/>
        </pc:sldMkLst>
        <pc:spChg chg="mod">
          <ac:chgData name="J. Tower" userId="9d06de10716639e5" providerId="LiveId" clId="{F8931099-75CA-5660-A155-55881DF68D84}" dt="2026-09-17T12:23:28.196" v="2676" actId="20577"/>
          <ac:spMkLst>
            <pc:docMk/>
            <pc:sldMk cId="0" sldId="622"/>
            <ac:spMk id="2" creationId="{00000000-0000-0000-0000-000000000000}"/>
          </ac:spMkLst>
        </pc:spChg>
        <pc:spChg chg="mod">
          <ac:chgData name="J. Tower" userId="9d06de10716639e5" providerId="LiveId" clId="{F8931099-75CA-5660-A155-55881DF68D84}" dt="2026-09-17T12:23:19.497" v="2664" actId="948"/>
          <ac:spMkLst>
            <pc:docMk/>
            <pc:sldMk cId="0" sldId="622"/>
            <ac:spMk id="3" creationId="{00000000-0000-0000-0000-000000000000}"/>
          </ac:spMkLst>
        </pc:spChg>
      </pc:sldChg>
      <pc:sldChg chg="modSp mod">
        <pc:chgData name="J. Tower" userId="9d06de10716639e5" providerId="LiveId" clId="{F8931099-75CA-5660-A155-55881DF68D84}" dt="2026-08-31T18:05:28.996" v="1568" actId="403"/>
        <pc:sldMkLst>
          <pc:docMk/>
          <pc:sldMk cId="0" sldId="631"/>
        </pc:sldMkLst>
        <pc:spChg chg="mod">
          <ac:chgData name="J. Tower" userId="9d06de10716639e5" providerId="LiveId" clId="{F8931099-75CA-5660-A155-55881DF68D84}" dt="2026-08-31T18:05:28.996" v="1568" actId="403"/>
          <ac:spMkLst>
            <pc:docMk/>
            <pc:sldMk cId="0" sldId="631"/>
            <ac:spMk id="3" creationId="{00000000-0000-0000-0000-000000000000}"/>
          </ac:spMkLst>
        </pc:spChg>
      </pc:sldChg>
      <pc:sldChg chg="modSp mod">
        <pc:chgData name="J. Tower" userId="9d06de10716639e5" providerId="LiveId" clId="{F8931099-75CA-5660-A155-55881DF68D84}" dt="2026-08-31T18:05:25.870" v="1567" actId="403"/>
        <pc:sldMkLst>
          <pc:docMk/>
          <pc:sldMk cId="0" sldId="632"/>
        </pc:sldMkLst>
        <pc:spChg chg="mod">
          <ac:chgData name="J. Tower" userId="9d06de10716639e5" providerId="LiveId" clId="{F8931099-75CA-5660-A155-55881DF68D84}" dt="2026-08-31T18:05:25.870" v="1567" actId="403"/>
          <ac:spMkLst>
            <pc:docMk/>
            <pc:sldMk cId="0" sldId="632"/>
            <ac:spMk id="3" creationId="{00000000-0000-0000-0000-000000000000}"/>
          </ac:spMkLst>
        </pc:spChg>
      </pc:sldChg>
      <pc:sldChg chg="modSp mod">
        <pc:chgData name="J. Tower" userId="9d06de10716639e5" providerId="LiveId" clId="{F8931099-75CA-5660-A155-55881DF68D84}" dt="2026-09-03T18:08:29.822" v="1655" actId="20577"/>
        <pc:sldMkLst>
          <pc:docMk/>
          <pc:sldMk cId="0" sldId="633"/>
        </pc:sldMkLst>
        <pc:spChg chg="mod">
          <ac:chgData name="J. Tower" userId="9d06de10716639e5" providerId="LiveId" clId="{F8931099-75CA-5660-A155-55881DF68D84}" dt="2026-09-03T18:08:29.822" v="1655" actId="20577"/>
          <ac:spMkLst>
            <pc:docMk/>
            <pc:sldMk cId="0" sldId="633"/>
            <ac:spMk id="3" creationId="{00000000-0000-0000-0000-000000000000}"/>
          </ac:spMkLst>
        </pc:spChg>
      </pc:sldChg>
      <pc:sldChg chg="modSp mod">
        <pc:chgData name="J. Tower" userId="9d06de10716639e5" providerId="LiveId" clId="{F8931099-75CA-5660-A155-55881DF68D84}" dt="2026-09-03T18:08:26.405" v="1654" actId="20577"/>
        <pc:sldMkLst>
          <pc:docMk/>
          <pc:sldMk cId="0" sldId="634"/>
        </pc:sldMkLst>
        <pc:spChg chg="mod">
          <ac:chgData name="J. Tower" userId="9d06de10716639e5" providerId="LiveId" clId="{F8931099-75CA-5660-A155-55881DF68D84}" dt="2026-09-03T18:08:26.405" v="1654" actId="20577"/>
          <ac:spMkLst>
            <pc:docMk/>
            <pc:sldMk cId="0" sldId="634"/>
            <ac:spMk id="3" creationId="{00000000-0000-0000-0000-000000000000}"/>
          </ac:spMkLst>
        </pc:spChg>
      </pc:sldChg>
      <pc:sldChg chg="addSp delSp modSp mod">
        <pc:chgData name="J. Tower" userId="9d06de10716639e5" providerId="LiveId" clId="{F8931099-75CA-5660-A155-55881DF68D84}" dt="2026-09-17T12:25:02.658" v="2722" actId="1076"/>
        <pc:sldMkLst>
          <pc:docMk/>
          <pc:sldMk cId="0" sldId="638"/>
        </pc:sldMkLst>
        <pc:spChg chg="add mod">
          <ac:chgData name="J. Tower" userId="9d06de10716639e5" providerId="LiveId" clId="{F8931099-75CA-5660-A155-55881DF68D84}" dt="2026-09-17T12:24:54.748" v="2720" actId="20577"/>
          <ac:spMkLst>
            <pc:docMk/>
            <pc:sldMk cId="0" sldId="638"/>
            <ac:spMk id="9" creationId="{5C259584-274B-8DF1-5F5A-C02C3FA97F41}"/>
          </ac:spMkLst>
        </pc:spChg>
        <pc:picChg chg="add mod">
          <ac:chgData name="J. Tower" userId="9d06de10716639e5" providerId="LiveId" clId="{F8931099-75CA-5660-A155-55881DF68D84}" dt="2026-09-17T12:25:02.658" v="2722" actId="1076"/>
          <ac:picMkLst>
            <pc:docMk/>
            <pc:sldMk cId="0" sldId="638"/>
            <ac:picMk id="6" creationId="{F90592F5-27C9-8B7F-9BCE-7369F4188205}"/>
          </ac:picMkLst>
        </pc:picChg>
      </pc:sldChg>
      <pc:sldChg chg="modSp mod">
        <pc:chgData name="J. Tower" userId="9d06de10716639e5" providerId="LiveId" clId="{F8931099-75CA-5660-A155-55881DF68D84}" dt="2026-09-17T12:21:12.346" v="2645" actId="20577"/>
        <pc:sldMkLst>
          <pc:docMk/>
          <pc:sldMk cId="0" sldId="640"/>
        </pc:sldMkLst>
        <pc:spChg chg="mod">
          <ac:chgData name="J. Tower" userId="9d06de10716639e5" providerId="LiveId" clId="{F8931099-75CA-5660-A155-55881DF68D84}" dt="2026-09-17T12:21:12.346" v="2645" actId="20577"/>
          <ac:spMkLst>
            <pc:docMk/>
            <pc:sldMk cId="0" sldId="640"/>
            <ac:spMk id="2" creationId="{00000000-0000-0000-0000-000000000000}"/>
          </ac:spMkLst>
        </pc:spChg>
        <pc:spChg chg="mod">
          <ac:chgData name="J. Tower" userId="9d06de10716639e5" providerId="LiveId" clId="{F8931099-75CA-5660-A155-55881DF68D84}" dt="2026-09-17T12:20:49.519" v="2627" actId="20577"/>
          <ac:spMkLst>
            <pc:docMk/>
            <pc:sldMk cId="0" sldId="640"/>
            <ac:spMk id="3" creationId="{00000000-0000-0000-0000-000000000000}"/>
          </ac:spMkLst>
        </pc:spChg>
      </pc:sldChg>
      <pc:sldChg chg="delSp modSp mod ord">
        <pc:chgData name="J. Tower" userId="9d06de10716639e5" providerId="LiveId" clId="{F8931099-75CA-5660-A155-55881DF68D84}" dt="2026-09-17T12:26:43.286" v="2732" actId="20578"/>
        <pc:sldMkLst>
          <pc:docMk/>
          <pc:sldMk cId="0" sldId="656"/>
        </pc:sldMkLst>
        <pc:spChg chg="mod">
          <ac:chgData name="J. Tower" userId="9d06de10716639e5" providerId="LiveId" clId="{F8931099-75CA-5660-A155-55881DF68D84}" dt="2026-08-31T17:53:44.208" v="1193" actId="20577"/>
          <ac:spMkLst>
            <pc:docMk/>
            <pc:sldMk cId="0" sldId="656"/>
            <ac:spMk id="4" creationId="{00000000-0000-0000-0000-000000000000}"/>
          </ac:spMkLst>
        </pc:spChg>
      </pc:sldChg>
      <pc:sldChg chg="delSp add mod ord">
        <pc:chgData name="J. Tower" userId="9d06de10716639e5" providerId="LiveId" clId="{F8931099-75CA-5660-A155-55881DF68D84}" dt="2026-09-17T12:26:43.286" v="2732" actId="20578"/>
        <pc:sldMkLst>
          <pc:docMk/>
          <pc:sldMk cId="1110134982" sldId="657"/>
        </pc:sldMkLst>
      </pc:sldChg>
      <pc:sldChg chg="delSp modSp add mod ord">
        <pc:chgData name="J. Tower" userId="9d06de10716639e5" providerId="LiveId" clId="{F8931099-75CA-5660-A155-55881DF68D84}" dt="2026-09-17T12:26:43.286" v="2732" actId="20578"/>
        <pc:sldMkLst>
          <pc:docMk/>
          <pc:sldMk cId="1792891384" sldId="658"/>
        </pc:sldMkLst>
      </pc:sldChg>
      <pc:sldChg chg="delSp add mod ord">
        <pc:chgData name="J. Tower" userId="9d06de10716639e5" providerId="LiveId" clId="{F8931099-75CA-5660-A155-55881DF68D84}" dt="2026-09-17T12:26:43.286" v="2732" actId="20578"/>
        <pc:sldMkLst>
          <pc:docMk/>
          <pc:sldMk cId="537135610" sldId="659"/>
        </pc:sldMkLst>
      </pc:sldChg>
      <pc:sldChg chg="modSp add mod ord">
        <pc:chgData name="J. Tower" userId="9d06de10716639e5" providerId="LiveId" clId="{F8931099-75CA-5660-A155-55881DF68D84}" dt="2026-09-17T12:26:43.286" v="2732" actId="20578"/>
        <pc:sldMkLst>
          <pc:docMk/>
          <pc:sldMk cId="494659632" sldId="660"/>
        </pc:sldMkLst>
        <pc:spChg chg="mod">
          <ac:chgData name="J. Tower" userId="9d06de10716639e5" providerId="LiveId" clId="{F8931099-75CA-5660-A155-55881DF68D84}" dt="2026-09-03T18:26:09.049" v="1699" actId="20577"/>
          <ac:spMkLst>
            <pc:docMk/>
            <pc:sldMk cId="494659632" sldId="660"/>
            <ac:spMk id="12" creationId="{AE0224E8-C54F-63CC-8B50-E92CEDCB04C4}"/>
          </ac:spMkLst>
        </pc:spChg>
      </pc:sldChg>
      <pc:sldChg chg="addSp modSp add mod">
        <pc:chgData name="J. Tower" userId="9d06de10716639e5" providerId="LiveId" clId="{F8931099-75CA-5660-A155-55881DF68D84}" dt="2026-09-17T12:24:12.824" v="2692" actId="1076"/>
        <pc:sldMkLst>
          <pc:docMk/>
          <pc:sldMk cId="2760933836" sldId="662"/>
        </pc:sldMkLst>
        <pc:spChg chg="add mod">
          <ac:chgData name="J. Tower" userId="9d06de10716639e5" providerId="LiveId" clId="{F8931099-75CA-5660-A155-55881DF68D84}" dt="2026-09-17T12:24:12.824" v="2692" actId="1076"/>
          <ac:spMkLst>
            <pc:docMk/>
            <pc:sldMk cId="2760933836" sldId="662"/>
            <ac:spMk id="4" creationId="{EDB6A565-7DC9-7A92-D38D-70760454064F}"/>
          </ac:spMkLst>
        </pc:spChg>
        <pc:picChg chg="mod">
          <ac:chgData name="J. Tower" userId="9d06de10716639e5" providerId="LiveId" clId="{F8931099-75CA-5660-A155-55881DF68D84}" dt="2026-09-17T12:24:10.188" v="2691" actId="1076"/>
          <ac:picMkLst>
            <pc:docMk/>
            <pc:sldMk cId="2760933836" sldId="662"/>
            <ac:picMk id="5" creationId="{726BDE56-B480-DF70-BA5C-2BAD51C01EFD}"/>
          </ac:picMkLst>
        </pc:picChg>
      </pc:sldChg>
      <pc:sldChg chg="addSp delSp modSp new mod modClrScheme chgLayout">
        <pc:chgData name="J. Tower" userId="9d06de10716639e5" providerId="LiveId" clId="{F8931099-75CA-5660-A155-55881DF68D84}" dt="2026-09-17T12:29:54.492" v="2769" actId="20577"/>
        <pc:sldMkLst>
          <pc:docMk/>
          <pc:sldMk cId="3316008568" sldId="663"/>
        </pc:sldMkLst>
        <pc:spChg chg="add mod ord">
          <ac:chgData name="J. Tower" userId="9d06de10716639e5" providerId="LiveId" clId="{F8931099-75CA-5660-A155-55881DF68D84}" dt="2026-09-17T12:29:54.492" v="2769" actId="20577"/>
          <ac:spMkLst>
            <pc:docMk/>
            <pc:sldMk cId="3316008568" sldId="663"/>
            <ac:spMk id="4" creationId="{1813B985-33F7-DFD7-1A8D-3F7CB3C66372}"/>
          </ac:spMkLst>
        </pc:spChg>
        <pc:spChg chg="add mod ord">
          <ac:chgData name="J. Tower" userId="9d06de10716639e5" providerId="LiveId" clId="{F8931099-75CA-5660-A155-55881DF68D84}" dt="2026-09-17T12:29:51.264" v="2758" actId="27636"/>
          <ac:spMkLst>
            <pc:docMk/>
            <pc:sldMk cId="3316008568" sldId="663"/>
            <ac:spMk id="5" creationId="{27625D59-DF45-6B5C-4C84-6FB63142CEEA}"/>
          </ac:spMkLst>
        </pc:spChg>
      </pc:sldChg>
      <pc:sldChg chg="modSp add mod">
        <pc:chgData name="J. Tower" userId="9d06de10716639e5" providerId="LiveId" clId="{F8931099-75CA-5660-A155-55881DF68D84}" dt="2026-09-17T12:30:26.922" v="2787" actId="20577"/>
        <pc:sldMkLst>
          <pc:docMk/>
          <pc:sldMk cId="1664326862" sldId="664"/>
        </pc:sldMkLst>
        <pc:spChg chg="mod">
          <ac:chgData name="J. Tower" userId="9d06de10716639e5" providerId="LiveId" clId="{F8931099-75CA-5660-A155-55881DF68D84}" dt="2026-09-17T12:30:26.922" v="2787" actId="20577"/>
          <ac:spMkLst>
            <pc:docMk/>
            <pc:sldMk cId="1664326862" sldId="664"/>
            <ac:spMk id="4" creationId="{B60E0735-82A2-792B-69E2-5F004823AEC3}"/>
          </ac:spMkLst>
        </pc:spChg>
      </pc:sldChg>
      <pc:sldChg chg="modSp add mod">
        <pc:chgData name="J. Tower" userId="9d06de10716639e5" providerId="LiveId" clId="{F8931099-75CA-5660-A155-55881DF68D84}" dt="2026-09-17T12:30:43.531" v="2806" actId="20577"/>
        <pc:sldMkLst>
          <pc:docMk/>
          <pc:sldMk cId="1801803126" sldId="665"/>
        </pc:sldMkLst>
        <pc:spChg chg="mod">
          <ac:chgData name="J. Tower" userId="9d06de10716639e5" providerId="LiveId" clId="{F8931099-75CA-5660-A155-55881DF68D84}" dt="2026-09-17T12:30:43.531" v="2806" actId="20577"/>
          <ac:spMkLst>
            <pc:docMk/>
            <pc:sldMk cId="1801803126" sldId="665"/>
            <ac:spMk id="4" creationId="{6E8CA24B-F0B9-1A36-59AB-EB5B8764D829}"/>
          </ac:spMkLst>
        </pc:spChg>
      </pc:sldChg>
      <pc:sldChg chg="modSp add mod ord">
        <pc:chgData name="J. Tower" userId="9d06de10716639e5" providerId="LiveId" clId="{F8931099-75CA-5660-A155-55881DF68D84}" dt="2026-09-17T12:31:13.766" v="2828" actId="20577"/>
        <pc:sldMkLst>
          <pc:docMk/>
          <pc:sldMk cId="3895603487" sldId="666"/>
        </pc:sldMkLst>
        <pc:spChg chg="mod">
          <ac:chgData name="J. Tower" userId="9d06de10716639e5" providerId="LiveId" clId="{F8931099-75CA-5660-A155-55881DF68D84}" dt="2026-09-17T12:31:13.766" v="2828" actId="20577"/>
          <ac:spMkLst>
            <pc:docMk/>
            <pc:sldMk cId="3895603487" sldId="666"/>
            <ac:spMk id="4" creationId="{FB72D5F2-A468-B801-EEE4-6FB0A42DA42C}"/>
          </ac:spMkLst>
        </pc:spChg>
      </pc:sldChg>
      <pc:sldChg chg="modSp add mod">
        <pc:chgData name="J. Tower" userId="9d06de10716639e5" providerId="LiveId" clId="{F8931099-75CA-5660-A155-55881DF68D84}" dt="2026-09-17T12:31:29.416" v="2861" actId="20577"/>
        <pc:sldMkLst>
          <pc:docMk/>
          <pc:sldMk cId="2352943252" sldId="667"/>
        </pc:sldMkLst>
        <pc:spChg chg="mod">
          <ac:chgData name="J. Tower" userId="9d06de10716639e5" providerId="LiveId" clId="{F8931099-75CA-5660-A155-55881DF68D84}" dt="2026-09-17T12:31:29.416" v="2861" actId="20577"/>
          <ac:spMkLst>
            <pc:docMk/>
            <pc:sldMk cId="2352943252" sldId="667"/>
            <ac:spMk id="4" creationId="{DA23A044-9D99-A282-7EB0-561B17CBD65E}"/>
          </ac:spMkLst>
        </pc:spChg>
      </pc:sldChg>
      <pc:sldChg chg="modSp add mod">
        <pc:chgData name="J. Tower" userId="9d06de10716639e5" providerId="LiveId" clId="{F8931099-75CA-5660-A155-55881DF68D84}" dt="2026-09-17T12:31:40.521" v="2872" actId="20577"/>
        <pc:sldMkLst>
          <pc:docMk/>
          <pc:sldMk cId="3757891761" sldId="668"/>
        </pc:sldMkLst>
        <pc:spChg chg="mod">
          <ac:chgData name="J. Tower" userId="9d06de10716639e5" providerId="LiveId" clId="{F8931099-75CA-5660-A155-55881DF68D84}" dt="2026-09-17T12:31:40.521" v="2872" actId="20577"/>
          <ac:spMkLst>
            <pc:docMk/>
            <pc:sldMk cId="3757891761" sldId="668"/>
            <ac:spMk id="4" creationId="{FEF3BBEF-E668-3544-74EF-1BE1B94EA6C9}"/>
          </ac:spMkLst>
        </pc:spChg>
      </pc:sldChg>
      <pc:sldChg chg="modSp add mod">
        <pc:chgData name="J. Tower" userId="9d06de10716639e5" providerId="LiveId" clId="{F8931099-75CA-5660-A155-55881DF68D84}" dt="2026-09-17T12:31:52.173" v="2885" actId="20577"/>
        <pc:sldMkLst>
          <pc:docMk/>
          <pc:sldMk cId="1393124872" sldId="669"/>
        </pc:sldMkLst>
        <pc:spChg chg="mod">
          <ac:chgData name="J. Tower" userId="9d06de10716639e5" providerId="LiveId" clId="{F8931099-75CA-5660-A155-55881DF68D84}" dt="2026-09-17T12:31:52.173" v="2885" actId="20577"/>
          <ac:spMkLst>
            <pc:docMk/>
            <pc:sldMk cId="1393124872" sldId="669"/>
            <ac:spMk id="4" creationId="{21644756-C614-96E3-849E-6F6593C79DBB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618B0EE-4D36-4F22-9622-021322CFFE3A}" type="datetimeFigureOut">
              <a:rPr lang="en-US" smtClean="0"/>
              <a:t>9/21/26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4FD6E22-9A40-4B73-8B1F-06CEEFE4CFD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995959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Title slide stays up while people settle. The repo URL comes later, on Get Set Up, once the story has landed.</a:t>
            </a:r>
          </a:p>
          <a:p>
            <a:r>
              <a:t>Ask who did the SETUP.md pre-work. Anyone who didn't should say so now, not in the first lab.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FD6E22-9A40-4B73-8B1F-06CEEFE4CFDF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517613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A hiker. Alarm before dawn, coffee in the car, ninety minutes to the trailhead.</a:t>
            </a:r>
          </a:p>
          <a:p>
            <a:r>
              <a:rPr dirty="0"/>
              <a:t>She planned this trip in a trip-planning app. (It's our fictional app, Trailhead Guides; the room will live in its data all day.)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 trail she picked. Moderate, family-rated, a lake at the end.</a:t>
            </a:r>
          </a:p>
          <a:p>
            <a:r>
              <a:t>The app showed photos, distance, elevation. All accurate.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 app also had forty-one trip reports for this trail. Real hikers, real conditions, about 1,200 words each.</a:t>
            </a:r>
          </a:p>
          <a:p>
            <a:r>
              <a:t>Ask the room: who reads forty-one essays before a day hike?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 top three. "Beautiful." "Crowded by ten." "Bring bug spray."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Report fourteen. One sentence, buried in a paragraph about huckleberries.</a:t>
            </a:r>
          </a:p>
          <a:p>
            <a:r>
              <a:t>She never saw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Two hours of driving, two miles of walking, and the trip is over at a creek she can't cross.</a:t>
            </a:r>
          </a:p>
          <a:p>
            <a:r>
              <a:t>Beat of silence, then the turn: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The data was in the product. A user needed one sentence of it, and the product's job was to surface that sentence.</a:t>
            </a:r>
          </a:p>
          <a:p>
            <a:r>
              <a:rPr dirty="0"/>
              <a:t>Every feature you build today exists to close exactly this kind of gap. </a:t>
            </a:r>
            <a:endParaRPr lang="en-US" dirty="0"/>
          </a:p>
          <a:p>
            <a:r>
              <a:rPr dirty="0"/>
              <a:t>And this bridge, this trail, this </a:t>
            </a:r>
            <a:r>
              <a:rPr lang="en-US" dirty="0"/>
              <a:t>body of data</a:t>
            </a:r>
            <a:r>
              <a:rPr dirty="0"/>
              <a:t>: you'll meet them all day. </a:t>
            </a:r>
            <a:endParaRPr lang="en-US" dirty="0"/>
          </a:p>
          <a:p>
            <a:r>
              <a:rPr dirty="0"/>
              <a:t>That washout is planted in the workshop data, and by this afternoon your code will find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Every company is asking this question right now.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Today asks the second one.</a:t>
            </a:r>
          </a:p>
          <a:p>
            <a:r>
              <a:t>This is the thesis. Say it plainly and come back to it in every module: every feature today opens with a user who is stuck, and the AI only shows up as the answer.</a:t>
            </a:r>
          </a:p>
          <a:p>
            <a:r>
              <a:t>The technology is the last thing we talk about in each feature, not the first.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31775" indent="-231775">
              <a:buFont typeface="Arial" panose="020B0604020202020204" pitchFamily="34" charset="0"/>
              <a:buChar char="•"/>
            </a:pPr>
            <a:r>
              <a:t>The promise of the day.</a:t>
            </a:r>
            <a:endParaRPr lang="en-US" dirty="0"/>
          </a:p>
          <a:p>
            <a:r>
              <a:t>Not a survey, not vendor slides: you build these, you measure them, and you leave with a decision framework for picking the first one to ship at work.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4FD6E22-9A40-4B73-8B1F-06CEEFE4CFDF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12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289453544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Who this is for: you write software for a living, you can make an HTTP request, and you haven't shipped an LLM feature yet, or you've shipped one and want the other nine.</a:t>
            </a:r>
          </a:p>
          <a:p>
            <a:r>
              <a:t>Say the four outcomes out loud, one per reveal; these are the promises the day is measured against, and they come back one at a time in each module's debrief. One outcome per module.</a:t>
            </a:r>
          </a:p>
          <a:p>
            <a:r>
              <a:t>Module 1: summaries shaped for a purpose and records your code validated, all on your laptop.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C308A3-DD2E-BEB0-1D9F-940EC7F96F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E01D540-320B-E128-FD98-6D81B2D53CD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7005EF6-96EE-0B2A-00BA-829AF69DB61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Module 2: search by meaning, and answers grounded in your documents with citations your code checks.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2871A28-B8A0-13B8-A877-89D2B01E840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395484036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9E68E7-9EDC-32F8-0447-FA5A8F35A4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86548AE-1C00-E85F-8AA7-0164AF4AA49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A045F8E-837B-0288-6F2E-694AFBF6123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Module 3: routing that never misses the expensive class, and a human gate with an audit trail.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165F20D-D160-460D-DFDC-35D0BABD8A8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19911940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04B823-E209-2C6E-6B3B-49879A021A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2534DB0-7181-F2A8-6A49-0D251013560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300C4EF-6D22-9E2D-9C51-2B71ABEAF0A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Module 4: an agent loop bounded by a step budget, small enough to read.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D2F192B-1A95-19D7-26C6-1CFDB26D298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004022237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92376C-F690-013F-0B8A-D5A4B95610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72FAB6B-9809-CC06-5F58-AF6127F818B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5960F58-1C5F-0F91-C68B-30BF1824E90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You see all ten demoed; you build four, one per module.</a:t>
            </a:r>
          </a:p>
          <a:p>
            <a:r>
              <a:t>If someone in the room has shipped all of this already, they are a helper for the day; say so now.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16D3D3A-1277-45EE-6973-BAF6A54112C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370597312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BB40B87-443D-4E3D-A216-6700B651FC59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2497228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This is SETUP.md, revealed line by line; the finished checklist stays up.</a:t>
            </a:r>
          </a:p>
          <a:p>
            <a:r>
              <a:t>ollama.com/download: one installer, no GPU needed.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 pulls, one per command: </a:t>
            </a:r>
            <a:r>
              <a:rPr>
                <a:latin typeface="Consolas"/>
              </a:rPr>
              <a:t>ollama pull llama3.2</a:t>
            </a:r>
            <a:r>
              <a:t> then </a:t>
            </a:r>
            <a:r>
              <a:rPr>
                <a:latin typeface="Consolas"/>
              </a:rPr>
              <a:t>ollama pull phi3</a:t>
            </a:r>
            <a:r>
              <a:t> then </a:t>
            </a:r>
            <a:r>
              <a:rPr>
                <a:latin typeface="Consolas"/>
              </a:rPr>
              <a:t>ollama pull nomic-embed-text</a:t>
            </a:r>
            <a:r>
              <a:t>.</a:t>
            </a:r>
          </a:p>
          <a:p>
            <a:r>
              <a:t>Models are about 5 GB total.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REST Client from the terminal: </a:t>
            </a:r>
            <a:r>
              <a:rPr>
                <a:latin typeface="Consolas"/>
              </a:rPr>
              <a:t>code --install-extension humao.rest-client</a:t>
            </a:r>
            <a:r>
              <a:t>.</a:t>
            </a:r>
          </a:p>
          <a:p>
            <a:r>
              <a:t>JetBrains users can skip REST Client; the built-in HTTP client opens the same .http files.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Runtimes: .NET 10 SDK, uv for Python, or Node. Pick the one you read fastest.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 clone: </a:t>
            </a:r>
            <a:r>
              <a:rPr>
                <a:latin typeface="Consolas"/>
              </a:rPr>
              <a:t>git clone https://github.com/trailheadtechnology/10-ai-features-workshop.git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Azure endpoint and deployment names are already in the lab files; the key is handed out in the room.</a:t>
            </a:r>
          </a:p>
          <a:p>
            <a:r>
              <a:t>Ask for hands: who has all three models pulled? Anyone without them starts the three ollama pull commands now, on the venue Wi-Fi, and pairs with a neighbor until the download finishes, rather than finding out in the first lab.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Full path: modules/M0-opening/F00-setup-and-framing/http/smoke-test.http. Paste the room key over &lt;KEY FROM INSTRUCTOR&gt; for the Azure request.</a:t>
            </a:r>
          </a:p>
          <a:p>
            <a:r>
              <a:t>Room key (key2): in </a:t>
            </a:r>
            <a:r>
              <a:rPr>
                <a:latin typeface="Consolas"/>
              </a:rPr>
              <a:t>instructor.local.md</a:t>
            </a:r>
            <a:r>
              <a:t> at the repo root (untracked). Write it on the whiteboard, not a slide. Regenerate it after the workshop; the command is in the same file.</a:t>
            </a:r>
          </a:p>
          <a:p>
            <a:r>
              <a:t>Setup comes after the story and the framing, not before: they need to know why they are here first. Still get it done well before the first lab, because the most expensive twenty minutes of a hands-on workshop is the twenty minutes in the first lab when a third of the room finds out their setup does not work.</a:t>
            </a:r>
          </a:p>
          <a:p>
            <a:r>
              <a:t>Fallbacks exist for exactly this moment. Walk the room while people run it. Curl versions are in the lab README.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 obvious user: the hiker from the story, planning Saturday.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 PM with 300 gear reviews and no time to read them.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 ranger with a full inbox and an emergency somewhere in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Module 1, Understanding: summarize, extract, sentiment. 75 minutes.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Lunch is 12:30 to 1:30, in the middle of Module 2: its demos run before lunch and its lab after. Coffee is 3:00 to 3:30, in the middle of Module 3's lab. Otherwise, get up during labs whenever you need 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 instructor half: the module's theme, then all three features demoed live in .NET. The build half is yours.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 .NET projects are the demo; the Python and TypeScript ports produce the same output, so pick whichever you read fastest.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DB558C-0672-F19E-2D70-67EF73D391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A94A540-BCE9-CCF3-4BE2-7B385B9086B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AF5973B-C0FD-6C88-63B2-7A4A00F8CA1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 .NET projects are the demo; the Python and TypeScript ports produce the same output, so pick whichever you read fastest.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2467A17-24BE-8340-8E79-8B50D559C78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1129000243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Two payoffs: you learn where free/private/small is enough, and most of the day survives conference wifi.</a:t>
            </a:r>
          </a:p>
          <a:p>
            <a:r>
              <a:t>Rows 1 through 8 of the framework mostly run on free local models. That is a finding your leadership will care about on its own.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Ollama listens on localhost:11434: /api/chat and /api/embed. It also exposes an OpenAI-compatible /v1.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Foundry serves gpt-4.1 and gpt-5.5 per deployment name, at the chat/completions path with an api-key header.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Show one request to each on screen: the smoke test's local chat and its cloud chat, side by side. Point at the URL and the header. Same request shape, a URL and a key apart.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Feature 00's smoke test sends these requests raw, with the SDK removed; Microsoft.Extensions.AI and the openai package are wrappers over these POSTs. This is why the three language tracks look alike and why local-to-cloud is a config change, which the next slide makes concrete in code.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This is the app from the story. Fictional, built for today, and every feature you see runs inside it.</a:t>
            </a:r>
          </a:p>
          <a:p>
            <a:r>
              <a:t>Two minutes, not a tour; each lab doc describes its own data when people get there.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Three hundred gear reviews with star ratings that lie. Feature 03 measures how often.</a:t>
            </a:r>
          </a:p>
          <a:p>
            <a:r>
              <a:t>Twenty-five regulation documents, written like real ones. Feature 05 answers questions from them, with citations.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03505" y="770467"/>
            <a:ext cx="10782300" cy="3352800"/>
          </a:xfrm>
        </p:spPr>
        <p:txBody>
          <a:bodyPr anchor="b">
            <a:noAutofit/>
          </a:bodyPr>
          <a:lstStyle>
            <a:lvl1pPr algn="l">
              <a:lnSpc>
                <a:spcPct val="80000"/>
              </a:lnSpc>
              <a:defRPr sz="6600" spc="-90" baseline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rgbClr val="FFFFFF">
                    <a:alpha val="80000"/>
                  </a:srgbClr>
                </a:solidFill>
              </a:defRPr>
            </a:lvl1pPr>
          </a:lstStyle>
          <a:p>
            <a:pPr defTabSz="342900"/>
            <a:fld id="{FDB08721-E45B-4A66-93A6-531BE00DB2CF}" type="datetimeFigureOut">
              <a:rPr lang="en-US" smtClean="0"/>
              <a:pPr defTabSz="342900"/>
              <a:t>9/21/26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>
                    <a:alpha val="80000"/>
                  </a:srgbClr>
                </a:solidFill>
              </a:defRPr>
            </a:lvl1pPr>
          </a:lstStyle>
          <a:p>
            <a:pPr defTabSz="342900"/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rgbClr val="FFFFFF">
                    <a:alpha val="25000"/>
                  </a:srgbClr>
                </a:solidFill>
              </a:defRPr>
            </a:lvl1pPr>
          </a:lstStyle>
          <a:p>
            <a:pPr defTabSz="342900"/>
            <a:fld id="{78C739BE-451B-478D-B9BF-5E72F79512D5}" type="slidenum">
              <a:rPr lang="en-US" smtClean="0"/>
              <a:pPr defTabSz="342900"/>
              <a:t>‹#›</a:t>
            </a:fld>
            <a:endParaRPr lang="en-US"/>
          </a:p>
        </p:txBody>
      </p:sp>
      <p:sp>
        <p:nvSpPr>
          <p:cNvPr id="10" name="Rectangle 9"/>
          <p:cNvSpPr/>
          <p:nvPr userDrawn="1"/>
        </p:nvSpPr>
        <p:spPr>
          <a:xfrm>
            <a:off x="0" y="4160704"/>
            <a:ext cx="12192000" cy="86913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3429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35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 Light" panose="020F0302020204030204"/>
              <a:ea typeface="+mn-ea"/>
              <a:cs typeface="+mn-cs"/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67513" y="4284569"/>
            <a:ext cx="9228201" cy="1587279"/>
          </a:xfrm>
        </p:spPr>
        <p:txBody>
          <a:bodyPr>
            <a:normAutofit/>
          </a:bodyPr>
          <a:lstStyle>
            <a:lvl1pPr marL="0" indent="0" algn="l">
              <a:buNone/>
              <a:defRPr sz="2400">
                <a:solidFill>
                  <a:srgbClr val="0072C6"/>
                </a:solidFill>
                <a:latin typeface="+mj-lt"/>
              </a:defRPr>
            </a:lvl1pPr>
            <a:lvl2pPr marL="342900" indent="0" algn="ctr">
              <a:buNone/>
              <a:defRPr sz="2100"/>
            </a:lvl2pPr>
            <a:lvl3pPr marL="685800" indent="0" algn="ctr">
              <a:buNone/>
              <a:defRPr sz="1800"/>
            </a:lvl3pPr>
            <a:lvl4pPr marL="1028700" indent="0" algn="ctr">
              <a:buNone/>
              <a:defRPr sz="1500"/>
            </a:lvl4pPr>
            <a:lvl5pPr marL="1371600" indent="0" algn="ctr">
              <a:buNone/>
              <a:defRPr sz="1500"/>
            </a:lvl5pPr>
            <a:lvl6pPr marL="1714500" indent="0" algn="ctr">
              <a:buNone/>
              <a:defRPr sz="1500"/>
            </a:lvl6pPr>
            <a:lvl7pPr marL="2057400" indent="0" algn="ctr">
              <a:buNone/>
              <a:defRPr sz="1500"/>
            </a:lvl7pPr>
            <a:lvl8pPr marL="2400300" indent="0" algn="ctr">
              <a:buNone/>
              <a:defRPr sz="1500"/>
            </a:lvl8pPr>
            <a:lvl9pPr marL="2743200" indent="0" algn="ctr">
              <a:buNone/>
              <a:defRPr sz="1500"/>
            </a:lvl9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222543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defTabSz="342900"/>
            <a:fld id="{FDB08721-E45B-4A66-93A6-531BE00DB2CF}" type="datetimeFigureOut">
              <a:rPr lang="en-US" smtClean="0">
                <a:solidFill>
                  <a:prstClr val="black">
                    <a:alpha val="80000"/>
                  </a:prstClr>
                </a:solidFill>
              </a:rPr>
              <a:pPr defTabSz="342900"/>
              <a:t>9/21/26</a:t>
            </a:fld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/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/>
            <a:fld id="{78C739BE-451B-478D-B9BF-5E72F79512D5}" type="slidenum">
              <a:rPr lang="en-US" smtClean="0">
                <a:solidFill>
                  <a:srgbClr val="0072C6">
                    <a:alpha val="25000"/>
                  </a:srgbClr>
                </a:solidFill>
              </a:rPr>
              <a:pPr defTabSz="342900"/>
              <a:t>‹#›</a:t>
            </a:fld>
            <a:endParaRPr lang="en-US">
              <a:solidFill>
                <a:srgbClr val="0072C6">
                  <a:alpha val="2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9979587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3504" y="767419"/>
            <a:ext cx="10780776" cy="4558624"/>
          </a:xfrm>
        </p:spPr>
        <p:txBody>
          <a:bodyPr anchor="b">
            <a:normAutofit/>
          </a:bodyPr>
          <a:lstStyle>
            <a:lvl1pPr>
              <a:lnSpc>
                <a:spcPct val="80000"/>
              </a:lnSpc>
              <a:defRPr sz="6600" b="0" baseline="0"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67512" y="5468293"/>
            <a:ext cx="9226296" cy="381836"/>
          </a:xfrm>
        </p:spPr>
        <p:txBody>
          <a:bodyPr anchor="t">
            <a:normAutofit/>
          </a:bodyPr>
          <a:lstStyle>
            <a:lvl1pPr marL="0" indent="0">
              <a:buNone/>
              <a:defRPr sz="2400">
                <a:solidFill>
                  <a:schemeClr val="tx1"/>
                </a:solidFill>
                <a:latin typeface="+mj-lt"/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defTabSz="342900"/>
            <a:fld id="{FDB08721-E45B-4A66-93A6-531BE00DB2CF}" type="datetimeFigureOut">
              <a:rPr lang="en-US" smtClean="0">
                <a:solidFill>
                  <a:prstClr val="black">
                    <a:alpha val="80000"/>
                  </a:prstClr>
                </a:solidFill>
              </a:rPr>
              <a:pPr defTabSz="342900"/>
              <a:t>9/21/26</a:t>
            </a:fld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/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/>
            <a:fld id="{78C739BE-451B-478D-B9BF-5E72F79512D5}" type="slidenum">
              <a:rPr lang="en-US" smtClean="0">
                <a:solidFill>
                  <a:srgbClr val="0072C6">
                    <a:alpha val="25000"/>
                  </a:srgbClr>
                </a:solidFill>
              </a:rPr>
              <a:pPr defTabSz="342900"/>
              <a:t>‹#›</a:t>
            </a:fld>
            <a:endParaRPr lang="en-US">
              <a:solidFill>
                <a:srgbClr val="0072C6">
                  <a:alpha val="2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4483652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76656" y="1998134"/>
            <a:ext cx="4663440" cy="376732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11331" y="1998134"/>
            <a:ext cx="4663440" cy="376732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defTabSz="342900"/>
            <a:fld id="{FDB08721-E45B-4A66-93A6-531BE00DB2CF}" type="datetimeFigureOut">
              <a:rPr lang="en-US" smtClean="0">
                <a:solidFill>
                  <a:prstClr val="black">
                    <a:alpha val="80000"/>
                  </a:prstClr>
                </a:solidFill>
              </a:rPr>
              <a:pPr defTabSz="342900"/>
              <a:t>9/21/26</a:t>
            </a:fld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/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/>
            <a:fld id="{78C739BE-451B-478D-B9BF-5E72F79512D5}" type="slidenum">
              <a:rPr lang="en-US" smtClean="0">
                <a:solidFill>
                  <a:srgbClr val="0072C6">
                    <a:alpha val="25000"/>
                  </a:srgbClr>
                </a:solidFill>
              </a:rPr>
              <a:pPr defTabSz="342900"/>
              <a:t>‹#›</a:t>
            </a:fld>
            <a:endParaRPr lang="en-US">
              <a:solidFill>
                <a:srgbClr val="0072C6">
                  <a:alpha val="2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241218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6656" y="2040467"/>
            <a:ext cx="4663440" cy="723400"/>
          </a:xfrm>
        </p:spPr>
        <p:txBody>
          <a:bodyPr anchor="ctr">
            <a:normAutofit/>
          </a:bodyPr>
          <a:lstStyle>
            <a:lvl1pPr marL="0" indent="0">
              <a:buNone/>
              <a:defRPr sz="1650" b="0" cap="all" baseline="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76656" y="2753084"/>
            <a:ext cx="4663440" cy="3200400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007608" y="2038435"/>
            <a:ext cx="4663440" cy="722376"/>
          </a:xfrm>
        </p:spPr>
        <p:txBody>
          <a:bodyPr anchor="ctr">
            <a:normAutofit/>
          </a:bodyPr>
          <a:lstStyle>
            <a:lvl1pPr marL="0" indent="0">
              <a:buNone/>
              <a:defRPr sz="1650" b="0" cap="all" baseline="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007608" y="2750990"/>
            <a:ext cx="4663440" cy="3200400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defTabSz="342900"/>
            <a:fld id="{FDB08721-E45B-4A66-93A6-531BE00DB2CF}" type="datetimeFigureOut">
              <a:rPr lang="en-US" smtClean="0">
                <a:solidFill>
                  <a:prstClr val="black">
                    <a:alpha val="80000"/>
                  </a:prstClr>
                </a:solidFill>
              </a:rPr>
              <a:pPr defTabSz="342900"/>
              <a:t>9/21/26</a:t>
            </a:fld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/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/>
            <a:fld id="{78C739BE-451B-478D-B9BF-5E72F79512D5}" type="slidenum">
              <a:rPr lang="en-US" smtClean="0">
                <a:solidFill>
                  <a:srgbClr val="0072C6">
                    <a:alpha val="25000"/>
                  </a:srgbClr>
                </a:solidFill>
              </a:rPr>
              <a:pPr defTabSz="342900"/>
              <a:t>‹#›</a:t>
            </a:fld>
            <a:endParaRPr lang="en-US">
              <a:solidFill>
                <a:srgbClr val="0072C6">
                  <a:alpha val="2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9525989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defTabSz="342900"/>
            <a:fld id="{FDB08721-E45B-4A66-93A6-531BE00DB2CF}" type="datetimeFigureOut">
              <a:rPr lang="en-US" smtClean="0">
                <a:solidFill>
                  <a:prstClr val="black">
                    <a:alpha val="80000"/>
                  </a:prstClr>
                </a:solidFill>
              </a:rPr>
              <a:pPr defTabSz="342900"/>
              <a:t>9/21/26</a:t>
            </a:fld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/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/>
            <a:fld id="{78C739BE-451B-478D-B9BF-5E72F79512D5}" type="slidenum">
              <a:rPr lang="en-US" smtClean="0">
                <a:solidFill>
                  <a:srgbClr val="0072C6">
                    <a:alpha val="25000"/>
                  </a:srgbClr>
                </a:solidFill>
              </a:rPr>
              <a:pPr defTabSz="342900"/>
              <a:t>‹#›</a:t>
            </a:fld>
            <a:endParaRPr lang="en-US">
              <a:solidFill>
                <a:srgbClr val="0072C6">
                  <a:alpha val="2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375013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defTabSz="342900"/>
            <a:fld id="{FDB08721-E45B-4A66-93A6-531BE00DB2CF}" type="datetimeFigureOut">
              <a:rPr lang="en-US" smtClean="0">
                <a:solidFill>
                  <a:prstClr val="black">
                    <a:alpha val="80000"/>
                  </a:prstClr>
                </a:solidFill>
              </a:rPr>
              <a:pPr defTabSz="342900"/>
              <a:t>9/21/26</a:t>
            </a:fld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/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/>
            <a:fld id="{78C739BE-451B-478D-B9BF-5E72F79512D5}" type="slidenum">
              <a:rPr lang="en-US" smtClean="0">
                <a:solidFill>
                  <a:srgbClr val="0072C6">
                    <a:alpha val="25000"/>
                  </a:srgbClr>
                </a:solidFill>
              </a:rPr>
              <a:pPr defTabSz="342900"/>
              <a:t>‹#›</a:t>
            </a:fld>
            <a:endParaRPr lang="en-US">
              <a:solidFill>
                <a:srgbClr val="0072C6">
                  <a:alpha val="2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9565499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7620000" y="0"/>
            <a:ext cx="457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Title 8"/>
          <p:cNvSpPr>
            <a:spLocks noGrp="1"/>
          </p:cNvSpPr>
          <p:nvPr>
            <p:ph type="title"/>
          </p:nvPr>
        </p:nvSpPr>
        <p:spPr>
          <a:xfrm>
            <a:off x="8261404" y="542282"/>
            <a:ext cx="3383280" cy="1920240"/>
          </a:xfrm>
        </p:spPr>
        <p:txBody>
          <a:bodyPr anchor="b">
            <a:noAutofit/>
          </a:bodyPr>
          <a:lstStyle>
            <a:lvl1pPr>
              <a:lnSpc>
                <a:spcPct val="85000"/>
              </a:lnSpc>
              <a:defRPr sz="300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62000" y="762000"/>
            <a:ext cx="6096000" cy="4572000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275983" y="2511813"/>
            <a:ext cx="3398520" cy="3126987"/>
          </a:xfrm>
        </p:spPr>
        <p:txBody>
          <a:bodyPr>
            <a:normAutofit/>
          </a:bodyPr>
          <a:lstStyle>
            <a:lvl1pPr marL="0" marR="0" indent="0" algn="l" defTabSz="685800" rtl="0" eaLnBrk="1" fontAlgn="auto" latinLnBrk="0" hangingPunct="1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350">
                <a:solidFill>
                  <a:srgbClr val="262626"/>
                </a:solidFill>
              </a:defRPr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105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defTabSz="342900"/>
            <a:fld id="{FDB08721-E45B-4A66-93A6-531BE00DB2CF}" type="datetimeFigureOut">
              <a:rPr lang="en-US" smtClean="0">
                <a:solidFill>
                  <a:prstClr val="black">
                    <a:alpha val="80000"/>
                  </a:prstClr>
                </a:solidFill>
              </a:rPr>
              <a:pPr defTabSz="342900"/>
              <a:t>9/21/26</a:t>
            </a:fld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/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rgbClr val="FFFFFF">
                    <a:alpha val="20000"/>
                  </a:srgbClr>
                </a:solidFill>
              </a:defRPr>
            </a:lvl1pPr>
          </a:lstStyle>
          <a:p>
            <a:pPr defTabSz="342900"/>
            <a:fld id="{78C739BE-451B-478D-B9BF-5E72F79512D5}" type="slidenum">
              <a:rPr lang="en-US" smtClean="0"/>
              <a:pPr defTabSz="34290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72032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9224" y="5418669"/>
            <a:ext cx="10780776" cy="613283"/>
          </a:xfrm>
        </p:spPr>
        <p:txBody>
          <a:bodyPr anchor="b">
            <a:normAutofit/>
          </a:bodyPr>
          <a:lstStyle>
            <a:lvl1pPr>
              <a:defRPr sz="240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0" y="0"/>
            <a:ext cx="12192000" cy="5330952"/>
          </a:xfrm>
          <a:solidFill>
            <a:schemeClr val="accent1">
              <a:lumMod val="40000"/>
              <a:lumOff val="60000"/>
            </a:schemeClr>
          </a:solidFill>
        </p:spPr>
        <p:txBody>
          <a:bodyPr anchor="t"/>
          <a:lstStyle>
            <a:lvl1pPr marL="0" indent="0" algn="ctr">
              <a:spcBef>
                <a:spcPts val="600"/>
              </a:spcBef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6656" y="5909735"/>
            <a:ext cx="9229344" cy="533400"/>
          </a:xfrm>
        </p:spPr>
        <p:txBody>
          <a:bodyPr>
            <a:normAutofit/>
          </a:bodyPr>
          <a:lstStyle>
            <a:lvl1pPr marL="0" indent="0">
              <a:lnSpc>
                <a:spcPct val="90000"/>
              </a:lnSpc>
              <a:buNone/>
              <a:defRPr sz="1050">
                <a:solidFill>
                  <a:srgbClr val="262626"/>
                </a:solidFill>
              </a:defRPr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2" name="Date Placeholder 11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rgbClr val="FFFFFF">
                    <a:alpha val="80000"/>
                  </a:srgbClr>
                </a:solidFill>
              </a:defRPr>
            </a:lvl1pPr>
          </a:lstStyle>
          <a:p>
            <a:pPr defTabSz="342900"/>
            <a:fld id="{FDB08721-E45B-4A66-93A6-531BE00DB2CF}" type="datetimeFigureOut">
              <a:rPr lang="en-US" smtClean="0"/>
              <a:pPr defTabSz="342900"/>
              <a:t>9/21/26</a:t>
            </a:fld>
            <a:endParaRPr lang="en-US"/>
          </a:p>
        </p:txBody>
      </p:sp>
      <p:sp>
        <p:nvSpPr>
          <p:cNvPr id="13" name="Footer Placeholder 1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>
                    <a:alpha val="80000"/>
                  </a:srgbClr>
                </a:solidFill>
              </a:defRPr>
            </a:lvl1pPr>
          </a:lstStyle>
          <a:p>
            <a:pPr defTabSz="342900"/>
            <a:endParaRPr lang="en-US"/>
          </a:p>
        </p:txBody>
      </p:sp>
      <p:sp>
        <p:nvSpPr>
          <p:cNvPr id="14" name="Slide Number Placeholder 1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rgbClr val="FFFFFF">
                    <a:alpha val="25000"/>
                  </a:srgbClr>
                </a:solidFill>
              </a:defRPr>
            </a:lvl1pPr>
          </a:lstStyle>
          <a:p>
            <a:pPr defTabSz="342900"/>
            <a:fld id="{78C739BE-451B-478D-B9BF-5E72F79512D5}" type="slidenum">
              <a:rPr lang="en-US" smtClean="0"/>
              <a:pPr defTabSz="34290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538869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defTabSz="342900"/>
            <a:fld id="{FDB08721-E45B-4A66-93A6-531BE00DB2CF}" type="datetimeFigureOut">
              <a:rPr lang="en-US" smtClean="0">
                <a:solidFill>
                  <a:prstClr val="black">
                    <a:alpha val="80000"/>
                  </a:prstClr>
                </a:solidFill>
              </a:rPr>
              <a:pPr defTabSz="342900"/>
              <a:t>9/21/26</a:t>
            </a:fld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/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/>
            <a:fld id="{78C739BE-451B-478D-B9BF-5E72F79512D5}" type="slidenum">
              <a:rPr lang="en-US" smtClean="0">
                <a:solidFill>
                  <a:srgbClr val="0072C6">
                    <a:alpha val="25000"/>
                  </a:srgbClr>
                </a:solidFill>
              </a:rPr>
              <a:pPr defTabSz="342900"/>
              <a:t>‹#›</a:t>
            </a:fld>
            <a:endParaRPr lang="en-US">
              <a:solidFill>
                <a:srgbClr val="0072C6">
                  <a:alpha val="2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4992696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43951" y="695325"/>
            <a:ext cx="2628900" cy="4800600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71526" y="714377"/>
            <a:ext cx="7734300" cy="5400675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defTabSz="342900"/>
            <a:fld id="{FDB08721-E45B-4A66-93A6-531BE00DB2CF}" type="datetimeFigureOut">
              <a:rPr lang="en-US" smtClean="0">
                <a:solidFill>
                  <a:prstClr val="black">
                    <a:alpha val="80000"/>
                  </a:prstClr>
                </a:solidFill>
              </a:rPr>
              <a:pPr defTabSz="342900"/>
              <a:t>9/21/26</a:t>
            </a:fld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/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/>
            <a:fld id="{78C739BE-451B-478D-B9BF-5E72F79512D5}" type="slidenum">
              <a:rPr lang="en-US" smtClean="0">
                <a:solidFill>
                  <a:srgbClr val="0072C6">
                    <a:alpha val="25000"/>
                  </a:srgbClr>
                </a:solidFill>
              </a:rPr>
              <a:pPr defTabSz="342900"/>
              <a:t>‹#›</a:t>
            </a:fld>
            <a:endParaRPr lang="en-US">
              <a:solidFill>
                <a:srgbClr val="0072C6">
                  <a:alpha val="2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072393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57226" y="499533"/>
            <a:ext cx="10772775" cy="165819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6656" y="2011680"/>
            <a:ext cx="10753725" cy="376618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85800" y="6412447"/>
            <a:ext cx="4114800" cy="2286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13">
                <a:solidFill>
                  <a:schemeClr val="tx1">
                    <a:alpha val="8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defRPr>
            </a:lvl1pPr>
          </a:lstStyle>
          <a:p>
            <a:pPr defTabSz="342900"/>
            <a:fld id="{FDB08721-E45B-4A66-93A6-531BE00DB2CF}" type="datetimeFigureOut">
              <a:rPr lang="en-US" smtClean="0">
                <a:solidFill>
                  <a:prstClr val="black">
                    <a:alpha val="80000"/>
                  </a:prstClr>
                </a:solidFill>
              </a:rPr>
              <a:pPr defTabSz="342900"/>
              <a:t>9/21/26</a:t>
            </a:fld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85800" y="6554697"/>
            <a:ext cx="5029200" cy="2286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13" cap="all" baseline="0">
                <a:solidFill>
                  <a:schemeClr val="tx1">
                    <a:alpha val="8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defRPr>
            </a:lvl1pPr>
          </a:lstStyle>
          <a:p>
            <a:pPr defTabSz="342900"/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63927" y="5876414"/>
            <a:ext cx="2926080" cy="1397039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7725" b="0">
                <a:ln>
                  <a:noFill/>
                </a:ln>
                <a:solidFill>
                  <a:schemeClr val="accent1">
                    <a:alpha val="25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defRPr>
            </a:lvl1pPr>
          </a:lstStyle>
          <a:p>
            <a:pPr defTabSz="342900"/>
            <a:fld id="{78C739BE-451B-478D-B9BF-5E72F79512D5}" type="slidenum">
              <a:rPr lang="en-US" smtClean="0">
                <a:solidFill>
                  <a:srgbClr val="0072C6">
                    <a:alpha val="25000"/>
                  </a:srgbClr>
                </a:solidFill>
              </a:rPr>
              <a:pPr defTabSz="342900"/>
              <a:t>‹#›</a:t>
            </a:fld>
            <a:endParaRPr lang="en-US">
              <a:solidFill>
                <a:srgbClr val="0072C6">
                  <a:alpha val="2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4898969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685800" rtl="0" eaLnBrk="1" latinLnBrk="0" hangingPunct="1">
        <a:lnSpc>
          <a:spcPct val="85000"/>
        </a:lnSpc>
        <a:spcBef>
          <a:spcPct val="0"/>
        </a:spcBef>
        <a:buNone/>
        <a:defRPr sz="4050" kern="1200" spc="-90" baseline="0">
          <a:solidFill>
            <a:srgbClr val="0070C0"/>
          </a:solidFill>
          <a:latin typeface="Segoe UI" panose="020B0502040204020203" pitchFamily="34" charset="0"/>
          <a:ea typeface="+mj-ea"/>
          <a:cs typeface="Segoe UI" panose="020B0502040204020203" pitchFamily="34" charset="0"/>
        </a:defRPr>
      </a:lvl1pPr>
    </p:titleStyle>
    <p:bodyStyle>
      <a:lvl1pPr marL="68580" indent="-68580" algn="l" defTabSz="685800" rtl="0" eaLnBrk="1" latinLnBrk="0" hangingPunct="1">
        <a:lnSpc>
          <a:spcPct val="85000"/>
        </a:lnSpc>
        <a:spcBef>
          <a:spcPts val="975"/>
        </a:spcBef>
        <a:buFont typeface="Arial" pitchFamily="34" charset="0"/>
        <a:buChar char=" "/>
        <a:defRPr sz="1800" kern="1200">
          <a:solidFill>
            <a:schemeClr val="tx1">
              <a:lumMod val="85000"/>
              <a:lumOff val="15000"/>
            </a:schemeClr>
          </a:solidFill>
          <a:latin typeface="Segoe UI" panose="020B0502040204020203" pitchFamily="34" charset="0"/>
          <a:ea typeface="+mn-ea"/>
          <a:cs typeface="Segoe UI" panose="020B0502040204020203" pitchFamily="34" charset="0"/>
        </a:defRPr>
      </a:lvl1pPr>
      <a:lvl2pPr marL="260604" indent="-257175" algn="l" defTabSz="685800" rtl="0" eaLnBrk="1" latinLnBrk="0" hangingPunct="1">
        <a:lnSpc>
          <a:spcPct val="85000"/>
        </a:lnSpc>
        <a:spcBef>
          <a:spcPts val="450"/>
        </a:spcBef>
        <a:buFont typeface="Arial" pitchFamily="34" charset="0"/>
        <a:buChar char=" "/>
        <a:defRPr sz="1800" kern="1200">
          <a:solidFill>
            <a:schemeClr val="tx1">
              <a:lumMod val="85000"/>
              <a:lumOff val="15000"/>
            </a:schemeClr>
          </a:solidFill>
          <a:latin typeface="Segoe UI" panose="020B0502040204020203" pitchFamily="34" charset="0"/>
          <a:ea typeface="+mn-ea"/>
          <a:cs typeface="Segoe UI" panose="020B0502040204020203" pitchFamily="34" charset="0"/>
        </a:defRPr>
      </a:lvl2pPr>
      <a:lvl3pPr marL="411480" indent="-411480" algn="l" defTabSz="685800" rtl="0" eaLnBrk="1" latinLnBrk="0" hangingPunct="1">
        <a:lnSpc>
          <a:spcPct val="85000"/>
        </a:lnSpc>
        <a:spcBef>
          <a:spcPts val="450"/>
        </a:spcBef>
        <a:buFont typeface="Arial" pitchFamily="34" charset="0"/>
        <a:buChar char=" "/>
        <a:defRPr sz="1500" i="1" kern="1200">
          <a:solidFill>
            <a:schemeClr val="tx1">
              <a:lumMod val="85000"/>
              <a:lumOff val="15000"/>
            </a:schemeClr>
          </a:solidFill>
          <a:latin typeface="Segoe UI" panose="020B0502040204020203" pitchFamily="34" charset="0"/>
          <a:ea typeface="+mn-ea"/>
          <a:cs typeface="Segoe UI" panose="020B0502040204020203" pitchFamily="34" charset="0"/>
        </a:defRPr>
      </a:lvl3pPr>
      <a:lvl4pPr marL="617220" indent="-617220" algn="l" defTabSz="685800" rtl="0" eaLnBrk="1" latinLnBrk="0" hangingPunct="1">
        <a:lnSpc>
          <a:spcPct val="85000"/>
        </a:lnSpc>
        <a:spcBef>
          <a:spcPts val="450"/>
        </a:spcBef>
        <a:buFont typeface="Arial" pitchFamily="34" charset="0"/>
        <a:buChar char=" "/>
        <a:defRPr sz="1350" kern="1200">
          <a:solidFill>
            <a:schemeClr val="tx1">
              <a:lumMod val="85000"/>
              <a:lumOff val="15000"/>
            </a:schemeClr>
          </a:solidFill>
          <a:latin typeface="Segoe UI" panose="020B0502040204020203" pitchFamily="34" charset="0"/>
          <a:ea typeface="+mn-ea"/>
          <a:cs typeface="Segoe UI" panose="020B0502040204020203" pitchFamily="34" charset="0"/>
        </a:defRPr>
      </a:lvl4pPr>
      <a:lvl5pPr marL="822960" indent="-822960" algn="l" defTabSz="685800" rtl="0" eaLnBrk="1" latinLnBrk="0" hangingPunct="1">
        <a:lnSpc>
          <a:spcPct val="85000"/>
        </a:lnSpc>
        <a:spcBef>
          <a:spcPts val="450"/>
        </a:spcBef>
        <a:buFont typeface="Arial" pitchFamily="34" charset="0"/>
        <a:buChar char=" "/>
        <a:defRPr sz="1350" kern="1200">
          <a:solidFill>
            <a:schemeClr val="tx1">
              <a:lumMod val="85000"/>
              <a:lumOff val="15000"/>
            </a:schemeClr>
          </a:solidFill>
          <a:latin typeface="Segoe UI" panose="020B0502040204020203" pitchFamily="34" charset="0"/>
          <a:ea typeface="+mn-ea"/>
          <a:cs typeface="Segoe UI" panose="020B0502040204020203" pitchFamily="34" charset="0"/>
        </a:defRPr>
      </a:lvl5pPr>
      <a:lvl6pPr marL="900000" indent="-171450" algn="l" defTabSz="685800" rtl="0" eaLnBrk="1" latinLnBrk="0" hangingPunct="1">
        <a:lnSpc>
          <a:spcPct val="85000"/>
        </a:lnSpc>
        <a:spcBef>
          <a:spcPts val="450"/>
        </a:spcBef>
        <a:buFont typeface="Arial" pitchFamily="34" charset="0"/>
        <a:buChar char=" "/>
        <a:defRPr sz="135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6pPr>
      <a:lvl7pPr marL="1050000" indent="-171450" algn="l" defTabSz="685800" rtl="0" eaLnBrk="1" latinLnBrk="0" hangingPunct="1">
        <a:lnSpc>
          <a:spcPct val="85000"/>
        </a:lnSpc>
        <a:spcBef>
          <a:spcPts val="450"/>
        </a:spcBef>
        <a:buFont typeface="Arial" pitchFamily="34" charset="0"/>
        <a:buChar char=" "/>
        <a:defRPr sz="135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7pPr>
      <a:lvl8pPr marL="1200000" indent="-171450" algn="l" defTabSz="685800" rtl="0" eaLnBrk="1" latinLnBrk="0" hangingPunct="1">
        <a:lnSpc>
          <a:spcPct val="85000"/>
        </a:lnSpc>
        <a:spcBef>
          <a:spcPts val="450"/>
        </a:spcBef>
        <a:buFont typeface="Arial" pitchFamily="34" charset="0"/>
        <a:buChar char=" "/>
        <a:defRPr sz="135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8pPr>
      <a:lvl9pPr marL="1350000" indent="-171450" algn="l" defTabSz="685800" rtl="0" eaLnBrk="1" latinLnBrk="0" hangingPunct="1">
        <a:lnSpc>
          <a:spcPct val="85000"/>
        </a:lnSpc>
        <a:spcBef>
          <a:spcPts val="450"/>
        </a:spcBef>
        <a:buFont typeface="Arial" pitchFamily="34" charset="0"/>
        <a:buChar char=" "/>
        <a:defRPr sz="135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4" Type="http://schemas.microsoft.com/office/2007/relationships/hdphoto" Target="../media/hdphoto1.wdp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.png"/><Relationship Id="rId4" Type="http://schemas.openxmlformats.org/officeDocument/2006/relationships/image" Target="../media/image11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10.png"/><Relationship Id="rId7" Type="http://schemas.openxmlformats.org/officeDocument/2006/relationships/image" Target="../media/image14.sv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7" Type="http://schemas.openxmlformats.org/officeDocument/2006/relationships/image" Target="../media/image19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.svg"/><Relationship Id="rId5" Type="http://schemas.openxmlformats.org/officeDocument/2006/relationships/image" Target="../media/image17.svg"/><Relationship Id="rId4" Type="http://schemas.openxmlformats.org/officeDocument/2006/relationships/image" Target="../media/image16.svg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org&amp;utm_campaign=index&amp;utm_content=original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2.org&amp;utm_campaign=index&amp;utm_content=thumbnail"/><Relationship Id="rId4" Type="http://schemas.openxmlformats.org/officeDocument/2006/relationships/image" Target="../media/image21.org&amp;utm_campaign=index&amp;utm_content=origina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org&amp;utm_campaign=index&amp;utm_content=original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2.org&amp;utm_campaign=index&amp;utm_content=thumbnail"/><Relationship Id="rId4" Type="http://schemas.openxmlformats.org/officeDocument/2006/relationships/image" Target="../media/image21.org&amp;utm_campaign=index&amp;utm_content=origina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Slide" descr="A close-up of a person&#10;&#10;Description automatically generated">
            <a:extLst>
              <a:ext uri="{FF2B5EF4-FFF2-40B4-BE49-F238E27FC236}">
                <a16:creationId xmlns:a16="http://schemas.microsoft.com/office/drawing/2014/main" id="{6BA25722-2173-BB49-D3B6-69CF357CD175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b="53547"/>
          <a:stretch/>
        </p:blipFill>
        <p:spPr>
          <a:xfrm>
            <a:off x="0" y="9846"/>
            <a:ext cx="12192000" cy="3185741"/>
          </a:xfrm>
          <a:prstGeom prst="rect">
            <a:avLst/>
          </a:prstGeom>
        </p:spPr>
      </p:pic>
      <p:sp>
        <p:nvSpPr>
          <p:cNvPr id="8" name="Title 1">
            <a:extLst>
              <a:ext uri="{FF2B5EF4-FFF2-40B4-BE49-F238E27FC236}">
                <a16:creationId xmlns:a16="http://schemas.microsoft.com/office/drawing/2014/main" id="{52AA3203-CCC3-7706-8F8F-1528AF22EF87}"/>
              </a:ext>
            </a:extLst>
          </p:cNvPr>
          <p:cNvSpPr txBox="1">
            <a:spLocks/>
          </p:cNvSpPr>
          <p:nvPr/>
        </p:nvSpPr>
        <p:spPr>
          <a:xfrm>
            <a:off x="690133" y="3340420"/>
            <a:ext cx="7300928" cy="153959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6858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050" kern="1200" spc="-90" baseline="0">
                <a:solidFill>
                  <a:schemeClr val="accent1"/>
                </a:solidFill>
                <a:latin typeface="Segoe UI" panose="020B0502040204020203" pitchFamily="34" charset="0"/>
                <a:ea typeface="+mj-ea"/>
                <a:cs typeface="Segoe UI" panose="020B0502040204020203" pitchFamily="34" charset="0"/>
              </a:defRPr>
            </a:lvl1pPr>
          </a:lstStyle>
          <a:p>
            <a:r>
              <a:rPr lang="en-US" sz="5400" b="1" dirty="0"/>
              <a:t>Building Pragmatic AI</a:t>
            </a:r>
          </a:p>
        </p:txBody>
      </p:sp>
      <p:sp>
        <p:nvSpPr>
          <p:cNvPr id="10" name="Subtitle 2">
            <a:extLst>
              <a:ext uri="{FF2B5EF4-FFF2-40B4-BE49-F238E27FC236}">
                <a16:creationId xmlns:a16="http://schemas.microsoft.com/office/drawing/2014/main" id="{ED4CE94E-AC66-87F4-47E1-80C357655A1B}"/>
              </a:ext>
            </a:extLst>
          </p:cNvPr>
          <p:cNvSpPr txBox="1">
            <a:spLocks/>
          </p:cNvSpPr>
          <p:nvPr/>
        </p:nvSpPr>
        <p:spPr>
          <a:xfrm>
            <a:off x="667998" y="4659524"/>
            <a:ext cx="6791581" cy="153569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68580" indent="-68580" algn="l" defTabSz="685800" rtl="0" eaLnBrk="1" latinLnBrk="0" hangingPunct="1">
              <a:lnSpc>
                <a:spcPct val="85000"/>
              </a:lnSpc>
              <a:spcBef>
                <a:spcPts val="975"/>
              </a:spcBef>
              <a:buFont typeface="Arial" pitchFamily="34" charset="0"/>
              <a:buChar char=" "/>
              <a:defRPr sz="1800" kern="1200">
                <a:solidFill>
                  <a:schemeClr val="tx1">
                    <a:lumMod val="85000"/>
                    <a:lumOff val="15000"/>
                  </a:schemeClr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260604" indent="-257175" algn="l" defTabSz="685800" rtl="0" eaLnBrk="1" latinLnBrk="0" hangingPunct="1">
              <a:lnSpc>
                <a:spcPct val="85000"/>
              </a:lnSpc>
              <a:spcBef>
                <a:spcPts val="450"/>
              </a:spcBef>
              <a:buFont typeface="Arial" pitchFamily="34" charset="0"/>
              <a:buChar char=" "/>
              <a:defRPr sz="1800" kern="1200">
                <a:solidFill>
                  <a:schemeClr val="tx1">
                    <a:lumMod val="85000"/>
                    <a:lumOff val="15000"/>
                  </a:schemeClr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2pPr>
            <a:lvl3pPr marL="411480" indent="-411480" algn="l" defTabSz="685800" rtl="0" eaLnBrk="1" latinLnBrk="0" hangingPunct="1">
              <a:lnSpc>
                <a:spcPct val="85000"/>
              </a:lnSpc>
              <a:spcBef>
                <a:spcPts val="450"/>
              </a:spcBef>
              <a:buFont typeface="Arial" pitchFamily="34" charset="0"/>
              <a:buChar char=" "/>
              <a:defRPr sz="1500" i="1" kern="1200">
                <a:solidFill>
                  <a:schemeClr val="tx1">
                    <a:lumMod val="85000"/>
                    <a:lumOff val="15000"/>
                  </a:schemeClr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3pPr>
            <a:lvl4pPr marL="617220" indent="-617220" algn="l" defTabSz="685800" rtl="0" eaLnBrk="1" latinLnBrk="0" hangingPunct="1">
              <a:lnSpc>
                <a:spcPct val="85000"/>
              </a:lnSpc>
              <a:spcBef>
                <a:spcPts val="450"/>
              </a:spcBef>
              <a:buFont typeface="Arial" pitchFamily="34" charset="0"/>
              <a:buChar char=" "/>
              <a:defRPr sz="1350" kern="1200">
                <a:solidFill>
                  <a:schemeClr val="tx1">
                    <a:lumMod val="85000"/>
                    <a:lumOff val="15000"/>
                  </a:schemeClr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4pPr>
            <a:lvl5pPr marL="822960" indent="-822960" algn="l" defTabSz="685800" rtl="0" eaLnBrk="1" latinLnBrk="0" hangingPunct="1">
              <a:lnSpc>
                <a:spcPct val="85000"/>
              </a:lnSpc>
              <a:spcBef>
                <a:spcPts val="450"/>
              </a:spcBef>
              <a:buFont typeface="Arial" pitchFamily="34" charset="0"/>
              <a:buChar char=" "/>
              <a:defRPr sz="1350" kern="1200">
                <a:solidFill>
                  <a:schemeClr val="tx1">
                    <a:lumMod val="85000"/>
                    <a:lumOff val="15000"/>
                  </a:schemeClr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5pPr>
            <a:lvl6pPr marL="900000" indent="-171450" algn="l" defTabSz="685800" rtl="0" eaLnBrk="1" latinLnBrk="0" hangingPunct="1">
              <a:lnSpc>
                <a:spcPct val="85000"/>
              </a:lnSpc>
              <a:spcBef>
                <a:spcPts val="450"/>
              </a:spcBef>
              <a:buFont typeface="Arial" pitchFamily="34" charset="0"/>
              <a:buChar char=" "/>
              <a:defRPr sz="13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050000" indent="-171450" algn="l" defTabSz="685800" rtl="0" eaLnBrk="1" latinLnBrk="0" hangingPunct="1">
              <a:lnSpc>
                <a:spcPct val="85000"/>
              </a:lnSpc>
              <a:spcBef>
                <a:spcPts val="450"/>
              </a:spcBef>
              <a:buFont typeface="Arial" pitchFamily="34" charset="0"/>
              <a:buChar char=" "/>
              <a:defRPr sz="13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1200000" indent="-171450" algn="l" defTabSz="685800" rtl="0" eaLnBrk="1" latinLnBrk="0" hangingPunct="1">
              <a:lnSpc>
                <a:spcPct val="85000"/>
              </a:lnSpc>
              <a:spcBef>
                <a:spcPts val="450"/>
              </a:spcBef>
              <a:buFont typeface="Arial" pitchFamily="34" charset="0"/>
              <a:buChar char=" "/>
              <a:defRPr sz="13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1350000" indent="-171450" algn="l" defTabSz="685800" rtl="0" eaLnBrk="1" latinLnBrk="0" hangingPunct="1">
              <a:lnSpc>
                <a:spcPct val="85000"/>
              </a:lnSpc>
              <a:spcBef>
                <a:spcPts val="450"/>
              </a:spcBef>
              <a:buFont typeface="Arial" pitchFamily="34" charset="0"/>
              <a:buChar char=" "/>
              <a:defRPr sz="13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4000" dirty="0"/>
              <a:t>10 AI Features Your Users Actually Want</a:t>
            </a:r>
            <a:endParaRPr lang="en-US" sz="4000" dirty="0">
              <a:solidFill>
                <a:srgbClr val="000000"/>
              </a:solidFill>
              <a:latin typeface="Komika Axis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3580AB0-9592-FC7D-0EA3-04D0FC228422}"/>
              </a:ext>
            </a:extLst>
          </p:cNvPr>
          <p:cNvSpPr txBox="1"/>
          <p:nvPr/>
        </p:nvSpPr>
        <p:spPr>
          <a:xfrm>
            <a:off x="9009918" y="5825882"/>
            <a:ext cx="269264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800" b="1" dirty="0">
                <a:latin typeface="Segoe UI" panose="020B0502040204020203" pitchFamily="34" charset="0"/>
                <a:cs typeface="Segoe UI" panose="020B0502040204020203" pitchFamily="34" charset="0"/>
              </a:rPr>
              <a:t>Jonathan “J.” Tower</a:t>
            </a:r>
            <a:endParaRPr lang="en-US" b="1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9218" name="Picture 2">
            <a:extLst>
              <a:ext uri="{FF2B5EF4-FFF2-40B4-BE49-F238E27FC236}">
                <a16:creationId xmlns:a16="http://schemas.microsoft.com/office/drawing/2014/main" id="{6912A263-871C-941D-4984-9C52334DEBE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271091" y="3655584"/>
            <a:ext cx="2170298" cy="217029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68653009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164AC3B2-33DC-7818-4F2E-20E82702766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bright="-40000" contrast="4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7620000" y="0"/>
            <a:ext cx="4572000" cy="6858000"/>
          </a:xfrm>
          <a:prstGeom prst="rect">
            <a:avLst/>
          </a:prstGeom>
        </p:spPr>
      </p:pic>
      <p:sp>
        <p:nvSpPr>
          <p:cNvPr id="2" name="TextBox 1"/>
          <p:cNvSpPr txBox="1"/>
          <p:nvPr/>
        </p:nvSpPr>
        <p:spPr>
          <a:xfrm>
            <a:off x="822960" y="2967335"/>
            <a:ext cx="5996940" cy="92333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dirty="0"/>
              <a:t>Saturday. 5:58 a.m.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B239F663-F4F0-806B-B885-435A969160D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725932" y="0"/>
            <a:ext cx="9400032" cy="6858000"/>
          </a:xfrm>
          <a:prstGeom prst="rect">
            <a:avLst/>
          </a:prstGeom>
        </p:spPr>
      </p:pic>
      <p:sp>
        <p:nvSpPr>
          <p:cNvPr id="2" name="TextBox 1"/>
          <p:cNvSpPr txBox="1"/>
          <p:nvPr/>
        </p:nvSpPr>
        <p:spPr>
          <a:xfrm>
            <a:off x="8862060" y="2551837"/>
            <a:ext cx="3114040" cy="175432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dirty="0"/>
              <a:t>Avalanche Lake Trail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22960" y="2551837"/>
            <a:ext cx="2783840" cy="175432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dirty="0"/>
              <a:t>41 trip reports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1A1668C-0901-C324-6578-ACFF6CF771F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65244" y="0"/>
            <a:ext cx="10277856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318500" y="2551837"/>
            <a:ext cx="3020060" cy="175432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dirty="0"/>
              <a:t>She read three.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169F8E55-8153-0112-9BC3-641DDB2C537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2641600" y="0"/>
            <a:ext cx="10277856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22960" y="674400"/>
            <a:ext cx="3837940" cy="5509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dirty="0"/>
              <a:t>"The footbridge at the creek is gone. We had to turn around."</a:t>
            </a:r>
          </a:p>
          <a:p>
            <a:pPr algn="ctr"/>
            <a:r>
              <a:rPr sz="2800" dirty="0"/>
              <a:t>Report #14 of 41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21038F6-E05F-A23C-600D-BE4DB04FB0BC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8735"/>
          <a:stretch>
            <a:fillRect/>
          </a:stretch>
        </p:blipFill>
        <p:spPr>
          <a:xfrm>
            <a:off x="5359400" y="0"/>
            <a:ext cx="838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176260" y="2136338"/>
            <a:ext cx="3418840" cy="2585323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dirty="0"/>
              <a:t>Mile </a:t>
            </a:r>
            <a:r>
              <a:rPr lang="en-US" sz="5400" dirty="0"/>
              <a:t>2 is </a:t>
            </a:r>
            <a:r>
              <a:rPr sz="5400" dirty="0"/>
              <a:t>where she found out.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DBC475E-8513-CE57-1C40-2CDB60272A2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5111" r="11739"/>
          <a:stretch>
            <a:fillRect/>
          </a:stretch>
        </p:blipFill>
        <p:spPr>
          <a:xfrm>
            <a:off x="0" y="0"/>
            <a:ext cx="75184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22960" y="1720841"/>
            <a:ext cx="5730240" cy="3416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dirty="0"/>
              <a:t>The answer </a:t>
            </a:r>
            <a:r>
              <a:rPr lang="en-US" sz="5400" dirty="0"/>
              <a:t>was there, but it was buried in a mountain of text.</a:t>
            </a:r>
            <a:endParaRPr sz="5400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EC98BCB-25A6-21A1-0E33-0C3A594E646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0000" y="0"/>
            <a:ext cx="457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1813B985-33F7-DFD7-1A8D-3F7CB3C663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Problem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7625D59-DF45-6B5C-4C84-6FB63142CEE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 lnSpcReduction="10000"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600856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The Wrong Question and the Better One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920240"/>
            <a:ext cx="10966704" cy="4617720"/>
          </a:xfrm>
        </p:spPr>
        <p:txBody>
          <a:bodyPr wrap="square">
            <a:normAutofit/>
          </a:bodyPr>
          <a:lstStyle/>
          <a:p>
            <a:r>
              <a:rPr sz="3200" dirty="0"/>
              <a:t>❌ "Where can we </a:t>
            </a:r>
            <a:r>
              <a:rPr lang="en-US" sz="3200" dirty="0"/>
              <a:t>use</a:t>
            </a:r>
            <a:r>
              <a:rPr sz="3200" dirty="0"/>
              <a:t> AI?"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The Wrong Question and the Better One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920240"/>
            <a:ext cx="10966704" cy="4617720"/>
          </a:xfrm>
        </p:spPr>
        <p:txBody>
          <a:bodyPr wrap="square">
            <a:normAutofit/>
          </a:bodyPr>
          <a:lstStyle/>
          <a:p>
            <a:r>
              <a:rPr sz="3200" dirty="0"/>
              <a:t>❌ "Where can we </a:t>
            </a:r>
            <a:r>
              <a:rPr lang="en-US" sz="3200" dirty="0"/>
              <a:t>use</a:t>
            </a:r>
            <a:r>
              <a:rPr sz="3200" dirty="0"/>
              <a:t> AI?"</a:t>
            </a:r>
          </a:p>
          <a:p>
            <a:r>
              <a:rPr sz="3200" dirty="0"/>
              <a:t>✅ "What problems can AI </a:t>
            </a:r>
            <a:r>
              <a:rPr sz="3200" i="1" dirty="0"/>
              <a:t>best</a:t>
            </a:r>
            <a:r>
              <a:rPr sz="3200" dirty="0"/>
              <a:t> solve for our users?"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4B92320E-39A1-8619-9101-65DEAF8C0097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7AB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DAC186A-8C8F-4ED9-BBB1-4749E274B4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6298" y="639763"/>
            <a:ext cx="11253091" cy="5492750"/>
          </a:xfrm>
        </p:spPr>
        <p:txBody>
          <a:bodyPr>
            <a:normAutofit/>
          </a:bodyPr>
          <a:lstStyle/>
          <a:p>
            <a:pPr>
              <a:lnSpc>
                <a:spcPct val="100000"/>
              </a:lnSpc>
            </a:pPr>
            <a:r>
              <a:rPr sz="5400" dirty="0">
                <a:solidFill>
                  <a:srgbClr val="FFFFFF"/>
                </a:solidFill>
              </a:rPr>
              <a:t>Ten </a:t>
            </a:r>
            <a:r>
              <a:rPr sz="5400" b="1" dirty="0">
                <a:solidFill>
                  <a:srgbClr val="FFFFFF"/>
                </a:solidFill>
              </a:rPr>
              <a:t>shippable</a:t>
            </a:r>
            <a:r>
              <a:rPr sz="5400" dirty="0">
                <a:solidFill>
                  <a:srgbClr val="FFFFFF"/>
                </a:solidFill>
              </a:rPr>
              <a:t> AI features that solve problems your users </a:t>
            </a:r>
            <a:r>
              <a:rPr sz="5400" b="1" dirty="0">
                <a:solidFill>
                  <a:srgbClr val="FFFFFF"/>
                </a:solidFill>
              </a:rPr>
              <a:t>already have</a:t>
            </a:r>
            <a:r>
              <a:rPr lang="en-US" sz="5400" dirty="0">
                <a:solidFill>
                  <a:srgbClr val="FFFFFF"/>
                </a:solidFill>
              </a:rPr>
              <a:t>,</a:t>
            </a:r>
            <a:r>
              <a:rPr sz="5400" dirty="0">
                <a:solidFill>
                  <a:srgbClr val="FFFFFF"/>
                </a:solidFill>
              </a:rPr>
              <a:t> and the judgment to know </a:t>
            </a:r>
            <a:r>
              <a:rPr lang="en-US" sz="5400" b="1" dirty="0">
                <a:solidFill>
                  <a:srgbClr val="FFFFFF"/>
                </a:solidFill>
              </a:rPr>
              <a:t>when</a:t>
            </a:r>
            <a:r>
              <a:rPr sz="5400" b="1" dirty="0">
                <a:solidFill>
                  <a:srgbClr val="FFFFFF"/>
                </a:solidFill>
              </a:rPr>
              <a:t> to build </a:t>
            </a:r>
            <a:r>
              <a:rPr lang="en-US" sz="5400" b="1" dirty="0">
                <a:solidFill>
                  <a:srgbClr val="FFFFFF"/>
                </a:solidFill>
              </a:rPr>
              <a:t>each</a:t>
            </a:r>
            <a:r>
              <a:rPr lang="en-US" sz="5400" dirty="0">
                <a:solidFill>
                  <a:srgbClr val="FFFFFF"/>
                </a:solidFill>
              </a:rPr>
              <a:t>.</a:t>
            </a:r>
            <a:endParaRPr sz="5400" dirty="0">
              <a:solidFill>
                <a:srgbClr val="FFFFFF"/>
              </a:solidFill>
            </a:endParaRPr>
          </a:p>
        </p:txBody>
      </p:sp>
      <p:pic>
        <p:nvPicPr>
          <p:cNvPr id="5" name="Picture 4" descr="A white text on a black background&#10;&#10;Description automatically generated with medium confidence">
            <a:extLst>
              <a:ext uri="{FF2B5EF4-FFF2-40B4-BE49-F238E27FC236}">
                <a16:creationId xmlns:a16="http://schemas.microsoft.com/office/drawing/2014/main" id="{3BA2C68D-2E57-F162-1104-F6BAFF7BBBC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24068" y="5904331"/>
            <a:ext cx="2694464" cy="6660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2102990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What You Leave Able to Do</a:t>
            </a:r>
          </a:p>
        </p:txBody>
      </p:sp>
      <p:pic>
        <p:nvPicPr>
          <p:cNvPr id="3" name="Picture 2" descr="docum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63980" y="2468880"/>
            <a:ext cx="868680" cy="8686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23900" y="3520440"/>
            <a:ext cx="214884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dirty="0"/>
              <a:t>Summaries &amp;</a:t>
            </a:r>
          </a:p>
          <a:p>
            <a:pPr algn="ctr"/>
            <a:r>
              <a:rPr sz="2400" b="1" dirty="0"/>
              <a:t>Validat</a:t>
            </a:r>
            <a:r>
              <a:rPr lang="en-US" sz="2400" b="1" dirty="0"/>
              <a:t>ions</a:t>
            </a:r>
            <a:endParaRPr sz="2400" b="1" dirty="0"/>
          </a:p>
        </p:txBody>
      </p:sp>
      <p:pic>
        <p:nvPicPr>
          <p:cNvPr id="13" name="Picture 12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26880" y="5989320"/>
            <a:ext cx="2560320" cy="64008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A02292-A02E-CB8C-5068-086B82880C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ABC697-781A-B745-D126-852AFFCD32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What You Leave Able to Do</a:t>
            </a:r>
          </a:p>
        </p:txBody>
      </p:sp>
      <p:pic>
        <p:nvPicPr>
          <p:cNvPr id="3" name="Picture 2" descr="document.png">
            <a:extLst>
              <a:ext uri="{FF2B5EF4-FFF2-40B4-BE49-F238E27FC236}">
                <a16:creationId xmlns:a16="http://schemas.microsoft.com/office/drawing/2014/main" id="{35AF4DDB-400A-F4B1-07D9-66DC901F9BB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63980" y="2468880"/>
            <a:ext cx="868680" cy="86868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7E91B2C1-717F-250D-7EAF-66C3E3A6BB7F}"/>
              </a:ext>
            </a:extLst>
          </p:cNvPr>
          <p:cNvSpPr txBox="1"/>
          <p:nvPr/>
        </p:nvSpPr>
        <p:spPr>
          <a:xfrm>
            <a:off x="723900" y="3520440"/>
            <a:ext cx="214884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dirty="0"/>
              <a:t>Summaries &amp;</a:t>
            </a:r>
          </a:p>
          <a:p>
            <a:pPr algn="ctr"/>
            <a:r>
              <a:rPr sz="2400" b="1" dirty="0"/>
              <a:t>Validat</a:t>
            </a:r>
            <a:r>
              <a:rPr lang="en-US" sz="2400" b="1" dirty="0"/>
              <a:t>ions</a:t>
            </a:r>
            <a:endParaRPr sz="2400" b="1" dirty="0"/>
          </a:p>
        </p:txBody>
      </p:sp>
      <p:pic>
        <p:nvPicPr>
          <p:cNvPr id="5" name="Picture 4" descr="search.png">
            <a:extLst>
              <a:ext uri="{FF2B5EF4-FFF2-40B4-BE49-F238E27FC236}">
                <a16:creationId xmlns:a16="http://schemas.microsoft.com/office/drawing/2014/main" id="{99FD210D-EEFC-1B46-9531-652507E9961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12820" y="2468880"/>
            <a:ext cx="868680" cy="86868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D0FC625C-D633-DF1E-FB15-5B0A208F2688}"/>
              </a:ext>
            </a:extLst>
          </p:cNvPr>
          <p:cNvSpPr txBox="1"/>
          <p:nvPr/>
        </p:nvSpPr>
        <p:spPr>
          <a:xfrm>
            <a:off x="2872740" y="3520440"/>
            <a:ext cx="214884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/>
              <a:t>Search &amp;</a:t>
            </a:r>
          </a:p>
          <a:p>
            <a:pPr algn="ctr"/>
            <a:r>
              <a:rPr sz="2400" b="1"/>
              <a:t>Cited Answers</a:t>
            </a:r>
          </a:p>
        </p:txBody>
      </p:sp>
      <p:pic>
        <p:nvPicPr>
          <p:cNvPr id="13" name="Picture 12" descr="image.png">
            <a:extLst>
              <a:ext uri="{FF2B5EF4-FFF2-40B4-BE49-F238E27FC236}">
                <a16:creationId xmlns:a16="http://schemas.microsoft.com/office/drawing/2014/main" id="{A3A9C153-D650-E78E-506B-ADB93559D9E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326880" y="5989320"/>
            <a:ext cx="2560320" cy="6400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1013498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083991-7822-2030-6C12-4338506908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54A843-FC3D-497F-077C-9B34F2C952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What You Leave Able to Do</a:t>
            </a:r>
          </a:p>
        </p:txBody>
      </p:sp>
      <p:pic>
        <p:nvPicPr>
          <p:cNvPr id="3" name="Picture 2" descr="document.png">
            <a:extLst>
              <a:ext uri="{FF2B5EF4-FFF2-40B4-BE49-F238E27FC236}">
                <a16:creationId xmlns:a16="http://schemas.microsoft.com/office/drawing/2014/main" id="{08D5D3F6-67B5-AE19-5E97-165963548DD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63980" y="2468880"/>
            <a:ext cx="868680" cy="86868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578DEEF1-C321-BC4F-E763-3788DEBC5AAF}"/>
              </a:ext>
            </a:extLst>
          </p:cNvPr>
          <p:cNvSpPr txBox="1"/>
          <p:nvPr/>
        </p:nvSpPr>
        <p:spPr>
          <a:xfrm>
            <a:off x="723900" y="3520440"/>
            <a:ext cx="214884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dirty="0"/>
              <a:t>Summaries &amp;</a:t>
            </a:r>
          </a:p>
          <a:p>
            <a:pPr algn="ctr"/>
            <a:r>
              <a:rPr sz="2400" b="1" dirty="0"/>
              <a:t>Validat</a:t>
            </a:r>
            <a:r>
              <a:rPr lang="en-US" sz="2400" b="1" dirty="0"/>
              <a:t>ions</a:t>
            </a:r>
            <a:endParaRPr sz="2400" b="1" dirty="0"/>
          </a:p>
        </p:txBody>
      </p:sp>
      <p:pic>
        <p:nvPicPr>
          <p:cNvPr id="5" name="Picture 4" descr="search.png">
            <a:extLst>
              <a:ext uri="{FF2B5EF4-FFF2-40B4-BE49-F238E27FC236}">
                <a16:creationId xmlns:a16="http://schemas.microsoft.com/office/drawing/2014/main" id="{46B01A29-A5CD-DBB2-332F-D1231217333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12820" y="2468880"/>
            <a:ext cx="868680" cy="86868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D7D8F158-A8A3-E894-9E58-EC54F6A385BA}"/>
              </a:ext>
            </a:extLst>
          </p:cNvPr>
          <p:cNvSpPr txBox="1"/>
          <p:nvPr/>
        </p:nvSpPr>
        <p:spPr>
          <a:xfrm>
            <a:off x="2872740" y="3520440"/>
            <a:ext cx="214884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/>
              <a:t>Search &amp;</a:t>
            </a:r>
          </a:p>
          <a:p>
            <a:pPr algn="ctr"/>
            <a:r>
              <a:rPr sz="2400" b="1"/>
              <a:t>Cited Answers</a:t>
            </a:r>
          </a:p>
        </p:txBody>
      </p:sp>
      <p:pic>
        <p:nvPicPr>
          <p:cNvPr id="7" name="Picture 6" descr="shield-check.png">
            <a:extLst>
              <a:ext uri="{FF2B5EF4-FFF2-40B4-BE49-F238E27FC236}">
                <a16:creationId xmlns:a16="http://schemas.microsoft.com/office/drawing/2014/main" id="{D1C4B269-DEEC-971E-DA5D-92E9EF82B4E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61660" y="2468880"/>
            <a:ext cx="868680" cy="86868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0B6482DF-6BEE-EBA4-D63D-0E630BB54172}"/>
              </a:ext>
            </a:extLst>
          </p:cNvPr>
          <p:cNvSpPr txBox="1"/>
          <p:nvPr/>
        </p:nvSpPr>
        <p:spPr>
          <a:xfrm>
            <a:off x="5021580" y="3520440"/>
            <a:ext cx="214884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/>
              <a:t>Routing &amp;</a:t>
            </a:r>
          </a:p>
          <a:p>
            <a:pPr algn="ctr"/>
            <a:r>
              <a:rPr sz="2400" b="1"/>
              <a:t>a Human Gate</a:t>
            </a:r>
          </a:p>
        </p:txBody>
      </p:sp>
      <p:pic>
        <p:nvPicPr>
          <p:cNvPr id="13" name="Picture 12" descr="image.png">
            <a:extLst>
              <a:ext uri="{FF2B5EF4-FFF2-40B4-BE49-F238E27FC236}">
                <a16:creationId xmlns:a16="http://schemas.microsoft.com/office/drawing/2014/main" id="{AAEC11D7-65CA-BA75-5EEA-4598EC287D1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326880" y="5989320"/>
            <a:ext cx="2560320" cy="6400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9289138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C990CC-A9AB-5BE6-ADDC-BB58642903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45224A-8CFF-F63F-8B08-1B938000AA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What You Leave Able to Do</a:t>
            </a:r>
          </a:p>
        </p:txBody>
      </p:sp>
      <p:pic>
        <p:nvPicPr>
          <p:cNvPr id="3" name="Picture 2" descr="document.png">
            <a:extLst>
              <a:ext uri="{FF2B5EF4-FFF2-40B4-BE49-F238E27FC236}">
                <a16:creationId xmlns:a16="http://schemas.microsoft.com/office/drawing/2014/main" id="{2CF5F42C-1D69-69B8-F818-BC32F122C93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63980" y="2468880"/>
            <a:ext cx="868680" cy="86868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BEA81686-7078-9486-E990-F5530B4C4F28}"/>
              </a:ext>
            </a:extLst>
          </p:cNvPr>
          <p:cNvSpPr txBox="1"/>
          <p:nvPr/>
        </p:nvSpPr>
        <p:spPr>
          <a:xfrm>
            <a:off x="723900" y="3520440"/>
            <a:ext cx="214884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dirty="0"/>
              <a:t>Summaries &amp;</a:t>
            </a:r>
          </a:p>
          <a:p>
            <a:pPr algn="ctr"/>
            <a:r>
              <a:rPr sz="2400" b="1" dirty="0"/>
              <a:t>Validat</a:t>
            </a:r>
            <a:r>
              <a:rPr lang="en-US" sz="2400" b="1" dirty="0"/>
              <a:t>ions</a:t>
            </a:r>
            <a:endParaRPr sz="2400" b="1" dirty="0"/>
          </a:p>
        </p:txBody>
      </p:sp>
      <p:pic>
        <p:nvPicPr>
          <p:cNvPr id="5" name="Picture 4" descr="search.png">
            <a:extLst>
              <a:ext uri="{FF2B5EF4-FFF2-40B4-BE49-F238E27FC236}">
                <a16:creationId xmlns:a16="http://schemas.microsoft.com/office/drawing/2014/main" id="{DC9B6E6D-B44D-BC82-7853-27EE67E425B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12820" y="2468880"/>
            <a:ext cx="868680" cy="86868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269D8277-3A49-F31D-ABC9-DE2ABCB5948C}"/>
              </a:ext>
            </a:extLst>
          </p:cNvPr>
          <p:cNvSpPr txBox="1"/>
          <p:nvPr/>
        </p:nvSpPr>
        <p:spPr>
          <a:xfrm>
            <a:off x="2872740" y="3520440"/>
            <a:ext cx="214884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/>
              <a:t>Search &amp;</a:t>
            </a:r>
          </a:p>
          <a:p>
            <a:pPr algn="ctr"/>
            <a:r>
              <a:rPr sz="2400" b="1"/>
              <a:t>Cited Answers</a:t>
            </a:r>
          </a:p>
        </p:txBody>
      </p:sp>
      <p:pic>
        <p:nvPicPr>
          <p:cNvPr id="7" name="Picture 6" descr="shield-check.png">
            <a:extLst>
              <a:ext uri="{FF2B5EF4-FFF2-40B4-BE49-F238E27FC236}">
                <a16:creationId xmlns:a16="http://schemas.microsoft.com/office/drawing/2014/main" id="{B03B3961-5DE3-A844-6B98-79E4055F2D7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61660" y="2468880"/>
            <a:ext cx="868680" cy="86868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E1E45F45-3119-FFC4-4E38-4DA3031254F7}"/>
              </a:ext>
            </a:extLst>
          </p:cNvPr>
          <p:cNvSpPr txBox="1"/>
          <p:nvPr/>
        </p:nvSpPr>
        <p:spPr>
          <a:xfrm>
            <a:off x="5021580" y="3520440"/>
            <a:ext cx="214884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/>
              <a:t>Routing &amp;</a:t>
            </a:r>
          </a:p>
          <a:p>
            <a:pPr algn="ctr"/>
            <a:r>
              <a:rPr sz="2400" b="1"/>
              <a:t>a Human Gate</a:t>
            </a:r>
          </a:p>
        </p:txBody>
      </p:sp>
      <p:pic>
        <p:nvPicPr>
          <p:cNvPr id="9" name="Picture 8" descr="robot.png">
            <a:extLst>
              <a:ext uri="{FF2B5EF4-FFF2-40B4-BE49-F238E27FC236}">
                <a16:creationId xmlns:a16="http://schemas.microsoft.com/office/drawing/2014/main" id="{F6A1DB53-4413-CAA3-B051-3F8476444D5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10500" y="2468880"/>
            <a:ext cx="868680" cy="86868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C94FB73C-F02A-41A3-4DF8-E1A1F9788260}"/>
              </a:ext>
            </a:extLst>
          </p:cNvPr>
          <p:cNvSpPr txBox="1"/>
          <p:nvPr/>
        </p:nvSpPr>
        <p:spPr>
          <a:xfrm>
            <a:off x="7170420" y="3520440"/>
            <a:ext cx="214884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/>
              <a:t>A Bounded</a:t>
            </a:r>
          </a:p>
          <a:p>
            <a:pPr algn="ctr"/>
            <a:r>
              <a:rPr sz="2400" b="1"/>
              <a:t>Agent Loop</a:t>
            </a:r>
          </a:p>
        </p:txBody>
      </p:sp>
      <p:pic>
        <p:nvPicPr>
          <p:cNvPr id="13" name="Picture 12" descr="image.png">
            <a:extLst>
              <a:ext uri="{FF2B5EF4-FFF2-40B4-BE49-F238E27FC236}">
                <a16:creationId xmlns:a16="http://schemas.microsoft.com/office/drawing/2014/main" id="{251C01E6-7A13-7673-F676-DF3577AE6C6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326880" y="5989320"/>
            <a:ext cx="2560320" cy="6400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3713561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E905E8-B626-A4B3-EEB7-E5B5B45E83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37F962-302E-121A-84AA-27E57FA512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What You Leave Able to Do</a:t>
            </a:r>
          </a:p>
        </p:txBody>
      </p:sp>
      <p:pic>
        <p:nvPicPr>
          <p:cNvPr id="3" name="Picture 2" descr="document.png">
            <a:extLst>
              <a:ext uri="{FF2B5EF4-FFF2-40B4-BE49-F238E27FC236}">
                <a16:creationId xmlns:a16="http://schemas.microsoft.com/office/drawing/2014/main" id="{B617EEAA-D55A-CE10-A3B5-AE1D68832CC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63980" y="2468880"/>
            <a:ext cx="868680" cy="86868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A83176FE-DEC6-9766-C7AC-2C494B523A48}"/>
              </a:ext>
            </a:extLst>
          </p:cNvPr>
          <p:cNvSpPr txBox="1"/>
          <p:nvPr/>
        </p:nvSpPr>
        <p:spPr>
          <a:xfrm>
            <a:off x="723900" y="3520440"/>
            <a:ext cx="214884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dirty="0"/>
              <a:t>Summaries &amp;</a:t>
            </a:r>
          </a:p>
          <a:p>
            <a:pPr algn="ctr"/>
            <a:r>
              <a:rPr sz="2400" b="1" dirty="0"/>
              <a:t>Validat</a:t>
            </a:r>
            <a:r>
              <a:rPr lang="en-US" sz="2400" b="1" dirty="0"/>
              <a:t>ions</a:t>
            </a:r>
            <a:endParaRPr sz="2400" b="1" dirty="0"/>
          </a:p>
        </p:txBody>
      </p:sp>
      <p:pic>
        <p:nvPicPr>
          <p:cNvPr id="5" name="Picture 4" descr="search.png">
            <a:extLst>
              <a:ext uri="{FF2B5EF4-FFF2-40B4-BE49-F238E27FC236}">
                <a16:creationId xmlns:a16="http://schemas.microsoft.com/office/drawing/2014/main" id="{B7435854-E308-9334-F830-B74C3E53F6F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12820" y="2468880"/>
            <a:ext cx="868680" cy="86868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C96A33A4-A3EA-FF13-CC14-D92A92E5B2AF}"/>
              </a:ext>
            </a:extLst>
          </p:cNvPr>
          <p:cNvSpPr txBox="1"/>
          <p:nvPr/>
        </p:nvSpPr>
        <p:spPr>
          <a:xfrm>
            <a:off x="2872740" y="3520440"/>
            <a:ext cx="214884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/>
              <a:t>Search &amp;</a:t>
            </a:r>
          </a:p>
          <a:p>
            <a:pPr algn="ctr"/>
            <a:r>
              <a:rPr sz="2400" b="1"/>
              <a:t>Cited Answers</a:t>
            </a:r>
          </a:p>
        </p:txBody>
      </p:sp>
      <p:pic>
        <p:nvPicPr>
          <p:cNvPr id="7" name="Picture 6" descr="shield-check.png">
            <a:extLst>
              <a:ext uri="{FF2B5EF4-FFF2-40B4-BE49-F238E27FC236}">
                <a16:creationId xmlns:a16="http://schemas.microsoft.com/office/drawing/2014/main" id="{7AE18BB1-6042-571C-548D-5E7B79716AF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61660" y="2468880"/>
            <a:ext cx="868680" cy="86868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E0A7BAD5-53FC-363F-871F-1BA61ACCB901}"/>
              </a:ext>
            </a:extLst>
          </p:cNvPr>
          <p:cNvSpPr txBox="1"/>
          <p:nvPr/>
        </p:nvSpPr>
        <p:spPr>
          <a:xfrm>
            <a:off x="5021580" y="3520440"/>
            <a:ext cx="214884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/>
              <a:t>Routing &amp;</a:t>
            </a:r>
          </a:p>
          <a:p>
            <a:pPr algn="ctr"/>
            <a:r>
              <a:rPr sz="2400" b="1"/>
              <a:t>a Human Gate</a:t>
            </a:r>
          </a:p>
        </p:txBody>
      </p:sp>
      <p:pic>
        <p:nvPicPr>
          <p:cNvPr id="9" name="Picture 8" descr="robot.png">
            <a:extLst>
              <a:ext uri="{FF2B5EF4-FFF2-40B4-BE49-F238E27FC236}">
                <a16:creationId xmlns:a16="http://schemas.microsoft.com/office/drawing/2014/main" id="{213019EC-D99D-C75B-2972-A94D46FB2D9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10500" y="2468880"/>
            <a:ext cx="868680" cy="86868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218ACEB8-4437-80A1-6341-5C7D4E7811D9}"/>
              </a:ext>
            </a:extLst>
          </p:cNvPr>
          <p:cNvSpPr txBox="1"/>
          <p:nvPr/>
        </p:nvSpPr>
        <p:spPr>
          <a:xfrm>
            <a:off x="7170420" y="3520440"/>
            <a:ext cx="214884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/>
              <a:t>A Bounded</a:t>
            </a:r>
          </a:p>
          <a:p>
            <a:pPr algn="ctr"/>
            <a:r>
              <a:rPr sz="2400" b="1"/>
              <a:t>Agent Loop</a:t>
            </a:r>
          </a:p>
        </p:txBody>
      </p:sp>
      <p:pic>
        <p:nvPicPr>
          <p:cNvPr id="11" name="Picture 10" descr="Programmer female with solid fill">
            <a:extLst>
              <a:ext uri="{FF2B5EF4-FFF2-40B4-BE49-F238E27FC236}">
                <a16:creationId xmlns:a16="http://schemas.microsoft.com/office/drawing/2014/main" id="{CCD31303-BB80-48BD-BF73-6646DCDA66A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rcRect/>
          <a:stretch/>
        </p:blipFill>
        <p:spPr>
          <a:xfrm>
            <a:off x="9959340" y="2468880"/>
            <a:ext cx="868680" cy="868680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AE0224E8-C54F-63CC-8B50-E92CEDCB04C4}"/>
              </a:ext>
            </a:extLst>
          </p:cNvPr>
          <p:cNvSpPr txBox="1"/>
          <p:nvPr/>
        </p:nvSpPr>
        <p:spPr>
          <a:xfrm>
            <a:off x="9319260" y="3520440"/>
            <a:ext cx="214884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b="1" dirty="0"/>
              <a:t>See 10;</a:t>
            </a:r>
            <a:endParaRPr sz="2400" b="1" dirty="0"/>
          </a:p>
          <a:p>
            <a:pPr algn="ctr"/>
            <a:r>
              <a:rPr lang="en-US" sz="2400" b="1" dirty="0"/>
              <a:t>Build 4+</a:t>
            </a:r>
            <a:endParaRPr sz="2400" b="1" dirty="0"/>
          </a:p>
        </p:txBody>
      </p:sp>
      <p:pic>
        <p:nvPicPr>
          <p:cNvPr id="13" name="Picture 12" descr="image.png">
            <a:extLst>
              <a:ext uri="{FF2B5EF4-FFF2-40B4-BE49-F238E27FC236}">
                <a16:creationId xmlns:a16="http://schemas.microsoft.com/office/drawing/2014/main" id="{0FBDDEB4-E1A0-2BE8-EEB8-9656322FBB62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326880" y="5989320"/>
            <a:ext cx="2560320" cy="6400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9465963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>
            <a:extLst>
              <a:ext uri="{FF2B5EF4-FFF2-40B4-BE49-F238E27FC236}">
                <a16:creationId xmlns:a16="http://schemas.microsoft.com/office/drawing/2014/main" id="{879C7D46-B427-B1BB-7A1F-392BCB2328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03309" y="2776166"/>
            <a:ext cx="10772775" cy="1658198"/>
          </a:xfrm>
        </p:spPr>
        <p:txBody>
          <a:bodyPr/>
          <a:lstStyle/>
          <a:p>
            <a:r>
              <a:rPr lang="en-US" sz="4400" dirty="0">
                <a:solidFill>
                  <a:srgbClr val="007AB5"/>
                </a:solidFill>
              </a:rPr>
              <a:t>Jonathan "J." Tower</a:t>
            </a:r>
            <a:endParaRPr lang="en-US" dirty="0">
              <a:solidFill>
                <a:srgbClr val="007AB5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043180" y="4005394"/>
            <a:ext cx="4981194" cy="456600"/>
          </a:xfrm>
        </p:spPr>
        <p:txBody>
          <a:bodyPr>
            <a:normAutofit/>
          </a:bodyPr>
          <a:lstStyle/>
          <a:p>
            <a:pPr>
              <a:spcBef>
                <a:spcPts val="600"/>
              </a:spcBef>
            </a:pPr>
            <a:r>
              <a:rPr lang="en-US" sz="1800" dirty="0"/>
              <a:t>Founding Partner</a:t>
            </a: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3309" y="1335202"/>
            <a:ext cx="4480945" cy="1183348"/>
          </a:xfrm>
          <a:prstGeom prst="rect">
            <a:avLst/>
          </a:prstGeom>
        </p:spPr>
      </p:pic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5422206-0EEA-0ED9-B408-CC3FB282F987}"/>
              </a:ext>
            </a:extLst>
          </p:cNvPr>
          <p:cNvSpPr txBox="1">
            <a:spLocks/>
          </p:cNvSpPr>
          <p:nvPr/>
        </p:nvSpPr>
        <p:spPr>
          <a:xfrm>
            <a:off x="1505728" y="4419847"/>
            <a:ext cx="3444002" cy="1251800"/>
          </a:xfrm>
          <a:prstGeom prst="rect">
            <a:avLst/>
          </a:prstGeom>
        </p:spPr>
        <p:txBody>
          <a:bodyPr vert="horz" lIns="68580" tIns="34290" rIns="68580" bIns="34290" rtlCol="0">
            <a:normAutofit/>
          </a:bodyPr>
          <a:lstStyle>
            <a:lvl1pPr marL="91440" indent="-91440" algn="l" defTabSz="914400" rtl="0" eaLnBrk="1" latinLnBrk="0" hangingPunct="1">
              <a:lnSpc>
                <a:spcPct val="85000"/>
              </a:lnSpc>
              <a:spcBef>
                <a:spcPts val="1300"/>
              </a:spcBef>
              <a:buFont typeface="Arial" pitchFamily="34" charset="0"/>
              <a:buChar char=" "/>
              <a:defRPr sz="2400" kern="1200">
                <a:solidFill>
                  <a:schemeClr val="tx1">
                    <a:lumMod val="85000"/>
                    <a:lumOff val="15000"/>
                  </a:schemeClr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347472" indent="-342900" algn="l" defTabSz="914400" rtl="0" eaLnBrk="1" latinLnBrk="0" hangingPunct="1">
              <a:lnSpc>
                <a:spcPct val="85000"/>
              </a:lnSpc>
              <a:spcBef>
                <a:spcPts val="600"/>
              </a:spcBef>
              <a:buFont typeface="Arial" pitchFamily="34" charset="0"/>
              <a:buChar char=" "/>
              <a:defRPr sz="2400" kern="1200">
                <a:solidFill>
                  <a:schemeClr val="tx1">
                    <a:lumMod val="85000"/>
                    <a:lumOff val="15000"/>
                  </a:schemeClr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2pPr>
            <a:lvl3pPr marL="548640" indent="-548640" algn="l" defTabSz="914400" rtl="0" eaLnBrk="1" latinLnBrk="0" hangingPunct="1">
              <a:lnSpc>
                <a:spcPct val="85000"/>
              </a:lnSpc>
              <a:spcBef>
                <a:spcPts val="600"/>
              </a:spcBef>
              <a:buFont typeface="Arial" pitchFamily="34" charset="0"/>
              <a:buChar char=" "/>
              <a:defRPr sz="2000" i="1" kern="1200">
                <a:solidFill>
                  <a:schemeClr val="tx1">
                    <a:lumMod val="85000"/>
                    <a:lumOff val="15000"/>
                  </a:schemeClr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3pPr>
            <a:lvl4pPr marL="822960" indent="-822960" algn="l" defTabSz="914400" rtl="0" eaLnBrk="1" latinLnBrk="0" hangingPunct="1">
              <a:lnSpc>
                <a:spcPct val="85000"/>
              </a:lnSpc>
              <a:spcBef>
                <a:spcPts val="600"/>
              </a:spcBef>
              <a:buFont typeface="Arial" pitchFamily="34" charset="0"/>
              <a:buChar char=" "/>
              <a:defRPr sz="1800" kern="1200">
                <a:solidFill>
                  <a:schemeClr val="tx1">
                    <a:lumMod val="85000"/>
                    <a:lumOff val="15000"/>
                  </a:schemeClr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4pPr>
            <a:lvl5pPr marL="1097280" indent="-1097280" algn="l" defTabSz="914400" rtl="0" eaLnBrk="1" latinLnBrk="0" hangingPunct="1">
              <a:lnSpc>
                <a:spcPct val="85000"/>
              </a:lnSpc>
              <a:spcBef>
                <a:spcPts val="600"/>
              </a:spcBef>
              <a:buFont typeface="Arial" pitchFamily="34" charset="0"/>
              <a:buChar char=" "/>
              <a:defRPr sz="1800" kern="1200">
                <a:solidFill>
                  <a:schemeClr val="tx1">
                    <a:lumMod val="85000"/>
                    <a:lumOff val="15000"/>
                  </a:schemeClr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5pPr>
            <a:lvl6pPr marL="1200000" indent="-228600" algn="l" defTabSz="914400" rtl="0" eaLnBrk="1" latinLnBrk="0" hangingPunct="1">
              <a:lnSpc>
                <a:spcPct val="85000"/>
              </a:lnSpc>
              <a:spcBef>
                <a:spcPts val="600"/>
              </a:spcBef>
              <a:buFont typeface="Arial" pitchFamily="34" charset="0"/>
              <a:buChar char=" "/>
              <a:defRPr sz="18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400000" indent="-228600" algn="l" defTabSz="914400" rtl="0" eaLnBrk="1" latinLnBrk="0" hangingPunct="1">
              <a:lnSpc>
                <a:spcPct val="85000"/>
              </a:lnSpc>
              <a:spcBef>
                <a:spcPts val="600"/>
              </a:spcBef>
              <a:buFont typeface="Arial" pitchFamily="34" charset="0"/>
              <a:buChar char=" "/>
              <a:defRPr sz="18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1600000" indent="-228600" algn="l" defTabSz="914400" rtl="0" eaLnBrk="1" latinLnBrk="0" hangingPunct="1">
              <a:lnSpc>
                <a:spcPct val="85000"/>
              </a:lnSpc>
              <a:spcBef>
                <a:spcPts val="600"/>
              </a:spcBef>
              <a:buFont typeface="Arial" pitchFamily="34" charset="0"/>
              <a:buChar char=" "/>
              <a:defRPr sz="18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1800000" indent="-228600" algn="l" defTabSz="914400" rtl="0" eaLnBrk="1" latinLnBrk="0" hangingPunct="1">
              <a:lnSpc>
                <a:spcPct val="85000"/>
              </a:lnSpc>
              <a:spcBef>
                <a:spcPts val="600"/>
              </a:spcBef>
              <a:buFont typeface="Arial" pitchFamily="34" charset="0"/>
              <a:buChar char=" "/>
              <a:defRPr sz="18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29" lvl="1" indent="0" defTabSz="685800">
              <a:spcBef>
                <a:spcPts val="975"/>
              </a:spcBef>
              <a:buNone/>
              <a:tabLst>
                <a:tab pos="175022" algn="ctr"/>
                <a:tab pos="342900" algn="l"/>
              </a:tabLst>
            </a:pPr>
            <a:r>
              <a:rPr lang="en-US" sz="1500" dirty="0">
                <a:solidFill>
                  <a:prstClr val="black">
                    <a:lumMod val="85000"/>
                    <a:lumOff val="15000"/>
                  </a:prstClr>
                </a:solidFill>
              </a:rPr>
              <a:t>13x Microsoft MVP in .NET &amp; AI</a:t>
            </a:r>
          </a:p>
          <a:p>
            <a:pPr marL="3429" lvl="1" indent="0" defTabSz="685800">
              <a:spcBef>
                <a:spcPts val="975"/>
              </a:spcBef>
              <a:buNone/>
              <a:tabLst>
                <a:tab pos="175022" algn="ctr"/>
                <a:tab pos="342900" algn="l"/>
              </a:tabLst>
            </a:pPr>
            <a:r>
              <a:rPr lang="en-US" sz="1500" dirty="0">
                <a:solidFill>
                  <a:prstClr val="black">
                    <a:lumMod val="85000"/>
                    <a:lumOff val="15000"/>
                  </a:prstClr>
                </a:solidFill>
              </a:rPr>
              <a:t>VP of .NET Foundation</a:t>
            </a:r>
          </a:p>
          <a:p>
            <a:pPr marL="0" indent="0" defTabSz="685800">
              <a:spcBef>
                <a:spcPts val="975"/>
              </a:spcBef>
              <a:buNone/>
              <a:tabLst>
                <a:tab pos="175022" algn="ctr"/>
                <a:tab pos="342900" algn="l"/>
              </a:tabLst>
            </a:pPr>
            <a:r>
              <a:rPr lang="en-US" sz="1500" dirty="0">
                <a:solidFill>
                  <a:prstClr val="black">
                    <a:lumMod val="85000"/>
                    <a:lumOff val="15000"/>
                  </a:prstClr>
                </a:solidFill>
              </a:rPr>
              <a:t>Blue Blazes podcast host</a:t>
            </a: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5C7CF00E-0AEA-5733-E1CC-FB07798EAE6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242806" y="4429345"/>
            <a:ext cx="229751" cy="204223"/>
          </a:xfrm>
          <a:prstGeom prst="rect">
            <a:avLst/>
          </a:prstGeom>
        </p:spPr>
      </p:pic>
      <p:pic>
        <p:nvPicPr>
          <p:cNvPr id="13" name="Graphic 12">
            <a:extLst>
              <a:ext uri="{FF2B5EF4-FFF2-40B4-BE49-F238E27FC236}">
                <a16:creationId xmlns:a16="http://schemas.microsoft.com/office/drawing/2014/main" id="{90FDDDAC-FE53-8DB3-53AD-52C0E1F47DB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 rot="155718">
            <a:off x="1281096" y="5031795"/>
            <a:ext cx="153168" cy="204223"/>
          </a:xfrm>
          <a:prstGeom prst="rect">
            <a:avLst/>
          </a:prstGeom>
        </p:spPr>
      </p:pic>
      <p:pic>
        <p:nvPicPr>
          <p:cNvPr id="19" name="Graphic 18" descr="Board Of Directors with solid fill">
            <a:extLst>
              <a:ext uri="{FF2B5EF4-FFF2-40B4-BE49-F238E27FC236}">
                <a16:creationId xmlns:a16="http://schemas.microsoft.com/office/drawing/2014/main" id="{A3D1BE89-6E9F-C651-0148-6A603AE633F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rcRect/>
          <a:stretch/>
        </p:blipFill>
        <p:spPr>
          <a:xfrm>
            <a:off x="1255570" y="4727557"/>
            <a:ext cx="204223" cy="204223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11F84612-AE50-D33D-355E-6155EE7C1ABD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834348" y="1134602"/>
            <a:ext cx="4588796" cy="45887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8815161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38D563-A38A-5400-C858-2B7C2C8836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B60E0735-82A2-792B-69E2-5F004823AE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Environment Setup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CE4E47E-E18B-D8EB-5F3D-CE7EEB17B46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 lnSpcReduction="10000"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432686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Get Set 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920240"/>
            <a:ext cx="10966704" cy="4617720"/>
          </a:xfrm>
        </p:spPr>
        <p:txBody>
          <a:bodyPr wrap="square">
            <a:normAutofit/>
          </a:bodyPr>
          <a:lstStyle/>
          <a:p>
            <a:r>
              <a:rPr sz="2400" dirty="0"/>
              <a:t>🦙 </a:t>
            </a:r>
            <a:r>
              <a:rPr sz="2400" dirty="0" err="1"/>
              <a:t>ollama.com</a:t>
            </a:r>
            <a:r>
              <a:rPr sz="2400" dirty="0"/>
              <a:t>/download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Get Set 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920240"/>
            <a:ext cx="10966704" cy="4617720"/>
          </a:xfrm>
        </p:spPr>
        <p:txBody>
          <a:bodyPr wrap="square">
            <a:normAutofit/>
          </a:bodyPr>
          <a:lstStyle/>
          <a:p>
            <a:r>
              <a:rPr sz="2400"/>
              <a:t>🦙 ollama.com/download</a:t>
            </a:r>
          </a:p>
          <a:p>
            <a:r>
              <a:rPr sz="2400"/>
              <a:t>⬇️ </a:t>
            </a:r>
            <a:r>
              <a:rPr sz="2400">
                <a:latin typeface="Consolas"/>
              </a:rPr>
              <a:t>ollama pull</a:t>
            </a:r>
            <a:r>
              <a:rPr sz="2400"/>
              <a:t> · </a:t>
            </a:r>
            <a:r>
              <a:rPr sz="2400">
                <a:latin typeface="Consolas"/>
              </a:rPr>
              <a:t>llama3.2</a:t>
            </a:r>
            <a:r>
              <a:rPr sz="2400"/>
              <a:t> · </a:t>
            </a:r>
            <a:r>
              <a:rPr sz="2400">
                <a:latin typeface="Consolas"/>
              </a:rPr>
              <a:t>phi3</a:t>
            </a:r>
            <a:r>
              <a:rPr sz="2400"/>
              <a:t> · </a:t>
            </a:r>
            <a:r>
              <a:rPr sz="2400">
                <a:latin typeface="Consolas"/>
              </a:rPr>
              <a:t>nomic-embed-text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Get Set 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920240"/>
            <a:ext cx="10966704" cy="4617720"/>
          </a:xfrm>
        </p:spPr>
        <p:txBody>
          <a:bodyPr wrap="square">
            <a:normAutofit/>
          </a:bodyPr>
          <a:lstStyle/>
          <a:p>
            <a:r>
              <a:rPr sz="2400" dirty="0"/>
              <a:t>🦙 </a:t>
            </a:r>
            <a:r>
              <a:rPr sz="2400" dirty="0" err="1"/>
              <a:t>ollama.com</a:t>
            </a:r>
            <a:r>
              <a:rPr sz="2400" dirty="0"/>
              <a:t>/download</a:t>
            </a:r>
          </a:p>
          <a:p>
            <a:r>
              <a:rPr sz="2400" dirty="0"/>
              <a:t>⬇️ </a:t>
            </a:r>
            <a:r>
              <a:rPr sz="2400" dirty="0" err="1">
                <a:latin typeface="Consolas"/>
              </a:rPr>
              <a:t>ollama</a:t>
            </a:r>
            <a:r>
              <a:rPr sz="2400" dirty="0">
                <a:latin typeface="Consolas"/>
              </a:rPr>
              <a:t> pull</a:t>
            </a:r>
            <a:r>
              <a:rPr sz="2400" dirty="0"/>
              <a:t> · </a:t>
            </a:r>
            <a:r>
              <a:rPr sz="2400" dirty="0">
                <a:latin typeface="Consolas"/>
              </a:rPr>
              <a:t>llama3.2</a:t>
            </a:r>
            <a:r>
              <a:rPr sz="2400" dirty="0"/>
              <a:t> · </a:t>
            </a:r>
            <a:r>
              <a:rPr sz="2400" dirty="0">
                <a:latin typeface="Consolas"/>
              </a:rPr>
              <a:t>phi3</a:t>
            </a:r>
            <a:r>
              <a:rPr sz="2400" dirty="0"/>
              <a:t> · </a:t>
            </a:r>
            <a:r>
              <a:rPr sz="2400" dirty="0">
                <a:latin typeface="Consolas"/>
              </a:rPr>
              <a:t>nomic-embed-text</a:t>
            </a:r>
          </a:p>
          <a:p>
            <a:r>
              <a:rPr sz="2400" dirty="0"/>
              <a:t>🧰 VS Code + REST Client (</a:t>
            </a:r>
            <a:r>
              <a:rPr sz="2400" dirty="0" err="1">
                <a:latin typeface="Consolas"/>
              </a:rPr>
              <a:t>humao.rest</a:t>
            </a:r>
            <a:r>
              <a:rPr sz="2400" dirty="0">
                <a:latin typeface="Consolas"/>
              </a:rPr>
              <a:t>-client</a:t>
            </a:r>
            <a:r>
              <a:rPr sz="2400" dirty="0"/>
              <a:t>)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Get Set 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920240"/>
            <a:ext cx="10966704" cy="4617720"/>
          </a:xfrm>
        </p:spPr>
        <p:txBody>
          <a:bodyPr wrap="square">
            <a:normAutofit/>
          </a:bodyPr>
          <a:lstStyle/>
          <a:p>
            <a:r>
              <a:rPr sz="2400" dirty="0"/>
              <a:t>🦙 </a:t>
            </a:r>
            <a:r>
              <a:rPr sz="2400" dirty="0" err="1"/>
              <a:t>ollama.com</a:t>
            </a:r>
            <a:r>
              <a:rPr sz="2400" dirty="0"/>
              <a:t>/download</a:t>
            </a:r>
          </a:p>
          <a:p>
            <a:r>
              <a:rPr sz="2400" dirty="0"/>
              <a:t>⬇️ </a:t>
            </a:r>
            <a:r>
              <a:rPr sz="2400" dirty="0" err="1">
                <a:latin typeface="Consolas"/>
              </a:rPr>
              <a:t>ollama</a:t>
            </a:r>
            <a:r>
              <a:rPr sz="2400" dirty="0">
                <a:latin typeface="Consolas"/>
              </a:rPr>
              <a:t> pull</a:t>
            </a:r>
            <a:r>
              <a:rPr sz="2400" dirty="0"/>
              <a:t> · </a:t>
            </a:r>
            <a:r>
              <a:rPr sz="2400" dirty="0">
                <a:latin typeface="Consolas"/>
              </a:rPr>
              <a:t>llama3.2</a:t>
            </a:r>
            <a:r>
              <a:rPr sz="2400" dirty="0"/>
              <a:t> · </a:t>
            </a:r>
            <a:r>
              <a:rPr sz="2400" dirty="0">
                <a:latin typeface="Consolas"/>
              </a:rPr>
              <a:t>phi3</a:t>
            </a:r>
            <a:r>
              <a:rPr sz="2400" dirty="0"/>
              <a:t> · </a:t>
            </a:r>
            <a:r>
              <a:rPr sz="2400" dirty="0">
                <a:latin typeface="Consolas"/>
              </a:rPr>
              <a:t>nomic-embed-text</a:t>
            </a:r>
          </a:p>
          <a:p>
            <a:r>
              <a:rPr sz="2400" dirty="0"/>
              <a:t>🧰 VS Code + REST Client (</a:t>
            </a:r>
            <a:r>
              <a:rPr sz="2400" dirty="0" err="1">
                <a:latin typeface="Consolas"/>
              </a:rPr>
              <a:t>humao.rest</a:t>
            </a:r>
            <a:r>
              <a:rPr sz="2400" dirty="0">
                <a:latin typeface="Consolas"/>
              </a:rPr>
              <a:t>-client</a:t>
            </a:r>
            <a:r>
              <a:rPr sz="2400" dirty="0"/>
              <a:t>)</a:t>
            </a:r>
          </a:p>
          <a:p>
            <a:r>
              <a:rPr sz="2400" dirty="0"/>
              <a:t>⌨️ C#, Python, or TypeScript, and its runtime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Get Set 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920240"/>
            <a:ext cx="10966704" cy="4617720"/>
          </a:xfrm>
        </p:spPr>
        <p:txBody>
          <a:bodyPr wrap="square">
            <a:normAutofit/>
          </a:bodyPr>
          <a:lstStyle/>
          <a:p>
            <a:r>
              <a:rPr sz="2400" dirty="0"/>
              <a:t>🦙 </a:t>
            </a:r>
            <a:r>
              <a:rPr sz="2400" dirty="0" err="1"/>
              <a:t>ollama.com</a:t>
            </a:r>
            <a:r>
              <a:rPr sz="2400" dirty="0"/>
              <a:t>/download</a:t>
            </a:r>
          </a:p>
          <a:p>
            <a:r>
              <a:rPr sz="2400" dirty="0"/>
              <a:t>⬇️ </a:t>
            </a:r>
            <a:r>
              <a:rPr sz="2400" dirty="0" err="1">
                <a:latin typeface="Consolas"/>
              </a:rPr>
              <a:t>ollama</a:t>
            </a:r>
            <a:r>
              <a:rPr sz="2400" dirty="0">
                <a:latin typeface="Consolas"/>
              </a:rPr>
              <a:t> pull</a:t>
            </a:r>
            <a:r>
              <a:rPr sz="2400" dirty="0"/>
              <a:t> · </a:t>
            </a:r>
            <a:r>
              <a:rPr sz="2400" dirty="0">
                <a:latin typeface="Consolas"/>
              </a:rPr>
              <a:t>llama3.2</a:t>
            </a:r>
            <a:r>
              <a:rPr sz="2400" dirty="0"/>
              <a:t> · </a:t>
            </a:r>
            <a:r>
              <a:rPr sz="2400" dirty="0">
                <a:latin typeface="Consolas"/>
              </a:rPr>
              <a:t>phi3</a:t>
            </a:r>
            <a:r>
              <a:rPr sz="2400" dirty="0"/>
              <a:t> · </a:t>
            </a:r>
            <a:r>
              <a:rPr sz="2400" dirty="0">
                <a:latin typeface="Consolas"/>
              </a:rPr>
              <a:t>nomic-embed-text</a:t>
            </a:r>
          </a:p>
          <a:p>
            <a:r>
              <a:rPr sz="2400" dirty="0"/>
              <a:t>🧰 VS Code + REST Client (</a:t>
            </a:r>
            <a:r>
              <a:rPr sz="2400" dirty="0" err="1">
                <a:latin typeface="Consolas"/>
              </a:rPr>
              <a:t>humao.rest</a:t>
            </a:r>
            <a:r>
              <a:rPr sz="2400" dirty="0">
                <a:latin typeface="Consolas"/>
              </a:rPr>
              <a:t>-client</a:t>
            </a:r>
            <a:r>
              <a:rPr sz="2400" dirty="0"/>
              <a:t>)</a:t>
            </a:r>
          </a:p>
          <a:p>
            <a:r>
              <a:rPr sz="2400" dirty="0"/>
              <a:t>⌨️ C#, Python, or TypeScript, and its runtime</a:t>
            </a:r>
          </a:p>
          <a:p>
            <a:r>
              <a:rPr sz="2400" dirty="0"/>
              <a:t>📦 </a:t>
            </a:r>
            <a:r>
              <a:rPr sz="2400" dirty="0">
                <a:latin typeface="Consolas"/>
              </a:rPr>
              <a:t>git clone</a:t>
            </a:r>
            <a:r>
              <a:rPr sz="2400" dirty="0"/>
              <a:t> </a:t>
            </a:r>
            <a:r>
              <a:rPr sz="2400" dirty="0" err="1"/>
              <a:t>github.com</a:t>
            </a:r>
            <a:r>
              <a:rPr sz="2400" dirty="0"/>
              <a:t>/</a:t>
            </a:r>
            <a:r>
              <a:rPr sz="2400" dirty="0" err="1"/>
              <a:t>trailheadtechnology</a:t>
            </a:r>
            <a:r>
              <a:rPr sz="2400" dirty="0"/>
              <a:t>/10-ai-features-workshop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Get Set 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920240"/>
            <a:ext cx="10966704" cy="4617720"/>
          </a:xfrm>
        </p:spPr>
        <p:txBody>
          <a:bodyPr wrap="square">
            <a:normAutofit/>
          </a:bodyPr>
          <a:lstStyle/>
          <a:p>
            <a:r>
              <a:rPr sz="2400"/>
              <a:t>🦙 ollama.com/download</a:t>
            </a:r>
          </a:p>
          <a:p>
            <a:r>
              <a:rPr sz="2400"/>
              <a:t>⬇️ </a:t>
            </a:r>
            <a:r>
              <a:rPr sz="2400">
                <a:latin typeface="Consolas"/>
              </a:rPr>
              <a:t>ollama pull</a:t>
            </a:r>
            <a:r>
              <a:rPr sz="2400"/>
              <a:t> · </a:t>
            </a:r>
            <a:r>
              <a:rPr sz="2400">
                <a:latin typeface="Consolas"/>
              </a:rPr>
              <a:t>llama3.2</a:t>
            </a:r>
            <a:r>
              <a:rPr sz="2400"/>
              <a:t> · </a:t>
            </a:r>
            <a:r>
              <a:rPr sz="2400">
                <a:latin typeface="Consolas"/>
              </a:rPr>
              <a:t>phi3</a:t>
            </a:r>
            <a:r>
              <a:rPr sz="2400"/>
              <a:t> · </a:t>
            </a:r>
            <a:r>
              <a:rPr sz="2400">
                <a:latin typeface="Consolas"/>
              </a:rPr>
              <a:t>nomic-embed-text</a:t>
            </a:r>
          </a:p>
          <a:p>
            <a:r>
              <a:rPr sz="2400"/>
              <a:t>🧰 VS Code + REST Client (</a:t>
            </a:r>
            <a:r>
              <a:rPr sz="2400">
                <a:latin typeface="Consolas"/>
              </a:rPr>
              <a:t>humao.rest-client</a:t>
            </a:r>
            <a:r>
              <a:rPr sz="2400"/>
              <a:t>)</a:t>
            </a:r>
          </a:p>
          <a:p>
            <a:r>
              <a:rPr sz="2400"/>
              <a:t>⌨️ C#, Python, or TypeScript, and its runtime</a:t>
            </a:r>
          </a:p>
          <a:p>
            <a:r>
              <a:rPr sz="2400"/>
              <a:t>📦 </a:t>
            </a:r>
            <a:r>
              <a:rPr sz="2400">
                <a:latin typeface="Consolas"/>
              </a:rPr>
              <a:t>git clone</a:t>
            </a:r>
            <a:r>
              <a:rPr sz="2400"/>
              <a:t> github.com/trailheadtechnology/10-ai-features-workshop</a:t>
            </a:r>
          </a:p>
          <a:p>
            <a:r>
              <a:rPr sz="2400"/>
              <a:t>☁️ Azure OpenAI: nothing to install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lang="en-US" dirty="0"/>
              <a:t>Verify Your Setup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920240"/>
            <a:ext cx="10966704" cy="4617720"/>
          </a:xfrm>
        </p:spPr>
        <p:txBody>
          <a:bodyPr wrap="square"/>
          <a:lstStyle/>
          <a:p>
            <a:r>
              <a:rPr lang="en-US" sz="2400" dirty="0">
                <a:latin typeface="Consolas"/>
              </a:rPr>
              <a:t>/modules/M0-opening/F00-setup-and-framing/http</a:t>
            </a:r>
            <a:r>
              <a:rPr sz="2400" dirty="0">
                <a:latin typeface="Consolas"/>
              </a:rPr>
              <a:t>/smoke-</a:t>
            </a:r>
            <a:r>
              <a:rPr sz="2400" dirty="0" err="1">
                <a:latin typeface="Consolas"/>
              </a:rPr>
              <a:t>test.http</a:t>
            </a:r>
            <a:endParaRPr sz="2400" dirty="0">
              <a:latin typeface="Consolas"/>
            </a:endParaRPr>
          </a:p>
          <a:p>
            <a:endParaRPr lang="en-US" sz="2400" dirty="0"/>
          </a:p>
          <a:p>
            <a:pPr marL="0" indent="0">
              <a:buNone/>
            </a:pPr>
            <a:r>
              <a:rPr sz="2800" dirty="0"/>
              <a:t>💬 </a:t>
            </a:r>
            <a:r>
              <a:rPr lang="en-US" sz="2800" dirty="0"/>
              <a:t>L</a:t>
            </a:r>
            <a:r>
              <a:rPr sz="2800" dirty="0"/>
              <a:t>ocal chat </a:t>
            </a:r>
            <a:endParaRPr lang="en-US" sz="2800" dirty="0"/>
          </a:p>
          <a:p>
            <a:pPr marL="0" indent="0">
              <a:buNone/>
            </a:pPr>
            <a:r>
              <a:rPr sz="2800" dirty="0"/>
              <a:t>🔢 </a:t>
            </a:r>
            <a:r>
              <a:rPr lang="en-US" sz="2800" dirty="0"/>
              <a:t>L</a:t>
            </a:r>
            <a:r>
              <a:rPr sz="2800" dirty="0"/>
              <a:t>ocal embedding </a:t>
            </a:r>
            <a:endParaRPr lang="en-US" sz="2800" dirty="0"/>
          </a:p>
          <a:p>
            <a:pPr marL="0" indent="0">
              <a:buNone/>
            </a:pPr>
            <a:r>
              <a:rPr sz="2800" dirty="0"/>
              <a:t>☁️ Azure chat</a:t>
            </a:r>
          </a:p>
          <a:p>
            <a:pPr marL="0" indent="0">
              <a:buNone/>
            </a:pPr>
            <a:endParaRPr lang="en-US" sz="2800" dirty="0"/>
          </a:p>
          <a:p>
            <a:pPr marL="0" indent="0">
              <a:buNone/>
            </a:pPr>
            <a:r>
              <a:rPr sz="2800" dirty="0"/>
              <a:t>✅ Three JSON responses, no red text</a:t>
            </a:r>
            <a:endParaRPr lang="en-US" sz="2800" dirty="0"/>
          </a:p>
          <a:p>
            <a:pPr marL="0" indent="0">
              <a:buNone/>
            </a:pPr>
            <a:endParaRPr sz="2800" dirty="0"/>
          </a:p>
          <a:p>
            <a:pPr marL="0" indent="0">
              <a:buNone/>
            </a:pPr>
            <a:r>
              <a:rPr sz="2800" dirty="0"/>
              <a:t>🖐️ Broken? Raise a hand now.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232B17-AD88-3879-3526-5F0B7DC94A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6E8CA24B-F0B9-1A36-59AB-EB5B8764D8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Which “Users”?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9EEAF33-8A9C-3259-6872-76B1525C0B8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 lnSpcReduction="10000"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180312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"Users" Is a Broad Word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920240"/>
            <a:ext cx="10966704" cy="4617720"/>
          </a:xfrm>
        </p:spPr>
        <p:txBody>
          <a:bodyPr wrap="square">
            <a:normAutofit/>
          </a:bodyPr>
          <a:lstStyle/>
          <a:p>
            <a:r>
              <a:rPr sz="3200" dirty="0"/>
              <a:t>🥾 The hiker planning Saturday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"Users" Is a Broad Word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920240"/>
            <a:ext cx="10966704" cy="4617720"/>
          </a:xfrm>
        </p:spPr>
        <p:txBody>
          <a:bodyPr wrap="square">
            <a:normAutofit/>
          </a:bodyPr>
          <a:lstStyle/>
          <a:p>
            <a:r>
              <a:rPr sz="3200" dirty="0"/>
              <a:t>🥾 The hiker planning Saturday</a:t>
            </a:r>
          </a:p>
          <a:p>
            <a:r>
              <a:rPr sz="3200" dirty="0"/>
              <a:t>📊 </a:t>
            </a:r>
            <a:r>
              <a:rPr lang="en-US" sz="3200" dirty="0"/>
              <a:t>An admin </a:t>
            </a:r>
            <a:r>
              <a:rPr sz="3200" dirty="0"/>
              <a:t>facing 300 reviews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"Users" Is a Broad Word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920240"/>
            <a:ext cx="10966704" cy="4617720"/>
          </a:xfrm>
        </p:spPr>
        <p:txBody>
          <a:bodyPr wrap="square">
            <a:normAutofit/>
          </a:bodyPr>
          <a:lstStyle/>
          <a:p>
            <a:r>
              <a:rPr sz="3200" dirty="0"/>
              <a:t>🥾 The hiker planning Saturday</a:t>
            </a:r>
          </a:p>
          <a:p>
            <a:r>
              <a:rPr sz="3200" dirty="0"/>
              <a:t>📊 </a:t>
            </a:r>
            <a:r>
              <a:rPr lang="en-US" sz="3200" dirty="0"/>
              <a:t>An admin </a:t>
            </a:r>
            <a:r>
              <a:rPr sz="3200" dirty="0"/>
              <a:t>facing 300 reviews</a:t>
            </a:r>
          </a:p>
          <a:p>
            <a:r>
              <a:rPr sz="3200" dirty="0"/>
              <a:t>🏞️ The ranger facing a full inbox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8B3FE3-7927-13D3-7338-A2FBF04612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FB72D5F2-A468-B801-EEE4-6FB0A42DA4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Modules and Schedule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7E73E58-6D1C-C61E-4FB8-EBDAF1C8728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 lnSpcReduction="10000"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5603487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lang="en-US" dirty="0"/>
              <a:t>The Modules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920240"/>
            <a:ext cx="10966704" cy="4617720"/>
          </a:xfrm>
        </p:spPr>
        <p:txBody>
          <a:bodyPr wrap="square">
            <a:normAutofit/>
          </a:bodyPr>
          <a:lstStyle/>
          <a:p>
            <a:r>
              <a:rPr sz="2800" dirty="0"/>
              <a:t>1 · Understanding: summarize, extract, sentiment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dirty="0"/>
              <a:t>The </a:t>
            </a:r>
            <a:r>
              <a:rPr lang="en-US" dirty="0"/>
              <a:t>Schedule</a:t>
            </a:r>
            <a:endParaRPr dirty="0"/>
          </a:p>
        </p:txBody>
      </p:sp>
      <p:graphicFrame>
        <p:nvGraphicFramePr>
          <p:cNvPr id="6" name="Content Placeholder 5">
            <a:extLst>
              <a:ext uri="{FF2B5EF4-FFF2-40B4-BE49-F238E27FC236}">
                <a16:creationId xmlns:a16="http://schemas.microsoft.com/office/drawing/2014/main" id="{073D13F6-8DFA-C7C6-2097-C92C927E48AC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550580865"/>
              </p:ext>
            </p:extLst>
          </p:nvPr>
        </p:nvGraphicFramePr>
        <p:xfrm>
          <a:off x="719137" y="1833562"/>
          <a:ext cx="10753725" cy="466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55925">
                  <a:extLst>
                    <a:ext uri="{9D8B030D-6E8A-4147-A177-3AD203B41FA5}">
                      <a16:colId xmlns:a16="http://schemas.microsoft.com/office/drawing/2014/main" val="2601509564"/>
                    </a:ext>
                  </a:extLst>
                </a:gridCol>
                <a:gridCol w="6235700">
                  <a:extLst>
                    <a:ext uri="{9D8B030D-6E8A-4147-A177-3AD203B41FA5}">
                      <a16:colId xmlns:a16="http://schemas.microsoft.com/office/drawing/2014/main" val="3413877516"/>
                    </a:ext>
                  </a:extLst>
                </a:gridCol>
                <a:gridCol w="1562100">
                  <a:extLst>
                    <a:ext uri="{9D8B030D-6E8A-4147-A177-3AD203B41FA5}">
                      <a16:colId xmlns:a16="http://schemas.microsoft.com/office/drawing/2014/main" val="733961774"/>
                    </a:ext>
                  </a:extLst>
                </a:gridCol>
              </a:tblGrid>
              <a:tr h="434010">
                <a:tc>
                  <a:txBody>
                    <a:bodyPr/>
                    <a:lstStyle/>
                    <a:p>
                      <a:r>
                        <a:rPr lang="en-US" sz="2400" dirty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Module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dirty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Features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dirty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Time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17152973"/>
                  </a:ext>
                </a:extLst>
              </a:tr>
              <a:tr h="376142">
                <a:tc>
                  <a:txBody>
                    <a:bodyPr/>
                    <a:lstStyle/>
                    <a:p>
                      <a:pPr marL="0" marR="0" indent="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b="1" dirty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00 Opening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Setup, context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45 min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02935357"/>
                  </a:ext>
                </a:extLst>
              </a:tr>
              <a:tr h="954822">
                <a:tc>
                  <a:txBody>
                    <a:bodyPr/>
                    <a:lstStyle/>
                    <a:p>
                      <a:pPr marL="0" marR="0" indent="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b="1" dirty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01 Understanding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F01 Summarize, </a:t>
                      </a:r>
                    </a:p>
                    <a:p>
                      <a:r>
                        <a:rPr lang="en-US" sz="2000" dirty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F02 Extract</a:t>
                      </a:r>
                    </a:p>
                    <a:p>
                      <a:r>
                        <a:rPr lang="en-US" sz="2000" dirty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F03 Sentiment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75 min</a:t>
                      </a:r>
                    </a:p>
                    <a:p>
                      <a:endParaRPr lang="en-US" sz="2000" dirty="0">
                        <a:latin typeface="Segoe UI" panose="020B0502040204020203" pitchFamily="34" charset="0"/>
                        <a:cs typeface="Segoe UI" panose="020B0502040204020203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53779902"/>
                  </a:ext>
                </a:extLst>
              </a:tr>
              <a:tr h="954822">
                <a:tc>
                  <a:txBody>
                    <a:bodyPr/>
                    <a:lstStyle/>
                    <a:p>
                      <a:r>
                        <a:rPr lang="en-US" sz="2000" b="1" dirty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02 Finding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F04 Search</a:t>
                      </a:r>
                    </a:p>
                    <a:p>
                      <a:r>
                        <a:rPr lang="en-US" sz="2000" dirty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F05 RAG</a:t>
                      </a:r>
                    </a:p>
                    <a:p>
                      <a:r>
                        <a:rPr lang="en-US" sz="2000" dirty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F06 Recommend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65 min</a:t>
                      </a:r>
                    </a:p>
                    <a:p>
                      <a:endParaRPr lang="en-US" sz="2000" dirty="0">
                        <a:latin typeface="Segoe UI" panose="020B0502040204020203" pitchFamily="34" charset="0"/>
                        <a:cs typeface="Segoe UI" panose="020B0502040204020203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6070859"/>
                  </a:ext>
                </a:extLst>
              </a:tr>
              <a:tr h="954822">
                <a:tc>
                  <a:txBody>
                    <a:bodyPr/>
                    <a:lstStyle/>
                    <a:p>
                      <a:r>
                        <a:rPr lang="en-US" sz="2000" b="1" dirty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03 Deciding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F07 Route</a:t>
                      </a:r>
                    </a:p>
                    <a:p>
                      <a:r>
                        <a:rPr lang="en-US" sz="2000" dirty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F08 Detect</a:t>
                      </a:r>
                    </a:p>
                    <a:p>
                      <a:r>
                        <a:rPr lang="en-US" sz="2000" dirty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F09 Approve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70 min</a:t>
                      </a:r>
                    </a:p>
                    <a:p>
                      <a:endParaRPr lang="en-US" sz="2000" dirty="0">
                        <a:latin typeface="Segoe UI" panose="020B0502040204020203" pitchFamily="34" charset="0"/>
                        <a:cs typeface="Segoe UI" panose="020B0502040204020203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41737505"/>
                  </a:ext>
                </a:extLst>
              </a:tr>
              <a:tr h="376142">
                <a:tc>
                  <a:txBody>
                    <a:bodyPr/>
                    <a:lstStyle/>
                    <a:p>
                      <a:r>
                        <a:rPr lang="en-US" sz="2000" b="1" dirty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04 Doing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F10 Agent capstone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55 min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44214635"/>
                  </a:ext>
                </a:extLst>
              </a:tr>
              <a:tr h="376142">
                <a:tc>
                  <a:txBody>
                    <a:bodyPr/>
                    <a:lstStyle/>
                    <a:p>
                      <a:r>
                        <a:rPr lang="en-US" sz="2000" b="1" dirty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05 Closing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A decision framework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20 min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295669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How Each Module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920240"/>
            <a:ext cx="10966704" cy="4617720"/>
          </a:xfrm>
        </p:spPr>
        <p:txBody>
          <a:bodyPr wrap="square">
            <a:normAutofit fontScale="92500" lnSpcReduction="20000"/>
          </a:bodyPr>
          <a:lstStyle/>
          <a:p>
            <a:r>
              <a:rPr lang="en-US" sz="2800" dirty="0"/>
              <a:t>3 Teaching Modules</a:t>
            </a:r>
          </a:p>
          <a:p>
            <a:pPr lvl="1"/>
            <a:r>
              <a:rPr lang="en-US" sz="2800" dirty="0"/>
              <a:t>3 AI features per module</a:t>
            </a:r>
          </a:p>
          <a:p>
            <a:pPr lvl="1"/>
            <a:r>
              <a:rPr lang="en-US" sz="2800" dirty="0"/>
              <a:t>20</a:t>
            </a:r>
            <a:r>
              <a:rPr sz="2800" dirty="0"/>
              <a:t> min mine</a:t>
            </a:r>
            <a:r>
              <a:rPr lang="en-US" sz="2800" dirty="0"/>
              <a:t> for overview</a:t>
            </a:r>
          </a:p>
          <a:p>
            <a:pPr lvl="1"/>
            <a:r>
              <a:rPr lang="en-US" sz="2800" dirty="0"/>
              <a:t>35–50</a:t>
            </a:r>
            <a:r>
              <a:rPr sz="2800" dirty="0"/>
              <a:t> min yours</a:t>
            </a:r>
            <a:r>
              <a:rPr lang="en-US" sz="2800" dirty="0"/>
              <a:t> for labs</a:t>
            </a:r>
          </a:p>
          <a:p>
            <a:pPr lvl="1"/>
            <a:r>
              <a:rPr lang="en-US" sz="2800" dirty="0"/>
              <a:t>1 lab </a:t>
            </a:r>
            <a:r>
              <a:rPr lang="en-US" sz="2800" b="1" dirty="0"/>
              <a:t>Recommended</a:t>
            </a:r>
            <a:r>
              <a:rPr lang="en-US" sz="2800" dirty="0"/>
              <a:t> · 2 </a:t>
            </a:r>
            <a:r>
              <a:rPr lang="en-US" sz="2800" b="1" dirty="0"/>
              <a:t>Challenge</a:t>
            </a:r>
          </a:p>
          <a:p>
            <a:pPr marL="0" indent="0">
              <a:buNone/>
            </a:pPr>
            <a:endParaRPr lang="en-US" sz="2800" dirty="0"/>
          </a:p>
          <a:p>
            <a:pPr marL="0" indent="0">
              <a:buNone/>
            </a:pPr>
            <a:r>
              <a:rPr lang="en-US" sz="2800" dirty="0"/>
              <a:t>A 55-minute capstone module</a:t>
            </a:r>
          </a:p>
          <a:p>
            <a:pPr lvl="1"/>
            <a:r>
              <a:rPr lang="en-US" sz="2800" dirty="0"/>
              <a:t>1 AI feature</a:t>
            </a:r>
          </a:p>
          <a:p>
            <a:pPr lvl="1"/>
            <a:r>
              <a:rPr lang="en-US" sz="2800" dirty="0"/>
              <a:t>1 lab for everyone</a:t>
            </a:r>
          </a:p>
          <a:p>
            <a:pPr marL="0" indent="0">
              <a:buNone/>
            </a:pPr>
            <a:endParaRPr lang="en-US" sz="2800" dirty="0"/>
          </a:p>
          <a:p>
            <a:pPr marL="0" indent="0">
              <a:buNone/>
            </a:pPr>
            <a:r>
              <a:rPr lang="en-US" sz="2800" dirty="0"/>
              <a:t>Recap</a:t>
            </a:r>
          </a:p>
          <a:p>
            <a:pPr marL="0" indent="0">
              <a:buNone/>
            </a:pPr>
            <a:endParaRPr lang="en-US" sz="1900" dirty="0"/>
          </a:p>
          <a:p>
            <a:pPr marL="0" indent="0">
              <a:buNone/>
            </a:pPr>
            <a:r>
              <a:rPr lang="en-US" sz="1900" dirty="0"/>
              <a:t>Lunch 12:30 · Coffee 3:00 · Get up any time during labs</a:t>
            </a:r>
          </a:p>
          <a:p>
            <a:pPr marL="0" indent="0">
              <a:buNone/>
            </a:pPr>
            <a:endParaRPr lang="en-US" sz="2800" b="1" dirty="0"/>
          </a:p>
          <a:p>
            <a:pPr marL="3429" lvl="1" indent="0">
              <a:buNone/>
            </a:pPr>
            <a:endParaRPr sz="28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631474-A3A1-DED6-0AA8-1818A09B76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DA23A044-9D99-A282-7EB0-561B17CBD6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Languages and Frameworks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6A3C9A1-C668-EED4-3633-F77A7F5895B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 lnSpcReduction="10000"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2943252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dirty="0"/>
              <a:t>Language</a:t>
            </a:r>
            <a:r>
              <a:rPr lang="en-US" dirty="0"/>
              <a:t> Choices</a:t>
            </a:r>
            <a:endParaRPr dirty="0"/>
          </a:p>
        </p:txBody>
      </p:sp>
      <p:pic>
        <p:nvPicPr>
          <p:cNvPr id="5" name="Picture 4" descr="File:Csharp Logo.png - Wikimedia Commons">
            <a:extLst>
              <a:ext uri="{FF2B5EF4-FFF2-40B4-BE49-F238E27FC236}">
                <a16:creationId xmlns:a16="http://schemas.microsoft.com/office/drawing/2014/main" id="{13B230A3-A87F-BEA0-37B0-6291876B17D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1999" y="2159175"/>
            <a:ext cx="2836893" cy="2836893"/>
          </a:xfrm>
          <a:prstGeom prst="rect">
            <a:avLst/>
          </a:prstGeom>
        </p:spPr>
      </p:pic>
      <p:pic>
        <p:nvPicPr>
          <p:cNvPr id="6" name="Picture 5" descr="File:Python-logo.png - Wikimedia Commons">
            <a:extLst>
              <a:ext uri="{FF2B5EF4-FFF2-40B4-BE49-F238E27FC236}">
                <a16:creationId xmlns:a16="http://schemas.microsoft.com/office/drawing/2014/main" id="{5D59192F-67FD-9246-01AA-A8975325997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85765" y="2854177"/>
            <a:ext cx="1512458" cy="1658198"/>
          </a:xfrm>
          <a:prstGeom prst="rect">
            <a:avLst/>
          </a:prstGeom>
        </p:spPr>
      </p:pic>
      <p:pic>
        <p:nvPicPr>
          <p:cNvPr id="7" name="Picture 6" descr="Archivo:Typescript logo 2020.svg - Wikimedia Colombia">
            <a:extLst>
              <a:ext uri="{FF2B5EF4-FFF2-40B4-BE49-F238E27FC236}">
                <a16:creationId xmlns:a16="http://schemas.microsoft.com/office/drawing/2014/main" id="{B66D60B9-D241-A637-1FA8-B44AD465A59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72555" y="2854176"/>
            <a:ext cx="1446890" cy="1446890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A1E51E-356A-78E3-B447-FE6239DEE1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34D5CA-BB79-386B-0763-910B108A84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dirty="0"/>
              <a:t>Language</a:t>
            </a:r>
            <a:r>
              <a:rPr lang="en-US" dirty="0"/>
              <a:t> Choices</a:t>
            </a:r>
            <a:endParaRPr dirty="0"/>
          </a:p>
        </p:txBody>
      </p:sp>
      <p:pic>
        <p:nvPicPr>
          <p:cNvPr id="5" name="Picture 4" descr="File:Csharp Logo.png - Wikimedia Commons">
            <a:extLst>
              <a:ext uri="{FF2B5EF4-FFF2-40B4-BE49-F238E27FC236}">
                <a16:creationId xmlns:a16="http://schemas.microsoft.com/office/drawing/2014/main" id="{726BDE56-B480-DF70-BA5C-2BAD51C01EF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1999" y="2159175"/>
            <a:ext cx="2836893" cy="2836893"/>
          </a:xfrm>
          <a:prstGeom prst="rect">
            <a:avLst/>
          </a:prstGeom>
        </p:spPr>
      </p:pic>
      <p:pic>
        <p:nvPicPr>
          <p:cNvPr id="6" name="Picture 5" descr="File:Python-logo.png - Wikimedia Commons">
            <a:extLst>
              <a:ext uri="{FF2B5EF4-FFF2-40B4-BE49-F238E27FC236}">
                <a16:creationId xmlns:a16="http://schemas.microsoft.com/office/drawing/2014/main" id="{442199E7-D87A-9398-02A8-8688944F2FD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85765" y="2854177"/>
            <a:ext cx="1512458" cy="1658198"/>
          </a:xfrm>
          <a:prstGeom prst="rect">
            <a:avLst/>
          </a:prstGeom>
        </p:spPr>
      </p:pic>
      <p:pic>
        <p:nvPicPr>
          <p:cNvPr id="7" name="Picture 6" descr="Archivo:Typescript logo 2020.svg - Wikimedia Colombia">
            <a:extLst>
              <a:ext uri="{FF2B5EF4-FFF2-40B4-BE49-F238E27FC236}">
                <a16:creationId xmlns:a16="http://schemas.microsoft.com/office/drawing/2014/main" id="{DEDD8D55-C5AE-0F4C-09AC-AA34EE4B18B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72555" y="2854176"/>
            <a:ext cx="1446890" cy="1446890"/>
          </a:xfrm>
          <a:prstGeom prst="rect">
            <a:avLst/>
          </a:prstGeom>
        </p:spPr>
      </p:pic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EDB6A565-7DC9-7A92-D38D-70760454064F}"/>
              </a:ext>
            </a:extLst>
          </p:cNvPr>
          <p:cNvSpPr/>
          <p:nvPr/>
        </p:nvSpPr>
        <p:spPr>
          <a:xfrm>
            <a:off x="974171" y="2459114"/>
            <a:ext cx="2412547" cy="2237014"/>
          </a:xfrm>
          <a:custGeom>
            <a:avLst/>
            <a:gdLst>
              <a:gd name="csX0" fmla="*/ 0 w 2412547"/>
              <a:gd name="csY0" fmla="*/ 596545 h 2237014"/>
              <a:gd name="csX1" fmla="*/ 596545 w 2412547"/>
              <a:gd name="csY1" fmla="*/ 0 h 2237014"/>
              <a:gd name="csX2" fmla="*/ 1027420 w 2412547"/>
              <a:gd name="csY2" fmla="*/ 0 h 2237014"/>
              <a:gd name="csX3" fmla="*/ 1421711 w 2412547"/>
              <a:gd name="csY3" fmla="*/ 0 h 2237014"/>
              <a:gd name="csX4" fmla="*/ 1816002 w 2412547"/>
              <a:gd name="csY4" fmla="*/ 0 h 2237014"/>
              <a:gd name="csX5" fmla="*/ 2412547 w 2412547"/>
              <a:gd name="csY5" fmla="*/ 596545 h 2237014"/>
              <a:gd name="csX6" fmla="*/ 2412547 w 2412547"/>
              <a:gd name="csY6" fmla="*/ 1097629 h 2237014"/>
              <a:gd name="csX7" fmla="*/ 2412547 w 2412547"/>
              <a:gd name="csY7" fmla="*/ 1640469 h 2237014"/>
              <a:gd name="csX8" fmla="*/ 1816002 w 2412547"/>
              <a:gd name="csY8" fmla="*/ 2237014 h 2237014"/>
              <a:gd name="csX9" fmla="*/ 1433905 w 2412547"/>
              <a:gd name="csY9" fmla="*/ 2237014 h 2237014"/>
              <a:gd name="csX10" fmla="*/ 1027420 w 2412547"/>
              <a:gd name="csY10" fmla="*/ 2237014 h 2237014"/>
              <a:gd name="csX11" fmla="*/ 596545 w 2412547"/>
              <a:gd name="csY11" fmla="*/ 2237014 h 2237014"/>
              <a:gd name="csX12" fmla="*/ 0 w 2412547"/>
              <a:gd name="csY12" fmla="*/ 1640469 h 2237014"/>
              <a:gd name="csX13" fmla="*/ 0 w 2412547"/>
              <a:gd name="csY13" fmla="*/ 1118507 h 2237014"/>
              <a:gd name="csX14" fmla="*/ 0 w 2412547"/>
              <a:gd name="csY14" fmla="*/ 596545 h 223701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</a:cxnLst>
            <a:rect l="l" t="t" r="r" b="b"/>
            <a:pathLst>
              <a:path w="2412547" h="2237014" extrusionOk="0">
                <a:moveTo>
                  <a:pt x="0" y="596545"/>
                </a:moveTo>
                <a:cubicBezTo>
                  <a:pt x="-10721" y="260469"/>
                  <a:pt x="220892" y="17336"/>
                  <a:pt x="596545" y="0"/>
                </a:cubicBezTo>
                <a:cubicBezTo>
                  <a:pt x="777926" y="-37892"/>
                  <a:pt x="904288" y="36869"/>
                  <a:pt x="1027420" y="0"/>
                </a:cubicBezTo>
                <a:cubicBezTo>
                  <a:pt x="1150552" y="-36869"/>
                  <a:pt x="1310777" y="28882"/>
                  <a:pt x="1421711" y="0"/>
                </a:cubicBezTo>
                <a:cubicBezTo>
                  <a:pt x="1532645" y="-28882"/>
                  <a:pt x="1662723" y="2726"/>
                  <a:pt x="1816002" y="0"/>
                </a:cubicBezTo>
                <a:cubicBezTo>
                  <a:pt x="2130931" y="-46815"/>
                  <a:pt x="2414785" y="258800"/>
                  <a:pt x="2412547" y="596545"/>
                </a:cubicBezTo>
                <a:cubicBezTo>
                  <a:pt x="2468330" y="825558"/>
                  <a:pt x="2359788" y="989020"/>
                  <a:pt x="2412547" y="1097629"/>
                </a:cubicBezTo>
                <a:cubicBezTo>
                  <a:pt x="2465306" y="1206238"/>
                  <a:pt x="2357113" y="1516796"/>
                  <a:pt x="2412547" y="1640469"/>
                </a:cubicBezTo>
                <a:cubicBezTo>
                  <a:pt x="2376592" y="2029411"/>
                  <a:pt x="2123104" y="2211078"/>
                  <a:pt x="1816002" y="2237014"/>
                </a:cubicBezTo>
                <a:cubicBezTo>
                  <a:pt x="1666052" y="2248826"/>
                  <a:pt x="1605069" y="2200615"/>
                  <a:pt x="1433905" y="2237014"/>
                </a:cubicBezTo>
                <a:cubicBezTo>
                  <a:pt x="1262741" y="2273413"/>
                  <a:pt x="1186432" y="2222492"/>
                  <a:pt x="1027420" y="2237014"/>
                </a:cubicBezTo>
                <a:cubicBezTo>
                  <a:pt x="868409" y="2251536"/>
                  <a:pt x="752392" y="2188221"/>
                  <a:pt x="596545" y="2237014"/>
                </a:cubicBezTo>
                <a:cubicBezTo>
                  <a:pt x="289092" y="2263975"/>
                  <a:pt x="30403" y="1943313"/>
                  <a:pt x="0" y="1640469"/>
                </a:cubicBezTo>
                <a:cubicBezTo>
                  <a:pt x="-36852" y="1446655"/>
                  <a:pt x="21557" y="1233010"/>
                  <a:pt x="0" y="1118507"/>
                </a:cubicBezTo>
                <a:cubicBezTo>
                  <a:pt x="-21557" y="1004004"/>
                  <a:pt x="7331" y="767302"/>
                  <a:pt x="0" y="596545"/>
                </a:cubicBezTo>
                <a:close/>
              </a:path>
            </a:pathLst>
          </a:custGeom>
          <a:noFill/>
          <a:ln>
            <a:solidFill>
              <a:srgbClr val="FF0000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oundRect">
                    <a:avLst>
                      <a:gd name="adj" fmla="val 26667"/>
                    </a:avLst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0933836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50898F-DBFA-4880-53F0-F3FA32E65F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FEF3BBEF-E668-3544-74EF-1BE1B94EA6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Models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3737097-81A3-FA9E-6284-750ED36879E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 lnSpcReduction="10000"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7891761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lang="en-US" dirty="0"/>
              <a:t>Local Models, Cloud When Needed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920240"/>
            <a:ext cx="10966704" cy="4617720"/>
          </a:xfrm>
        </p:spPr>
        <p:txBody>
          <a:bodyPr wrap="square">
            <a:normAutofit/>
          </a:bodyPr>
          <a:lstStyle/>
          <a:p>
            <a:pPr marL="0" indent="0">
              <a:spcAft>
                <a:spcPts val="1200"/>
              </a:spcAft>
              <a:buNone/>
            </a:pPr>
            <a:r>
              <a:rPr lang="en-US" sz="2800" b="1" dirty="0"/>
              <a:t>Local Models (~5 GB, no GPU):</a:t>
            </a:r>
          </a:p>
          <a:p>
            <a:pPr marL="342900" lvl="2" indent="0">
              <a:buNone/>
            </a:pPr>
            <a:r>
              <a:rPr lang="en-US" sz="2800" i="0" dirty="0"/>
              <a:t>💻 </a:t>
            </a:r>
            <a:r>
              <a:rPr lang="en-US" sz="2800" i="0" dirty="0">
                <a:latin typeface="Consolas"/>
              </a:rPr>
              <a:t>llama3.2</a:t>
            </a:r>
          </a:p>
          <a:p>
            <a:pPr marL="342900" lvl="2" indent="0">
              <a:buNone/>
            </a:pPr>
            <a:r>
              <a:rPr lang="en-US" sz="2800" i="0" dirty="0"/>
              <a:t>💻 </a:t>
            </a:r>
            <a:r>
              <a:rPr sz="2800" i="0" dirty="0">
                <a:latin typeface="Consolas"/>
              </a:rPr>
              <a:t>phi3</a:t>
            </a:r>
            <a:endParaRPr lang="en-US" sz="2800" i="0" dirty="0"/>
          </a:p>
          <a:p>
            <a:pPr marL="342900" lvl="2" indent="0">
              <a:buNone/>
            </a:pPr>
            <a:r>
              <a:rPr lang="en-US" sz="2800" i="0" dirty="0"/>
              <a:t>💻 </a:t>
            </a:r>
            <a:r>
              <a:rPr sz="2800" i="0" dirty="0">
                <a:latin typeface="Consolas"/>
              </a:rPr>
              <a:t>nomic-embed-text</a:t>
            </a:r>
            <a:r>
              <a:rPr sz="2800" i="0" dirty="0"/>
              <a:t> </a:t>
            </a:r>
            <a:endParaRPr lang="en-US" sz="2800" i="0" dirty="0"/>
          </a:p>
          <a:p>
            <a:pPr marL="192024" lvl="1" indent="0">
              <a:buNone/>
            </a:pPr>
            <a:endParaRPr lang="en-US" sz="2800" dirty="0"/>
          </a:p>
          <a:p>
            <a:pPr marL="192024" lvl="1" indent="0">
              <a:spcAft>
                <a:spcPts val="1200"/>
              </a:spcAft>
              <a:buNone/>
            </a:pPr>
            <a:r>
              <a:rPr lang="en-US" sz="2800" b="1" dirty="0"/>
              <a:t>Cloud Model (my subscription):</a:t>
            </a:r>
          </a:p>
          <a:p>
            <a:pPr marL="342900" lvl="2" indent="0">
              <a:buNone/>
            </a:pPr>
            <a:r>
              <a:rPr lang="en-US" sz="2800" i="0" dirty="0"/>
              <a:t>☁️ Cloud models where it helps: F03, F05, F10*</a:t>
            </a:r>
          </a:p>
          <a:p>
            <a:pPr marL="342900" lvl="2" indent="0">
              <a:buNone/>
            </a:pPr>
            <a:endParaRPr lang="en-US" sz="2800" i="0" dirty="0"/>
          </a:p>
          <a:p>
            <a:pPr marL="192024" lvl="1" indent="0">
              <a:buNone/>
            </a:pPr>
            <a:endParaRPr lang="en-US" sz="2000" dirty="0"/>
          </a:p>
          <a:p>
            <a:pPr marL="192024" lvl="1" indent="0">
              <a:buNone/>
            </a:pPr>
            <a:r>
              <a:rPr lang="en-US" sz="2000" dirty="0"/>
              <a:t>*NOTE: F10 is the only recommended lab, others are optional</a:t>
            </a:r>
            <a:endParaRPr lang="en-US" sz="3100" i="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Every Model Is an HTTP Call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920240"/>
            <a:ext cx="10966704" cy="4617720"/>
          </a:xfrm>
        </p:spPr>
        <p:txBody>
          <a:bodyPr wrap="square">
            <a:normAutofit/>
          </a:bodyPr>
          <a:lstStyle/>
          <a:p>
            <a:r>
              <a:rPr sz="2800" dirty="0">
                <a:latin typeface="Consolas"/>
              </a:rPr>
              <a:t>localhost:11434</a:t>
            </a:r>
            <a:r>
              <a:rPr sz="2800" dirty="0"/>
              <a:t> → </a:t>
            </a:r>
            <a:r>
              <a:rPr sz="2800" dirty="0">
                <a:latin typeface="Consolas"/>
              </a:rPr>
              <a:t>/</a:t>
            </a:r>
            <a:r>
              <a:rPr sz="2800" dirty="0" err="1">
                <a:latin typeface="Consolas"/>
              </a:rPr>
              <a:t>api</a:t>
            </a:r>
            <a:r>
              <a:rPr sz="2800" dirty="0">
                <a:latin typeface="Consolas"/>
              </a:rPr>
              <a:t>/chat</a:t>
            </a:r>
            <a:r>
              <a:rPr sz="2800" dirty="0"/>
              <a:t> · </a:t>
            </a:r>
            <a:r>
              <a:rPr sz="2800" dirty="0">
                <a:latin typeface="Consolas"/>
              </a:rPr>
              <a:t>/</a:t>
            </a:r>
            <a:r>
              <a:rPr sz="2800" dirty="0" err="1">
                <a:latin typeface="Consolas"/>
              </a:rPr>
              <a:t>api</a:t>
            </a:r>
            <a:r>
              <a:rPr sz="2800" dirty="0">
                <a:latin typeface="Consolas"/>
              </a:rPr>
              <a:t>/embed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Every Model Is an HTTP Call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920240"/>
            <a:ext cx="10966704" cy="4617720"/>
          </a:xfrm>
        </p:spPr>
        <p:txBody>
          <a:bodyPr wrap="square">
            <a:normAutofit/>
          </a:bodyPr>
          <a:lstStyle/>
          <a:p>
            <a:r>
              <a:rPr sz="2800" dirty="0">
                <a:latin typeface="Consolas"/>
              </a:rPr>
              <a:t>localhost:11434</a:t>
            </a:r>
            <a:r>
              <a:rPr sz="2800" dirty="0"/>
              <a:t> → </a:t>
            </a:r>
            <a:r>
              <a:rPr sz="2800" dirty="0">
                <a:latin typeface="Consolas"/>
              </a:rPr>
              <a:t>/</a:t>
            </a:r>
            <a:r>
              <a:rPr sz="2800" dirty="0" err="1">
                <a:latin typeface="Consolas"/>
              </a:rPr>
              <a:t>api</a:t>
            </a:r>
            <a:r>
              <a:rPr sz="2800" dirty="0">
                <a:latin typeface="Consolas"/>
              </a:rPr>
              <a:t>/chat</a:t>
            </a:r>
            <a:r>
              <a:rPr sz="2800" dirty="0"/>
              <a:t> · </a:t>
            </a:r>
            <a:r>
              <a:rPr sz="2800" dirty="0">
                <a:latin typeface="Consolas"/>
              </a:rPr>
              <a:t>/</a:t>
            </a:r>
            <a:r>
              <a:rPr sz="2800" dirty="0" err="1">
                <a:latin typeface="Consolas"/>
              </a:rPr>
              <a:t>api</a:t>
            </a:r>
            <a:r>
              <a:rPr sz="2800" dirty="0">
                <a:latin typeface="Consolas"/>
              </a:rPr>
              <a:t>/embed</a:t>
            </a:r>
          </a:p>
          <a:p>
            <a:r>
              <a:rPr sz="2800" dirty="0">
                <a:latin typeface="Consolas"/>
              </a:rPr>
              <a:t>…</a:t>
            </a:r>
            <a:r>
              <a:rPr sz="2800" dirty="0" err="1">
                <a:latin typeface="Consolas"/>
              </a:rPr>
              <a:t>openai.azure.com</a:t>
            </a:r>
            <a:r>
              <a:rPr sz="2800" dirty="0">
                <a:latin typeface="Consolas"/>
              </a:rPr>
              <a:t>/…/chat/completions</a:t>
            </a:r>
            <a:r>
              <a:rPr sz="2800" dirty="0"/>
              <a:t> + </a:t>
            </a:r>
            <a:r>
              <a:rPr sz="2800" dirty="0" err="1">
                <a:latin typeface="Consolas"/>
              </a:rPr>
              <a:t>api</a:t>
            </a:r>
            <a:r>
              <a:rPr sz="2800" dirty="0">
                <a:latin typeface="Consolas"/>
              </a:rPr>
              <a:t>-key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Every Model Is an HTTP Call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920240"/>
            <a:ext cx="10966704" cy="4617720"/>
          </a:xfrm>
        </p:spPr>
        <p:txBody>
          <a:bodyPr wrap="square">
            <a:normAutofit/>
          </a:bodyPr>
          <a:lstStyle/>
          <a:p>
            <a:r>
              <a:rPr sz="2800" dirty="0">
                <a:latin typeface="Consolas"/>
              </a:rPr>
              <a:t>localhost:11434</a:t>
            </a:r>
            <a:r>
              <a:rPr sz="2800" dirty="0"/>
              <a:t> → </a:t>
            </a:r>
            <a:r>
              <a:rPr sz="2800" dirty="0">
                <a:latin typeface="Consolas"/>
              </a:rPr>
              <a:t>/</a:t>
            </a:r>
            <a:r>
              <a:rPr sz="2800" dirty="0" err="1">
                <a:latin typeface="Consolas"/>
              </a:rPr>
              <a:t>api</a:t>
            </a:r>
            <a:r>
              <a:rPr sz="2800" dirty="0">
                <a:latin typeface="Consolas"/>
              </a:rPr>
              <a:t>/chat</a:t>
            </a:r>
            <a:r>
              <a:rPr sz="2800" dirty="0"/>
              <a:t> · </a:t>
            </a:r>
            <a:r>
              <a:rPr sz="2800" dirty="0">
                <a:latin typeface="Consolas"/>
              </a:rPr>
              <a:t>/</a:t>
            </a:r>
            <a:r>
              <a:rPr sz="2800" dirty="0" err="1">
                <a:latin typeface="Consolas"/>
              </a:rPr>
              <a:t>api</a:t>
            </a:r>
            <a:r>
              <a:rPr sz="2800" dirty="0">
                <a:latin typeface="Consolas"/>
              </a:rPr>
              <a:t>/embed</a:t>
            </a:r>
          </a:p>
          <a:p>
            <a:r>
              <a:rPr sz="2800" dirty="0">
                <a:latin typeface="Consolas"/>
              </a:rPr>
              <a:t>…</a:t>
            </a:r>
            <a:r>
              <a:rPr sz="2800" dirty="0" err="1">
                <a:latin typeface="Consolas"/>
              </a:rPr>
              <a:t>openai.azure.com</a:t>
            </a:r>
            <a:r>
              <a:rPr sz="2800" dirty="0">
                <a:latin typeface="Consolas"/>
              </a:rPr>
              <a:t>/…/chat/completions</a:t>
            </a:r>
            <a:r>
              <a:rPr sz="2800" dirty="0"/>
              <a:t> + </a:t>
            </a:r>
            <a:r>
              <a:rPr sz="2800" dirty="0" err="1">
                <a:latin typeface="Consolas"/>
              </a:rPr>
              <a:t>api</a:t>
            </a:r>
            <a:r>
              <a:rPr sz="2800" dirty="0">
                <a:latin typeface="Consolas"/>
              </a:rPr>
              <a:t>-key</a:t>
            </a:r>
          </a:p>
          <a:p>
            <a:endParaRPr lang="en-US" sz="2800" dirty="0"/>
          </a:p>
          <a:p>
            <a:r>
              <a:rPr sz="2800" dirty="0"/>
              <a:t>Same request shape · a URL and a key apart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Every Model Is an HTTP Call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920240"/>
            <a:ext cx="10966704" cy="4617720"/>
          </a:xfrm>
        </p:spPr>
        <p:txBody>
          <a:bodyPr wrap="square">
            <a:normAutofit/>
          </a:bodyPr>
          <a:lstStyle/>
          <a:p>
            <a:r>
              <a:rPr sz="2800" dirty="0">
                <a:latin typeface="Consolas"/>
              </a:rPr>
              <a:t>localhost:11434</a:t>
            </a:r>
            <a:r>
              <a:rPr sz="2800" dirty="0"/>
              <a:t> → </a:t>
            </a:r>
            <a:r>
              <a:rPr sz="2800" dirty="0">
                <a:latin typeface="Consolas"/>
              </a:rPr>
              <a:t>/</a:t>
            </a:r>
            <a:r>
              <a:rPr sz="2800" dirty="0" err="1">
                <a:latin typeface="Consolas"/>
              </a:rPr>
              <a:t>api</a:t>
            </a:r>
            <a:r>
              <a:rPr sz="2800" dirty="0">
                <a:latin typeface="Consolas"/>
              </a:rPr>
              <a:t>/chat</a:t>
            </a:r>
            <a:r>
              <a:rPr sz="2800" dirty="0"/>
              <a:t> · </a:t>
            </a:r>
            <a:r>
              <a:rPr sz="2800" dirty="0">
                <a:latin typeface="Consolas"/>
              </a:rPr>
              <a:t>/</a:t>
            </a:r>
            <a:r>
              <a:rPr sz="2800" dirty="0" err="1">
                <a:latin typeface="Consolas"/>
              </a:rPr>
              <a:t>api</a:t>
            </a:r>
            <a:r>
              <a:rPr sz="2800" dirty="0">
                <a:latin typeface="Consolas"/>
              </a:rPr>
              <a:t>/embed</a:t>
            </a:r>
          </a:p>
          <a:p>
            <a:r>
              <a:rPr sz="2800" dirty="0">
                <a:latin typeface="Consolas"/>
              </a:rPr>
              <a:t>…</a:t>
            </a:r>
            <a:r>
              <a:rPr sz="2800" dirty="0" err="1">
                <a:latin typeface="Consolas"/>
              </a:rPr>
              <a:t>openai.azure.com</a:t>
            </a:r>
            <a:r>
              <a:rPr sz="2800" dirty="0">
                <a:latin typeface="Consolas"/>
              </a:rPr>
              <a:t>/…/chat/completions</a:t>
            </a:r>
            <a:r>
              <a:rPr sz="2800" dirty="0"/>
              <a:t> + </a:t>
            </a:r>
            <a:r>
              <a:rPr sz="2800" dirty="0" err="1">
                <a:latin typeface="Consolas"/>
              </a:rPr>
              <a:t>api</a:t>
            </a:r>
            <a:r>
              <a:rPr sz="2800" dirty="0">
                <a:latin typeface="Consolas"/>
              </a:rPr>
              <a:t>-key</a:t>
            </a:r>
          </a:p>
          <a:p>
            <a:endParaRPr lang="en-US" sz="2800" dirty="0"/>
          </a:p>
          <a:p>
            <a:r>
              <a:rPr sz="2800" dirty="0"/>
              <a:t>Same request shape · a URL and a key apart</a:t>
            </a:r>
          </a:p>
          <a:p>
            <a:r>
              <a:rPr sz="2800" dirty="0"/>
              <a:t>The SDKs are wrappers over these POSTs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4BC03A-0DD4-A2FB-79C1-639EBFB197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21644756-C614-96E3-849E-6F6593C79D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Meet The App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65CA538-C32A-5FDC-3E21-B2697FA350E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 lnSpcReduction="10000"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3124872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F90592F5-27C9-8B7F-9BCE-7369F418820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7226" y="1823541"/>
            <a:ext cx="8250237" cy="4640759"/>
          </a:xfrm>
          <a:prstGeom prst="rect">
            <a:avLst/>
          </a:prstGeom>
        </p:spPr>
      </p:pic>
      <p:sp>
        <p:nvSpPr>
          <p:cNvPr id="9" name="Title 8">
            <a:extLst>
              <a:ext uri="{FF2B5EF4-FFF2-40B4-BE49-F238E27FC236}">
                <a16:creationId xmlns:a16="http://schemas.microsoft.com/office/drawing/2014/main" id="{5C259584-274B-8DF1-5F5A-C02C3FA97F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Meet Trailhead Guides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dirty="0"/>
              <a:t>Meet </a:t>
            </a:r>
            <a:r>
              <a:rPr lang="en-US" dirty="0"/>
              <a:t>the Data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920240"/>
            <a:ext cx="10966704" cy="4617720"/>
          </a:xfrm>
        </p:spPr>
        <p:txBody>
          <a:bodyPr wrap="square">
            <a:normAutofit/>
          </a:bodyPr>
          <a:lstStyle/>
          <a:p>
            <a:r>
              <a:rPr sz="2800" dirty="0"/>
              <a:t>🗺️ 200 trails</a:t>
            </a:r>
            <a:endParaRPr lang="en-US" sz="2800" dirty="0"/>
          </a:p>
          <a:p>
            <a:r>
              <a:rPr lang="en-US" sz="2800" dirty="0"/>
              <a:t>📃 </a:t>
            </a:r>
            <a:r>
              <a:rPr sz="2800" dirty="0"/>
              <a:t>40 trip reports</a:t>
            </a:r>
          </a:p>
          <a:p>
            <a:r>
              <a:rPr sz="2800" dirty="0"/>
              <a:t>🎒 300 gear reviews </a:t>
            </a:r>
            <a:endParaRPr lang="en-US" sz="2800" dirty="0"/>
          </a:p>
          <a:p>
            <a:r>
              <a:rPr sz="2800" dirty="0"/>
              <a:t>📜 25 regulation docs</a:t>
            </a:r>
            <a:endParaRPr lang="en-US" sz="2800" dirty="0"/>
          </a:p>
          <a:p>
            <a:r>
              <a:rPr lang="en-US" sz="2800" dirty="0"/>
              <a:t>📥 A full email inbox</a:t>
            </a:r>
          </a:p>
          <a:p>
            <a:r>
              <a:rPr lang="en-US" sz="2800" dirty="0"/>
              <a:t>🌧️ 500 condition reports</a:t>
            </a:r>
          </a:p>
          <a:p>
            <a:r>
              <a:rPr lang="en-US" sz="2800" dirty="0"/>
              <a:t>🔌 Mock APIs (weather / campsites / permits)</a:t>
            </a:r>
          </a:p>
          <a:p>
            <a:r>
              <a:rPr lang="en-US" sz="2800" dirty="0"/>
              <a:t>⚠️ 100% synthetic</a:t>
            </a:r>
          </a:p>
          <a:p>
            <a:endParaRPr lang="en-US" sz="2800" dirty="0"/>
          </a:p>
          <a:p>
            <a:endParaRPr lang="en-US" sz="2800" dirty="0"/>
          </a:p>
          <a:p>
            <a:endParaRPr sz="2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etropolitan">
  <a:themeElements>
    <a:clrScheme name="Custom 1">
      <a:dk1>
        <a:sysClr val="windowText" lastClr="000000"/>
      </a:dk1>
      <a:lt1>
        <a:sysClr val="window" lastClr="FFFFFF"/>
      </a:lt1>
      <a:dk2>
        <a:srgbClr val="162F33"/>
      </a:dk2>
      <a:lt2>
        <a:srgbClr val="EAF0E0"/>
      </a:lt2>
      <a:accent1>
        <a:srgbClr val="0072C6"/>
      </a:accent1>
      <a:accent2>
        <a:srgbClr val="A8B97F"/>
      </a:accent2>
      <a:accent3>
        <a:srgbClr val="9B9256"/>
      </a:accent3>
      <a:accent4>
        <a:srgbClr val="657689"/>
      </a:accent4>
      <a:accent5>
        <a:srgbClr val="7A855D"/>
      </a:accent5>
      <a:accent6>
        <a:srgbClr val="84AC9D"/>
      </a:accent6>
      <a:hlink>
        <a:srgbClr val="2370CD"/>
      </a:hlink>
      <a:folHlink>
        <a:srgbClr val="877589"/>
      </a:folHlink>
    </a:clrScheme>
    <a:fontScheme name="Metropolitan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inorFont>
    </a:fontScheme>
    <a:fmtScheme name="Metropolitan">
      <a:fillStyleLst>
        <a:solidFill>
          <a:schemeClr val="phClr"/>
        </a:solidFill>
        <a:gradFill rotWithShape="1">
          <a:gsLst>
            <a:gs pos="0">
              <a:schemeClr val="phClr">
                <a:tint val="70000"/>
                <a:satMod val="100000"/>
                <a:lumMod val="110000"/>
              </a:schemeClr>
            </a:gs>
            <a:gs pos="50000">
              <a:schemeClr val="phClr">
                <a:tint val="75000"/>
                <a:satMod val="101000"/>
                <a:lumMod val="105000"/>
              </a:schemeClr>
            </a:gs>
            <a:gs pos="100000">
              <a:schemeClr val="phClr">
                <a:tint val="82000"/>
                <a:satMod val="104000"/>
                <a:lumMod val="105000"/>
              </a:schemeClr>
            </a:gs>
          </a:gsLst>
          <a:lin ang="2700000" scaled="0"/>
        </a:gradFill>
        <a:gradFill rotWithShape="1">
          <a:gsLst>
            <a:gs pos="0">
              <a:schemeClr val="phClr">
                <a:tint val="97000"/>
                <a:satMod val="100000"/>
                <a:lumMod val="102000"/>
              </a:schemeClr>
            </a:gs>
            <a:gs pos="50000">
              <a:schemeClr val="phClr">
                <a:shade val="100000"/>
                <a:satMod val="100000"/>
                <a:lumMod val="100000"/>
              </a:schemeClr>
            </a:gs>
            <a:gs pos="100000">
              <a:schemeClr val="phClr">
                <a:shade val="80000"/>
                <a:satMod val="100000"/>
                <a:lumMod val="99000"/>
              </a:schemeClr>
            </a:gs>
          </a:gsLst>
          <a:lin ang="27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solidFill>
          <a:schemeClr val="phClr">
            <a:shade val="95000"/>
            <a:satMod val="170000"/>
          </a:schemeClr>
        </a:soli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Metropolitan" id="{4C5440D6-04D2-4954-96CF-F251137069B2}" vid="{79CFCA13-9412-4290-BB4B-85112F88857B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B9FC66F1-1152-1545-A5C1-ABAAA7F2FAF2}">
  <we:reference id="wa200010725" version="1.0.0.1" store="en-US" storeType="OMEX"/>
  <we:alternateReferences>
    <we:reference id="WA200010725" version="1.0.0.1" store="WA200010725" storeType="OMEX"/>
  </we:alternateReferences>
  <we:properties>
    <we:property name="claude.fileId" value="&quot;c9fbb05a-0234-489e-a7de-af156d8ab243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98660</TotalTime>
  <Words>2276</Words>
  <Application>Microsoft Macintosh PowerPoint</Application>
  <PresentationFormat>Widescreen</PresentationFormat>
  <Paragraphs>260</Paragraphs>
  <Slides>46</Slides>
  <Notes>39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46</vt:i4>
      </vt:variant>
    </vt:vector>
  </HeadingPairs>
  <TitlesOfParts>
    <vt:vector size="53" baseType="lpstr">
      <vt:lpstr>Consolas</vt:lpstr>
      <vt:lpstr>Arial</vt:lpstr>
      <vt:lpstr>Calibri Light</vt:lpstr>
      <vt:lpstr>Komika Axis</vt:lpstr>
      <vt:lpstr>Calibri</vt:lpstr>
      <vt:lpstr>Segoe UI</vt:lpstr>
      <vt:lpstr>Metropolitan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The Problem</vt:lpstr>
      <vt:lpstr>The Wrong Question and the Better One</vt:lpstr>
      <vt:lpstr>The Wrong Question and the Better One</vt:lpstr>
      <vt:lpstr>Ten shippable AI features that solve problems your users already have, and the judgment to know when to build each.</vt:lpstr>
      <vt:lpstr>What You Leave Able to Do</vt:lpstr>
      <vt:lpstr>What You Leave Able to Do</vt:lpstr>
      <vt:lpstr>What You Leave Able to Do</vt:lpstr>
      <vt:lpstr>What You Leave Able to Do</vt:lpstr>
      <vt:lpstr>What You Leave Able to Do</vt:lpstr>
      <vt:lpstr>Jonathan "J." Tower</vt:lpstr>
      <vt:lpstr>Environment Setup</vt:lpstr>
      <vt:lpstr>Get Set Up</vt:lpstr>
      <vt:lpstr>Get Set Up</vt:lpstr>
      <vt:lpstr>Get Set Up</vt:lpstr>
      <vt:lpstr>Get Set Up</vt:lpstr>
      <vt:lpstr>Get Set Up</vt:lpstr>
      <vt:lpstr>Get Set Up</vt:lpstr>
      <vt:lpstr>Verify Your Setup</vt:lpstr>
      <vt:lpstr>Which “Users”?</vt:lpstr>
      <vt:lpstr>"Users" Is a Broad Word</vt:lpstr>
      <vt:lpstr>"Users" Is a Broad Word</vt:lpstr>
      <vt:lpstr>"Users" Is a Broad Word</vt:lpstr>
      <vt:lpstr>Modules and Schedule</vt:lpstr>
      <vt:lpstr>The Modules</vt:lpstr>
      <vt:lpstr>The Schedule</vt:lpstr>
      <vt:lpstr>How Each Module Works</vt:lpstr>
      <vt:lpstr>Languages and Frameworks</vt:lpstr>
      <vt:lpstr>Language Choices</vt:lpstr>
      <vt:lpstr>Language Choices</vt:lpstr>
      <vt:lpstr>Models</vt:lpstr>
      <vt:lpstr>Local Models, Cloud When Needed</vt:lpstr>
      <vt:lpstr>Every Model Is an HTTP Call</vt:lpstr>
      <vt:lpstr>Every Model Is an HTTP Call</vt:lpstr>
      <vt:lpstr>Every Model Is an HTTP Call</vt:lpstr>
      <vt:lpstr>Every Model Is an HTTP Call</vt:lpstr>
      <vt:lpstr>Meet The App</vt:lpstr>
      <vt:lpstr>Meet Trailhead Guides</vt:lpstr>
      <vt:lpstr>Meet the Data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NASA's Power of Ten</dc:title>
  <dc:subject/>
  <dc:creator>Jonathan "J." Tower</dc:creator>
  <cp:keywords/>
  <dc:description/>
  <cp:lastModifiedBy>Jonathan "J." Tower</cp:lastModifiedBy>
  <cp:revision>6</cp:revision>
  <dcterms:created xsi:type="dcterms:W3CDTF">2022-03-22T12:15:23Z</dcterms:created>
  <dcterms:modified xsi:type="dcterms:W3CDTF">2026-09-21T22:03:50Z</dcterms:modified>
  <cp:category/>
</cp:coreProperties>
</file>