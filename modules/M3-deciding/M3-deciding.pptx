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48"/>
  </p:notesMasterIdLst>
  <p:sldIdLst>
    <p:sldId id="576" r:id="rId2"/>
    <p:sldId id="577" r:id="rId3"/>
    <p:sldId id="578" r:id="rId4"/>
    <p:sldId id="579" r:id="rId5"/>
    <p:sldId id="586" r:id="rId6"/>
    <p:sldId id="587" r:id="rId7"/>
    <p:sldId id="626" r:id="rId8"/>
    <p:sldId id="627" r:id="rId9"/>
    <p:sldId id="628" r:id="rId10"/>
    <p:sldId id="629" r:id="rId11"/>
    <p:sldId id="630" r:id="rId12"/>
    <p:sldId id="631" r:id="rId13"/>
    <p:sldId id="632" r:id="rId14"/>
    <p:sldId id="588" r:id="rId15"/>
    <p:sldId id="590" r:id="rId16"/>
    <p:sldId id="591" r:id="rId17"/>
    <p:sldId id="592" r:id="rId18"/>
    <p:sldId id="593" r:id="rId19"/>
    <p:sldId id="594" r:id="rId20"/>
    <p:sldId id="595" r:id="rId21"/>
    <p:sldId id="596" r:id="rId22"/>
    <p:sldId id="597" r:id="rId23"/>
    <p:sldId id="598" r:id="rId24"/>
    <p:sldId id="599" r:id="rId25"/>
    <p:sldId id="600" r:id="rId26"/>
    <p:sldId id="601" r:id="rId27"/>
    <p:sldId id="604" r:id="rId28"/>
    <p:sldId id="606" r:id="rId29"/>
    <p:sldId id="607" r:id="rId30"/>
    <p:sldId id="608" r:id="rId31"/>
    <p:sldId id="609" r:id="rId32"/>
    <p:sldId id="610" r:id="rId33"/>
    <p:sldId id="611" r:id="rId34"/>
    <p:sldId id="612" r:id="rId35"/>
    <p:sldId id="613" r:id="rId36"/>
    <p:sldId id="614" r:id="rId37"/>
    <p:sldId id="615" r:id="rId38"/>
    <p:sldId id="616" r:id="rId39"/>
    <p:sldId id="617" r:id="rId40"/>
    <p:sldId id="618" r:id="rId41"/>
    <p:sldId id="619" r:id="rId42"/>
    <p:sldId id="621" r:id="rId43"/>
    <p:sldId id="622" r:id="rId44"/>
    <p:sldId id="623" r:id="rId45"/>
    <p:sldId id="624" r:id="rId46"/>
    <p:sldId id="625" r:id="rId47"/>
  </p:sldIdLst>
  <p:sldSz cx="12192000" cy="6858000"/>
  <p:notesSz cx="6858000" cy="9144000"/>
  <p:embeddedFontLst>
    <p:embeddedFont>
      <p:font typeface="Consolas" panose="020B0609020204030204" pitchFamily="49" charset="0"/>
      <p:regular r:id="rId49"/>
      <p:bold r:id="rId50"/>
      <p:italic r:id="rId51"/>
      <p:boldItalic r:id="rId52"/>
    </p:embeddedFont>
    <p:embeddedFont>
      <p:font typeface="Ink Free" panose="03080402000500000000" pitchFamily="66" charset="0"/>
      <p:regular r:id="rId53"/>
    </p:embeddedFont>
    <p:embeddedFont>
      <p:font typeface="Segoe UI" panose="020B0502040204020203" pitchFamily="34" charset="0"/>
      <p:regular r:id="rId54"/>
      <p:bold r:id="rId55"/>
      <p:italic r:id="rId56"/>
      <p:boldItalic r:id="rId5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17AB4"/>
    <a:srgbClr val="0079B4"/>
    <a:srgbClr val="00A700"/>
    <a:srgbClr val="D31616"/>
    <a:srgbClr val="FFFFFF"/>
    <a:srgbClr val="E88500"/>
    <a:srgbClr val="FFD800"/>
    <a:srgbClr val="007AB5"/>
    <a:srgbClr val="000000"/>
    <a:srgbClr val="502A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61" autoAdjust="0"/>
    <p:restoredTop sz="66874" autoAdjust="0"/>
  </p:normalViewPr>
  <p:slideViewPr>
    <p:cSldViewPr snapToGrid="0">
      <p:cViewPr varScale="1">
        <p:scale>
          <a:sx n="77" d="100"/>
          <a:sy n="77" d="100"/>
        </p:scale>
        <p:origin x="2104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5.fntdata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6.fntdata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Relationship Id="rId57" Type="http://schemas.openxmlformats.org/officeDocument/2006/relationships/font" Target="fonts/font9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4.fntdata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. Tower" userId="9d06de10716639e5" providerId="LiveId" clId="{F8931099-75CA-5660-A155-55881DF68D84}"/>
    <pc:docChg chg="undo redo custSel addSld delSld modSld sldOrd modSection">
      <pc:chgData name="J. Tower" userId="9d06de10716639e5" providerId="LiveId" clId="{F8931099-75CA-5660-A155-55881DF68D84}" dt="2026-09-21T20:24:28.704" v="1011" actId="2696"/>
      <pc:docMkLst>
        <pc:docMk/>
      </pc:docMkLst>
      <pc:sldChg chg="modSp mod">
        <pc:chgData name="J. Tower" userId="9d06de10716639e5" providerId="LiveId" clId="{F8931099-75CA-5660-A155-55881DF68D84}" dt="2026-09-16T15:03:37.416" v="991" actId="27636"/>
        <pc:sldMkLst>
          <pc:docMk/>
          <pc:sldMk cId="0" sldId="576"/>
        </pc:sldMkLst>
        <pc:spChg chg="mod">
          <ac:chgData name="J. Tower" userId="9d06de10716639e5" providerId="LiveId" clId="{F8931099-75CA-5660-A155-55881DF68D84}" dt="2026-09-16T15:03:37.416" v="991" actId="27636"/>
          <ac:spMkLst>
            <pc:docMk/>
            <pc:sldMk cId="0" sldId="576"/>
            <ac:spMk id="3" creationId="{00000000-0000-0000-0000-000000000000}"/>
          </ac:spMkLst>
        </pc:spChg>
      </pc:sldChg>
      <pc:sldChg chg="del">
        <pc:chgData name="J. Tower" userId="9d06de10716639e5" providerId="LiveId" clId="{F8931099-75CA-5660-A155-55881DF68D84}" dt="2026-09-21T20:24:28.704" v="1011" actId="2696"/>
        <pc:sldMkLst>
          <pc:docMk/>
          <pc:sldMk cId="0" sldId="580"/>
        </pc:sldMkLst>
      </pc:sldChg>
      <pc:sldChg chg="del">
        <pc:chgData name="J. Tower" userId="9d06de10716639e5" providerId="LiveId" clId="{F8931099-75CA-5660-A155-55881DF68D84}" dt="2026-09-21T20:24:28.704" v="1011" actId="2696"/>
        <pc:sldMkLst>
          <pc:docMk/>
          <pc:sldMk cId="0" sldId="581"/>
        </pc:sldMkLst>
      </pc:sldChg>
      <pc:sldChg chg="del">
        <pc:chgData name="J. Tower" userId="9d06de10716639e5" providerId="LiveId" clId="{F8931099-75CA-5660-A155-55881DF68D84}" dt="2026-09-21T20:24:28.704" v="1011" actId="2696"/>
        <pc:sldMkLst>
          <pc:docMk/>
          <pc:sldMk cId="0" sldId="582"/>
        </pc:sldMkLst>
      </pc:sldChg>
      <pc:sldChg chg="del">
        <pc:chgData name="J. Tower" userId="9d06de10716639e5" providerId="LiveId" clId="{F8931099-75CA-5660-A155-55881DF68D84}" dt="2026-09-21T20:24:28.704" v="1011" actId="2696"/>
        <pc:sldMkLst>
          <pc:docMk/>
          <pc:sldMk cId="0" sldId="583"/>
        </pc:sldMkLst>
      </pc:sldChg>
      <pc:sldChg chg="del">
        <pc:chgData name="J. Tower" userId="9d06de10716639e5" providerId="LiveId" clId="{F8931099-75CA-5660-A155-55881DF68D84}" dt="2026-09-21T20:24:28.704" v="1011" actId="2696"/>
        <pc:sldMkLst>
          <pc:docMk/>
          <pc:sldMk cId="0" sldId="584"/>
        </pc:sldMkLst>
      </pc:sldChg>
      <pc:sldChg chg="modSp del mod">
        <pc:chgData name="J. Tower" userId="9d06de10716639e5" providerId="LiveId" clId="{F8931099-75CA-5660-A155-55881DF68D84}" dt="2026-09-21T20:24:28.704" v="1011" actId="2696"/>
        <pc:sldMkLst>
          <pc:docMk/>
          <pc:sldMk cId="0" sldId="585"/>
        </pc:sldMkLst>
      </pc:sldChg>
      <pc:sldChg chg="modSp mod">
        <pc:chgData name="J. Tower" userId="9d06de10716639e5" providerId="LiveId" clId="{F8931099-75CA-5660-A155-55881DF68D84}" dt="2026-09-16T15:03:37.434" v="993" actId="27636"/>
        <pc:sldMkLst>
          <pc:docMk/>
          <pc:sldMk cId="0" sldId="586"/>
        </pc:sldMkLst>
        <pc:spChg chg="mod">
          <ac:chgData name="J. Tower" userId="9d06de10716639e5" providerId="LiveId" clId="{F8931099-75CA-5660-A155-55881DF68D84}" dt="2026-09-16T15:03:37.434" v="993" actId="27636"/>
          <ac:spMkLst>
            <pc:docMk/>
            <pc:sldMk cId="0" sldId="586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16T15:03:37.385" v="989" actId="27636"/>
        <pc:sldMkLst>
          <pc:docMk/>
          <pc:sldMk cId="0" sldId="593"/>
        </pc:sldMkLst>
        <pc:spChg chg="mod">
          <ac:chgData name="J. Tower" userId="9d06de10716639e5" providerId="LiveId" clId="{F8931099-75CA-5660-A155-55881DF68D84}" dt="2026-09-16T15:03:37.385" v="989" actId="27636"/>
          <ac:spMkLst>
            <pc:docMk/>
            <pc:sldMk cId="0" sldId="593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16T15:06:37.627" v="1010" actId="20577"/>
        <pc:sldMkLst>
          <pc:docMk/>
          <pc:sldMk cId="0" sldId="594"/>
        </pc:sldMkLst>
        <pc:spChg chg="mod">
          <ac:chgData name="J. Tower" userId="9d06de10716639e5" providerId="LiveId" clId="{F8931099-75CA-5660-A155-55881DF68D84}" dt="2026-09-16T15:06:37.627" v="1010" actId="20577"/>
          <ac:spMkLst>
            <pc:docMk/>
            <pc:sldMk cId="0" sldId="594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16T15:03:37.400" v="990" actId="27636"/>
        <pc:sldMkLst>
          <pc:docMk/>
          <pc:sldMk cId="0" sldId="609"/>
        </pc:sldMkLst>
        <pc:spChg chg="mod">
          <ac:chgData name="J. Tower" userId="9d06de10716639e5" providerId="LiveId" clId="{F8931099-75CA-5660-A155-55881DF68D84}" dt="2026-09-16T15:03:37.400" v="990" actId="27636"/>
          <ac:spMkLst>
            <pc:docMk/>
            <pc:sldMk cId="0" sldId="609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18B0EE-4D36-4F22-9622-021322CFFE3A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FD6E22-9A40-4B73-8B1F-06CEEFE4C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59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first two modules produced answers for a user. This one produces decisions for the people running the product: a ranger, an ops lead, a support manager.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user is usually a colleague; the rhythm again: three demos, then your lab hour.</a:t>
            </a:r>
          </a:p>
          <a:p>
            <a:r>
              <a:t>07: which queue does this message go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08: which of these 500 reports deserves 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09: what is the software allowed to send without a human reading it first.</a:t>
            </a:r>
          </a:p>
          <a:p>
            <a:r>
              <a:t>Three kinds of decision today: in 07 the model decides, in 08 arithmetic decides (the model only makes numbers), in 09 a person decides. 09 wraps the other two: the policy says which decisions a model may make alone.</a:t>
            </a:r>
          </a:p>
          <a:p>
            <a:r>
              <a:t>The thread to watch: errors are not symmetric. A misrouted complaint costs somebody a day; a misrouted emergency is a headline. Measure recall on the class that matters, give ambiguity an </a:t>
            </a:r>
            <a:r>
              <a:rPr>
                <a:latin typeface="Consolas"/>
              </a:rPr>
              <a:t>unsure</a:t>
            </a:r>
            <a:r>
              <a:t> lane to a person, and remember: a prompt instruction is a request, a policy lane is a guarantee. Feature 09 makes the sharpest version of that by failing, live, every time. Set it up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user problem, spoken, 60 seconds: every message to Trailhead lands in one inbox: permits, conditions, complaints, lost-and-found, and occasionally an actual emergency. A ranger triages by hand once or twice a day; the permit waits behind the granola questions, and the emergency sits unread for four hours. The user's real problem: their message goes into a hole.</a:t>
            </a:r>
          </a:p>
          <a:p>
            <a:r>
              <a:t>No concept slide: it's classification again (03 was the warm-up), now with consequences. Zero-shot, taxonomy as plain-language descriptions, and the demo shows the whole thing, including fixing a misroute by editing a sentence, not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textbook version: text classification assigns one of a fixed set of categories to a piece of text; routing is what the label triggers. Zero-shot means the categories are described in plain language, with no training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One inbox, everything mixed together. Here's inq-0013, a voicemail transcript.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app reads each message in 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 small local model: llama3.2.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prompt is the taxonomy: seven labels with a description each. The schema pins the answer to those seven, so it can't invent an eighth.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Back comes one label: emergency.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model only labels. Your code routes: a plain switch sends each label to its queue, emergencies to the top.</a:t>
            </a:r>
          </a:p>
          <a:p>
            <a:r>
              <a:rPr lang="en-US" dirty="0"/>
              <a:t>And there's an unsure label for the message that needs two queues. inq-0035 lands there, which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Score it against hand labels: 18 of 20. The number that matters is emergency recall, 2 of 2, and zero false emergencies.</a:t>
            </a:r>
          </a:p>
          <a:p>
            <a:r>
              <a:rPr lang="en-US" dirty="0"/>
              <a:t>The misses get fixed by editing the category descriptions, not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What to watch: The room finds the emergency in the raw inbox · One method · plain-language taxonomy · one label · The pile → tidy queues, in seconds · inq-0030: fixed by editing a sentence · inq-0035 → unsure, correctly · 📊 17/20 · 2/2 emergencies · every run</a:t>
            </a:r>
          </a:p>
          <a:p>
            <a:r>
              <a:rPr dirty="0"/>
              <a:t>~6 min · </a:t>
            </a:r>
            <a:r>
              <a:rPr dirty="0">
                <a:latin typeface="Consolas"/>
              </a:rPr>
              <a:t>cd modules/M3-deciding/F07-classification-routing/dotnet</a:t>
            </a:r>
          </a:p>
          <a:p>
            <a:r>
              <a:rPr dirty="0"/>
              <a:t>Files: </a:t>
            </a:r>
            <a:r>
              <a:rPr dirty="0" err="1">
                <a:latin typeface="Consolas"/>
              </a:rPr>
              <a:t>inquiries.jsonl</a:t>
            </a:r>
            <a:r>
              <a:rPr dirty="0"/>
              <a:t> = the full inbox, 100 · </a:t>
            </a:r>
            <a:r>
              <a:rPr dirty="0">
                <a:latin typeface="Consolas"/>
              </a:rPr>
              <a:t>inquiries-</a:t>
            </a:r>
            <a:r>
              <a:rPr dirty="0" err="1">
                <a:latin typeface="Consolas"/>
              </a:rPr>
              <a:t>slice.jsonl</a:t>
            </a:r>
            <a:r>
              <a:rPr dirty="0"/>
              <a:t> = the 20 the demo scores · </a:t>
            </a:r>
            <a:r>
              <a:rPr dirty="0">
                <a:latin typeface="Consolas"/>
              </a:rPr>
              <a:t>reference-</a:t>
            </a:r>
            <a:r>
              <a:rPr dirty="0" err="1">
                <a:latin typeface="Consolas"/>
              </a:rPr>
              <a:t>labels.json</a:t>
            </a:r>
            <a:r>
              <a:rPr dirty="0"/>
              <a:t> = hand labels</a:t>
            </a:r>
          </a:p>
          <a:p>
            <a:r>
              <a:rPr dirty="0" err="1"/>
              <a:t>Args</a:t>
            </a:r>
            <a:r>
              <a:rPr dirty="0"/>
              <a:t>: an inquiry id; starter default inq-0005, complete with none = all 20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/>
              <a:t>1. Open </a:t>
            </a:r>
            <a:r>
              <a:rPr dirty="0">
                <a:latin typeface="Consolas"/>
              </a:rPr>
              <a:t>data/</a:t>
            </a:r>
            <a:r>
              <a:rPr dirty="0" err="1">
                <a:latin typeface="Consolas"/>
              </a:rPr>
              <a:t>inquiries.jsonl</a:t>
            </a:r>
            <a:r>
              <a:rPr dirty="0"/>
              <a:t>, scroll. Let the room find the emergenc</a:t>
            </a:r>
            <a:r>
              <a:rPr lang="en-US" dirty="0"/>
              <a:t>ies (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inq-0013 and inq-0041)</a:t>
            </a:r>
            <a:r>
              <a:rPr dirty="0"/>
              <a:t>.</a:t>
            </a:r>
          </a:p>
          <a:p>
            <a:r>
              <a:rPr dirty="0"/>
              <a:t>2. Before: </a:t>
            </a:r>
            <a:r>
              <a:rPr dirty="0">
                <a:latin typeface="Consolas"/>
              </a:rPr>
              <a:t>cd starter &amp;&amp; dotnet run</a:t>
            </a:r>
            <a:r>
              <a:rPr dirty="0"/>
              <a:t>. One label, free text. Nothing stops a label that does not exist.</a:t>
            </a:r>
          </a:p>
          <a:p>
            <a:r>
              <a:rPr dirty="0"/>
              <a:t>3. After: </a:t>
            </a:r>
            <a:r>
              <a:rPr dirty="0">
                <a:latin typeface="Consolas"/>
              </a:rPr>
              <a:t>cd ../complete &amp;&amp; dotnet run</a:t>
            </a:r>
            <a:r>
              <a:rPr dirty="0"/>
              <a:t>. All 20 routed and scored, </a:t>
            </a:r>
            <a:r>
              <a:rPr dirty="0" err="1"/>
              <a:t>enum</a:t>
            </a:r>
            <a:r>
              <a:rPr dirty="0"/>
              <a:t>-constrained. The emergency at the top of its own queue.</a:t>
            </a:r>
          </a:p>
          <a:p>
            <a:r>
              <a:rPr dirty="0"/>
              <a:t>4. inq-0030 is wrong. Edit its category description in </a:t>
            </a:r>
            <a:r>
              <a:rPr dirty="0" err="1">
                <a:latin typeface="Consolas"/>
              </a:rPr>
              <a:t>Program.cs</a:t>
            </a:r>
            <a:r>
              <a:rPr dirty="0"/>
              <a:t>, not the code: add "and asking whether an activity such as commercial photography needs a special use permit" to the end of the permit line. </a:t>
            </a:r>
            <a:r>
              <a:rPr dirty="0">
                <a:latin typeface="Consolas"/>
              </a:rPr>
              <a:t>dotnet run</a:t>
            </a:r>
            <a:r>
              <a:rPr dirty="0"/>
              <a:t> again: inq-0030 moves to permit, 18/20.</a:t>
            </a:r>
          </a:p>
          <a:p>
            <a:r>
              <a:rPr dirty="0"/>
              <a:t>5. </a:t>
            </a:r>
            <a:r>
              <a:rPr dirty="0">
                <a:latin typeface="Consolas"/>
              </a:rPr>
              <a:t>dotnet run -- inq-0035</a:t>
            </a:r>
            <a:r>
              <a:rPr dirty="0"/>
              <a:t>: </a:t>
            </a:r>
            <a:r>
              <a:rPr dirty="0">
                <a:latin typeface="Consolas"/>
              </a:rPr>
              <a:t>unsure</a:t>
            </a:r>
            <a:r>
              <a:rPr dirty="0"/>
              <a:t>, correctly. The description forbids anything dangerous landing here.</a:t>
            </a:r>
          </a:p>
          <a:p>
            <a:r>
              <a:rPr dirty="0"/>
              <a:t>6. 17/20, 2/2 emergencies. Which number matters.</a:t>
            </a:r>
          </a:p>
          <a:p>
            <a:r>
              <a:rPr dirty="0"/>
              <a:t>Cut: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Support, sales leads, HR, incoming documents. Ongoing work is refining the taxonomy as traffic reveals edge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line for your boss. Row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Easy. If asked about cost: days; no training data to start; local models make per-message cost roughly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user problem, spoken, 60 seconds: about 500 trail-condition reports a season across 200 trails, and almost all of them say "muddy in spots, otherwise fine." Then in one week three hikers report a washed-out bridge on the same trail and a fourth mentions aggressive bear activity two trails over, and nobody notices. The park hears about the bridge from a one-star review a month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textbook version: anomaly detection identifies items that deviate significantly from the majority of the data. Here the "majority" is a centroid of embedded reports and deviation is cosine distance.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Barely an AI feature: embeddings plus arithmetic. Start with one trail's forty condition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app sends each report to be embedded.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nomic-embed-text, the same model as 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With the classification: prefix. The prefix is in the model card, and it matters: without it the bridge report ranks 11th; with it, 2nd.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Average the vectors. That point is the centroid of "normal": mud, bugs, crowds.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Each report's distance from it. Threshold at mean plus one standard deviation: 7 of 40 land beyond it.</a:t>
            </a:r>
          </a:p>
          <a:p>
            <a:r>
              <a:rPr lang="en-US" dirty="0"/>
              <a:t>"Bridge washed out" sits farther from the mud cluster than mud reports sit from each other. So do the parking complaint and the glacier lilies.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alert rule is the feature: one flagged report is noise, two or more in fourteen days is an event. One alert, three reports, all real.</a:t>
            </a:r>
          </a:p>
          <a:p>
            <a:r>
              <a:rPr lang="en-US" dirty="0"/>
              <a:t>The model only made vectors: 40 embeddings, 0 chat completions. Some AI features are mostly arithmetic wearing an AI badge.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What to watch: The stream is boring on purpose · The centroid: the center of normal · ❌ --raw: washouts lost mid-list · ✅ classification: prefix: rank 11 → 2 · Alert rule: 1 alert · 3 real reports · 0 false · The bear trail: cleaner still · Model calls: embeddings only</a:t>
            </a:r>
          </a:p>
          <a:p>
            <a:r>
              <a:rPr dirty="0"/>
              <a:t>~6 min · </a:t>
            </a:r>
            <a:r>
              <a:rPr dirty="0">
                <a:latin typeface="Consolas"/>
              </a:rPr>
              <a:t>cd modules/M3-deciding/F08-anomaly-detection/dotnet</a:t>
            </a:r>
          </a:p>
          <a:p>
            <a:r>
              <a:rPr dirty="0"/>
              <a:t>Files: </a:t>
            </a:r>
            <a:r>
              <a:rPr dirty="0">
                <a:latin typeface="Consolas"/>
              </a:rPr>
              <a:t>reports-0117.jsonl</a:t>
            </a:r>
            <a:r>
              <a:rPr dirty="0"/>
              <a:t> = 40 reports, the washout trail · </a:t>
            </a:r>
            <a:r>
              <a:rPr dirty="0">
                <a:latin typeface="Consolas"/>
              </a:rPr>
              <a:t>reports-0042.jsonl</a:t>
            </a:r>
            <a:r>
              <a:rPr dirty="0"/>
              <a:t> = 25 reports, the bear trail · </a:t>
            </a:r>
            <a:r>
              <a:rPr dirty="0">
                <a:latin typeface="Consolas"/>
              </a:rPr>
              <a:t>embeddings-0117.json</a:t>
            </a:r>
            <a:r>
              <a:rPr dirty="0"/>
              <a:t> = precomputed vectors, the starter runs offline on them</a:t>
            </a:r>
          </a:p>
          <a:p>
            <a:r>
              <a:rPr dirty="0"/>
              <a:t>Flags: </a:t>
            </a:r>
            <a:r>
              <a:rPr dirty="0">
                <a:latin typeface="Consolas"/>
              </a:rPr>
              <a:t>--raw</a:t>
            </a:r>
            <a:r>
              <a:rPr dirty="0"/>
              <a:t> = no task prefix · </a:t>
            </a:r>
            <a:r>
              <a:rPr dirty="0">
                <a:latin typeface="Consolas"/>
              </a:rPr>
              <a:t>--trail 0042</a:t>
            </a:r>
            <a:r>
              <a:rPr dirty="0"/>
              <a:t> = the other trail · </a:t>
            </a:r>
            <a:r>
              <a:rPr dirty="0">
                <a:latin typeface="Consolas"/>
              </a:rPr>
              <a:t>--sigma</a:t>
            </a:r>
            <a:r>
              <a:rPr dirty="0"/>
              <a:t> = threshold (default mean + 1 </a:t>
            </a:r>
            <a:r>
              <a:rPr dirty="0" err="1"/>
              <a:t>sd</a:t>
            </a:r>
            <a:r>
              <a:rPr dirty="0"/>
              <a:t>) · </a:t>
            </a:r>
            <a:r>
              <a:rPr dirty="0">
                <a:latin typeface="Consolas"/>
              </a:rPr>
              <a:t>--window</a:t>
            </a:r>
            <a:r>
              <a:rPr dirty="0"/>
              <a:t> = days (default 14)</a:t>
            </a:r>
          </a:p>
          <a:p>
            <a:r>
              <a:rPr dirty="0"/>
              <a:t>1. Open </a:t>
            </a:r>
            <a:r>
              <a:rPr dirty="0">
                <a:latin typeface="Consolas"/>
              </a:rPr>
              <a:t>data/reports-0117.jsonl</a:t>
            </a:r>
            <a:r>
              <a:rPr dirty="0"/>
              <a:t>, scroll. Boring on purpose. Find the problem. Nobody can.</a:t>
            </a:r>
          </a:p>
          <a:p>
            <a:r>
              <a:rPr dirty="0"/>
              <a:t>2. Centroid: average the vectors, the center of normal.</a:t>
            </a:r>
          </a:p>
          <a:p>
            <a:r>
              <a:rPr dirty="0"/>
              <a:t>3. Before: </a:t>
            </a:r>
            <a:r>
              <a:rPr dirty="0">
                <a:latin typeface="Consolas"/>
              </a:rPr>
              <a:t>cd complete &amp;&amp; dotnet run -- --raw</a:t>
            </a:r>
            <a:r>
              <a:rPr dirty="0"/>
              <a:t>. Washouts lost mid-list.</a:t>
            </a:r>
          </a:p>
          <a:p>
            <a:r>
              <a:rPr dirty="0"/>
              <a:t>4. After: </a:t>
            </a:r>
            <a:r>
              <a:rPr dirty="0">
                <a:latin typeface="Consolas"/>
              </a:rPr>
              <a:t>dotnet run</a:t>
            </a:r>
            <a:r>
              <a:rPr dirty="0"/>
              <a:t>. </a:t>
            </a:r>
            <a:r>
              <a:rPr dirty="0">
                <a:latin typeface="Consolas"/>
              </a:rPr>
              <a:t>classification:</a:t>
            </a:r>
            <a:r>
              <a:rPr dirty="0"/>
              <a:t> prefix. A washout jumps to rank 2. Read the model card.</a:t>
            </a:r>
          </a:p>
          <a:p>
            <a:r>
              <a:rPr dirty="0"/>
              <a:t>5. Same output, the alert block: 1 alert, 3 real reports, 0 false.</a:t>
            </a:r>
          </a:p>
          <a:p>
            <a:r>
              <a:rPr dirty="0"/>
              <a:t>6. </a:t>
            </a:r>
            <a:r>
              <a:rPr dirty="0">
                <a:latin typeface="Consolas"/>
              </a:rPr>
              <a:t>dotnet run -- --trail 0042</a:t>
            </a:r>
            <a:r>
              <a:rPr dirty="0"/>
              <a:t>: the bear spike, cleaner still.</a:t>
            </a:r>
          </a:p>
          <a:p>
            <a:r>
              <a:rPr dirty="0"/>
              <a:t>7. Model calls: embeddings only. The rest was subtraction.</a:t>
            </a:r>
          </a:p>
          <a:p>
            <a:r>
              <a:rPr dirty="0"/>
              <a:t>Cut: 3, go straight to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Tickets, logs, safety reports, transaction notes, review streams. Pairs with 07: classification handles the categories you knew to define; anomaly detection catches the things you didn't.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line for your boss. Row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Medium. If asked about cost: days to build, cheap to run forever; embeddings are the only model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user problem, spoken, 60 seconds: 07 routed the inbox, and now the ranger has forty messages that need replies, most of them boilerplate typed a hundred times. The obvious move is to let the AI answer; the obvious disaster is the AI telling a visitor campfires are fine during a burn ban, on official letterhead. The ranger's problem is drudgery; the park's problem is that fully automating outbound communication is how you end up apologizing publicly.</a:t>
            </a:r>
          </a:p>
          <a:p>
            <a:r>
              <a:t>The demo opens with the failure that makes the point: asked to draft a reply to a woman whose husband is four hours overdue, the model writes a warm, reassuring, useless note, every run, even with the escalation instruction moved to the top, where it announces ESCALATE and then writes the note anyway. More prompt engineering is not the lesson; the policy lives in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textbook version (IBM): a human actively participates in the operation, supervision, or decision-making of an automated system. The machine gets the efficiency; the human keeps the judgment.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 product pattern, not a model feature. It starts with an inquiry 07 already routed: the Avalanche Lake washout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app gets the category and, the way 05 did, the park doc excerpt.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 policy table sits in front of the model: auto-send, draft-for-approval, or human-only, by error cost and reversibility. Conditions questions are draft-for-approval.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model drafts a reply from the inquiry and the excerpt. This one is accurate and cited.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 ranger approves, edits, or rejects. This box is the feature.</a:t>
            </a:r>
          </a:p>
          <a:p>
            <a:r>
              <a:rPr lang="en-US" dirty="0"/>
              <a:t>The easiest question in the queue came back with the closure reversed and the right document cited. Only a person reading it catches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Only approved text reaches the outbox.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Every decision is logged: draft, decision, final text, and the edit distance. Today's edits are tomorrow's prompt, and the log is how a lane earns promotion.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Emergencies skip the whole diagram. Told in the prompt not to draft for an emergency, the model drafted a reassuring reply three times out of three. A prompt instruction is a request; a policy lane is a guarantee.</a:t>
            </a:r>
          </a:p>
          <a:p>
            <a:r>
              <a:rPr lang="en-US" dirty="0"/>
              <a:t>The model types, a person decides, the log proves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What to watch: The escalation failure, live: ESCALATE… then the note anyway · A routed queue awaiting replies · One grounded draft: good, not perfect · Approve · edit · reject-and-rewrite · The audit log, with edit distance · The policy table: point at the emergency row</a:t>
            </a:r>
          </a:p>
          <a:p>
            <a:r>
              <a:t>~5 min · </a:t>
            </a:r>
            <a:r>
              <a:rPr>
                <a:latin typeface="Consolas"/>
              </a:rPr>
              <a:t>cd modules/M3-deciding/F09-human-in-the-loop/dotnet</a:t>
            </a:r>
          </a:p>
          <a:p>
            <a:r>
              <a:t>Files: </a:t>
            </a:r>
            <a:r>
              <a:rPr>
                <a:latin typeface="Consolas"/>
              </a:rPr>
              <a:t>inquiries.jsonl</a:t>
            </a:r>
            <a:r>
              <a:t> = a queue of 6, one is the overdue-husband emergency · </a:t>
            </a:r>
            <a:r>
              <a:rPr>
                <a:latin typeface="Consolas"/>
              </a:rPr>
              <a:t>outbox/</a:t>
            </a:r>
            <a:r>
              <a:t> = what got sent · </a:t>
            </a:r>
            <a:r>
              <a:rPr>
                <a:latin typeface="Consolas"/>
              </a:rPr>
              <a:t>decisions.jsonl</a:t>
            </a:r>
            <a:r>
              <a:t> = the audit log</a:t>
            </a:r>
          </a:p>
          <a:p>
            <a:r>
              <a:t>Flags: </a:t>
            </a:r>
            <a:r>
              <a:rPr>
                <a:latin typeface="Consolas"/>
              </a:rPr>
              <a:t>--policy</a:t>
            </a:r>
            <a:r>
              <a:t> = print the routing table and exit · </a:t>
            </a:r>
            <a:r>
              <a:rPr>
                <a:latin typeface="Consolas"/>
              </a:rPr>
              <a:t>--auto-approve-dry-run</a:t>
            </a:r>
            <a:r>
              <a:t> = non-interactive, testing only</a:t>
            </a:r>
          </a:p>
          <a:p>
            <a:r>
              <a:t>1. Before: </a:t>
            </a:r>
            <a:r>
              <a:rPr>
                <a:latin typeface="Consolas"/>
              </a:rPr>
              <a:t>cd starter &amp;&amp; dotnet run</a:t>
            </a:r>
            <a:r>
              <a:t>. Six drafts, all sent, none reviewed. The emergency gets a warm, useless note. Every time.</a:t>
            </a:r>
          </a:p>
          <a:p>
            <a:r>
              <a:t>2. After: </a:t>
            </a:r>
            <a:r>
              <a:rPr>
                <a:latin typeface="Consolas"/>
              </a:rPr>
              <a:t>cd ../complete &amp;&amp; dotnet run</a:t>
            </a:r>
            <a:r>
              <a:t>. The queue, one at a time. Approve one. Edit one. Reject one and write it.</a:t>
            </a:r>
          </a:p>
          <a:p>
            <a:r>
              <a:t>3. Open </a:t>
            </a:r>
            <a:r>
              <a:rPr>
                <a:latin typeface="Consolas"/>
              </a:rPr>
              <a:t>decisions.jsonl</a:t>
            </a:r>
            <a:r>
              <a:t>: draft, decision, final text, edit distance.</a:t>
            </a:r>
          </a:p>
          <a:p>
            <a:r>
              <a:t>4. </a:t>
            </a:r>
            <a:r>
              <a:rPr>
                <a:latin typeface="Consolas"/>
              </a:rPr>
              <a:t>dotnet run -- --policy</a:t>
            </a:r>
            <a:r>
              <a:t>: the table. Point at the emergency row. No AI, by policy.</a:t>
            </a:r>
          </a:p>
          <a:p>
            <a:r>
              <a:t>5. The edits are tomorrow's prompt.</a:t>
            </a:r>
          </a:p>
          <a:p>
            <a:r>
              <a:t>Cut: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Support replies, quotes, claims decisions. Often what makes the other nine shippable.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line for your boss. Row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Medium. If asked about cost: drafting is trivial; the approval UI, audit trail, and policy design are ordinary product engineering, measured in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07 is structured output with an enum plus an honest scoring pass; the number that matters is emergency recall, not overall accuracy.</a:t>
            </a:r>
          </a:p>
          <a:p>
            <a:r>
              <a:t>Then choose by energy as much as by interest: 08 lets you go straight to the math; 09 is mostly a decision about what your software may do unsupervised. Running out of gas? Take this. It is also the one most likely to matter back at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two people what surprised them.</a:t>
            </a:r>
          </a:p>
          <a:p>
            <a:r>
              <a:t>Prompts if quiet: whose classifier caught both emergencies? Whose model wrote the reassuring note? Rows 7-9 of the framework are done. Break, then Module 4, and everyone does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5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600" spc="-9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fld id="{FDB08721-E45B-4A66-93A6-531BE00DB2CF}" type="datetimeFigureOut">
              <a:rPr lang="en-US" smtClean="0"/>
              <a:pPr defTabSz="342900"/>
              <a:t>9/21/26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pPr defTabSz="342900"/>
            <a:fld id="{78C739BE-451B-478D-B9BF-5E72F79512D5}" type="slidenum">
              <a:rPr lang="en-US" smtClean="0"/>
              <a:pPr defTabSz="342900"/>
              <a:t>‹#›</a:t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4160704"/>
            <a:ext cx="12192000" cy="869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3" y="4284569"/>
            <a:ext cx="9228201" cy="1587279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0072C6"/>
                </a:solidFill>
                <a:latin typeface="+mj-lt"/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225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9/21/26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9795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4558624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b="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5468293"/>
            <a:ext cx="9226296" cy="381836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9/21/26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836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1" y="1998134"/>
            <a:ext cx="4663440" cy="376732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9/21/26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4121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165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165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9/21/26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259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9/21/26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750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9/21/26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5654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3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3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>
                <a:solidFill>
                  <a:srgbClr val="262626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9/21/26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pPr defTabSz="342900"/>
            <a:fld id="{78C739BE-451B-478D-B9BF-5E72F79512D5}" type="slidenum">
              <a:rPr lang="en-US" smtClean="0"/>
              <a:pPr defTabSz="34290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03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9"/>
            <a:ext cx="10780776" cy="613283"/>
          </a:xfrm>
        </p:spPr>
        <p:txBody>
          <a:bodyPr anchor="b">
            <a:normAutofit/>
          </a:bodyPr>
          <a:lstStyle>
            <a:lvl1pPr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600"/>
              </a:spcBef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050">
                <a:solidFill>
                  <a:srgbClr val="262626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fld id="{FDB08721-E45B-4A66-93A6-531BE00DB2CF}" type="datetimeFigureOut">
              <a:rPr lang="en-US" smtClean="0"/>
              <a:pPr defTabSz="342900"/>
              <a:t>9/21/26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pPr defTabSz="342900"/>
            <a:fld id="{78C739BE-451B-478D-B9BF-5E72F79512D5}" type="slidenum">
              <a:rPr lang="en-US" smtClean="0"/>
              <a:pPr defTabSz="34290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388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9/21/26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926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1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6" y="714377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9/21/26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723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6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3">
                <a:solidFill>
                  <a:schemeClr val="tx1">
                    <a:alpha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9/21/26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3" cap="all" baseline="0">
                <a:solidFill>
                  <a:schemeClr val="tx1">
                    <a:alpha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7" y="5876414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7725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989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4050" kern="1200" spc="-90" baseline="0">
          <a:solidFill>
            <a:srgbClr val="0070C0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68580" indent="-68580" algn="l" defTabSz="685800" rtl="0" eaLnBrk="1" latinLnBrk="0" hangingPunct="1">
        <a:lnSpc>
          <a:spcPct val="85000"/>
        </a:lnSpc>
        <a:spcBef>
          <a:spcPts val="975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260604" indent="-257175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411480" indent="-41148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500" i="1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617220" indent="-61722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822960" indent="-82296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9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0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2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3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1"/>
              <a:t>Building Pragmatic AI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t>Module 3: Deciding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  <p:pic>
        <p:nvPicPr>
          <p:cNvPr id="5" name="Picture 4" descr="ba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144"/>
            <a:ext cx="12188952" cy="31821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2016" y="3657600"/>
            <a:ext cx="2167128" cy="21671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This Module</a:t>
            </a:r>
          </a:p>
        </p:txBody>
      </p:sp>
      <p:pic>
        <p:nvPicPr>
          <p:cNvPr id="3" name="Picture 2" descr="bra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990088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400507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F07 Route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This Module</a:t>
            </a:r>
          </a:p>
        </p:txBody>
      </p:sp>
      <p:pic>
        <p:nvPicPr>
          <p:cNvPr id="3" name="Picture 2" descr="bra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990088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400507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F07 Route</a:t>
            </a:r>
          </a:p>
        </p:txBody>
      </p:sp>
      <p:pic>
        <p:nvPicPr>
          <p:cNvPr id="5" name="Picture 4" descr="scat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2990088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20640" y="400507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F08 Detect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This Module</a:t>
            </a:r>
          </a:p>
        </p:txBody>
      </p:sp>
      <p:pic>
        <p:nvPicPr>
          <p:cNvPr id="3" name="Picture 2" descr="bra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990088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400507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F07 Route</a:t>
            </a:r>
          </a:p>
        </p:txBody>
      </p:sp>
      <p:pic>
        <p:nvPicPr>
          <p:cNvPr id="5" name="Picture 4" descr="scat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2990088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20640" y="400507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F08 Detect</a:t>
            </a:r>
          </a:p>
        </p:txBody>
      </p:sp>
      <p:pic>
        <p:nvPicPr>
          <p:cNvPr id="7" name="Picture 6" descr="shield-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240" y="2990088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281160" y="400507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F09 Approve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1">
                <a:solidFill>
                  <a:srgbClr val="017AB4"/>
                </a:solidFill>
              </a:rPr>
              <a:t>F07 · Classification &amp; Routing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ra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37160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834640"/>
            <a:ext cx="1033272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/>
              <a:t>Give each message a </a:t>
            </a:r>
            <a:r>
              <a:rPr sz="4000" b="1">
                <a:solidFill>
                  <a:srgbClr val="017AB4"/>
                </a:solidFill>
              </a:rPr>
              <a:t>label</a:t>
            </a:r>
            <a:r>
              <a:rPr sz="4000"/>
              <a:t>, and let the label pick the </a:t>
            </a:r>
            <a:r>
              <a:rPr sz="4000" b="1">
                <a:solidFill>
                  <a:srgbClr val="017AB4"/>
                </a:solidFill>
              </a:rPr>
              <a:t>queue</a:t>
            </a:r>
            <a:r>
              <a:rPr sz="4000"/>
              <a:t>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F07 · How It Works</a:t>
            </a:r>
          </a:p>
        </p:txBody>
      </p:sp>
      <p:grpSp>
        <p:nvGrpSpPr>
          <p:cNvPr id="107" name="Visitor Message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Visitor Message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Visitor Message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8467" y="644604"/>
                    <a:pt x="207522" y="600704"/>
                    <a:pt x="197167" y="557212"/>
                  </a:cubicBezTo>
                  <a:cubicBezTo>
                    <a:pt x="211618" y="505133"/>
                    <a:pt x="183710" y="456307"/>
                    <a:pt x="197167" y="411480"/>
                  </a:cubicBezTo>
                  <a:cubicBezTo>
                    <a:pt x="204659" y="350562"/>
                    <a:pt x="191976" y="312947"/>
                    <a:pt x="197167" y="265747"/>
                  </a:cubicBezTo>
                  <a:cubicBezTo>
                    <a:pt x="196487" y="210087"/>
                    <a:pt x="204940" y="169181"/>
                    <a:pt x="197167" y="120015"/>
                  </a:cubicBezTo>
                  <a:cubicBezTo>
                    <a:pt x="273965" y="119793"/>
                    <a:pt x="338423" y="112584"/>
                    <a:pt x="411480" y="120015"/>
                  </a:cubicBezTo>
                  <a:cubicBezTo>
                    <a:pt x="414566" y="191673"/>
                    <a:pt x="411391" y="231020"/>
                    <a:pt x="411480" y="300037"/>
                  </a:cubicBezTo>
                  <a:cubicBezTo>
                    <a:pt x="475425" y="275290"/>
                    <a:pt x="547636" y="317939"/>
                    <a:pt x="625792" y="300037"/>
                  </a:cubicBezTo>
                  <a:cubicBezTo>
                    <a:pt x="626818" y="362944"/>
                    <a:pt x="643544" y="440818"/>
                    <a:pt x="625792" y="501491"/>
                  </a:cubicBezTo>
                  <a:cubicBezTo>
                    <a:pt x="600686" y="570046"/>
                    <a:pt x="643162" y="621115"/>
                    <a:pt x="625792" y="702945"/>
                  </a:cubicBezTo>
                  <a:cubicBezTo>
                    <a:pt x="575955" y="702257"/>
                    <a:pt x="518823" y="690990"/>
                    <a:pt x="482914" y="702945"/>
                  </a:cubicBezTo>
                  <a:cubicBezTo>
                    <a:pt x="429695" y="702261"/>
                    <a:pt x="382883" y="689123"/>
                    <a:pt x="340045" y="702945"/>
                  </a:cubicBezTo>
                  <a:cubicBezTo>
                    <a:pt x="293329" y="695586"/>
                    <a:pt x="241403" y="704466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496068" y="178768"/>
                    <a:pt x="539048" y="213670"/>
                    <a:pt x="570071" y="248602"/>
                  </a:cubicBezTo>
                  <a:cubicBezTo>
                    <a:pt x="532782" y="245272"/>
                    <a:pt x="495427" y="240361"/>
                    <a:pt x="462915" y="248602"/>
                  </a:cubicBezTo>
                  <a:cubicBezTo>
                    <a:pt x="468789" y="218387"/>
                    <a:pt x="468668" y="179223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394982" y="70412"/>
                    <a:pt x="364093" y="62948"/>
                    <a:pt x="304323" y="68580"/>
                  </a:cubicBezTo>
                  <a:cubicBezTo>
                    <a:pt x="249828" y="71002"/>
                    <a:pt x="197031" y="70070"/>
                    <a:pt x="145732" y="68580"/>
                  </a:cubicBezTo>
                  <a:cubicBezTo>
                    <a:pt x="148728" y="140736"/>
                    <a:pt x="143613" y="179454"/>
                    <a:pt x="145732" y="240030"/>
                  </a:cubicBezTo>
                  <a:cubicBezTo>
                    <a:pt x="156494" y="298040"/>
                    <a:pt x="147512" y="346058"/>
                    <a:pt x="145732" y="411480"/>
                  </a:cubicBezTo>
                  <a:cubicBezTo>
                    <a:pt x="142693" y="468736"/>
                    <a:pt x="136863" y="515785"/>
                    <a:pt x="145732" y="582930"/>
                  </a:cubicBezTo>
                  <a:cubicBezTo>
                    <a:pt x="135011" y="642532"/>
                    <a:pt x="136050" y="691220"/>
                    <a:pt x="145732" y="754380"/>
                  </a:cubicBezTo>
                  <a:cubicBezTo>
                    <a:pt x="203146" y="746951"/>
                    <a:pt x="265929" y="733672"/>
                    <a:pt x="322900" y="754380"/>
                  </a:cubicBezTo>
                  <a:cubicBezTo>
                    <a:pt x="379903" y="745152"/>
                    <a:pt x="454042" y="747368"/>
                    <a:pt x="500059" y="754380"/>
                  </a:cubicBezTo>
                  <a:cubicBezTo>
                    <a:pt x="552417" y="768064"/>
                    <a:pt x="617746" y="771334"/>
                    <a:pt x="677227" y="754380"/>
                  </a:cubicBezTo>
                  <a:cubicBezTo>
                    <a:pt x="683327" y="695738"/>
                    <a:pt x="676824" y="630481"/>
                    <a:pt x="677227" y="588647"/>
                  </a:cubicBezTo>
                  <a:cubicBezTo>
                    <a:pt x="675482" y="529337"/>
                    <a:pt x="690703" y="479753"/>
                    <a:pt x="677227" y="422907"/>
                  </a:cubicBezTo>
                  <a:cubicBezTo>
                    <a:pt x="676609" y="374812"/>
                    <a:pt x="657756" y="301487"/>
                    <a:pt x="677227" y="257175"/>
                  </a:cubicBezTo>
                  <a:cubicBezTo>
                    <a:pt x="636684" y="241874"/>
                    <a:pt x="592592" y="194949"/>
                    <a:pt x="570071" y="162877"/>
                  </a:cubicBezTo>
                  <a:cubicBezTo>
                    <a:pt x="534576" y="131924"/>
                    <a:pt x="503676" y="94902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09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3549" y="76333"/>
                            <a:pt x="23800" y="70667"/>
                            <a:pt x="23000" y="65000"/>
                          </a:cubicBezTo>
                          <a:cubicBezTo>
                            <a:pt x="23224" y="59333"/>
                            <a:pt x="22057" y="53667"/>
                            <a:pt x="23000" y="48000"/>
                          </a:cubicBezTo>
                          <a:cubicBezTo>
                            <a:pt x="23815" y="42333"/>
                            <a:pt x="22351" y="36667"/>
                            <a:pt x="23000" y="31000"/>
                          </a:cubicBezTo>
                          <a:cubicBezTo>
                            <a:pt x="22612" y="25333"/>
                            <a:pt x="23729" y="19667"/>
                            <a:pt x="23000" y="14000"/>
                          </a:cubicBezTo>
                          <a:cubicBezTo>
                            <a:pt x="31333" y="14114"/>
                            <a:pt x="39667" y="14050"/>
                            <a:pt x="48000" y="14000"/>
                          </a:cubicBezTo>
                          <a:cubicBezTo>
                            <a:pt x="46974" y="21000"/>
                            <a:pt x="48485" y="28000"/>
                            <a:pt x="48000" y="35000"/>
                          </a:cubicBezTo>
                          <a:cubicBezTo>
                            <a:pt x="56333" y="34297"/>
                            <a:pt x="64667" y="35927"/>
                            <a:pt x="73000" y="35000"/>
                          </a:cubicBezTo>
                          <a:cubicBezTo>
                            <a:pt x="71860" y="42833"/>
                            <a:pt x="74030" y="50667"/>
                            <a:pt x="73000" y="58500"/>
                          </a:cubicBezTo>
                          <a:cubicBezTo>
                            <a:pt x="72155" y="66333"/>
                            <a:pt x="73621" y="74167"/>
                            <a:pt x="73000" y="82000"/>
                          </a:cubicBezTo>
                          <a:cubicBezTo>
                            <a:pt x="67444" y="81053"/>
                            <a:pt x="61889" y="81362"/>
                            <a:pt x="56333" y="82000"/>
                          </a:cubicBezTo>
                          <a:cubicBezTo>
                            <a:pt x="50778" y="82873"/>
                            <a:pt x="45222" y="81293"/>
                            <a:pt x="39667" y="82000"/>
                          </a:cubicBezTo>
                          <a:cubicBezTo>
                            <a:pt x="34111" y="82285"/>
                            <a:pt x="28556" y="81675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8104" y="20729"/>
                            <a:pt x="61923" y="25244"/>
                            <a:pt x="66500" y="29000"/>
                          </a:cubicBezTo>
                          <a:cubicBezTo>
                            <a:pt x="62333" y="29051"/>
                            <a:pt x="58167" y="28698"/>
                            <a:pt x="54000" y="29000"/>
                          </a:cubicBezTo>
                          <a:cubicBezTo>
                            <a:pt x="54279" y="24833"/>
                            <a:pt x="54311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7635"/>
                            <a:pt x="41667" y="7251"/>
                            <a:pt x="35500" y="8000"/>
                          </a:cubicBezTo>
                          <a:cubicBezTo>
                            <a:pt x="29333" y="9020"/>
                            <a:pt x="23167" y="8770"/>
                            <a:pt x="17000" y="8000"/>
                          </a:cubicBezTo>
                          <a:cubicBezTo>
                            <a:pt x="17473" y="14667"/>
                            <a:pt x="16684" y="21333"/>
                            <a:pt x="17000" y="28000"/>
                          </a:cubicBezTo>
                          <a:cubicBezTo>
                            <a:pt x="17838" y="34667"/>
                            <a:pt x="17095" y="41333"/>
                            <a:pt x="17000" y="48000"/>
                          </a:cubicBezTo>
                          <a:cubicBezTo>
                            <a:pt x="16418" y="54667"/>
                            <a:pt x="15998" y="61333"/>
                            <a:pt x="17000" y="68000"/>
                          </a:cubicBezTo>
                          <a:cubicBezTo>
                            <a:pt x="16271" y="74667"/>
                            <a:pt x="15938" y="81333"/>
                            <a:pt x="17000" y="88000"/>
                          </a:cubicBezTo>
                          <a:cubicBezTo>
                            <a:pt x="23889" y="86968"/>
                            <a:pt x="30778" y="86987"/>
                            <a:pt x="37667" y="88000"/>
                          </a:cubicBezTo>
                          <a:cubicBezTo>
                            <a:pt x="44556" y="87435"/>
                            <a:pt x="51444" y="87166"/>
                            <a:pt x="58333" y="88000"/>
                          </a:cubicBezTo>
                          <a:cubicBezTo>
                            <a:pt x="65222" y="87925"/>
                            <a:pt x="72111" y="88496"/>
                            <a:pt x="79000" y="88000"/>
                          </a:cubicBezTo>
                          <a:cubicBezTo>
                            <a:pt x="78791" y="81556"/>
                            <a:pt x="79512" y="75111"/>
                            <a:pt x="79000" y="68667"/>
                          </a:cubicBezTo>
                          <a:cubicBezTo>
                            <a:pt x="79886" y="62222"/>
                            <a:pt x="79620" y="55778"/>
                            <a:pt x="79000" y="49333"/>
                          </a:cubicBezTo>
                          <a:cubicBezTo>
                            <a:pt x="80141" y="42889"/>
                            <a:pt x="77980" y="36444"/>
                            <a:pt x="79000" y="30000"/>
                          </a:cubicBezTo>
                          <a:cubicBezTo>
                            <a:pt x="74433" y="26789"/>
                            <a:pt x="70478" y="22881"/>
                            <a:pt x="66500" y="19000"/>
                          </a:cubicBezTo>
                          <a:cubicBezTo>
                            <a:pt x="62218" y="15464"/>
                            <a:pt x="58484" y="11306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Visitor Message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11200" y="382643"/>
                    <a:pt x="344927" y="395450"/>
                    <a:pt x="411480" y="385762"/>
                  </a:cubicBezTo>
                  <a:cubicBezTo>
                    <a:pt x="459507" y="401823"/>
                    <a:pt x="523559" y="390798"/>
                    <a:pt x="574357" y="385762"/>
                  </a:cubicBezTo>
                  <a:cubicBezTo>
                    <a:pt x="571705" y="397252"/>
                    <a:pt x="573499" y="405905"/>
                    <a:pt x="574357" y="420052"/>
                  </a:cubicBezTo>
                  <a:cubicBezTo>
                    <a:pt x="517634" y="418500"/>
                    <a:pt x="462259" y="429153"/>
                    <a:pt x="411480" y="420052"/>
                  </a:cubicBezTo>
                  <a:cubicBezTo>
                    <a:pt x="356635" y="407732"/>
                    <a:pt x="294660" y="416561"/>
                    <a:pt x="248602" y="420052"/>
                  </a:cubicBezTo>
                  <a:cubicBezTo>
                    <a:pt x="247120" y="410338"/>
                    <a:pt x="245688" y="397215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0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5732"/>
                            <a:pt x="41667" y="45019"/>
                            <a:pt x="48000" y="45000"/>
                          </a:cubicBezTo>
                          <a:cubicBezTo>
                            <a:pt x="54333" y="45945"/>
                            <a:pt x="60667" y="44120"/>
                            <a:pt x="67000" y="45000"/>
                          </a:cubicBezTo>
                          <a:cubicBezTo>
                            <a:pt x="66995" y="46333"/>
                            <a:pt x="66864" y="47667"/>
                            <a:pt x="67000" y="49000"/>
                          </a:cubicBezTo>
                          <a:cubicBezTo>
                            <a:pt x="60667" y="48354"/>
                            <a:pt x="54333" y="48783"/>
                            <a:pt x="48000" y="49000"/>
                          </a:cubicBezTo>
                          <a:cubicBezTo>
                            <a:pt x="41667" y="49083"/>
                            <a:pt x="35333" y="50044"/>
                            <a:pt x="29000" y="49000"/>
                          </a:cubicBezTo>
                          <a:cubicBezTo>
                            <a:pt x="29035" y="47667"/>
                            <a:pt x="29055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Visitor Message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6762" y="308871"/>
                    <a:pt x="322630" y="313828"/>
                    <a:pt x="360045" y="317182"/>
                  </a:cubicBezTo>
                  <a:cubicBezTo>
                    <a:pt x="359660" y="328652"/>
                    <a:pt x="356845" y="339373"/>
                    <a:pt x="360045" y="351472"/>
                  </a:cubicBezTo>
                  <a:cubicBezTo>
                    <a:pt x="325821" y="352002"/>
                    <a:pt x="291812" y="351405"/>
                    <a:pt x="248602" y="351472"/>
                  </a:cubicBezTo>
                  <a:cubicBezTo>
                    <a:pt x="248148" y="341889"/>
                    <a:pt x="246773" y="328854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92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933"/>
                            <a:pt x="37667" y="37018"/>
                            <a:pt x="42000" y="37000"/>
                          </a:cubicBezTo>
                          <a:cubicBezTo>
                            <a:pt x="41880" y="38333"/>
                            <a:pt x="41773" y="39667"/>
                            <a:pt x="42000" y="41000"/>
                          </a:cubicBezTo>
                          <a:cubicBezTo>
                            <a:pt x="37667" y="40955"/>
                            <a:pt x="33333" y="41712"/>
                            <a:pt x="29000" y="41000"/>
                          </a:cubicBezTo>
                          <a:cubicBezTo>
                            <a:pt x="29232" y="39667"/>
                            <a:pt x="28827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Visitor Message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06701" y="451267"/>
                    <a:pt x="354021" y="456670"/>
                    <a:pt x="411480" y="454342"/>
                  </a:cubicBezTo>
                  <a:cubicBezTo>
                    <a:pt x="467194" y="450638"/>
                    <a:pt x="532578" y="443315"/>
                    <a:pt x="574357" y="454342"/>
                  </a:cubicBezTo>
                  <a:cubicBezTo>
                    <a:pt x="575724" y="466157"/>
                    <a:pt x="575383" y="478706"/>
                    <a:pt x="574357" y="488632"/>
                  </a:cubicBezTo>
                  <a:cubicBezTo>
                    <a:pt x="532610" y="487579"/>
                    <a:pt x="460969" y="485678"/>
                    <a:pt x="411480" y="488632"/>
                  </a:cubicBezTo>
                  <a:cubicBezTo>
                    <a:pt x="363626" y="503830"/>
                    <a:pt x="299057" y="488375"/>
                    <a:pt x="248602" y="488632"/>
                  </a:cubicBezTo>
                  <a:cubicBezTo>
                    <a:pt x="248605" y="479057"/>
                    <a:pt x="245405" y="466126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4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3971"/>
                            <a:pt x="41667" y="53301"/>
                            <a:pt x="48000" y="53000"/>
                          </a:cubicBezTo>
                          <a:cubicBezTo>
                            <a:pt x="54333" y="53232"/>
                            <a:pt x="60667" y="52097"/>
                            <a:pt x="67000" y="53000"/>
                          </a:cubicBezTo>
                          <a:cubicBezTo>
                            <a:pt x="67118" y="54333"/>
                            <a:pt x="67098" y="55667"/>
                            <a:pt x="67000" y="57000"/>
                          </a:cubicBezTo>
                          <a:cubicBezTo>
                            <a:pt x="60667" y="57973"/>
                            <a:pt x="54333" y="56744"/>
                            <a:pt x="48000" y="57000"/>
                          </a:cubicBezTo>
                          <a:cubicBezTo>
                            <a:pt x="41667" y="57747"/>
                            <a:pt x="35333" y="56552"/>
                            <a:pt x="29000" y="57000"/>
                          </a:cubicBezTo>
                          <a:cubicBezTo>
                            <a:pt x="28971" y="55667"/>
                            <a:pt x="29000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Visitor Message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02397" y="514669"/>
                    <a:pt x="344617" y="525840"/>
                    <a:pt x="411480" y="522922"/>
                  </a:cubicBezTo>
                  <a:cubicBezTo>
                    <a:pt x="466638" y="528831"/>
                    <a:pt x="508169" y="512842"/>
                    <a:pt x="574357" y="522922"/>
                  </a:cubicBezTo>
                  <a:cubicBezTo>
                    <a:pt x="572456" y="537427"/>
                    <a:pt x="574413" y="548658"/>
                    <a:pt x="574357" y="557212"/>
                  </a:cubicBezTo>
                  <a:cubicBezTo>
                    <a:pt x="514221" y="556806"/>
                    <a:pt x="463970" y="549536"/>
                    <a:pt x="411480" y="557212"/>
                  </a:cubicBezTo>
                  <a:cubicBezTo>
                    <a:pt x="369275" y="565091"/>
                    <a:pt x="301564" y="543874"/>
                    <a:pt x="248602" y="557212"/>
                  </a:cubicBezTo>
                  <a:cubicBezTo>
                    <a:pt x="247067" y="545471"/>
                    <a:pt x="248674" y="53516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6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59880"/>
                            <a:pt x="41667" y="61160"/>
                            <a:pt x="48000" y="61000"/>
                          </a:cubicBezTo>
                          <a:cubicBezTo>
                            <a:pt x="54333" y="61957"/>
                            <a:pt x="60667" y="60479"/>
                            <a:pt x="67000" y="61000"/>
                          </a:cubicBezTo>
                          <a:cubicBezTo>
                            <a:pt x="66832" y="62333"/>
                            <a:pt x="67088" y="63667"/>
                            <a:pt x="67000" y="65000"/>
                          </a:cubicBezTo>
                          <a:cubicBezTo>
                            <a:pt x="60667" y="65108"/>
                            <a:pt x="54333" y="64786"/>
                            <a:pt x="48000" y="65000"/>
                          </a:cubicBezTo>
                          <a:cubicBezTo>
                            <a:pt x="41667" y="65393"/>
                            <a:pt x="35333" y="64323"/>
                            <a:pt x="29000" y="65000"/>
                          </a:cubicBezTo>
                          <a:cubicBezTo>
                            <a:pt x="28908" y="63667"/>
                            <a:pt x="29019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Visitor Message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309580" y="607027"/>
                    <a:pt x="348192" y="584803"/>
                    <a:pt x="411480" y="591502"/>
                  </a:cubicBezTo>
                  <a:cubicBezTo>
                    <a:pt x="470244" y="592841"/>
                    <a:pt x="528041" y="581572"/>
                    <a:pt x="574357" y="591502"/>
                  </a:cubicBezTo>
                  <a:cubicBezTo>
                    <a:pt x="575388" y="601468"/>
                    <a:pt x="574913" y="614614"/>
                    <a:pt x="574357" y="625792"/>
                  </a:cubicBezTo>
                  <a:cubicBezTo>
                    <a:pt x="526972" y="630234"/>
                    <a:pt x="458074" y="628973"/>
                    <a:pt x="411480" y="625792"/>
                  </a:cubicBezTo>
                  <a:cubicBezTo>
                    <a:pt x="357223" y="629107"/>
                    <a:pt x="304627" y="631033"/>
                    <a:pt x="248602" y="625792"/>
                  </a:cubicBezTo>
                  <a:cubicBezTo>
                    <a:pt x="250291" y="614614"/>
                    <a:pt x="250745" y="601479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68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9764"/>
                            <a:pt x="41667" y="68222"/>
                            <a:pt x="48000" y="69000"/>
                          </a:cubicBezTo>
                          <a:cubicBezTo>
                            <a:pt x="54333" y="68200"/>
                            <a:pt x="60667" y="68690"/>
                            <a:pt x="67000" y="69000"/>
                          </a:cubicBezTo>
                          <a:cubicBezTo>
                            <a:pt x="67005" y="70333"/>
                            <a:pt x="67118" y="71667"/>
                            <a:pt x="67000" y="73000"/>
                          </a:cubicBezTo>
                          <a:cubicBezTo>
                            <a:pt x="60667" y="73817"/>
                            <a:pt x="54333" y="73404"/>
                            <a:pt x="48000" y="73000"/>
                          </a:cubicBezTo>
                          <a:cubicBezTo>
                            <a:pt x="41667" y="73849"/>
                            <a:pt x="35333" y="73644"/>
                            <a:pt x="29000" y="73000"/>
                          </a:cubicBezTo>
                          <a:cubicBezTo>
                            <a:pt x="29176" y="71667"/>
                            <a:pt x="29079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Visitor Message</a:t>
            </a:r>
          </a:p>
        </p:txBody>
      </p:sp>
      <p:sp>
        <p:nvSpPr>
          <p:cNvPr id="110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inq-0013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F07 · How It Works</a:t>
            </a:r>
          </a:p>
        </p:txBody>
      </p:sp>
      <p:grpSp>
        <p:nvGrpSpPr>
          <p:cNvPr id="107" name="Visitor Message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Visitor Message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Visitor Message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8467" y="644604"/>
                    <a:pt x="207522" y="600704"/>
                    <a:pt x="197167" y="557212"/>
                  </a:cubicBezTo>
                  <a:cubicBezTo>
                    <a:pt x="211618" y="505133"/>
                    <a:pt x="183710" y="456307"/>
                    <a:pt x="197167" y="411480"/>
                  </a:cubicBezTo>
                  <a:cubicBezTo>
                    <a:pt x="204659" y="350562"/>
                    <a:pt x="191976" y="312947"/>
                    <a:pt x="197167" y="265747"/>
                  </a:cubicBezTo>
                  <a:cubicBezTo>
                    <a:pt x="196487" y="210087"/>
                    <a:pt x="204940" y="169181"/>
                    <a:pt x="197167" y="120015"/>
                  </a:cubicBezTo>
                  <a:cubicBezTo>
                    <a:pt x="273965" y="119793"/>
                    <a:pt x="338423" y="112584"/>
                    <a:pt x="411480" y="120015"/>
                  </a:cubicBezTo>
                  <a:cubicBezTo>
                    <a:pt x="414566" y="191673"/>
                    <a:pt x="411391" y="231020"/>
                    <a:pt x="411480" y="300037"/>
                  </a:cubicBezTo>
                  <a:cubicBezTo>
                    <a:pt x="475425" y="275290"/>
                    <a:pt x="547636" y="317939"/>
                    <a:pt x="625792" y="300037"/>
                  </a:cubicBezTo>
                  <a:cubicBezTo>
                    <a:pt x="626818" y="362944"/>
                    <a:pt x="643544" y="440818"/>
                    <a:pt x="625792" y="501491"/>
                  </a:cubicBezTo>
                  <a:cubicBezTo>
                    <a:pt x="600686" y="570046"/>
                    <a:pt x="643162" y="621115"/>
                    <a:pt x="625792" y="702945"/>
                  </a:cubicBezTo>
                  <a:cubicBezTo>
                    <a:pt x="575955" y="702257"/>
                    <a:pt x="518823" y="690990"/>
                    <a:pt x="482914" y="702945"/>
                  </a:cubicBezTo>
                  <a:cubicBezTo>
                    <a:pt x="429695" y="702261"/>
                    <a:pt x="382883" y="689123"/>
                    <a:pt x="340045" y="702945"/>
                  </a:cubicBezTo>
                  <a:cubicBezTo>
                    <a:pt x="293329" y="695586"/>
                    <a:pt x="241403" y="704466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496068" y="178768"/>
                    <a:pt x="539048" y="213670"/>
                    <a:pt x="570071" y="248602"/>
                  </a:cubicBezTo>
                  <a:cubicBezTo>
                    <a:pt x="532782" y="245272"/>
                    <a:pt x="495427" y="240361"/>
                    <a:pt x="462915" y="248602"/>
                  </a:cubicBezTo>
                  <a:cubicBezTo>
                    <a:pt x="468789" y="218387"/>
                    <a:pt x="468668" y="179223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394982" y="70412"/>
                    <a:pt x="364093" y="62948"/>
                    <a:pt x="304323" y="68580"/>
                  </a:cubicBezTo>
                  <a:cubicBezTo>
                    <a:pt x="249828" y="71002"/>
                    <a:pt x="197031" y="70070"/>
                    <a:pt x="145732" y="68580"/>
                  </a:cubicBezTo>
                  <a:cubicBezTo>
                    <a:pt x="148728" y="140736"/>
                    <a:pt x="143613" y="179454"/>
                    <a:pt x="145732" y="240030"/>
                  </a:cubicBezTo>
                  <a:cubicBezTo>
                    <a:pt x="156494" y="298040"/>
                    <a:pt x="147512" y="346058"/>
                    <a:pt x="145732" y="411480"/>
                  </a:cubicBezTo>
                  <a:cubicBezTo>
                    <a:pt x="142693" y="468736"/>
                    <a:pt x="136863" y="515785"/>
                    <a:pt x="145732" y="582930"/>
                  </a:cubicBezTo>
                  <a:cubicBezTo>
                    <a:pt x="135011" y="642532"/>
                    <a:pt x="136050" y="691220"/>
                    <a:pt x="145732" y="754380"/>
                  </a:cubicBezTo>
                  <a:cubicBezTo>
                    <a:pt x="203146" y="746951"/>
                    <a:pt x="265929" y="733672"/>
                    <a:pt x="322900" y="754380"/>
                  </a:cubicBezTo>
                  <a:cubicBezTo>
                    <a:pt x="379903" y="745152"/>
                    <a:pt x="454042" y="747368"/>
                    <a:pt x="500059" y="754380"/>
                  </a:cubicBezTo>
                  <a:cubicBezTo>
                    <a:pt x="552417" y="768064"/>
                    <a:pt x="617746" y="771334"/>
                    <a:pt x="677227" y="754380"/>
                  </a:cubicBezTo>
                  <a:cubicBezTo>
                    <a:pt x="683327" y="695738"/>
                    <a:pt x="676824" y="630481"/>
                    <a:pt x="677227" y="588647"/>
                  </a:cubicBezTo>
                  <a:cubicBezTo>
                    <a:pt x="675482" y="529337"/>
                    <a:pt x="690703" y="479753"/>
                    <a:pt x="677227" y="422907"/>
                  </a:cubicBezTo>
                  <a:cubicBezTo>
                    <a:pt x="676609" y="374812"/>
                    <a:pt x="657756" y="301487"/>
                    <a:pt x="677227" y="257175"/>
                  </a:cubicBezTo>
                  <a:cubicBezTo>
                    <a:pt x="636684" y="241874"/>
                    <a:pt x="592592" y="194949"/>
                    <a:pt x="570071" y="162877"/>
                  </a:cubicBezTo>
                  <a:cubicBezTo>
                    <a:pt x="534576" y="131924"/>
                    <a:pt x="503676" y="94902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09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3549" y="76333"/>
                            <a:pt x="23800" y="70667"/>
                            <a:pt x="23000" y="65000"/>
                          </a:cubicBezTo>
                          <a:cubicBezTo>
                            <a:pt x="23224" y="59333"/>
                            <a:pt x="22057" y="53667"/>
                            <a:pt x="23000" y="48000"/>
                          </a:cubicBezTo>
                          <a:cubicBezTo>
                            <a:pt x="23815" y="42333"/>
                            <a:pt x="22351" y="36667"/>
                            <a:pt x="23000" y="31000"/>
                          </a:cubicBezTo>
                          <a:cubicBezTo>
                            <a:pt x="22612" y="25333"/>
                            <a:pt x="23729" y="19667"/>
                            <a:pt x="23000" y="14000"/>
                          </a:cubicBezTo>
                          <a:cubicBezTo>
                            <a:pt x="31333" y="14114"/>
                            <a:pt x="39667" y="14050"/>
                            <a:pt x="48000" y="14000"/>
                          </a:cubicBezTo>
                          <a:cubicBezTo>
                            <a:pt x="46974" y="21000"/>
                            <a:pt x="48485" y="28000"/>
                            <a:pt x="48000" y="35000"/>
                          </a:cubicBezTo>
                          <a:cubicBezTo>
                            <a:pt x="56333" y="34297"/>
                            <a:pt x="64667" y="35927"/>
                            <a:pt x="73000" y="35000"/>
                          </a:cubicBezTo>
                          <a:cubicBezTo>
                            <a:pt x="71860" y="42833"/>
                            <a:pt x="74030" y="50667"/>
                            <a:pt x="73000" y="58500"/>
                          </a:cubicBezTo>
                          <a:cubicBezTo>
                            <a:pt x="72155" y="66333"/>
                            <a:pt x="73621" y="74167"/>
                            <a:pt x="73000" y="82000"/>
                          </a:cubicBezTo>
                          <a:cubicBezTo>
                            <a:pt x="67444" y="81053"/>
                            <a:pt x="61889" y="81362"/>
                            <a:pt x="56333" y="82000"/>
                          </a:cubicBezTo>
                          <a:cubicBezTo>
                            <a:pt x="50778" y="82873"/>
                            <a:pt x="45222" y="81293"/>
                            <a:pt x="39667" y="82000"/>
                          </a:cubicBezTo>
                          <a:cubicBezTo>
                            <a:pt x="34111" y="82285"/>
                            <a:pt x="28556" y="81675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8104" y="20729"/>
                            <a:pt x="61923" y="25244"/>
                            <a:pt x="66500" y="29000"/>
                          </a:cubicBezTo>
                          <a:cubicBezTo>
                            <a:pt x="62333" y="29051"/>
                            <a:pt x="58167" y="28698"/>
                            <a:pt x="54000" y="29000"/>
                          </a:cubicBezTo>
                          <a:cubicBezTo>
                            <a:pt x="54279" y="24833"/>
                            <a:pt x="54311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7635"/>
                            <a:pt x="41667" y="7251"/>
                            <a:pt x="35500" y="8000"/>
                          </a:cubicBezTo>
                          <a:cubicBezTo>
                            <a:pt x="29333" y="9020"/>
                            <a:pt x="23167" y="8770"/>
                            <a:pt x="17000" y="8000"/>
                          </a:cubicBezTo>
                          <a:cubicBezTo>
                            <a:pt x="17473" y="14667"/>
                            <a:pt x="16684" y="21333"/>
                            <a:pt x="17000" y="28000"/>
                          </a:cubicBezTo>
                          <a:cubicBezTo>
                            <a:pt x="17838" y="34667"/>
                            <a:pt x="17095" y="41333"/>
                            <a:pt x="17000" y="48000"/>
                          </a:cubicBezTo>
                          <a:cubicBezTo>
                            <a:pt x="16418" y="54667"/>
                            <a:pt x="15998" y="61333"/>
                            <a:pt x="17000" y="68000"/>
                          </a:cubicBezTo>
                          <a:cubicBezTo>
                            <a:pt x="16271" y="74667"/>
                            <a:pt x="15938" y="81333"/>
                            <a:pt x="17000" y="88000"/>
                          </a:cubicBezTo>
                          <a:cubicBezTo>
                            <a:pt x="23889" y="86968"/>
                            <a:pt x="30778" y="86987"/>
                            <a:pt x="37667" y="88000"/>
                          </a:cubicBezTo>
                          <a:cubicBezTo>
                            <a:pt x="44556" y="87435"/>
                            <a:pt x="51444" y="87166"/>
                            <a:pt x="58333" y="88000"/>
                          </a:cubicBezTo>
                          <a:cubicBezTo>
                            <a:pt x="65222" y="87925"/>
                            <a:pt x="72111" y="88496"/>
                            <a:pt x="79000" y="88000"/>
                          </a:cubicBezTo>
                          <a:cubicBezTo>
                            <a:pt x="78791" y="81556"/>
                            <a:pt x="79512" y="75111"/>
                            <a:pt x="79000" y="68667"/>
                          </a:cubicBezTo>
                          <a:cubicBezTo>
                            <a:pt x="79886" y="62222"/>
                            <a:pt x="79620" y="55778"/>
                            <a:pt x="79000" y="49333"/>
                          </a:cubicBezTo>
                          <a:cubicBezTo>
                            <a:pt x="80141" y="42889"/>
                            <a:pt x="77980" y="36444"/>
                            <a:pt x="79000" y="30000"/>
                          </a:cubicBezTo>
                          <a:cubicBezTo>
                            <a:pt x="74433" y="26789"/>
                            <a:pt x="70478" y="22881"/>
                            <a:pt x="66500" y="19000"/>
                          </a:cubicBezTo>
                          <a:cubicBezTo>
                            <a:pt x="62218" y="15464"/>
                            <a:pt x="58484" y="11306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Visitor Message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11200" y="382643"/>
                    <a:pt x="344927" y="395450"/>
                    <a:pt x="411480" y="385762"/>
                  </a:cubicBezTo>
                  <a:cubicBezTo>
                    <a:pt x="459507" y="401823"/>
                    <a:pt x="523559" y="390798"/>
                    <a:pt x="574357" y="385762"/>
                  </a:cubicBezTo>
                  <a:cubicBezTo>
                    <a:pt x="571705" y="397252"/>
                    <a:pt x="573499" y="405905"/>
                    <a:pt x="574357" y="420052"/>
                  </a:cubicBezTo>
                  <a:cubicBezTo>
                    <a:pt x="517634" y="418500"/>
                    <a:pt x="462259" y="429153"/>
                    <a:pt x="411480" y="420052"/>
                  </a:cubicBezTo>
                  <a:cubicBezTo>
                    <a:pt x="356635" y="407732"/>
                    <a:pt x="294660" y="416561"/>
                    <a:pt x="248602" y="420052"/>
                  </a:cubicBezTo>
                  <a:cubicBezTo>
                    <a:pt x="247120" y="410338"/>
                    <a:pt x="245688" y="397215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0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5732"/>
                            <a:pt x="41667" y="45019"/>
                            <a:pt x="48000" y="45000"/>
                          </a:cubicBezTo>
                          <a:cubicBezTo>
                            <a:pt x="54333" y="45945"/>
                            <a:pt x="60667" y="44120"/>
                            <a:pt x="67000" y="45000"/>
                          </a:cubicBezTo>
                          <a:cubicBezTo>
                            <a:pt x="66995" y="46333"/>
                            <a:pt x="66864" y="47667"/>
                            <a:pt x="67000" y="49000"/>
                          </a:cubicBezTo>
                          <a:cubicBezTo>
                            <a:pt x="60667" y="48354"/>
                            <a:pt x="54333" y="48783"/>
                            <a:pt x="48000" y="49000"/>
                          </a:cubicBezTo>
                          <a:cubicBezTo>
                            <a:pt x="41667" y="49083"/>
                            <a:pt x="35333" y="50044"/>
                            <a:pt x="29000" y="49000"/>
                          </a:cubicBezTo>
                          <a:cubicBezTo>
                            <a:pt x="29035" y="47667"/>
                            <a:pt x="29055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Visitor Message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6762" y="308871"/>
                    <a:pt x="322630" y="313828"/>
                    <a:pt x="360045" y="317182"/>
                  </a:cubicBezTo>
                  <a:cubicBezTo>
                    <a:pt x="359660" y="328652"/>
                    <a:pt x="356845" y="339373"/>
                    <a:pt x="360045" y="351472"/>
                  </a:cubicBezTo>
                  <a:cubicBezTo>
                    <a:pt x="325821" y="352002"/>
                    <a:pt x="291812" y="351405"/>
                    <a:pt x="248602" y="351472"/>
                  </a:cubicBezTo>
                  <a:cubicBezTo>
                    <a:pt x="248148" y="341889"/>
                    <a:pt x="246773" y="328854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92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933"/>
                            <a:pt x="37667" y="37018"/>
                            <a:pt x="42000" y="37000"/>
                          </a:cubicBezTo>
                          <a:cubicBezTo>
                            <a:pt x="41880" y="38333"/>
                            <a:pt x="41773" y="39667"/>
                            <a:pt x="42000" y="41000"/>
                          </a:cubicBezTo>
                          <a:cubicBezTo>
                            <a:pt x="37667" y="40955"/>
                            <a:pt x="33333" y="41712"/>
                            <a:pt x="29000" y="41000"/>
                          </a:cubicBezTo>
                          <a:cubicBezTo>
                            <a:pt x="29232" y="39667"/>
                            <a:pt x="28827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Visitor Message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06701" y="451267"/>
                    <a:pt x="354021" y="456670"/>
                    <a:pt x="411480" y="454342"/>
                  </a:cubicBezTo>
                  <a:cubicBezTo>
                    <a:pt x="467194" y="450638"/>
                    <a:pt x="532578" y="443315"/>
                    <a:pt x="574357" y="454342"/>
                  </a:cubicBezTo>
                  <a:cubicBezTo>
                    <a:pt x="575724" y="466157"/>
                    <a:pt x="575383" y="478706"/>
                    <a:pt x="574357" y="488632"/>
                  </a:cubicBezTo>
                  <a:cubicBezTo>
                    <a:pt x="532610" y="487579"/>
                    <a:pt x="460969" y="485678"/>
                    <a:pt x="411480" y="488632"/>
                  </a:cubicBezTo>
                  <a:cubicBezTo>
                    <a:pt x="363626" y="503830"/>
                    <a:pt x="299057" y="488375"/>
                    <a:pt x="248602" y="488632"/>
                  </a:cubicBezTo>
                  <a:cubicBezTo>
                    <a:pt x="248605" y="479057"/>
                    <a:pt x="245405" y="466126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4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3971"/>
                            <a:pt x="41667" y="53301"/>
                            <a:pt x="48000" y="53000"/>
                          </a:cubicBezTo>
                          <a:cubicBezTo>
                            <a:pt x="54333" y="53232"/>
                            <a:pt x="60667" y="52097"/>
                            <a:pt x="67000" y="53000"/>
                          </a:cubicBezTo>
                          <a:cubicBezTo>
                            <a:pt x="67118" y="54333"/>
                            <a:pt x="67098" y="55667"/>
                            <a:pt x="67000" y="57000"/>
                          </a:cubicBezTo>
                          <a:cubicBezTo>
                            <a:pt x="60667" y="57973"/>
                            <a:pt x="54333" y="56744"/>
                            <a:pt x="48000" y="57000"/>
                          </a:cubicBezTo>
                          <a:cubicBezTo>
                            <a:pt x="41667" y="57747"/>
                            <a:pt x="35333" y="56552"/>
                            <a:pt x="29000" y="57000"/>
                          </a:cubicBezTo>
                          <a:cubicBezTo>
                            <a:pt x="28971" y="55667"/>
                            <a:pt x="29000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Visitor Message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02397" y="514669"/>
                    <a:pt x="344617" y="525840"/>
                    <a:pt x="411480" y="522922"/>
                  </a:cubicBezTo>
                  <a:cubicBezTo>
                    <a:pt x="466638" y="528831"/>
                    <a:pt x="508169" y="512842"/>
                    <a:pt x="574357" y="522922"/>
                  </a:cubicBezTo>
                  <a:cubicBezTo>
                    <a:pt x="572456" y="537427"/>
                    <a:pt x="574413" y="548658"/>
                    <a:pt x="574357" y="557212"/>
                  </a:cubicBezTo>
                  <a:cubicBezTo>
                    <a:pt x="514221" y="556806"/>
                    <a:pt x="463970" y="549536"/>
                    <a:pt x="411480" y="557212"/>
                  </a:cubicBezTo>
                  <a:cubicBezTo>
                    <a:pt x="369275" y="565091"/>
                    <a:pt x="301564" y="543874"/>
                    <a:pt x="248602" y="557212"/>
                  </a:cubicBezTo>
                  <a:cubicBezTo>
                    <a:pt x="247067" y="545471"/>
                    <a:pt x="248674" y="53516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6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59880"/>
                            <a:pt x="41667" y="61160"/>
                            <a:pt x="48000" y="61000"/>
                          </a:cubicBezTo>
                          <a:cubicBezTo>
                            <a:pt x="54333" y="61957"/>
                            <a:pt x="60667" y="60479"/>
                            <a:pt x="67000" y="61000"/>
                          </a:cubicBezTo>
                          <a:cubicBezTo>
                            <a:pt x="66832" y="62333"/>
                            <a:pt x="67088" y="63667"/>
                            <a:pt x="67000" y="65000"/>
                          </a:cubicBezTo>
                          <a:cubicBezTo>
                            <a:pt x="60667" y="65108"/>
                            <a:pt x="54333" y="64786"/>
                            <a:pt x="48000" y="65000"/>
                          </a:cubicBezTo>
                          <a:cubicBezTo>
                            <a:pt x="41667" y="65393"/>
                            <a:pt x="35333" y="64323"/>
                            <a:pt x="29000" y="65000"/>
                          </a:cubicBezTo>
                          <a:cubicBezTo>
                            <a:pt x="28908" y="63667"/>
                            <a:pt x="29019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Visitor Message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309580" y="607027"/>
                    <a:pt x="348192" y="584803"/>
                    <a:pt x="411480" y="591502"/>
                  </a:cubicBezTo>
                  <a:cubicBezTo>
                    <a:pt x="470244" y="592841"/>
                    <a:pt x="528041" y="581572"/>
                    <a:pt x="574357" y="591502"/>
                  </a:cubicBezTo>
                  <a:cubicBezTo>
                    <a:pt x="575388" y="601468"/>
                    <a:pt x="574913" y="614614"/>
                    <a:pt x="574357" y="625792"/>
                  </a:cubicBezTo>
                  <a:cubicBezTo>
                    <a:pt x="526972" y="630234"/>
                    <a:pt x="458074" y="628973"/>
                    <a:pt x="411480" y="625792"/>
                  </a:cubicBezTo>
                  <a:cubicBezTo>
                    <a:pt x="357223" y="629107"/>
                    <a:pt x="304627" y="631033"/>
                    <a:pt x="248602" y="625792"/>
                  </a:cubicBezTo>
                  <a:cubicBezTo>
                    <a:pt x="250291" y="614614"/>
                    <a:pt x="250745" y="601479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68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9764"/>
                            <a:pt x="41667" y="68222"/>
                            <a:pt x="48000" y="69000"/>
                          </a:cubicBezTo>
                          <a:cubicBezTo>
                            <a:pt x="54333" y="68200"/>
                            <a:pt x="60667" y="68690"/>
                            <a:pt x="67000" y="69000"/>
                          </a:cubicBezTo>
                          <a:cubicBezTo>
                            <a:pt x="67005" y="70333"/>
                            <a:pt x="67118" y="71667"/>
                            <a:pt x="67000" y="73000"/>
                          </a:cubicBezTo>
                          <a:cubicBezTo>
                            <a:pt x="60667" y="73817"/>
                            <a:pt x="54333" y="73404"/>
                            <a:pt x="48000" y="73000"/>
                          </a:cubicBezTo>
                          <a:cubicBezTo>
                            <a:pt x="41667" y="73849"/>
                            <a:pt x="35333" y="73644"/>
                            <a:pt x="29000" y="73000"/>
                          </a:cubicBezTo>
                          <a:cubicBezTo>
                            <a:pt x="29176" y="71667"/>
                            <a:pt x="29079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Visitor Message</a:t>
            </a:r>
          </a:p>
        </p:txBody>
      </p:sp>
      <p:sp>
        <p:nvSpPr>
          <p:cNvPr id="110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inq-0013</a:t>
            </a:r>
          </a:p>
        </p:txBody>
      </p:sp>
      <p:cxnSp>
        <p:nvCxnSpPr>
          <p:cNvPr id="111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"my husband went out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this morning… almost ten"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F07 · How It Works</a:t>
            </a:r>
          </a:p>
        </p:txBody>
      </p:sp>
      <p:grpSp>
        <p:nvGrpSpPr>
          <p:cNvPr id="107" name="Visitor Message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Visitor Message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Visitor Message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8467" y="644604"/>
                    <a:pt x="207522" y="600704"/>
                    <a:pt x="197167" y="557212"/>
                  </a:cubicBezTo>
                  <a:cubicBezTo>
                    <a:pt x="211618" y="505133"/>
                    <a:pt x="183710" y="456307"/>
                    <a:pt x="197167" y="411480"/>
                  </a:cubicBezTo>
                  <a:cubicBezTo>
                    <a:pt x="204659" y="350562"/>
                    <a:pt x="191976" y="312947"/>
                    <a:pt x="197167" y="265747"/>
                  </a:cubicBezTo>
                  <a:cubicBezTo>
                    <a:pt x="196487" y="210087"/>
                    <a:pt x="204940" y="169181"/>
                    <a:pt x="197167" y="120015"/>
                  </a:cubicBezTo>
                  <a:cubicBezTo>
                    <a:pt x="273965" y="119793"/>
                    <a:pt x="338423" y="112584"/>
                    <a:pt x="411480" y="120015"/>
                  </a:cubicBezTo>
                  <a:cubicBezTo>
                    <a:pt x="414566" y="191673"/>
                    <a:pt x="411391" y="231020"/>
                    <a:pt x="411480" y="300037"/>
                  </a:cubicBezTo>
                  <a:cubicBezTo>
                    <a:pt x="475425" y="275290"/>
                    <a:pt x="547636" y="317939"/>
                    <a:pt x="625792" y="300037"/>
                  </a:cubicBezTo>
                  <a:cubicBezTo>
                    <a:pt x="626818" y="362944"/>
                    <a:pt x="643544" y="440818"/>
                    <a:pt x="625792" y="501491"/>
                  </a:cubicBezTo>
                  <a:cubicBezTo>
                    <a:pt x="600686" y="570046"/>
                    <a:pt x="643162" y="621115"/>
                    <a:pt x="625792" y="702945"/>
                  </a:cubicBezTo>
                  <a:cubicBezTo>
                    <a:pt x="575955" y="702257"/>
                    <a:pt x="518823" y="690990"/>
                    <a:pt x="482914" y="702945"/>
                  </a:cubicBezTo>
                  <a:cubicBezTo>
                    <a:pt x="429695" y="702261"/>
                    <a:pt x="382883" y="689123"/>
                    <a:pt x="340045" y="702945"/>
                  </a:cubicBezTo>
                  <a:cubicBezTo>
                    <a:pt x="293329" y="695586"/>
                    <a:pt x="241403" y="704466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496068" y="178768"/>
                    <a:pt x="539048" y="213670"/>
                    <a:pt x="570071" y="248602"/>
                  </a:cubicBezTo>
                  <a:cubicBezTo>
                    <a:pt x="532782" y="245272"/>
                    <a:pt x="495427" y="240361"/>
                    <a:pt x="462915" y="248602"/>
                  </a:cubicBezTo>
                  <a:cubicBezTo>
                    <a:pt x="468789" y="218387"/>
                    <a:pt x="468668" y="179223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394982" y="70412"/>
                    <a:pt x="364093" y="62948"/>
                    <a:pt x="304323" y="68580"/>
                  </a:cubicBezTo>
                  <a:cubicBezTo>
                    <a:pt x="249828" y="71002"/>
                    <a:pt x="197031" y="70070"/>
                    <a:pt x="145732" y="68580"/>
                  </a:cubicBezTo>
                  <a:cubicBezTo>
                    <a:pt x="148728" y="140736"/>
                    <a:pt x="143613" y="179454"/>
                    <a:pt x="145732" y="240030"/>
                  </a:cubicBezTo>
                  <a:cubicBezTo>
                    <a:pt x="156494" y="298040"/>
                    <a:pt x="147512" y="346058"/>
                    <a:pt x="145732" y="411480"/>
                  </a:cubicBezTo>
                  <a:cubicBezTo>
                    <a:pt x="142693" y="468736"/>
                    <a:pt x="136863" y="515785"/>
                    <a:pt x="145732" y="582930"/>
                  </a:cubicBezTo>
                  <a:cubicBezTo>
                    <a:pt x="135011" y="642532"/>
                    <a:pt x="136050" y="691220"/>
                    <a:pt x="145732" y="754380"/>
                  </a:cubicBezTo>
                  <a:cubicBezTo>
                    <a:pt x="203146" y="746951"/>
                    <a:pt x="265929" y="733672"/>
                    <a:pt x="322900" y="754380"/>
                  </a:cubicBezTo>
                  <a:cubicBezTo>
                    <a:pt x="379903" y="745152"/>
                    <a:pt x="454042" y="747368"/>
                    <a:pt x="500059" y="754380"/>
                  </a:cubicBezTo>
                  <a:cubicBezTo>
                    <a:pt x="552417" y="768064"/>
                    <a:pt x="617746" y="771334"/>
                    <a:pt x="677227" y="754380"/>
                  </a:cubicBezTo>
                  <a:cubicBezTo>
                    <a:pt x="683327" y="695738"/>
                    <a:pt x="676824" y="630481"/>
                    <a:pt x="677227" y="588647"/>
                  </a:cubicBezTo>
                  <a:cubicBezTo>
                    <a:pt x="675482" y="529337"/>
                    <a:pt x="690703" y="479753"/>
                    <a:pt x="677227" y="422907"/>
                  </a:cubicBezTo>
                  <a:cubicBezTo>
                    <a:pt x="676609" y="374812"/>
                    <a:pt x="657756" y="301487"/>
                    <a:pt x="677227" y="257175"/>
                  </a:cubicBezTo>
                  <a:cubicBezTo>
                    <a:pt x="636684" y="241874"/>
                    <a:pt x="592592" y="194949"/>
                    <a:pt x="570071" y="162877"/>
                  </a:cubicBezTo>
                  <a:cubicBezTo>
                    <a:pt x="534576" y="131924"/>
                    <a:pt x="503676" y="94902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09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3549" y="76333"/>
                            <a:pt x="23800" y="70667"/>
                            <a:pt x="23000" y="65000"/>
                          </a:cubicBezTo>
                          <a:cubicBezTo>
                            <a:pt x="23224" y="59333"/>
                            <a:pt x="22057" y="53667"/>
                            <a:pt x="23000" y="48000"/>
                          </a:cubicBezTo>
                          <a:cubicBezTo>
                            <a:pt x="23815" y="42333"/>
                            <a:pt x="22351" y="36667"/>
                            <a:pt x="23000" y="31000"/>
                          </a:cubicBezTo>
                          <a:cubicBezTo>
                            <a:pt x="22612" y="25333"/>
                            <a:pt x="23729" y="19667"/>
                            <a:pt x="23000" y="14000"/>
                          </a:cubicBezTo>
                          <a:cubicBezTo>
                            <a:pt x="31333" y="14114"/>
                            <a:pt x="39667" y="14050"/>
                            <a:pt x="48000" y="14000"/>
                          </a:cubicBezTo>
                          <a:cubicBezTo>
                            <a:pt x="46974" y="21000"/>
                            <a:pt x="48485" y="28000"/>
                            <a:pt x="48000" y="35000"/>
                          </a:cubicBezTo>
                          <a:cubicBezTo>
                            <a:pt x="56333" y="34297"/>
                            <a:pt x="64667" y="35927"/>
                            <a:pt x="73000" y="35000"/>
                          </a:cubicBezTo>
                          <a:cubicBezTo>
                            <a:pt x="71860" y="42833"/>
                            <a:pt x="74030" y="50667"/>
                            <a:pt x="73000" y="58500"/>
                          </a:cubicBezTo>
                          <a:cubicBezTo>
                            <a:pt x="72155" y="66333"/>
                            <a:pt x="73621" y="74167"/>
                            <a:pt x="73000" y="82000"/>
                          </a:cubicBezTo>
                          <a:cubicBezTo>
                            <a:pt x="67444" y="81053"/>
                            <a:pt x="61889" y="81362"/>
                            <a:pt x="56333" y="82000"/>
                          </a:cubicBezTo>
                          <a:cubicBezTo>
                            <a:pt x="50778" y="82873"/>
                            <a:pt x="45222" y="81293"/>
                            <a:pt x="39667" y="82000"/>
                          </a:cubicBezTo>
                          <a:cubicBezTo>
                            <a:pt x="34111" y="82285"/>
                            <a:pt x="28556" y="81675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8104" y="20729"/>
                            <a:pt x="61923" y="25244"/>
                            <a:pt x="66500" y="29000"/>
                          </a:cubicBezTo>
                          <a:cubicBezTo>
                            <a:pt x="62333" y="29051"/>
                            <a:pt x="58167" y="28698"/>
                            <a:pt x="54000" y="29000"/>
                          </a:cubicBezTo>
                          <a:cubicBezTo>
                            <a:pt x="54279" y="24833"/>
                            <a:pt x="54311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7635"/>
                            <a:pt x="41667" y="7251"/>
                            <a:pt x="35500" y="8000"/>
                          </a:cubicBezTo>
                          <a:cubicBezTo>
                            <a:pt x="29333" y="9020"/>
                            <a:pt x="23167" y="8770"/>
                            <a:pt x="17000" y="8000"/>
                          </a:cubicBezTo>
                          <a:cubicBezTo>
                            <a:pt x="17473" y="14667"/>
                            <a:pt x="16684" y="21333"/>
                            <a:pt x="17000" y="28000"/>
                          </a:cubicBezTo>
                          <a:cubicBezTo>
                            <a:pt x="17838" y="34667"/>
                            <a:pt x="17095" y="41333"/>
                            <a:pt x="17000" y="48000"/>
                          </a:cubicBezTo>
                          <a:cubicBezTo>
                            <a:pt x="16418" y="54667"/>
                            <a:pt x="15998" y="61333"/>
                            <a:pt x="17000" y="68000"/>
                          </a:cubicBezTo>
                          <a:cubicBezTo>
                            <a:pt x="16271" y="74667"/>
                            <a:pt x="15938" y="81333"/>
                            <a:pt x="17000" y="88000"/>
                          </a:cubicBezTo>
                          <a:cubicBezTo>
                            <a:pt x="23889" y="86968"/>
                            <a:pt x="30778" y="86987"/>
                            <a:pt x="37667" y="88000"/>
                          </a:cubicBezTo>
                          <a:cubicBezTo>
                            <a:pt x="44556" y="87435"/>
                            <a:pt x="51444" y="87166"/>
                            <a:pt x="58333" y="88000"/>
                          </a:cubicBezTo>
                          <a:cubicBezTo>
                            <a:pt x="65222" y="87925"/>
                            <a:pt x="72111" y="88496"/>
                            <a:pt x="79000" y="88000"/>
                          </a:cubicBezTo>
                          <a:cubicBezTo>
                            <a:pt x="78791" y="81556"/>
                            <a:pt x="79512" y="75111"/>
                            <a:pt x="79000" y="68667"/>
                          </a:cubicBezTo>
                          <a:cubicBezTo>
                            <a:pt x="79886" y="62222"/>
                            <a:pt x="79620" y="55778"/>
                            <a:pt x="79000" y="49333"/>
                          </a:cubicBezTo>
                          <a:cubicBezTo>
                            <a:pt x="80141" y="42889"/>
                            <a:pt x="77980" y="36444"/>
                            <a:pt x="79000" y="30000"/>
                          </a:cubicBezTo>
                          <a:cubicBezTo>
                            <a:pt x="74433" y="26789"/>
                            <a:pt x="70478" y="22881"/>
                            <a:pt x="66500" y="19000"/>
                          </a:cubicBezTo>
                          <a:cubicBezTo>
                            <a:pt x="62218" y="15464"/>
                            <a:pt x="58484" y="11306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Visitor Message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11200" y="382643"/>
                    <a:pt x="344927" y="395450"/>
                    <a:pt x="411480" y="385762"/>
                  </a:cubicBezTo>
                  <a:cubicBezTo>
                    <a:pt x="459507" y="401823"/>
                    <a:pt x="523559" y="390798"/>
                    <a:pt x="574357" y="385762"/>
                  </a:cubicBezTo>
                  <a:cubicBezTo>
                    <a:pt x="571705" y="397252"/>
                    <a:pt x="573499" y="405905"/>
                    <a:pt x="574357" y="420052"/>
                  </a:cubicBezTo>
                  <a:cubicBezTo>
                    <a:pt x="517634" y="418500"/>
                    <a:pt x="462259" y="429153"/>
                    <a:pt x="411480" y="420052"/>
                  </a:cubicBezTo>
                  <a:cubicBezTo>
                    <a:pt x="356635" y="407732"/>
                    <a:pt x="294660" y="416561"/>
                    <a:pt x="248602" y="420052"/>
                  </a:cubicBezTo>
                  <a:cubicBezTo>
                    <a:pt x="247120" y="410338"/>
                    <a:pt x="245688" y="397215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0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5732"/>
                            <a:pt x="41667" y="45019"/>
                            <a:pt x="48000" y="45000"/>
                          </a:cubicBezTo>
                          <a:cubicBezTo>
                            <a:pt x="54333" y="45945"/>
                            <a:pt x="60667" y="44120"/>
                            <a:pt x="67000" y="45000"/>
                          </a:cubicBezTo>
                          <a:cubicBezTo>
                            <a:pt x="66995" y="46333"/>
                            <a:pt x="66864" y="47667"/>
                            <a:pt x="67000" y="49000"/>
                          </a:cubicBezTo>
                          <a:cubicBezTo>
                            <a:pt x="60667" y="48354"/>
                            <a:pt x="54333" y="48783"/>
                            <a:pt x="48000" y="49000"/>
                          </a:cubicBezTo>
                          <a:cubicBezTo>
                            <a:pt x="41667" y="49083"/>
                            <a:pt x="35333" y="50044"/>
                            <a:pt x="29000" y="49000"/>
                          </a:cubicBezTo>
                          <a:cubicBezTo>
                            <a:pt x="29035" y="47667"/>
                            <a:pt x="29055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Visitor Message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6762" y="308871"/>
                    <a:pt x="322630" y="313828"/>
                    <a:pt x="360045" y="317182"/>
                  </a:cubicBezTo>
                  <a:cubicBezTo>
                    <a:pt x="359660" y="328652"/>
                    <a:pt x="356845" y="339373"/>
                    <a:pt x="360045" y="351472"/>
                  </a:cubicBezTo>
                  <a:cubicBezTo>
                    <a:pt x="325821" y="352002"/>
                    <a:pt x="291812" y="351405"/>
                    <a:pt x="248602" y="351472"/>
                  </a:cubicBezTo>
                  <a:cubicBezTo>
                    <a:pt x="248148" y="341889"/>
                    <a:pt x="246773" y="328854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92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933"/>
                            <a:pt x="37667" y="37018"/>
                            <a:pt x="42000" y="37000"/>
                          </a:cubicBezTo>
                          <a:cubicBezTo>
                            <a:pt x="41880" y="38333"/>
                            <a:pt x="41773" y="39667"/>
                            <a:pt x="42000" y="41000"/>
                          </a:cubicBezTo>
                          <a:cubicBezTo>
                            <a:pt x="37667" y="40955"/>
                            <a:pt x="33333" y="41712"/>
                            <a:pt x="29000" y="41000"/>
                          </a:cubicBezTo>
                          <a:cubicBezTo>
                            <a:pt x="29232" y="39667"/>
                            <a:pt x="28827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Visitor Message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06701" y="451267"/>
                    <a:pt x="354021" y="456670"/>
                    <a:pt x="411480" y="454342"/>
                  </a:cubicBezTo>
                  <a:cubicBezTo>
                    <a:pt x="467194" y="450638"/>
                    <a:pt x="532578" y="443315"/>
                    <a:pt x="574357" y="454342"/>
                  </a:cubicBezTo>
                  <a:cubicBezTo>
                    <a:pt x="575724" y="466157"/>
                    <a:pt x="575383" y="478706"/>
                    <a:pt x="574357" y="488632"/>
                  </a:cubicBezTo>
                  <a:cubicBezTo>
                    <a:pt x="532610" y="487579"/>
                    <a:pt x="460969" y="485678"/>
                    <a:pt x="411480" y="488632"/>
                  </a:cubicBezTo>
                  <a:cubicBezTo>
                    <a:pt x="363626" y="503830"/>
                    <a:pt x="299057" y="488375"/>
                    <a:pt x="248602" y="488632"/>
                  </a:cubicBezTo>
                  <a:cubicBezTo>
                    <a:pt x="248605" y="479057"/>
                    <a:pt x="245405" y="466126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4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3971"/>
                            <a:pt x="41667" y="53301"/>
                            <a:pt x="48000" y="53000"/>
                          </a:cubicBezTo>
                          <a:cubicBezTo>
                            <a:pt x="54333" y="53232"/>
                            <a:pt x="60667" y="52097"/>
                            <a:pt x="67000" y="53000"/>
                          </a:cubicBezTo>
                          <a:cubicBezTo>
                            <a:pt x="67118" y="54333"/>
                            <a:pt x="67098" y="55667"/>
                            <a:pt x="67000" y="57000"/>
                          </a:cubicBezTo>
                          <a:cubicBezTo>
                            <a:pt x="60667" y="57973"/>
                            <a:pt x="54333" y="56744"/>
                            <a:pt x="48000" y="57000"/>
                          </a:cubicBezTo>
                          <a:cubicBezTo>
                            <a:pt x="41667" y="57747"/>
                            <a:pt x="35333" y="56552"/>
                            <a:pt x="29000" y="57000"/>
                          </a:cubicBezTo>
                          <a:cubicBezTo>
                            <a:pt x="28971" y="55667"/>
                            <a:pt x="29000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Visitor Message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02397" y="514669"/>
                    <a:pt x="344617" y="525840"/>
                    <a:pt x="411480" y="522922"/>
                  </a:cubicBezTo>
                  <a:cubicBezTo>
                    <a:pt x="466638" y="528831"/>
                    <a:pt x="508169" y="512842"/>
                    <a:pt x="574357" y="522922"/>
                  </a:cubicBezTo>
                  <a:cubicBezTo>
                    <a:pt x="572456" y="537427"/>
                    <a:pt x="574413" y="548658"/>
                    <a:pt x="574357" y="557212"/>
                  </a:cubicBezTo>
                  <a:cubicBezTo>
                    <a:pt x="514221" y="556806"/>
                    <a:pt x="463970" y="549536"/>
                    <a:pt x="411480" y="557212"/>
                  </a:cubicBezTo>
                  <a:cubicBezTo>
                    <a:pt x="369275" y="565091"/>
                    <a:pt x="301564" y="543874"/>
                    <a:pt x="248602" y="557212"/>
                  </a:cubicBezTo>
                  <a:cubicBezTo>
                    <a:pt x="247067" y="545471"/>
                    <a:pt x="248674" y="53516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6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59880"/>
                            <a:pt x="41667" y="61160"/>
                            <a:pt x="48000" y="61000"/>
                          </a:cubicBezTo>
                          <a:cubicBezTo>
                            <a:pt x="54333" y="61957"/>
                            <a:pt x="60667" y="60479"/>
                            <a:pt x="67000" y="61000"/>
                          </a:cubicBezTo>
                          <a:cubicBezTo>
                            <a:pt x="66832" y="62333"/>
                            <a:pt x="67088" y="63667"/>
                            <a:pt x="67000" y="65000"/>
                          </a:cubicBezTo>
                          <a:cubicBezTo>
                            <a:pt x="60667" y="65108"/>
                            <a:pt x="54333" y="64786"/>
                            <a:pt x="48000" y="65000"/>
                          </a:cubicBezTo>
                          <a:cubicBezTo>
                            <a:pt x="41667" y="65393"/>
                            <a:pt x="35333" y="64323"/>
                            <a:pt x="29000" y="65000"/>
                          </a:cubicBezTo>
                          <a:cubicBezTo>
                            <a:pt x="28908" y="63667"/>
                            <a:pt x="29019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Visitor Message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309580" y="607027"/>
                    <a:pt x="348192" y="584803"/>
                    <a:pt x="411480" y="591502"/>
                  </a:cubicBezTo>
                  <a:cubicBezTo>
                    <a:pt x="470244" y="592841"/>
                    <a:pt x="528041" y="581572"/>
                    <a:pt x="574357" y="591502"/>
                  </a:cubicBezTo>
                  <a:cubicBezTo>
                    <a:pt x="575388" y="601468"/>
                    <a:pt x="574913" y="614614"/>
                    <a:pt x="574357" y="625792"/>
                  </a:cubicBezTo>
                  <a:cubicBezTo>
                    <a:pt x="526972" y="630234"/>
                    <a:pt x="458074" y="628973"/>
                    <a:pt x="411480" y="625792"/>
                  </a:cubicBezTo>
                  <a:cubicBezTo>
                    <a:pt x="357223" y="629107"/>
                    <a:pt x="304627" y="631033"/>
                    <a:pt x="248602" y="625792"/>
                  </a:cubicBezTo>
                  <a:cubicBezTo>
                    <a:pt x="250291" y="614614"/>
                    <a:pt x="250745" y="601479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68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9764"/>
                            <a:pt x="41667" y="68222"/>
                            <a:pt x="48000" y="69000"/>
                          </a:cubicBezTo>
                          <a:cubicBezTo>
                            <a:pt x="54333" y="68200"/>
                            <a:pt x="60667" y="68690"/>
                            <a:pt x="67000" y="69000"/>
                          </a:cubicBezTo>
                          <a:cubicBezTo>
                            <a:pt x="67005" y="70333"/>
                            <a:pt x="67118" y="71667"/>
                            <a:pt x="67000" y="73000"/>
                          </a:cubicBezTo>
                          <a:cubicBezTo>
                            <a:pt x="60667" y="73817"/>
                            <a:pt x="54333" y="73404"/>
                            <a:pt x="48000" y="73000"/>
                          </a:cubicBezTo>
                          <a:cubicBezTo>
                            <a:pt x="41667" y="73849"/>
                            <a:pt x="35333" y="73644"/>
                            <a:pt x="29000" y="73000"/>
                          </a:cubicBezTo>
                          <a:cubicBezTo>
                            <a:pt x="29176" y="71667"/>
                            <a:pt x="29079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Visitor Message</a:t>
            </a:r>
          </a:p>
        </p:txBody>
      </p:sp>
      <p:sp>
        <p:nvSpPr>
          <p:cNvPr id="110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inq-0013</a:t>
            </a:r>
          </a:p>
        </p:txBody>
      </p:sp>
      <p:cxnSp>
        <p:nvCxnSpPr>
          <p:cNvPr id="111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"my husband went out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this morning… almost ten"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8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9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3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llama3.2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F07 · How It Works</a:t>
            </a:r>
          </a:p>
        </p:txBody>
      </p:sp>
      <p:grpSp>
        <p:nvGrpSpPr>
          <p:cNvPr id="107" name="Visitor Message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Visitor Message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Visitor Message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8467" y="644604"/>
                    <a:pt x="207522" y="600704"/>
                    <a:pt x="197167" y="557212"/>
                  </a:cubicBezTo>
                  <a:cubicBezTo>
                    <a:pt x="211618" y="505133"/>
                    <a:pt x="183710" y="456307"/>
                    <a:pt x="197167" y="411480"/>
                  </a:cubicBezTo>
                  <a:cubicBezTo>
                    <a:pt x="204659" y="350562"/>
                    <a:pt x="191976" y="312947"/>
                    <a:pt x="197167" y="265747"/>
                  </a:cubicBezTo>
                  <a:cubicBezTo>
                    <a:pt x="196487" y="210087"/>
                    <a:pt x="204940" y="169181"/>
                    <a:pt x="197167" y="120015"/>
                  </a:cubicBezTo>
                  <a:cubicBezTo>
                    <a:pt x="273965" y="119793"/>
                    <a:pt x="338423" y="112584"/>
                    <a:pt x="411480" y="120015"/>
                  </a:cubicBezTo>
                  <a:cubicBezTo>
                    <a:pt x="414566" y="191673"/>
                    <a:pt x="411391" y="231020"/>
                    <a:pt x="411480" y="300037"/>
                  </a:cubicBezTo>
                  <a:cubicBezTo>
                    <a:pt x="475425" y="275290"/>
                    <a:pt x="547636" y="317939"/>
                    <a:pt x="625792" y="300037"/>
                  </a:cubicBezTo>
                  <a:cubicBezTo>
                    <a:pt x="626818" y="362944"/>
                    <a:pt x="643544" y="440818"/>
                    <a:pt x="625792" y="501491"/>
                  </a:cubicBezTo>
                  <a:cubicBezTo>
                    <a:pt x="600686" y="570046"/>
                    <a:pt x="643162" y="621115"/>
                    <a:pt x="625792" y="702945"/>
                  </a:cubicBezTo>
                  <a:cubicBezTo>
                    <a:pt x="575955" y="702257"/>
                    <a:pt x="518823" y="690990"/>
                    <a:pt x="482914" y="702945"/>
                  </a:cubicBezTo>
                  <a:cubicBezTo>
                    <a:pt x="429695" y="702261"/>
                    <a:pt x="382883" y="689123"/>
                    <a:pt x="340045" y="702945"/>
                  </a:cubicBezTo>
                  <a:cubicBezTo>
                    <a:pt x="293329" y="695586"/>
                    <a:pt x="241403" y="704466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496068" y="178768"/>
                    <a:pt x="539048" y="213670"/>
                    <a:pt x="570071" y="248602"/>
                  </a:cubicBezTo>
                  <a:cubicBezTo>
                    <a:pt x="532782" y="245272"/>
                    <a:pt x="495427" y="240361"/>
                    <a:pt x="462915" y="248602"/>
                  </a:cubicBezTo>
                  <a:cubicBezTo>
                    <a:pt x="468789" y="218387"/>
                    <a:pt x="468668" y="179223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394982" y="70412"/>
                    <a:pt x="364093" y="62948"/>
                    <a:pt x="304323" y="68580"/>
                  </a:cubicBezTo>
                  <a:cubicBezTo>
                    <a:pt x="249828" y="71002"/>
                    <a:pt x="197031" y="70070"/>
                    <a:pt x="145732" y="68580"/>
                  </a:cubicBezTo>
                  <a:cubicBezTo>
                    <a:pt x="148728" y="140736"/>
                    <a:pt x="143613" y="179454"/>
                    <a:pt x="145732" y="240030"/>
                  </a:cubicBezTo>
                  <a:cubicBezTo>
                    <a:pt x="156494" y="298040"/>
                    <a:pt x="147512" y="346058"/>
                    <a:pt x="145732" y="411480"/>
                  </a:cubicBezTo>
                  <a:cubicBezTo>
                    <a:pt x="142693" y="468736"/>
                    <a:pt x="136863" y="515785"/>
                    <a:pt x="145732" y="582930"/>
                  </a:cubicBezTo>
                  <a:cubicBezTo>
                    <a:pt x="135011" y="642532"/>
                    <a:pt x="136050" y="691220"/>
                    <a:pt x="145732" y="754380"/>
                  </a:cubicBezTo>
                  <a:cubicBezTo>
                    <a:pt x="203146" y="746951"/>
                    <a:pt x="265929" y="733672"/>
                    <a:pt x="322900" y="754380"/>
                  </a:cubicBezTo>
                  <a:cubicBezTo>
                    <a:pt x="379903" y="745152"/>
                    <a:pt x="454042" y="747368"/>
                    <a:pt x="500059" y="754380"/>
                  </a:cubicBezTo>
                  <a:cubicBezTo>
                    <a:pt x="552417" y="768064"/>
                    <a:pt x="617746" y="771334"/>
                    <a:pt x="677227" y="754380"/>
                  </a:cubicBezTo>
                  <a:cubicBezTo>
                    <a:pt x="683327" y="695738"/>
                    <a:pt x="676824" y="630481"/>
                    <a:pt x="677227" y="588647"/>
                  </a:cubicBezTo>
                  <a:cubicBezTo>
                    <a:pt x="675482" y="529337"/>
                    <a:pt x="690703" y="479753"/>
                    <a:pt x="677227" y="422907"/>
                  </a:cubicBezTo>
                  <a:cubicBezTo>
                    <a:pt x="676609" y="374812"/>
                    <a:pt x="657756" y="301487"/>
                    <a:pt x="677227" y="257175"/>
                  </a:cubicBezTo>
                  <a:cubicBezTo>
                    <a:pt x="636684" y="241874"/>
                    <a:pt x="592592" y="194949"/>
                    <a:pt x="570071" y="162877"/>
                  </a:cubicBezTo>
                  <a:cubicBezTo>
                    <a:pt x="534576" y="131924"/>
                    <a:pt x="503676" y="94902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09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3549" y="76333"/>
                            <a:pt x="23800" y="70667"/>
                            <a:pt x="23000" y="65000"/>
                          </a:cubicBezTo>
                          <a:cubicBezTo>
                            <a:pt x="23224" y="59333"/>
                            <a:pt x="22057" y="53667"/>
                            <a:pt x="23000" y="48000"/>
                          </a:cubicBezTo>
                          <a:cubicBezTo>
                            <a:pt x="23815" y="42333"/>
                            <a:pt x="22351" y="36667"/>
                            <a:pt x="23000" y="31000"/>
                          </a:cubicBezTo>
                          <a:cubicBezTo>
                            <a:pt x="22612" y="25333"/>
                            <a:pt x="23729" y="19667"/>
                            <a:pt x="23000" y="14000"/>
                          </a:cubicBezTo>
                          <a:cubicBezTo>
                            <a:pt x="31333" y="14114"/>
                            <a:pt x="39667" y="14050"/>
                            <a:pt x="48000" y="14000"/>
                          </a:cubicBezTo>
                          <a:cubicBezTo>
                            <a:pt x="46974" y="21000"/>
                            <a:pt x="48485" y="28000"/>
                            <a:pt x="48000" y="35000"/>
                          </a:cubicBezTo>
                          <a:cubicBezTo>
                            <a:pt x="56333" y="34297"/>
                            <a:pt x="64667" y="35927"/>
                            <a:pt x="73000" y="35000"/>
                          </a:cubicBezTo>
                          <a:cubicBezTo>
                            <a:pt x="71860" y="42833"/>
                            <a:pt x="74030" y="50667"/>
                            <a:pt x="73000" y="58500"/>
                          </a:cubicBezTo>
                          <a:cubicBezTo>
                            <a:pt x="72155" y="66333"/>
                            <a:pt x="73621" y="74167"/>
                            <a:pt x="73000" y="82000"/>
                          </a:cubicBezTo>
                          <a:cubicBezTo>
                            <a:pt x="67444" y="81053"/>
                            <a:pt x="61889" y="81362"/>
                            <a:pt x="56333" y="82000"/>
                          </a:cubicBezTo>
                          <a:cubicBezTo>
                            <a:pt x="50778" y="82873"/>
                            <a:pt x="45222" y="81293"/>
                            <a:pt x="39667" y="82000"/>
                          </a:cubicBezTo>
                          <a:cubicBezTo>
                            <a:pt x="34111" y="82285"/>
                            <a:pt x="28556" y="81675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8104" y="20729"/>
                            <a:pt x="61923" y="25244"/>
                            <a:pt x="66500" y="29000"/>
                          </a:cubicBezTo>
                          <a:cubicBezTo>
                            <a:pt x="62333" y="29051"/>
                            <a:pt x="58167" y="28698"/>
                            <a:pt x="54000" y="29000"/>
                          </a:cubicBezTo>
                          <a:cubicBezTo>
                            <a:pt x="54279" y="24833"/>
                            <a:pt x="54311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7635"/>
                            <a:pt x="41667" y="7251"/>
                            <a:pt x="35500" y="8000"/>
                          </a:cubicBezTo>
                          <a:cubicBezTo>
                            <a:pt x="29333" y="9020"/>
                            <a:pt x="23167" y="8770"/>
                            <a:pt x="17000" y="8000"/>
                          </a:cubicBezTo>
                          <a:cubicBezTo>
                            <a:pt x="17473" y="14667"/>
                            <a:pt x="16684" y="21333"/>
                            <a:pt x="17000" y="28000"/>
                          </a:cubicBezTo>
                          <a:cubicBezTo>
                            <a:pt x="17838" y="34667"/>
                            <a:pt x="17095" y="41333"/>
                            <a:pt x="17000" y="48000"/>
                          </a:cubicBezTo>
                          <a:cubicBezTo>
                            <a:pt x="16418" y="54667"/>
                            <a:pt x="15998" y="61333"/>
                            <a:pt x="17000" y="68000"/>
                          </a:cubicBezTo>
                          <a:cubicBezTo>
                            <a:pt x="16271" y="74667"/>
                            <a:pt x="15938" y="81333"/>
                            <a:pt x="17000" y="88000"/>
                          </a:cubicBezTo>
                          <a:cubicBezTo>
                            <a:pt x="23889" y="86968"/>
                            <a:pt x="30778" y="86987"/>
                            <a:pt x="37667" y="88000"/>
                          </a:cubicBezTo>
                          <a:cubicBezTo>
                            <a:pt x="44556" y="87435"/>
                            <a:pt x="51444" y="87166"/>
                            <a:pt x="58333" y="88000"/>
                          </a:cubicBezTo>
                          <a:cubicBezTo>
                            <a:pt x="65222" y="87925"/>
                            <a:pt x="72111" y="88496"/>
                            <a:pt x="79000" y="88000"/>
                          </a:cubicBezTo>
                          <a:cubicBezTo>
                            <a:pt x="78791" y="81556"/>
                            <a:pt x="79512" y="75111"/>
                            <a:pt x="79000" y="68667"/>
                          </a:cubicBezTo>
                          <a:cubicBezTo>
                            <a:pt x="79886" y="62222"/>
                            <a:pt x="79620" y="55778"/>
                            <a:pt x="79000" y="49333"/>
                          </a:cubicBezTo>
                          <a:cubicBezTo>
                            <a:pt x="80141" y="42889"/>
                            <a:pt x="77980" y="36444"/>
                            <a:pt x="79000" y="30000"/>
                          </a:cubicBezTo>
                          <a:cubicBezTo>
                            <a:pt x="74433" y="26789"/>
                            <a:pt x="70478" y="22881"/>
                            <a:pt x="66500" y="19000"/>
                          </a:cubicBezTo>
                          <a:cubicBezTo>
                            <a:pt x="62218" y="15464"/>
                            <a:pt x="58484" y="11306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Visitor Message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11200" y="382643"/>
                    <a:pt x="344927" y="395450"/>
                    <a:pt x="411480" y="385762"/>
                  </a:cubicBezTo>
                  <a:cubicBezTo>
                    <a:pt x="459507" y="401823"/>
                    <a:pt x="523559" y="390798"/>
                    <a:pt x="574357" y="385762"/>
                  </a:cubicBezTo>
                  <a:cubicBezTo>
                    <a:pt x="571705" y="397252"/>
                    <a:pt x="573499" y="405905"/>
                    <a:pt x="574357" y="420052"/>
                  </a:cubicBezTo>
                  <a:cubicBezTo>
                    <a:pt x="517634" y="418500"/>
                    <a:pt x="462259" y="429153"/>
                    <a:pt x="411480" y="420052"/>
                  </a:cubicBezTo>
                  <a:cubicBezTo>
                    <a:pt x="356635" y="407732"/>
                    <a:pt x="294660" y="416561"/>
                    <a:pt x="248602" y="420052"/>
                  </a:cubicBezTo>
                  <a:cubicBezTo>
                    <a:pt x="247120" y="410338"/>
                    <a:pt x="245688" y="397215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0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5732"/>
                            <a:pt x="41667" y="45019"/>
                            <a:pt x="48000" y="45000"/>
                          </a:cubicBezTo>
                          <a:cubicBezTo>
                            <a:pt x="54333" y="45945"/>
                            <a:pt x="60667" y="44120"/>
                            <a:pt x="67000" y="45000"/>
                          </a:cubicBezTo>
                          <a:cubicBezTo>
                            <a:pt x="66995" y="46333"/>
                            <a:pt x="66864" y="47667"/>
                            <a:pt x="67000" y="49000"/>
                          </a:cubicBezTo>
                          <a:cubicBezTo>
                            <a:pt x="60667" y="48354"/>
                            <a:pt x="54333" y="48783"/>
                            <a:pt x="48000" y="49000"/>
                          </a:cubicBezTo>
                          <a:cubicBezTo>
                            <a:pt x="41667" y="49083"/>
                            <a:pt x="35333" y="50044"/>
                            <a:pt x="29000" y="49000"/>
                          </a:cubicBezTo>
                          <a:cubicBezTo>
                            <a:pt x="29035" y="47667"/>
                            <a:pt x="29055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Visitor Message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6762" y="308871"/>
                    <a:pt x="322630" y="313828"/>
                    <a:pt x="360045" y="317182"/>
                  </a:cubicBezTo>
                  <a:cubicBezTo>
                    <a:pt x="359660" y="328652"/>
                    <a:pt x="356845" y="339373"/>
                    <a:pt x="360045" y="351472"/>
                  </a:cubicBezTo>
                  <a:cubicBezTo>
                    <a:pt x="325821" y="352002"/>
                    <a:pt x="291812" y="351405"/>
                    <a:pt x="248602" y="351472"/>
                  </a:cubicBezTo>
                  <a:cubicBezTo>
                    <a:pt x="248148" y="341889"/>
                    <a:pt x="246773" y="328854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92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933"/>
                            <a:pt x="37667" y="37018"/>
                            <a:pt x="42000" y="37000"/>
                          </a:cubicBezTo>
                          <a:cubicBezTo>
                            <a:pt x="41880" y="38333"/>
                            <a:pt x="41773" y="39667"/>
                            <a:pt x="42000" y="41000"/>
                          </a:cubicBezTo>
                          <a:cubicBezTo>
                            <a:pt x="37667" y="40955"/>
                            <a:pt x="33333" y="41712"/>
                            <a:pt x="29000" y="41000"/>
                          </a:cubicBezTo>
                          <a:cubicBezTo>
                            <a:pt x="29232" y="39667"/>
                            <a:pt x="28827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Visitor Message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06701" y="451267"/>
                    <a:pt x="354021" y="456670"/>
                    <a:pt x="411480" y="454342"/>
                  </a:cubicBezTo>
                  <a:cubicBezTo>
                    <a:pt x="467194" y="450638"/>
                    <a:pt x="532578" y="443315"/>
                    <a:pt x="574357" y="454342"/>
                  </a:cubicBezTo>
                  <a:cubicBezTo>
                    <a:pt x="575724" y="466157"/>
                    <a:pt x="575383" y="478706"/>
                    <a:pt x="574357" y="488632"/>
                  </a:cubicBezTo>
                  <a:cubicBezTo>
                    <a:pt x="532610" y="487579"/>
                    <a:pt x="460969" y="485678"/>
                    <a:pt x="411480" y="488632"/>
                  </a:cubicBezTo>
                  <a:cubicBezTo>
                    <a:pt x="363626" y="503830"/>
                    <a:pt x="299057" y="488375"/>
                    <a:pt x="248602" y="488632"/>
                  </a:cubicBezTo>
                  <a:cubicBezTo>
                    <a:pt x="248605" y="479057"/>
                    <a:pt x="245405" y="466126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4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3971"/>
                            <a:pt x="41667" y="53301"/>
                            <a:pt x="48000" y="53000"/>
                          </a:cubicBezTo>
                          <a:cubicBezTo>
                            <a:pt x="54333" y="53232"/>
                            <a:pt x="60667" y="52097"/>
                            <a:pt x="67000" y="53000"/>
                          </a:cubicBezTo>
                          <a:cubicBezTo>
                            <a:pt x="67118" y="54333"/>
                            <a:pt x="67098" y="55667"/>
                            <a:pt x="67000" y="57000"/>
                          </a:cubicBezTo>
                          <a:cubicBezTo>
                            <a:pt x="60667" y="57973"/>
                            <a:pt x="54333" y="56744"/>
                            <a:pt x="48000" y="57000"/>
                          </a:cubicBezTo>
                          <a:cubicBezTo>
                            <a:pt x="41667" y="57747"/>
                            <a:pt x="35333" y="56552"/>
                            <a:pt x="29000" y="57000"/>
                          </a:cubicBezTo>
                          <a:cubicBezTo>
                            <a:pt x="28971" y="55667"/>
                            <a:pt x="29000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Visitor Message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02397" y="514669"/>
                    <a:pt x="344617" y="525840"/>
                    <a:pt x="411480" y="522922"/>
                  </a:cubicBezTo>
                  <a:cubicBezTo>
                    <a:pt x="466638" y="528831"/>
                    <a:pt x="508169" y="512842"/>
                    <a:pt x="574357" y="522922"/>
                  </a:cubicBezTo>
                  <a:cubicBezTo>
                    <a:pt x="572456" y="537427"/>
                    <a:pt x="574413" y="548658"/>
                    <a:pt x="574357" y="557212"/>
                  </a:cubicBezTo>
                  <a:cubicBezTo>
                    <a:pt x="514221" y="556806"/>
                    <a:pt x="463970" y="549536"/>
                    <a:pt x="411480" y="557212"/>
                  </a:cubicBezTo>
                  <a:cubicBezTo>
                    <a:pt x="369275" y="565091"/>
                    <a:pt x="301564" y="543874"/>
                    <a:pt x="248602" y="557212"/>
                  </a:cubicBezTo>
                  <a:cubicBezTo>
                    <a:pt x="247067" y="545471"/>
                    <a:pt x="248674" y="53516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6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59880"/>
                            <a:pt x="41667" y="61160"/>
                            <a:pt x="48000" y="61000"/>
                          </a:cubicBezTo>
                          <a:cubicBezTo>
                            <a:pt x="54333" y="61957"/>
                            <a:pt x="60667" y="60479"/>
                            <a:pt x="67000" y="61000"/>
                          </a:cubicBezTo>
                          <a:cubicBezTo>
                            <a:pt x="66832" y="62333"/>
                            <a:pt x="67088" y="63667"/>
                            <a:pt x="67000" y="65000"/>
                          </a:cubicBezTo>
                          <a:cubicBezTo>
                            <a:pt x="60667" y="65108"/>
                            <a:pt x="54333" y="64786"/>
                            <a:pt x="48000" y="65000"/>
                          </a:cubicBezTo>
                          <a:cubicBezTo>
                            <a:pt x="41667" y="65393"/>
                            <a:pt x="35333" y="64323"/>
                            <a:pt x="29000" y="65000"/>
                          </a:cubicBezTo>
                          <a:cubicBezTo>
                            <a:pt x="28908" y="63667"/>
                            <a:pt x="29019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Visitor Message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309580" y="607027"/>
                    <a:pt x="348192" y="584803"/>
                    <a:pt x="411480" y="591502"/>
                  </a:cubicBezTo>
                  <a:cubicBezTo>
                    <a:pt x="470244" y="592841"/>
                    <a:pt x="528041" y="581572"/>
                    <a:pt x="574357" y="591502"/>
                  </a:cubicBezTo>
                  <a:cubicBezTo>
                    <a:pt x="575388" y="601468"/>
                    <a:pt x="574913" y="614614"/>
                    <a:pt x="574357" y="625792"/>
                  </a:cubicBezTo>
                  <a:cubicBezTo>
                    <a:pt x="526972" y="630234"/>
                    <a:pt x="458074" y="628973"/>
                    <a:pt x="411480" y="625792"/>
                  </a:cubicBezTo>
                  <a:cubicBezTo>
                    <a:pt x="357223" y="629107"/>
                    <a:pt x="304627" y="631033"/>
                    <a:pt x="248602" y="625792"/>
                  </a:cubicBezTo>
                  <a:cubicBezTo>
                    <a:pt x="250291" y="614614"/>
                    <a:pt x="250745" y="601479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68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9764"/>
                            <a:pt x="41667" y="68222"/>
                            <a:pt x="48000" y="69000"/>
                          </a:cubicBezTo>
                          <a:cubicBezTo>
                            <a:pt x="54333" y="68200"/>
                            <a:pt x="60667" y="68690"/>
                            <a:pt x="67000" y="69000"/>
                          </a:cubicBezTo>
                          <a:cubicBezTo>
                            <a:pt x="67005" y="70333"/>
                            <a:pt x="67118" y="71667"/>
                            <a:pt x="67000" y="73000"/>
                          </a:cubicBezTo>
                          <a:cubicBezTo>
                            <a:pt x="60667" y="73817"/>
                            <a:pt x="54333" y="73404"/>
                            <a:pt x="48000" y="73000"/>
                          </a:cubicBezTo>
                          <a:cubicBezTo>
                            <a:pt x="41667" y="73849"/>
                            <a:pt x="35333" y="73644"/>
                            <a:pt x="29000" y="73000"/>
                          </a:cubicBezTo>
                          <a:cubicBezTo>
                            <a:pt x="29176" y="71667"/>
                            <a:pt x="29079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Visitor Message</a:t>
            </a:r>
          </a:p>
        </p:txBody>
      </p:sp>
      <p:sp>
        <p:nvSpPr>
          <p:cNvPr id="110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inq-0013</a:t>
            </a:r>
          </a:p>
        </p:txBody>
      </p:sp>
      <p:cxnSp>
        <p:nvCxnSpPr>
          <p:cNvPr id="111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"my husband went out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this morning… almost ten"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8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9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3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llama3.2</a:t>
            </a:r>
          </a:p>
        </p:txBody>
      </p:sp>
      <p:cxnSp>
        <p:nvCxnSpPr>
          <p:cNvPr id="124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5" name="Request"/>
          <p:cNvSpPr txBox="1"/>
          <p:nvPr/>
        </p:nvSpPr>
        <p:spPr>
          <a:xfrm>
            <a:off x="6675120" y="178308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 + 7 labels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(JSON schema enum)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F07 · How It Works</a:t>
            </a:r>
          </a:p>
        </p:txBody>
      </p:sp>
      <p:grpSp>
        <p:nvGrpSpPr>
          <p:cNvPr id="107" name="Visitor Message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Visitor Message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Visitor Message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8467" y="644604"/>
                    <a:pt x="207522" y="600704"/>
                    <a:pt x="197167" y="557212"/>
                  </a:cubicBezTo>
                  <a:cubicBezTo>
                    <a:pt x="211618" y="505133"/>
                    <a:pt x="183710" y="456307"/>
                    <a:pt x="197167" y="411480"/>
                  </a:cubicBezTo>
                  <a:cubicBezTo>
                    <a:pt x="204659" y="350562"/>
                    <a:pt x="191976" y="312947"/>
                    <a:pt x="197167" y="265747"/>
                  </a:cubicBezTo>
                  <a:cubicBezTo>
                    <a:pt x="196487" y="210087"/>
                    <a:pt x="204940" y="169181"/>
                    <a:pt x="197167" y="120015"/>
                  </a:cubicBezTo>
                  <a:cubicBezTo>
                    <a:pt x="273965" y="119793"/>
                    <a:pt x="338423" y="112584"/>
                    <a:pt x="411480" y="120015"/>
                  </a:cubicBezTo>
                  <a:cubicBezTo>
                    <a:pt x="414566" y="191673"/>
                    <a:pt x="411391" y="231020"/>
                    <a:pt x="411480" y="300037"/>
                  </a:cubicBezTo>
                  <a:cubicBezTo>
                    <a:pt x="475425" y="275290"/>
                    <a:pt x="547636" y="317939"/>
                    <a:pt x="625792" y="300037"/>
                  </a:cubicBezTo>
                  <a:cubicBezTo>
                    <a:pt x="626818" y="362944"/>
                    <a:pt x="643544" y="440818"/>
                    <a:pt x="625792" y="501491"/>
                  </a:cubicBezTo>
                  <a:cubicBezTo>
                    <a:pt x="600686" y="570046"/>
                    <a:pt x="643162" y="621115"/>
                    <a:pt x="625792" y="702945"/>
                  </a:cubicBezTo>
                  <a:cubicBezTo>
                    <a:pt x="575955" y="702257"/>
                    <a:pt x="518823" y="690990"/>
                    <a:pt x="482914" y="702945"/>
                  </a:cubicBezTo>
                  <a:cubicBezTo>
                    <a:pt x="429695" y="702261"/>
                    <a:pt x="382883" y="689123"/>
                    <a:pt x="340045" y="702945"/>
                  </a:cubicBezTo>
                  <a:cubicBezTo>
                    <a:pt x="293329" y="695586"/>
                    <a:pt x="241403" y="704466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496068" y="178768"/>
                    <a:pt x="539048" y="213670"/>
                    <a:pt x="570071" y="248602"/>
                  </a:cubicBezTo>
                  <a:cubicBezTo>
                    <a:pt x="532782" y="245272"/>
                    <a:pt x="495427" y="240361"/>
                    <a:pt x="462915" y="248602"/>
                  </a:cubicBezTo>
                  <a:cubicBezTo>
                    <a:pt x="468789" y="218387"/>
                    <a:pt x="468668" y="179223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394982" y="70412"/>
                    <a:pt x="364093" y="62948"/>
                    <a:pt x="304323" y="68580"/>
                  </a:cubicBezTo>
                  <a:cubicBezTo>
                    <a:pt x="249828" y="71002"/>
                    <a:pt x="197031" y="70070"/>
                    <a:pt x="145732" y="68580"/>
                  </a:cubicBezTo>
                  <a:cubicBezTo>
                    <a:pt x="148728" y="140736"/>
                    <a:pt x="143613" y="179454"/>
                    <a:pt x="145732" y="240030"/>
                  </a:cubicBezTo>
                  <a:cubicBezTo>
                    <a:pt x="156494" y="298040"/>
                    <a:pt x="147512" y="346058"/>
                    <a:pt x="145732" y="411480"/>
                  </a:cubicBezTo>
                  <a:cubicBezTo>
                    <a:pt x="142693" y="468736"/>
                    <a:pt x="136863" y="515785"/>
                    <a:pt x="145732" y="582930"/>
                  </a:cubicBezTo>
                  <a:cubicBezTo>
                    <a:pt x="135011" y="642532"/>
                    <a:pt x="136050" y="691220"/>
                    <a:pt x="145732" y="754380"/>
                  </a:cubicBezTo>
                  <a:cubicBezTo>
                    <a:pt x="203146" y="746951"/>
                    <a:pt x="265929" y="733672"/>
                    <a:pt x="322900" y="754380"/>
                  </a:cubicBezTo>
                  <a:cubicBezTo>
                    <a:pt x="379903" y="745152"/>
                    <a:pt x="454042" y="747368"/>
                    <a:pt x="500059" y="754380"/>
                  </a:cubicBezTo>
                  <a:cubicBezTo>
                    <a:pt x="552417" y="768064"/>
                    <a:pt x="617746" y="771334"/>
                    <a:pt x="677227" y="754380"/>
                  </a:cubicBezTo>
                  <a:cubicBezTo>
                    <a:pt x="683327" y="695738"/>
                    <a:pt x="676824" y="630481"/>
                    <a:pt x="677227" y="588647"/>
                  </a:cubicBezTo>
                  <a:cubicBezTo>
                    <a:pt x="675482" y="529337"/>
                    <a:pt x="690703" y="479753"/>
                    <a:pt x="677227" y="422907"/>
                  </a:cubicBezTo>
                  <a:cubicBezTo>
                    <a:pt x="676609" y="374812"/>
                    <a:pt x="657756" y="301487"/>
                    <a:pt x="677227" y="257175"/>
                  </a:cubicBezTo>
                  <a:cubicBezTo>
                    <a:pt x="636684" y="241874"/>
                    <a:pt x="592592" y="194949"/>
                    <a:pt x="570071" y="162877"/>
                  </a:cubicBezTo>
                  <a:cubicBezTo>
                    <a:pt x="534576" y="131924"/>
                    <a:pt x="503676" y="94902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09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3549" y="76333"/>
                            <a:pt x="23800" y="70667"/>
                            <a:pt x="23000" y="65000"/>
                          </a:cubicBezTo>
                          <a:cubicBezTo>
                            <a:pt x="23224" y="59333"/>
                            <a:pt x="22057" y="53667"/>
                            <a:pt x="23000" y="48000"/>
                          </a:cubicBezTo>
                          <a:cubicBezTo>
                            <a:pt x="23815" y="42333"/>
                            <a:pt x="22351" y="36667"/>
                            <a:pt x="23000" y="31000"/>
                          </a:cubicBezTo>
                          <a:cubicBezTo>
                            <a:pt x="22612" y="25333"/>
                            <a:pt x="23729" y="19667"/>
                            <a:pt x="23000" y="14000"/>
                          </a:cubicBezTo>
                          <a:cubicBezTo>
                            <a:pt x="31333" y="14114"/>
                            <a:pt x="39667" y="14050"/>
                            <a:pt x="48000" y="14000"/>
                          </a:cubicBezTo>
                          <a:cubicBezTo>
                            <a:pt x="46974" y="21000"/>
                            <a:pt x="48485" y="28000"/>
                            <a:pt x="48000" y="35000"/>
                          </a:cubicBezTo>
                          <a:cubicBezTo>
                            <a:pt x="56333" y="34297"/>
                            <a:pt x="64667" y="35927"/>
                            <a:pt x="73000" y="35000"/>
                          </a:cubicBezTo>
                          <a:cubicBezTo>
                            <a:pt x="71860" y="42833"/>
                            <a:pt x="74030" y="50667"/>
                            <a:pt x="73000" y="58500"/>
                          </a:cubicBezTo>
                          <a:cubicBezTo>
                            <a:pt x="72155" y="66333"/>
                            <a:pt x="73621" y="74167"/>
                            <a:pt x="73000" y="82000"/>
                          </a:cubicBezTo>
                          <a:cubicBezTo>
                            <a:pt x="67444" y="81053"/>
                            <a:pt x="61889" y="81362"/>
                            <a:pt x="56333" y="82000"/>
                          </a:cubicBezTo>
                          <a:cubicBezTo>
                            <a:pt x="50778" y="82873"/>
                            <a:pt x="45222" y="81293"/>
                            <a:pt x="39667" y="82000"/>
                          </a:cubicBezTo>
                          <a:cubicBezTo>
                            <a:pt x="34111" y="82285"/>
                            <a:pt x="28556" y="81675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8104" y="20729"/>
                            <a:pt x="61923" y="25244"/>
                            <a:pt x="66500" y="29000"/>
                          </a:cubicBezTo>
                          <a:cubicBezTo>
                            <a:pt x="62333" y="29051"/>
                            <a:pt x="58167" y="28698"/>
                            <a:pt x="54000" y="29000"/>
                          </a:cubicBezTo>
                          <a:cubicBezTo>
                            <a:pt x="54279" y="24833"/>
                            <a:pt x="54311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7635"/>
                            <a:pt x="41667" y="7251"/>
                            <a:pt x="35500" y="8000"/>
                          </a:cubicBezTo>
                          <a:cubicBezTo>
                            <a:pt x="29333" y="9020"/>
                            <a:pt x="23167" y="8770"/>
                            <a:pt x="17000" y="8000"/>
                          </a:cubicBezTo>
                          <a:cubicBezTo>
                            <a:pt x="17473" y="14667"/>
                            <a:pt x="16684" y="21333"/>
                            <a:pt x="17000" y="28000"/>
                          </a:cubicBezTo>
                          <a:cubicBezTo>
                            <a:pt x="17838" y="34667"/>
                            <a:pt x="17095" y="41333"/>
                            <a:pt x="17000" y="48000"/>
                          </a:cubicBezTo>
                          <a:cubicBezTo>
                            <a:pt x="16418" y="54667"/>
                            <a:pt x="15998" y="61333"/>
                            <a:pt x="17000" y="68000"/>
                          </a:cubicBezTo>
                          <a:cubicBezTo>
                            <a:pt x="16271" y="74667"/>
                            <a:pt x="15938" y="81333"/>
                            <a:pt x="17000" y="88000"/>
                          </a:cubicBezTo>
                          <a:cubicBezTo>
                            <a:pt x="23889" y="86968"/>
                            <a:pt x="30778" y="86987"/>
                            <a:pt x="37667" y="88000"/>
                          </a:cubicBezTo>
                          <a:cubicBezTo>
                            <a:pt x="44556" y="87435"/>
                            <a:pt x="51444" y="87166"/>
                            <a:pt x="58333" y="88000"/>
                          </a:cubicBezTo>
                          <a:cubicBezTo>
                            <a:pt x="65222" y="87925"/>
                            <a:pt x="72111" y="88496"/>
                            <a:pt x="79000" y="88000"/>
                          </a:cubicBezTo>
                          <a:cubicBezTo>
                            <a:pt x="78791" y="81556"/>
                            <a:pt x="79512" y="75111"/>
                            <a:pt x="79000" y="68667"/>
                          </a:cubicBezTo>
                          <a:cubicBezTo>
                            <a:pt x="79886" y="62222"/>
                            <a:pt x="79620" y="55778"/>
                            <a:pt x="79000" y="49333"/>
                          </a:cubicBezTo>
                          <a:cubicBezTo>
                            <a:pt x="80141" y="42889"/>
                            <a:pt x="77980" y="36444"/>
                            <a:pt x="79000" y="30000"/>
                          </a:cubicBezTo>
                          <a:cubicBezTo>
                            <a:pt x="74433" y="26789"/>
                            <a:pt x="70478" y="22881"/>
                            <a:pt x="66500" y="19000"/>
                          </a:cubicBezTo>
                          <a:cubicBezTo>
                            <a:pt x="62218" y="15464"/>
                            <a:pt x="58484" y="11306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Visitor Message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11200" y="382643"/>
                    <a:pt x="344927" y="395450"/>
                    <a:pt x="411480" y="385762"/>
                  </a:cubicBezTo>
                  <a:cubicBezTo>
                    <a:pt x="459507" y="401823"/>
                    <a:pt x="523559" y="390798"/>
                    <a:pt x="574357" y="385762"/>
                  </a:cubicBezTo>
                  <a:cubicBezTo>
                    <a:pt x="571705" y="397252"/>
                    <a:pt x="573499" y="405905"/>
                    <a:pt x="574357" y="420052"/>
                  </a:cubicBezTo>
                  <a:cubicBezTo>
                    <a:pt x="517634" y="418500"/>
                    <a:pt x="462259" y="429153"/>
                    <a:pt x="411480" y="420052"/>
                  </a:cubicBezTo>
                  <a:cubicBezTo>
                    <a:pt x="356635" y="407732"/>
                    <a:pt x="294660" y="416561"/>
                    <a:pt x="248602" y="420052"/>
                  </a:cubicBezTo>
                  <a:cubicBezTo>
                    <a:pt x="247120" y="410338"/>
                    <a:pt x="245688" y="397215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0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5732"/>
                            <a:pt x="41667" y="45019"/>
                            <a:pt x="48000" y="45000"/>
                          </a:cubicBezTo>
                          <a:cubicBezTo>
                            <a:pt x="54333" y="45945"/>
                            <a:pt x="60667" y="44120"/>
                            <a:pt x="67000" y="45000"/>
                          </a:cubicBezTo>
                          <a:cubicBezTo>
                            <a:pt x="66995" y="46333"/>
                            <a:pt x="66864" y="47667"/>
                            <a:pt x="67000" y="49000"/>
                          </a:cubicBezTo>
                          <a:cubicBezTo>
                            <a:pt x="60667" y="48354"/>
                            <a:pt x="54333" y="48783"/>
                            <a:pt x="48000" y="49000"/>
                          </a:cubicBezTo>
                          <a:cubicBezTo>
                            <a:pt x="41667" y="49083"/>
                            <a:pt x="35333" y="50044"/>
                            <a:pt x="29000" y="49000"/>
                          </a:cubicBezTo>
                          <a:cubicBezTo>
                            <a:pt x="29035" y="47667"/>
                            <a:pt x="29055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Visitor Message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6762" y="308871"/>
                    <a:pt x="322630" y="313828"/>
                    <a:pt x="360045" y="317182"/>
                  </a:cubicBezTo>
                  <a:cubicBezTo>
                    <a:pt x="359660" y="328652"/>
                    <a:pt x="356845" y="339373"/>
                    <a:pt x="360045" y="351472"/>
                  </a:cubicBezTo>
                  <a:cubicBezTo>
                    <a:pt x="325821" y="352002"/>
                    <a:pt x="291812" y="351405"/>
                    <a:pt x="248602" y="351472"/>
                  </a:cubicBezTo>
                  <a:cubicBezTo>
                    <a:pt x="248148" y="341889"/>
                    <a:pt x="246773" y="328854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92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933"/>
                            <a:pt x="37667" y="37018"/>
                            <a:pt x="42000" y="37000"/>
                          </a:cubicBezTo>
                          <a:cubicBezTo>
                            <a:pt x="41880" y="38333"/>
                            <a:pt x="41773" y="39667"/>
                            <a:pt x="42000" y="41000"/>
                          </a:cubicBezTo>
                          <a:cubicBezTo>
                            <a:pt x="37667" y="40955"/>
                            <a:pt x="33333" y="41712"/>
                            <a:pt x="29000" y="41000"/>
                          </a:cubicBezTo>
                          <a:cubicBezTo>
                            <a:pt x="29232" y="39667"/>
                            <a:pt x="28827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Visitor Message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06701" y="451267"/>
                    <a:pt x="354021" y="456670"/>
                    <a:pt x="411480" y="454342"/>
                  </a:cubicBezTo>
                  <a:cubicBezTo>
                    <a:pt x="467194" y="450638"/>
                    <a:pt x="532578" y="443315"/>
                    <a:pt x="574357" y="454342"/>
                  </a:cubicBezTo>
                  <a:cubicBezTo>
                    <a:pt x="575724" y="466157"/>
                    <a:pt x="575383" y="478706"/>
                    <a:pt x="574357" y="488632"/>
                  </a:cubicBezTo>
                  <a:cubicBezTo>
                    <a:pt x="532610" y="487579"/>
                    <a:pt x="460969" y="485678"/>
                    <a:pt x="411480" y="488632"/>
                  </a:cubicBezTo>
                  <a:cubicBezTo>
                    <a:pt x="363626" y="503830"/>
                    <a:pt x="299057" y="488375"/>
                    <a:pt x="248602" y="488632"/>
                  </a:cubicBezTo>
                  <a:cubicBezTo>
                    <a:pt x="248605" y="479057"/>
                    <a:pt x="245405" y="466126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4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3971"/>
                            <a:pt x="41667" y="53301"/>
                            <a:pt x="48000" y="53000"/>
                          </a:cubicBezTo>
                          <a:cubicBezTo>
                            <a:pt x="54333" y="53232"/>
                            <a:pt x="60667" y="52097"/>
                            <a:pt x="67000" y="53000"/>
                          </a:cubicBezTo>
                          <a:cubicBezTo>
                            <a:pt x="67118" y="54333"/>
                            <a:pt x="67098" y="55667"/>
                            <a:pt x="67000" y="57000"/>
                          </a:cubicBezTo>
                          <a:cubicBezTo>
                            <a:pt x="60667" y="57973"/>
                            <a:pt x="54333" y="56744"/>
                            <a:pt x="48000" y="57000"/>
                          </a:cubicBezTo>
                          <a:cubicBezTo>
                            <a:pt x="41667" y="57747"/>
                            <a:pt x="35333" y="56552"/>
                            <a:pt x="29000" y="57000"/>
                          </a:cubicBezTo>
                          <a:cubicBezTo>
                            <a:pt x="28971" y="55667"/>
                            <a:pt x="29000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Visitor Message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02397" y="514669"/>
                    <a:pt x="344617" y="525840"/>
                    <a:pt x="411480" y="522922"/>
                  </a:cubicBezTo>
                  <a:cubicBezTo>
                    <a:pt x="466638" y="528831"/>
                    <a:pt x="508169" y="512842"/>
                    <a:pt x="574357" y="522922"/>
                  </a:cubicBezTo>
                  <a:cubicBezTo>
                    <a:pt x="572456" y="537427"/>
                    <a:pt x="574413" y="548658"/>
                    <a:pt x="574357" y="557212"/>
                  </a:cubicBezTo>
                  <a:cubicBezTo>
                    <a:pt x="514221" y="556806"/>
                    <a:pt x="463970" y="549536"/>
                    <a:pt x="411480" y="557212"/>
                  </a:cubicBezTo>
                  <a:cubicBezTo>
                    <a:pt x="369275" y="565091"/>
                    <a:pt x="301564" y="543874"/>
                    <a:pt x="248602" y="557212"/>
                  </a:cubicBezTo>
                  <a:cubicBezTo>
                    <a:pt x="247067" y="545471"/>
                    <a:pt x="248674" y="53516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6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59880"/>
                            <a:pt x="41667" y="61160"/>
                            <a:pt x="48000" y="61000"/>
                          </a:cubicBezTo>
                          <a:cubicBezTo>
                            <a:pt x="54333" y="61957"/>
                            <a:pt x="60667" y="60479"/>
                            <a:pt x="67000" y="61000"/>
                          </a:cubicBezTo>
                          <a:cubicBezTo>
                            <a:pt x="66832" y="62333"/>
                            <a:pt x="67088" y="63667"/>
                            <a:pt x="67000" y="65000"/>
                          </a:cubicBezTo>
                          <a:cubicBezTo>
                            <a:pt x="60667" y="65108"/>
                            <a:pt x="54333" y="64786"/>
                            <a:pt x="48000" y="65000"/>
                          </a:cubicBezTo>
                          <a:cubicBezTo>
                            <a:pt x="41667" y="65393"/>
                            <a:pt x="35333" y="64323"/>
                            <a:pt x="29000" y="65000"/>
                          </a:cubicBezTo>
                          <a:cubicBezTo>
                            <a:pt x="28908" y="63667"/>
                            <a:pt x="29019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Visitor Message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309580" y="607027"/>
                    <a:pt x="348192" y="584803"/>
                    <a:pt x="411480" y="591502"/>
                  </a:cubicBezTo>
                  <a:cubicBezTo>
                    <a:pt x="470244" y="592841"/>
                    <a:pt x="528041" y="581572"/>
                    <a:pt x="574357" y="591502"/>
                  </a:cubicBezTo>
                  <a:cubicBezTo>
                    <a:pt x="575388" y="601468"/>
                    <a:pt x="574913" y="614614"/>
                    <a:pt x="574357" y="625792"/>
                  </a:cubicBezTo>
                  <a:cubicBezTo>
                    <a:pt x="526972" y="630234"/>
                    <a:pt x="458074" y="628973"/>
                    <a:pt x="411480" y="625792"/>
                  </a:cubicBezTo>
                  <a:cubicBezTo>
                    <a:pt x="357223" y="629107"/>
                    <a:pt x="304627" y="631033"/>
                    <a:pt x="248602" y="625792"/>
                  </a:cubicBezTo>
                  <a:cubicBezTo>
                    <a:pt x="250291" y="614614"/>
                    <a:pt x="250745" y="601479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68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9764"/>
                            <a:pt x="41667" y="68222"/>
                            <a:pt x="48000" y="69000"/>
                          </a:cubicBezTo>
                          <a:cubicBezTo>
                            <a:pt x="54333" y="68200"/>
                            <a:pt x="60667" y="68690"/>
                            <a:pt x="67000" y="69000"/>
                          </a:cubicBezTo>
                          <a:cubicBezTo>
                            <a:pt x="67005" y="70333"/>
                            <a:pt x="67118" y="71667"/>
                            <a:pt x="67000" y="73000"/>
                          </a:cubicBezTo>
                          <a:cubicBezTo>
                            <a:pt x="60667" y="73817"/>
                            <a:pt x="54333" y="73404"/>
                            <a:pt x="48000" y="73000"/>
                          </a:cubicBezTo>
                          <a:cubicBezTo>
                            <a:pt x="41667" y="73849"/>
                            <a:pt x="35333" y="73644"/>
                            <a:pt x="29000" y="73000"/>
                          </a:cubicBezTo>
                          <a:cubicBezTo>
                            <a:pt x="29176" y="71667"/>
                            <a:pt x="29079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Visitor Message</a:t>
            </a:r>
          </a:p>
        </p:txBody>
      </p:sp>
      <p:sp>
        <p:nvSpPr>
          <p:cNvPr id="110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inq-0013</a:t>
            </a:r>
          </a:p>
        </p:txBody>
      </p:sp>
      <p:cxnSp>
        <p:nvCxnSpPr>
          <p:cNvPr id="111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"my husband went out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this morning… almost ten"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8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9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3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llama3.2</a:t>
            </a:r>
          </a:p>
        </p:txBody>
      </p:sp>
      <p:cxnSp>
        <p:nvCxnSpPr>
          <p:cNvPr id="124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5" name="Request"/>
          <p:cNvSpPr txBox="1"/>
          <p:nvPr/>
        </p:nvSpPr>
        <p:spPr>
          <a:xfrm>
            <a:off x="6675120" y="178308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 + 7 labels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(JSON schema enum)</a:t>
            </a:r>
          </a:p>
        </p:txBody>
      </p:sp>
      <p:sp>
        <p:nvSpPr>
          <p:cNvPr id="126" name="Reply"/>
          <p:cNvSpPr txBox="1"/>
          <p:nvPr/>
        </p:nvSpPr>
        <p:spPr>
          <a:xfrm>
            <a:off x="7388352" y="315468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{"category":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"emergency"}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F07 · How It Works</a:t>
            </a:r>
          </a:p>
        </p:txBody>
      </p:sp>
      <p:grpSp>
        <p:nvGrpSpPr>
          <p:cNvPr id="107" name="Visitor Message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Visitor Message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Visitor Message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8467" y="644604"/>
                    <a:pt x="207522" y="600704"/>
                    <a:pt x="197167" y="557212"/>
                  </a:cubicBezTo>
                  <a:cubicBezTo>
                    <a:pt x="211618" y="505133"/>
                    <a:pt x="183710" y="456307"/>
                    <a:pt x="197167" y="411480"/>
                  </a:cubicBezTo>
                  <a:cubicBezTo>
                    <a:pt x="204659" y="350562"/>
                    <a:pt x="191976" y="312947"/>
                    <a:pt x="197167" y="265747"/>
                  </a:cubicBezTo>
                  <a:cubicBezTo>
                    <a:pt x="196487" y="210087"/>
                    <a:pt x="204940" y="169181"/>
                    <a:pt x="197167" y="120015"/>
                  </a:cubicBezTo>
                  <a:cubicBezTo>
                    <a:pt x="273965" y="119793"/>
                    <a:pt x="338423" y="112584"/>
                    <a:pt x="411480" y="120015"/>
                  </a:cubicBezTo>
                  <a:cubicBezTo>
                    <a:pt x="414566" y="191673"/>
                    <a:pt x="411391" y="231020"/>
                    <a:pt x="411480" y="300037"/>
                  </a:cubicBezTo>
                  <a:cubicBezTo>
                    <a:pt x="475425" y="275290"/>
                    <a:pt x="547636" y="317939"/>
                    <a:pt x="625792" y="300037"/>
                  </a:cubicBezTo>
                  <a:cubicBezTo>
                    <a:pt x="626818" y="362944"/>
                    <a:pt x="643544" y="440818"/>
                    <a:pt x="625792" y="501491"/>
                  </a:cubicBezTo>
                  <a:cubicBezTo>
                    <a:pt x="600686" y="570046"/>
                    <a:pt x="643162" y="621115"/>
                    <a:pt x="625792" y="702945"/>
                  </a:cubicBezTo>
                  <a:cubicBezTo>
                    <a:pt x="575955" y="702257"/>
                    <a:pt x="518823" y="690990"/>
                    <a:pt x="482914" y="702945"/>
                  </a:cubicBezTo>
                  <a:cubicBezTo>
                    <a:pt x="429695" y="702261"/>
                    <a:pt x="382883" y="689123"/>
                    <a:pt x="340045" y="702945"/>
                  </a:cubicBezTo>
                  <a:cubicBezTo>
                    <a:pt x="293329" y="695586"/>
                    <a:pt x="241403" y="704466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496068" y="178768"/>
                    <a:pt x="539048" y="213670"/>
                    <a:pt x="570071" y="248602"/>
                  </a:cubicBezTo>
                  <a:cubicBezTo>
                    <a:pt x="532782" y="245272"/>
                    <a:pt x="495427" y="240361"/>
                    <a:pt x="462915" y="248602"/>
                  </a:cubicBezTo>
                  <a:cubicBezTo>
                    <a:pt x="468789" y="218387"/>
                    <a:pt x="468668" y="179223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394982" y="70412"/>
                    <a:pt x="364093" y="62948"/>
                    <a:pt x="304323" y="68580"/>
                  </a:cubicBezTo>
                  <a:cubicBezTo>
                    <a:pt x="249828" y="71002"/>
                    <a:pt x="197031" y="70070"/>
                    <a:pt x="145732" y="68580"/>
                  </a:cubicBezTo>
                  <a:cubicBezTo>
                    <a:pt x="148728" y="140736"/>
                    <a:pt x="143613" y="179454"/>
                    <a:pt x="145732" y="240030"/>
                  </a:cubicBezTo>
                  <a:cubicBezTo>
                    <a:pt x="156494" y="298040"/>
                    <a:pt x="147512" y="346058"/>
                    <a:pt x="145732" y="411480"/>
                  </a:cubicBezTo>
                  <a:cubicBezTo>
                    <a:pt x="142693" y="468736"/>
                    <a:pt x="136863" y="515785"/>
                    <a:pt x="145732" y="582930"/>
                  </a:cubicBezTo>
                  <a:cubicBezTo>
                    <a:pt x="135011" y="642532"/>
                    <a:pt x="136050" y="691220"/>
                    <a:pt x="145732" y="754380"/>
                  </a:cubicBezTo>
                  <a:cubicBezTo>
                    <a:pt x="203146" y="746951"/>
                    <a:pt x="265929" y="733672"/>
                    <a:pt x="322900" y="754380"/>
                  </a:cubicBezTo>
                  <a:cubicBezTo>
                    <a:pt x="379903" y="745152"/>
                    <a:pt x="454042" y="747368"/>
                    <a:pt x="500059" y="754380"/>
                  </a:cubicBezTo>
                  <a:cubicBezTo>
                    <a:pt x="552417" y="768064"/>
                    <a:pt x="617746" y="771334"/>
                    <a:pt x="677227" y="754380"/>
                  </a:cubicBezTo>
                  <a:cubicBezTo>
                    <a:pt x="683327" y="695738"/>
                    <a:pt x="676824" y="630481"/>
                    <a:pt x="677227" y="588647"/>
                  </a:cubicBezTo>
                  <a:cubicBezTo>
                    <a:pt x="675482" y="529337"/>
                    <a:pt x="690703" y="479753"/>
                    <a:pt x="677227" y="422907"/>
                  </a:cubicBezTo>
                  <a:cubicBezTo>
                    <a:pt x="676609" y="374812"/>
                    <a:pt x="657756" y="301487"/>
                    <a:pt x="677227" y="257175"/>
                  </a:cubicBezTo>
                  <a:cubicBezTo>
                    <a:pt x="636684" y="241874"/>
                    <a:pt x="592592" y="194949"/>
                    <a:pt x="570071" y="162877"/>
                  </a:cubicBezTo>
                  <a:cubicBezTo>
                    <a:pt x="534576" y="131924"/>
                    <a:pt x="503676" y="94902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09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3549" y="76333"/>
                            <a:pt x="23800" y="70667"/>
                            <a:pt x="23000" y="65000"/>
                          </a:cubicBezTo>
                          <a:cubicBezTo>
                            <a:pt x="23224" y="59333"/>
                            <a:pt x="22057" y="53667"/>
                            <a:pt x="23000" y="48000"/>
                          </a:cubicBezTo>
                          <a:cubicBezTo>
                            <a:pt x="23815" y="42333"/>
                            <a:pt x="22351" y="36667"/>
                            <a:pt x="23000" y="31000"/>
                          </a:cubicBezTo>
                          <a:cubicBezTo>
                            <a:pt x="22612" y="25333"/>
                            <a:pt x="23729" y="19667"/>
                            <a:pt x="23000" y="14000"/>
                          </a:cubicBezTo>
                          <a:cubicBezTo>
                            <a:pt x="31333" y="14114"/>
                            <a:pt x="39667" y="14050"/>
                            <a:pt x="48000" y="14000"/>
                          </a:cubicBezTo>
                          <a:cubicBezTo>
                            <a:pt x="46974" y="21000"/>
                            <a:pt x="48485" y="28000"/>
                            <a:pt x="48000" y="35000"/>
                          </a:cubicBezTo>
                          <a:cubicBezTo>
                            <a:pt x="56333" y="34297"/>
                            <a:pt x="64667" y="35927"/>
                            <a:pt x="73000" y="35000"/>
                          </a:cubicBezTo>
                          <a:cubicBezTo>
                            <a:pt x="71860" y="42833"/>
                            <a:pt x="74030" y="50667"/>
                            <a:pt x="73000" y="58500"/>
                          </a:cubicBezTo>
                          <a:cubicBezTo>
                            <a:pt x="72155" y="66333"/>
                            <a:pt x="73621" y="74167"/>
                            <a:pt x="73000" y="82000"/>
                          </a:cubicBezTo>
                          <a:cubicBezTo>
                            <a:pt x="67444" y="81053"/>
                            <a:pt x="61889" y="81362"/>
                            <a:pt x="56333" y="82000"/>
                          </a:cubicBezTo>
                          <a:cubicBezTo>
                            <a:pt x="50778" y="82873"/>
                            <a:pt x="45222" y="81293"/>
                            <a:pt x="39667" y="82000"/>
                          </a:cubicBezTo>
                          <a:cubicBezTo>
                            <a:pt x="34111" y="82285"/>
                            <a:pt x="28556" y="81675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8104" y="20729"/>
                            <a:pt x="61923" y="25244"/>
                            <a:pt x="66500" y="29000"/>
                          </a:cubicBezTo>
                          <a:cubicBezTo>
                            <a:pt x="62333" y="29051"/>
                            <a:pt x="58167" y="28698"/>
                            <a:pt x="54000" y="29000"/>
                          </a:cubicBezTo>
                          <a:cubicBezTo>
                            <a:pt x="54279" y="24833"/>
                            <a:pt x="54311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7635"/>
                            <a:pt x="41667" y="7251"/>
                            <a:pt x="35500" y="8000"/>
                          </a:cubicBezTo>
                          <a:cubicBezTo>
                            <a:pt x="29333" y="9020"/>
                            <a:pt x="23167" y="8770"/>
                            <a:pt x="17000" y="8000"/>
                          </a:cubicBezTo>
                          <a:cubicBezTo>
                            <a:pt x="17473" y="14667"/>
                            <a:pt x="16684" y="21333"/>
                            <a:pt x="17000" y="28000"/>
                          </a:cubicBezTo>
                          <a:cubicBezTo>
                            <a:pt x="17838" y="34667"/>
                            <a:pt x="17095" y="41333"/>
                            <a:pt x="17000" y="48000"/>
                          </a:cubicBezTo>
                          <a:cubicBezTo>
                            <a:pt x="16418" y="54667"/>
                            <a:pt x="15998" y="61333"/>
                            <a:pt x="17000" y="68000"/>
                          </a:cubicBezTo>
                          <a:cubicBezTo>
                            <a:pt x="16271" y="74667"/>
                            <a:pt x="15938" y="81333"/>
                            <a:pt x="17000" y="88000"/>
                          </a:cubicBezTo>
                          <a:cubicBezTo>
                            <a:pt x="23889" y="86968"/>
                            <a:pt x="30778" y="86987"/>
                            <a:pt x="37667" y="88000"/>
                          </a:cubicBezTo>
                          <a:cubicBezTo>
                            <a:pt x="44556" y="87435"/>
                            <a:pt x="51444" y="87166"/>
                            <a:pt x="58333" y="88000"/>
                          </a:cubicBezTo>
                          <a:cubicBezTo>
                            <a:pt x="65222" y="87925"/>
                            <a:pt x="72111" y="88496"/>
                            <a:pt x="79000" y="88000"/>
                          </a:cubicBezTo>
                          <a:cubicBezTo>
                            <a:pt x="78791" y="81556"/>
                            <a:pt x="79512" y="75111"/>
                            <a:pt x="79000" y="68667"/>
                          </a:cubicBezTo>
                          <a:cubicBezTo>
                            <a:pt x="79886" y="62222"/>
                            <a:pt x="79620" y="55778"/>
                            <a:pt x="79000" y="49333"/>
                          </a:cubicBezTo>
                          <a:cubicBezTo>
                            <a:pt x="80141" y="42889"/>
                            <a:pt x="77980" y="36444"/>
                            <a:pt x="79000" y="30000"/>
                          </a:cubicBezTo>
                          <a:cubicBezTo>
                            <a:pt x="74433" y="26789"/>
                            <a:pt x="70478" y="22881"/>
                            <a:pt x="66500" y="19000"/>
                          </a:cubicBezTo>
                          <a:cubicBezTo>
                            <a:pt x="62218" y="15464"/>
                            <a:pt x="58484" y="11306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Visitor Message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11200" y="382643"/>
                    <a:pt x="344927" y="395450"/>
                    <a:pt x="411480" y="385762"/>
                  </a:cubicBezTo>
                  <a:cubicBezTo>
                    <a:pt x="459507" y="401823"/>
                    <a:pt x="523559" y="390798"/>
                    <a:pt x="574357" y="385762"/>
                  </a:cubicBezTo>
                  <a:cubicBezTo>
                    <a:pt x="571705" y="397252"/>
                    <a:pt x="573499" y="405905"/>
                    <a:pt x="574357" y="420052"/>
                  </a:cubicBezTo>
                  <a:cubicBezTo>
                    <a:pt x="517634" y="418500"/>
                    <a:pt x="462259" y="429153"/>
                    <a:pt x="411480" y="420052"/>
                  </a:cubicBezTo>
                  <a:cubicBezTo>
                    <a:pt x="356635" y="407732"/>
                    <a:pt x="294660" y="416561"/>
                    <a:pt x="248602" y="420052"/>
                  </a:cubicBezTo>
                  <a:cubicBezTo>
                    <a:pt x="247120" y="410338"/>
                    <a:pt x="245688" y="397215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0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5732"/>
                            <a:pt x="41667" y="45019"/>
                            <a:pt x="48000" y="45000"/>
                          </a:cubicBezTo>
                          <a:cubicBezTo>
                            <a:pt x="54333" y="45945"/>
                            <a:pt x="60667" y="44120"/>
                            <a:pt x="67000" y="45000"/>
                          </a:cubicBezTo>
                          <a:cubicBezTo>
                            <a:pt x="66995" y="46333"/>
                            <a:pt x="66864" y="47667"/>
                            <a:pt x="67000" y="49000"/>
                          </a:cubicBezTo>
                          <a:cubicBezTo>
                            <a:pt x="60667" y="48354"/>
                            <a:pt x="54333" y="48783"/>
                            <a:pt x="48000" y="49000"/>
                          </a:cubicBezTo>
                          <a:cubicBezTo>
                            <a:pt x="41667" y="49083"/>
                            <a:pt x="35333" y="50044"/>
                            <a:pt x="29000" y="49000"/>
                          </a:cubicBezTo>
                          <a:cubicBezTo>
                            <a:pt x="29035" y="47667"/>
                            <a:pt x="29055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Visitor Message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6762" y="308871"/>
                    <a:pt x="322630" y="313828"/>
                    <a:pt x="360045" y="317182"/>
                  </a:cubicBezTo>
                  <a:cubicBezTo>
                    <a:pt x="359660" y="328652"/>
                    <a:pt x="356845" y="339373"/>
                    <a:pt x="360045" y="351472"/>
                  </a:cubicBezTo>
                  <a:cubicBezTo>
                    <a:pt x="325821" y="352002"/>
                    <a:pt x="291812" y="351405"/>
                    <a:pt x="248602" y="351472"/>
                  </a:cubicBezTo>
                  <a:cubicBezTo>
                    <a:pt x="248148" y="341889"/>
                    <a:pt x="246773" y="328854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92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933"/>
                            <a:pt x="37667" y="37018"/>
                            <a:pt x="42000" y="37000"/>
                          </a:cubicBezTo>
                          <a:cubicBezTo>
                            <a:pt x="41880" y="38333"/>
                            <a:pt x="41773" y="39667"/>
                            <a:pt x="42000" y="41000"/>
                          </a:cubicBezTo>
                          <a:cubicBezTo>
                            <a:pt x="37667" y="40955"/>
                            <a:pt x="33333" y="41712"/>
                            <a:pt x="29000" y="41000"/>
                          </a:cubicBezTo>
                          <a:cubicBezTo>
                            <a:pt x="29232" y="39667"/>
                            <a:pt x="28827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Visitor Message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06701" y="451267"/>
                    <a:pt x="354021" y="456670"/>
                    <a:pt x="411480" y="454342"/>
                  </a:cubicBezTo>
                  <a:cubicBezTo>
                    <a:pt x="467194" y="450638"/>
                    <a:pt x="532578" y="443315"/>
                    <a:pt x="574357" y="454342"/>
                  </a:cubicBezTo>
                  <a:cubicBezTo>
                    <a:pt x="575724" y="466157"/>
                    <a:pt x="575383" y="478706"/>
                    <a:pt x="574357" y="488632"/>
                  </a:cubicBezTo>
                  <a:cubicBezTo>
                    <a:pt x="532610" y="487579"/>
                    <a:pt x="460969" y="485678"/>
                    <a:pt x="411480" y="488632"/>
                  </a:cubicBezTo>
                  <a:cubicBezTo>
                    <a:pt x="363626" y="503830"/>
                    <a:pt x="299057" y="488375"/>
                    <a:pt x="248602" y="488632"/>
                  </a:cubicBezTo>
                  <a:cubicBezTo>
                    <a:pt x="248605" y="479057"/>
                    <a:pt x="245405" y="466126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4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3971"/>
                            <a:pt x="41667" y="53301"/>
                            <a:pt x="48000" y="53000"/>
                          </a:cubicBezTo>
                          <a:cubicBezTo>
                            <a:pt x="54333" y="53232"/>
                            <a:pt x="60667" y="52097"/>
                            <a:pt x="67000" y="53000"/>
                          </a:cubicBezTo>
                          <a:cubicBezTo>
                            <a:pt x="67118" y="54333"/>
                            <a:pt x="67098" y="55667"/>
                            <a:pt x="67000" y="57000"/>
                          </a:cubicBezTo>
                          <a:cubicBezTo>
                            <a:pt x="60667" y="57973"/>
                            <a:pt x="54333" y="56744"/>
                            <a:pt x="48000" y="57000"/>
                          </a:cubicBezTo>
                          <a:cubicBezTo>
                            <a:pt x="41667" y="57747"/>
                            <a:pt x="35333" y="56552"/>
                            <a:pt x="29000" y="57000"/>
                          </a:cubicBezTo>
                          <a:cubicBezTo>
                            <a:pt x="28971" y="55667"/>
                            <a:pt x="29000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Visitor Message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02397" y="514669"/>
                    <a:pt x="344617" y="525840"/>
                    <a:pt x="411480" y="522922"/>
                  </a:cubicBezTo>
                  <a:cubicBezTo>
                    <a:pt x="466638" y="528831"/>
                    <a:pt x="508169" y="512842"/>
                    <a:pt x="574357" y="522922"/>
                  </a:cubicBezTo>
                  <a:cubicBezTo>
                    <a:pt x="572456" y="537427"/>
                    <a:pt x="574413" y="548658"/>
                    <a:pt x="574357" y="557212"/>
                  </a:cubicBezTo>
                  <a:cubicBezTo>
                    <a:pt x="514221" y="556806"/>
                    <a:pt x="463970" y="549536"/>
                    <a:pt x="411480" y="557212"/>
                  </a:cubicBezTo>
                  <a:cubicBezTo>
                    <a:pt x="369275" y="565091"/>
                    <a:pt x="301564" y="543874"/>
                    <a:pt x="248602" y="557212"/>
                  </a:cubicBezTo>
                  <a:cubicBezTo>
                    <a:pt x="247067" y="545471"/>
                    <a:pt x="248674" y="53516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6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59880"/>
                            <a:pt x="41667" y="61160"/>
                            <a:pt x="48000" y="61000"/>
                          </a:cubicBezTo>
                          <a:cubicBezTo>
                            <a:pt x="54333" y="61957"/>
                            <a:pt x="60667" y="60479"/>
                            <a:pt x="67000" y="61000"/>
                          </a:cubicBezTo>
                          <a:cubicBezTo>
                            <a:pt x="66832" y="62333"/>
                            <a:pt x="67088" y="63667"/>
                            <a:pt x="67000" y="65000"/>
                          </a:cubicBezTo>
                          <a:cubicBezTo>
                            <a:pt x="60667" y="65108"/>
                            <a:pt x="54333" y="64786"/>
                            <a:pt x="48000" y="65000"/>
                          </a:cubicBezTo>
                          <a:cubicBezTo>
                            <a:pt x="41667" y="65393"/>
                            <a:pt x="35333" y="64323"/>
                            <a:pt x="29000" y="65000"/>
                          </a:cubicBezTo>
                          <a:cubicBezTo>
                            <a:pt x="28908" y="63667"/>
                            <a:pt x="29019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Visitor Message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309580" y="607027"/>
                    <a:pt x="348192" y="584803"/>
                    <a:pt x="411480" y="591502"/>
                  </a:cubicBezTo>
                  <a:cubicBezTo>
                    <a:pt x="470244" y="592841"/>
                    <a:pt x="528041" y="581572"/>
                    <a:pt x="574357" y="591502"/>
                  </a:cubicBezTo>
                  <a:cubicBezTo>
                    <a:pt x="575388" y="601468"/>
                    <a:pt x="574913" y="614614"/>
                    <a:pt x="574357" y="625792"/>
                  </a:cubicBezTo>
                  <a:cubicBezTo>
                    <a:pt x="526972" y="630234"/>
                    <a:pt x="458074" y="628973"/>
                    <a:pt x="411480" y="625792"/>
                  </a:cubicBezTo>
                  <a:cubicBezTo>
                    <a:pt x="357223" y="629107"/>
                    <a:pt x="304627" y="631033"/>
                    <a:pt x="248602" y="625792"/>
                  </a:cubicBezTo>
                  <a:cubicBezTo>
                    <a:pt x="250291" y="614614"/>
                    <a:pt x="250745" y="601479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68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9764"/>
                            <a:pt x="41667" y="68222"/>
                            <a:pt x="48000" y="69000"/>
                          </a:cubicBezTo>
                          <a:cubicBezTo>
                            <a:pt x="54333" y="68200"/>
                            <a:pt x="60667" y="68690"/>
                            <a:pt x="67000" y="69000"/>
                          </a:cubicBezTo>
                          <a:cubicBezTo>
                            <a:pt x="67005" y="70333"/>
                            <a:pt x="67118" y="71667"/>
                            <a:pt x="67000" y="73000"/>
                          </a:cubicBezTo>
                          <a:cubicBezTo>
                            <a:pt x="60667" y="73817"/>
                            <a:pt x="54333" y="73404"/>
                            <a:pt x="48000" y="73000"/>
                          </a:cubicBezTo>
                          <a:cubicBezTo>
                            <a:pt x="41667" y="73849"/>
                            <a:pt x="35333" y="73644"/>
                            <a:pt x="29000" y="73000"/>
                          </a:cubicBezTo>
                          <a:cubicBezTo>
                            <a:pt x="29176" y="71667"/>
                            <a:pt x="29079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Visitor Message</a:t>
            </a:r>
          </a:p>
        </p:txBody>
      </p:sp>
      <p:sp>
        <p:nvSpPr>
          <p:cNvPr id="110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inq-0013</a:t>
            </a:r>
          </a:p>
        </p:txBody>
      </p:sp>
      <p:cxnSp>
        <p:nvCxnSpPr>
          <p:cNvPr id="111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"my husband went out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this morning… almost ten"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8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9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3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llama3.2</a:t>
            </a:r>
          </a:p>
        </p:txBody>
      </p:sp>
      <p:cxnSp>
        <p:nvCxnSpPr>
          <p:cNvPr id="124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5" name="Request"/>
          <p:cNvSpPr txBox="1"/>
          <p:nvPr/>
        </p:nvSpPr>
        <p:spPr>
          <a:xfrm>
            <a:off x="6675120" y="178308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 + 7 labels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(JSON schema enum)</a:t>
            </a:r>
          </a:p>
        </p:txBody>
      </p:sp>
      <p:sp>
        <p:nvSpPr>
          <p:cNvPr id="126" name="Reply"/>
          <p:cNvSpPr txBox="1"/>
          <p:nvPr/>
        </p:nvSpPr>
        <p:spPr>
          <a:xfrm>
            <a:off x="7388352" y="315468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{"category":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"emergency"}</a:t>
            </a:r>
          </a:p>
        </p:txBody>
      </p:sp>
      <p:cxnSp>
        <p:nvCxnSpPr>
          <p:cNvPr id="127" name="App-Queue"/>
          <p:cNvCxnSpPr/>
          <p:nvPr/>
        </p:nvCxnSpPr>
        <p:spPr>
          <a:xfrm>
            <a:off x="7440610" y="4118267"/>
            <a:ext cx="1200470" cy="19770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</p:cxnSp>
      <p:sp>
        <p:nvSpPr>
          <p:cNvPr id="128" name="Queue Emergency"/>
          <p:cNvSpPr/>
          <p:nvPr/>
        </p:nvSpPr>
        <p:spPr>
          <a:xfrm>
            <a:off x="8732520" y="4160520"/>
            <a:ext cx="1600200" cy="329184"/>
          </a:xfrm>
          <a:custGeom>
            <a:avLst/>
            <a:gdLst>
              <a:gd name="csX0" fmla="*/ 0 w 1600200"/>
              <a:gd name="csY0" fmla="*/ 0 h 329184"/>
              <a:gd name="csX1" fmla="*/ 106680 w 1600200"/>
              <a:gd name="csY1" fmla="*/ 0 h 329184"/>
              <a:gd name="csX2" fmla="*/ 213360 w 1600200"/>
              <a:gd name="csY2" fmla="*/ 0 h 329184"/>
              <a:gd name="csX3" fmla="*/ 320040 w 1600200"/>
              <a:gd name="csY3" fmla="*/ 0 h 329184"/>
              <a:gd name="csX4" fmla="*/ 426720 w 1600200"/>
              <a:gd name="csY4" fmla="*/ 0 h 329184"/>
              <a:gd name="csX5" fmla="*/ 533400 w 1600200"/>
              <a:gd name="csY5" fmla="*/ 0 h 329184"/>
              <a:gd name="csX6" fmla="*/ 640080 w 1600200"/>
              <a:gd name="csY6" fmla="*/ 0 h 329184"/>
              <a:gd name="csX7" fmla="*/ 746760 w 1600200"/>
              <a:gd name="csY7" fmla="*/ 0 h 329184"/>
              <a:gd name="csX8" fmla="*/ 853440 w 1600200"/>
              <a:gd name="csY8" fmla="*/ 0 h 329184"/>
              <a:gd name="csX9" fmla="*/ 960120 w 1600200"/>
              <a:gd name="csY9" fmla="*/ 0 h 329184"/>
              <a:gd name="csX10" fmla="*/ 1066800 w 1600200"/>
              <a:gd name="csY10" fmla="*/ 0 h 329184"/>
              <a:gd name="csX11" fmla="*/ 1173480 w 1600200"/>
              <a:gd name="csY11" fmla="*/ 0 h 329184"/>
              <a:gd name="csX12" fmla="*/ 1280160 w 1600200"/>
              <a:gd name="csY12" fmla="*/ 0 h 329184"/>
              <a:gd name="csX13" fmla="*/ 1386840 w 1600200"/>
              <a:gd name="csY13" fmla="*/ 0 h 329184"/>
              <a:gd name="csX14" fmla="*/ 1493520 w 1600200"/>
              <a:gd name="csY14" fmla="*/ 0 h 329184"/>
              <a:gd name="csX15" fmla="*/ 1600200 w 1600200"/>
              <a:gd name="csY15" fmla="*/ 0 h 329184"/>
              <a:gd name="csX16" fmla="*/ 1600200 w 1600200"/>
              <a:gd name="csY16" fmla="*/ 109728 h 329184"/>
              <a:gd name="csX17" fmla="*/ 1600200 w 1600200"/>
              <a:gd name="csY17" fmla="*/ 219456 h 329184"/>
              <a:gd name="csX18" fmla="*/ 1600200 w 1600200"/>
              <a:gd name="csY18" fmla="*/ 329184 h 329184"/>
              <a:gd name="csX19" fmla="*/ 1493520 w 1600200"/>
              <a:gd name="csY19" fmla="*/ 329184 h 329184"/>
              <a:gd name="csX20" fmla="*/ 1386840 w 1600200"/>
              <a:gd name="csY20" fmla="*/ 329184 h 329184"/>
              <a:gd name="csX21" fmla="*/ 1280160 w 1600200"/>
              <a:gd name="csY21" fmla="*/ 329184 h 329184"/>
              <a:gd name="csX22" fmla="*/ 1173480 w 1600200"/>
              <a:gd name="csY22" fmla="*/ 329184 h 329184"/>
              <a:gd name="csX23" fmla="*/ 1066800 w 1600200"/>
              <a:gd name="csY23" fmla="*/ 329184 h 329184"/>
              <a:gd name="csX24" fmla="*/ 960120 w 1600200"/>
              <a:gd name="csY24" fmla="*/ 329184 h 329184"/>
              <a:gd name="csX25" fmla="*/ 853440 w 1600200"/>
              <a:gd name="csY25" fmla="*/ 329184 h 329184"/>
              <a:gd name="csX26" fmla="*/ 746760 w 1600200"/>
              <a:gd name="csY26" fmla="*/ 329184 h 329184"/>
              <a:gd name="csX27" fmla="*/ 640080 w 1600200"/>
              <a:gd name="csY27" fmla="*/ 329184 h 329184"/>
              <a:gd name="csX28" fmla="*/ 533400 w 1600200"/>
              <a:gd name="csY28" fmla="*/ 329184 h 329184"/>
              <a:gd name="csX29" fmla="*/ 426720 w 1600200"/>
              <a:gd name="csY29" fmla="*/ 329184 h 329184"/>
              <a:gd name="csX30" fmla="*/ 320040 w 1600200"/>
              <a:gd name="csY30" fmla="*/ 329184 h 329184"/>
              <a:gd name="csX31" fmla="*/ 213360 w 1600200"/>
              <a:gd name="csY31" fmla="*/ 329184 h 329184"/>
              <a:gd name="csX32" fmla="*/ 106680 w 1600200"/>
              <a:gd name="csY32" fmla="*/ 329184 h 329184"/>
              <a:gd name="csX33" fmla="*/ 0 w 1600200"/>
              <a:gd name="csY33" fmla="*/ 329184 h 329184"/>
              <a:gd name="csX34" fmla="*/ 0 w 1600200"/>
              <a:gd name="csY34" fmla="*/ 219456 h 329184"/>
              <a:gd name="csX35" fmla="*/ 0 w 1600200"/>
              <a:gd name="csY35" fmla="*/ 109728 h 329184"/>
              <a:gd name="csX36" fmla="*/ 0 w 1600200"/>
              <a:gd name="csY36" fmla="*/ 0 h 3291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1600200" h="329184" extrusionOk="0">
                <a:moveTo>
                  <a:pt x="0" y="0"/>
                </a:moveTo>
                <a:cubicBezTo>
                  <a:pt x="33495" y="6090"/>
                  <a:pt x="79478" y="-10132"/>
                  <a:pt x="106680" y="0"/>
                </a:cubicBezTo>
                <a:cubicBezTo>
                  <a:pt x="146807" y="11736"/>
                  <a:pt x="180074" y="7594"/>
                  <a:pt x="213360" y="0"/>
                </a:cubicBezTo>
                <a:cubicBezTo>
                  <a:pt x="251614" y="-5008"/>
                  <a:pt x="287550" y="8896"/>
                  <a:pt x="320040" y="0"/>
                </a:cubicBezTo>
                <a:cubicBezTo>
                  <a:pt x="358584" y="-11445"/>
                  <a:pt x="386240" y="-4268"/>
                  <a:pt x="426720" y="0"/>
                </a:cubicBezTo>
                <a:cubicBezTo>
                  <a:pt x="457621" y="-1410"/>
                  <a:pt x="501820" y="2895"/>
                  <a:pt x="533400" y="0"/>
                </a:cubicBezTo>
                <a:cubicBezTo>
                  <a:pt x="572394" y="8240"/>
                  <a:pt x="611729" y="3503"/>
                  <a:pt x="640080" y="0"/>
                </a:cubicBezTo>
                <a:cubicBezTo>
                  <a:pt x="671075" y="1038"/>
                  <a:pt x="708067" y="1158"/>
                  <a:pt x="746760" y="0"/>
                </a:cubicBezTo>
                <a:cubicBezTo>
                  <a:pt x="790874" y="150"/>
                  <a:pt x="824399" y="2953"/>
                  <a:pt x="853440" y="0"/>
                </a:cubicBezTo>
                <a:cubicBezTo>
                  <a:pt x="885713" y="-4083"/>
                  <a:pt x="924731" y="-1825"/>
                  <a:pt x="960120" y="0"/>
                </a:cubicBezTo>
                <a:cubicBezTo>
                  <a:pt x="992795" y="2283"/>
                  <a:pt x="1030806" y="-4877"/>
                  <a:pt x="1066800" y="0"/>
                </a:cubicBezTo>
                <a:cubicBezTo>
                  <a:pt x="1105176" y="2238"/>
                  <a:pt x="1142192" y="-1139"/>
                  <a:pt x="1173480" y="0"/>
                </a:cubicBezTo>
                <a:cubicBezTo>
                  <a:pt x="1208974" y="-7518"/>
                  <a:pt x="1240499" y="-11030"/>
                  <a:pt x="1280160" y="0"/>
                </a:cubicBezTo>
                <a:cubicBezTo>
                  <a:pt x="1319887" y="8068"/>
                  <a:pt x="1350943" y="-4185"/>
                  <a:pt x="1386840" y="0"/>
                </a:cubicBezTo>
                <a:cubicBezTo>
                  <a:pt x="1424127" y="-7217"/>
                  <a:pt x="1450031" y="2141"/>
                  <a:pt x="1493520" y="0"/>
                </a:cubicBezTo>
                <a:cubicBezTo>
                  <a:pt x="1528602" y="11970"/>
                  <a:pt x="1572762" y="-4620"/>
                  <a:pt x="1600200" y="0"/>
                </a:cubicBezTo>
                <a:cubicBezTo>
                  <a:pt x="1601173" y="32137"/>
                  <a:pt x="1610314" y="74109"/>
                  <a:pt x="1600200" y="109728"/>
                </a:cubicBezTo>
                <a:cubicBezTo>
                  <a:pt x="1610857" y="140205"/>
                  <a:pt x="1603173" y="186162"/>
                  <a:pt x="1600200" y="219456"/>
                </a:cubicBezTo>
                <a:cubicBezTo>
                  <a:pt x="1598979" y="253796"/>
                  <a:pt x="1610288" y="291417"/>
                  <a:pt x="1600200" y="329184"/>
                </a:cubicBezTo>
                <a:cubicBezTo>
                  <a:pt x="1565131" y="324049"/>
                  <a:pt x="1527505" y="326581"/>
                  <a:pt x="1493520" y="329184"/>
                </a:cubicBezTo>
                <a:cubicBezTo>
                  <a:pt x="1458697" y="331483"/>
                  <a:pt x="1418286" y="333684"/>
                  <a:pt x="1386840" y="329184"/>
                </a:cubicBezTo>
                <a:cubicBezTo>
                  <a:pt x="1351046" y="333831"/>
                  <a:pt x="1314900" y="328041"/>
                  <a:pt x="1280160" y="329184"/>
                </a:cubicBezTo>
                <a:cubicBezTo>
                  <a:pt x="1248359" y="330845"/>
                  <a:pt x="1209497" y="325839"/>
                  <a:pt x="1173480" y="329184"/>
                </a:cubicBezTo>
                <a:cubicBezTo>
                  <a:pt x="1141250" y="322377"/>
                  <a:pt x="1100217" y="330004"/>
                  <a:pt x="1066800" y="329184"/>
                </a:cubicBezTo>
                <a:cubicBezTo>
                  <a:pt x="1025298" y="328551"/>
                  <a:pt x="992576" y="320686"/>
                  <a:pt x="960120" y="329184"/>
                </a:cubicBezTo>
                <a:cubicBezTo>
                  <a:pt x="927096" y="336754"/>
                  <a:pt x="892419" y="324030"/>
                  <a:pt x="853440" y="329184"/>
                </a:cubicBezTo>
                <a:cubicBezTo>
                  <a:pt x="819825" y="335832"/>
                  <a:pt x="787481" y="325541"/>
                  <a:pt x="746760" y="329184"/>
                </a:cubicBezTo>
                <a:cubicBezTo>
                  <a:pt x="711892" y="327282"/>
                  <a:pt x="670506" y="312521"/>
                  <a:pt x="640080" y="329184"/>
                </a:cubicBezTo>
                <a:cubicBezTo>
                  <a:pt x="605795" y="325536"/>
                  <a:pt x="567601" y="340946"/>
                  <a:pt x="533400" y="329184"/>
                </a:cubicBezTo>
                <a:cubicBezTo>
                  <a:pt x="488672" y="332405"/>
                  <a:pt x="460490" y="333433"/>
                  <a:pt x="426720" y="329184"/>
                </a:cubicBezTo>
                <a:cubicBezTo>
                  <a:pt x="396192" y="331535"/>
                  <a:pt x="361798" y="341315"/>
                  <a:pt x="320040" y="329184"/>
                </a:cubicBezTo>
                <a:cubicBezTo>
                  <a:pt x="284685" y="326007"/>
                  <a:pt x="239515" y="327442"/>
                  <a:pt x="213360" y="329184"/>
                </a:cubicBezTo>
                <a:cubicBezTo>
                  <a:pt x="183584" y="344505"/>
                  <a:pt x="141524" y="330516"/>
                  <a:pt x="106680" y="329184"/>
                </a:cubicBezTo>
                <a:cubicBezTo>
                  <a:pt x="75210" y="331669"/>
                  <a:pt x="29109" y="322446"/>
                  <a:pt x="0" y="329184"/>
                </a:cubicBezTo>
                <a:cubicBezTo>
                  <a:pt x="-9987" y="294652"/>
                  <a:pt x="8748" y="257202"/>
                  <a:pt x="0" y="219456"/>
                </a:cubicBezTo>
                <a:cubicBezTo>
                  <a:pt x="13947" y="181718"/>
                  <a:pt x="371" y="138558"/>
                  <a:pt x="0" y="109728"/>
                </a:cubicBezTo>
                <a:cubicBezTo>
                  <a:pt x="1031" y="67125"/>
                  <a:pt x="-8399" y="37228"/>
                  <a:pt x="0" y="0"/>
                </a:cubicBezTo>
                <a:close/>
              </a:path>
            </a:pathLst>
          </a:custGeom>
          <a:noFill/>
          <a:ln w="19050" cap="rnd">
            <a:solidFill>
              <a:srgbClr val="C00000"/>
            </a:solidFill>
            <a:round/>
            <a:extLst>
              <a:ext uri="{C807C97D-BFC1-408E-A445-0C87EB9F89A2}">
                <ask:lineSketchStyleProps xmlns:ask="http://schemas.microsoft.com/office/drawing/2018/sketchyshapes" sd="900">
                  <a:custGeom>
                    <a:avLst/>
                    <a:gdLst/>
                    <a:ahLst/>
                    <a:cxnLst/>
                    <a:rect l="l" t="t" r="r" b="b"/>
                    <a:pathLst>
                      <a:path w="1600200" h="329184">
                        <a:moveTo>
                          <a:pt x="0" y="0"/>
                        </a:moveTo>
                        <a:cubicBezTo>
                          <a:pt x="35560" y="8385"/>
                          <a:pt x="71120" y="-5217"/>
                          <a:pt x="106680" y="0"/>
                        </a:cubicBezTo>
                        <a:cubicBezTo>
                          <a:pt x="142240" y="4945"/>
                          <a:pt x="177800" y="3086"/>
                          <a:pt x="213360" y="0"/>
                        </a:cubicBezTo>
                        <a:cubicBezTo>
                          <a:pt x="248920" y="3775"/>
                          <a:pt x="284480" y="4201"/>
                          <a:pt x="320040" y="0"/>
                        </a:cubicBezTo>
                        <a:cubicBezTo>
                          <a:pt x="355600" y="-8590"/>
                          <a:pt x="391160" y="-1087"/>
                          <a:pt x="426720" y="0"/>
                        </a:cubicBezTo>
                        <a:cubicBezTo>
                          <a:pt x="462280" y="909"/>
                          <a:pt x="497840" y="591"/>
                          <a:pt x="533400" y="0"/>
                        </a:cubicBezTo>
                        <a:cubicBezTo>
                          <a:pt x="568960" y="7395"/>
                          <a:pt x="604520" y="4100"/>
                          <a:pt x="640080" y="0"/>
                        </a:cubicBezTo>
                        <a:cubicBezTo>
                          <a:pt x="675640" y="1295"/>
                          <a:pt x="711200" y="-838"/>
                          <a:pt x="746760" y="0"/>
                        </a:cubicBezTo>
                        <a:cubicBezTo>
                          <a:pt x="782320" y="-3255"/>
                          <a:pt x="817880" y="-2972"/>
                          <a:pt x="853440" y="0"/>
                        </a:cubicBezTo>
                        <a:cubicBezTo>
                          <a:pt x="889000" y="519"/>
                          <a:pt x="924560" y="-5590"/>
                          <a:pt x="960120" y="0"/>
                        </a:cubicBezTo>
                        <a:cubicBezTo>
                          <a:pt x="995680" y="1113"/>
                          <a:pt x="1031240" y="-335"/>
                          <a:pt x="1066800" y="0"/>
                        </a:cubicBezTo>
                        <a:cubicBezTo>
                          <a:pt x="1102360" y="-4850"/>
                          <a:pt x="1137920" y="-7252"/>
                          <a:pt x="1173480" y="0"/>
                        </a:cubicBezTo>
                        <a:cubicBezTo>
                          <a:pt x="1209040" y="-1084"/>
                          <a:pt x="1244600" y="-2955"/>
                          <a:pt x="1280160" y="0"/>
                        </a:cubicBezTo>
                        <a:cubicBezTo>
                          <a:pt x="1315720" y="6559"/>
                          <a:pt x="1351280" y="488"/>
                          <a:pt x="1386840" y="0"/>
                        </a:cubicBezTo>
                        <a:cubicBezTo>
                          <a:pt x="1422400" y="-7446"/>
                          <a:pt x="1457960" y="3668"/>
                          <a:pt x="1493520" y="0"/>
                        </a:cubicBezTo>
                        <a:cubicBezTo>
                          <a:pt x="1529080" y="8650"/>
                          <a:pt x="1564640" y="-7639"/>
                          <a:pt x="1600200" y="0"/>
                        </a:cubicBezTo>
                        <a:cubicBezTo>
                          <a:pt x="1601491" y="36576"/>
                          <a:pt x="1609501" y="73152"/>
                          <a:pt x="1600200" y="109728"/>
                        </a:cubicBezTo>
                        <a:cubicBezTo>
                          <a:pt x="1603424" y="146304"/>
                          <a:pt x="1609072" y="182880"/>
                          <a:pt x="1600200" y="219456"/>
                        </a:cubicBezTo>
                        <a:cubicBezTo>
                          <a:pt x="1594263" y="256032"/>
                          <a:pt x="1610073" y="292608"/>
                          <a:pt x="1600200" y="329184"/>
                        </a:cubicBezTo>
                        <a:cubicBezTo>
                          <a:pt x="1564640" y="326486"/>
                          <a:pt x="1529080" y="323230"/>
                          <a:pt x="1493520" y="329184"/>
                        </a:cubicBezTo>
                        <a:cubicBezTo>
                          <a:pt x="1457960" y="333578"/>
                          <a:pt x="1422400" y="327570"/>
                          <a:pt x="1386840" y="329184"/>
                        </a:cubicBezTo>
                        <a:cubicBezTo>
                          <a:pt x="1351280" y="335929"/>
                          <a:pt x="1315720" y="333067"/>
                          <a:pt x="1280160" y="329184"/>
                        </a:cubicBezTo>
                        <a:cubicBezTo>
                          <a:pt x="1244600" y="325700"/>
                          <a:pt x="1209040" y="328229"/>
                          <a:pt x="1173480" y="329184"/>
                        </a:cubicBezTo>
                        <a:cubicBezTo>
                          <a:pt x="1137920" y="325466"/>
                          <a:pt x="1102360" y="327315"/>
                          <a:pt x="1066800" y="329184"/>
                        </a:cubicBezTo>
                        <a:cubicBezTo>
                          <a:pt x="1031240" y="329169"/>
                          <a:pt x="995680" y="319959"/>
                          <a:pt x="960120" y="329184"/>
                        </a:cubicBezTo>
                        <a:cubicBezTo>
                          <a:pt x="924560" y="331084"/>
                          <a:pt x="889000" y="331239"/>
                          <a:pt x="853440" y="329184"/>
                        </a:cubicBezTo>
                        <a:cubicBezTo>
                          <a:pt x="817880" y="335652"/>
                          <a:pt x="782320" y="334475"/>
                          <a:pt x="746760" y="329184"/>
                        </a:cubicBezTo>
                        <a:cubicBezTo>
                          <a:pt x="711200" y="326964"/>
                          <a:pt x="675640" y="321271"/>
                          <a:pt x="640080" y="329184"/>
                        </a:cubicBezTo>
                        <a:cubicBezTo>
                          <a:pt x="604520" y="320916"/>
                          <a:pt x="568960" y="332976"/>
                          <a:pt x="533400" y="329184"/>
                        </a:cubicBezTo>
                        <a:cubicBezTo>
                          <a:pt x="497840" y="334275"/>
                          <a:pt x="462280" y="332476"/>
                          <a:pt x="426720" y="329184"/>
                        </a:cubicBezTo>
                        <a:cubicBezTo>
                          <a:pt x="391160" y="325529"/>
                          <a:pt x="355600" y="334514"/>
                          <a:pt x="320040" y="329184"/>
                        </a:cubicBezTo>
                        <a:cubicBezTo>
                          <a:pt x="284480" y="322687"/>
                          <a:pt x="248920" y="330166"/>
                          <a:pt x="213360" y="329184"/>
                        </a:cubicBezTo>
                        <a:cubicBezTo>
                          <a:pt x="177800" y="336735"/>
                          <a:pt x="142240" y="336141"/>
                          <a:pt x="106680" y="329184"/>
                        </a:cubicBezTo>
                        <a:cubicBezTo>
                          <a:pt x="71120" y="336628"/>
                          <a:pt x="35560" y="321812"/>
                          <a:pt x="0" y="329184"/>
                        </a:cubicBezTo>
                        <a:cubicBezTo>
                          <a:pt x="-4629" y="292608"/>
                          <a:pt x="532" y="256032"/>
                          <a:pt x="0" y="219456"/>
                        </a:cubicBezTo>
                        <a:cubicBezTo>
                          <a:pt x="8572" y="182880"/>
                          <a:pt x="-283" y="146304"/>
                          <a:pt x="0" y="109728"/>
                        </a:cubicBezTo>
                        <a:cubicBezTo>
                          <a:pt x="2406" y="73152"/>
                          <a:pt x="1304" y="3657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9" name="Queue label Emergency"/>
          <p:cNvSpPr txBox="1"/>
          <p:nvPr/>
        </p:nvSpPr>
        <p:spPr>
          <a:xfrm>
            <a:off x="8732520" y="4187952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rgbClr val="C00000"/>
                </a:solidFill>
                <a:latin typeface="Ink Free" panose="03080402000500000000" pitchFamily="66" charset="0"/>
              </a:rPr>
              <a:t>Emergency</a:t>
            </a:r>
          </a:p>
        </p:txBody>
      </p:sp>
      <p:sp>
        <p:nvSpPr>
          <p:cNvPr id="130" name="Queue Permits"/>
          <p:cNvSpPr/>
          <p:nvPr/>
        </p:nvSpPr>
        <p:spPr>
          <a:xfrm>
            <a:off x="8732520" y="4590288"/>
            <a:ext cx="1600200" cy="329184"/>
          </a:xfrm>
          <a:custGeom>
            <a:avLst/>
            <a:gdLst>
              <a:gd name="csX0" fmla="*/ 0 w 1600200"/>
              <a:gd name="csY0" fmla="*/ 0 h 329184"/>
              <a:gd name="csX1" fmla="*/ 106680 w 1600200"/>
              <a:gd name="csY1" fmla="*/ 0 h 329184"/>
              <a:gd name="csX2" fmla="*/ 213360 w 1600200"/>
              <a:gd name="csY2" fmla="*/ 0 h 329184"/>
              <a:gd name="csX3" fmla="*/ 320040 w 1600200"/>
              <a:gd name="csY3" fmla="*/ 0 h 329184"/>
              <a:gd name="csX4" fmla="*/ 426720 w 1600200"/>
              <a:gd name="csY4" fmla="*/ 0 h 329184"/>
              <a:gd name="csX5" fmla="*/ 533400 w 1600200"/>
              <a:gd name="csY5" fmla="*/ 0 h 329184"/>
              <a:gd name="csX6" fmla="*/ 640080 w 1600200"/>
              <a:gd name="csY6" fmla="*/ 0 h 329184"/>
              <a:gd name="csX7" fmla="*/ 746760 w 1600200"/>
              <a:gd name="csY7" fmla="*/ 0 h 329184"/>
              <a:gd name="csX8" fmla="*/ 853440 w 1600200"/>
              <a:gd name="csY8" fmla="*/ 0 h 329184"/>
              <a:gd name="csX9" fmla="*/ 960120 w 1600200"/>
              <a:gd name="csY9" fmla="*/ 0 h 329184"/>
              <a:gd name="csX10" fmla="*/ 1066800 w 1600200"/>
              <a:gd name="csY10" fmla="*/ 0 h 329184"/>
              <a:gd name="csX11" fmla="*/ 1173480 w 1600200"/>
              <a:gd name="csY11" fmla="*/ 0 h 329184"/>
              <a:gd name="csX12" fmla="*/ 1280160 w 1600200"/>
              <a:gd name="csY12" fmla="*/ 0 h 329184"/>
              <a:gd name="csX13" fmla="*/ 1386840 w 1600200"/>
              <a:gd name="csY13" fmla="*/ 0 h 329184"/>
              <a:gd name="csX14" fmla="*/ 1493520 w 1600200"/>
              <a:gd name="csY14" fmla="*/ 0 h 329184"/>
              <a:gd name="csX15" fmla="*/ 1600200 w 1600200"/>
              <a:gd name="csY15" fmla="*/ 0 h 329184"/>
              <a:gd name="csX16" fmla="*/ 1600200 w 1600200"/>
              <a:gd name="csY16" fmla="*/ 109728 h 329184"/>
              <a:gd name="csX17" fmla="*/ 1600200 w 1600200"/>
              <a:gd name="csY17" fmla="*/ 219456 h 329184"/>
              <a:gd name="csX18" fmla="*/ 1600200 w 1600200"/>
              <a:gd name="csY18" fmla="*/ 329184 h 329184"/>
              <a:gd name="csX19" fmla="*/ 1493520 w 1600200"/>
              <a:gd name="csY19" fmla="*/ 329184 h 329184"/>
              <a:gd name="csX20" fmla="*/ 1386840 w 1600200"/>
              <a:gd name="csY20" fmla="*/ 329184 h 329184"/>
              <a:gd name="csX21" fmla="*/ 1280160 w 1600200"/>
              <a:gd name="csY21" fmla="*/ 329184 h 329184"/>
              <a:gd name="csX22" fmla="*/ 1173480 w 1600200"/>
              <a:gd name="csY22" fmla="*/ 329184 h 329184"/>
              <a:gd name="csX23" fmla="*/ 1066800 w 1600200"/>
              <a:gd name="csY23" fmla="*/ 329184 h 329184"/>
              <a:gd name="csX24" fmla="*/ 960120 w 1600200"/>
              <a:gd name="csY24" fmla="*/ 329184 h 329184"/>
              <a:gd name="csX25" fmla="*/ 853440 w 1600200"/>
              <a:gd name="csY25" fmla="*/ 329184 h 329184"/>
              <a:gd name="csX26" fmla="*/ 746760 w 1600200"/>
              <a:gd name="csY26" fmla="*/ 329184 h 329184"/>
              <a:gd name="csX27" fmla="*/ 640080 w 1600200"/>
              <a:gd name="csY27" fmla="*/ 329184 h 329184"/>
              <a:gd name="csX28" fmla="*/ 533400 w 1600200"/>
              <a:gd name="csY28" fmla="*/ 329184 h 329184"/>
              <a:gd name="csX29" fmla="*/ 426720 w 1600200"/>
              <a:gd name="csY29" fmla="*/ 329184 h 329184"/>
              <a:gd name="csX30" fmla="*/ 320040 w 1600200"/>
              <a:gd name="csY30" fmla="*/ 329184 h 329184"/>
              <a:gd name="csX31" fmla="*/ 213360 w 1600200"/>
              <a:gd name="csY31" fmla="*/ 329184 h 329184"/>
              <a:gd name="csX32" fmla="*/ 106680 w 1600200"/>
              <a:gd name="csY32" fmla="*/ 329184 h 329184"/>
              <a:gd name="csX33" fmla="*/ 0 w 1600200"/>
              <a:gd name="csY33" fmla="*/ 329184 h 329184"/>
              <a:gd name="csX34" fmla="*/ 0 w 1600200"/>
              <a:gd name="csY34" fmla="*/ 219456 h 329184"/>
              <a:gd name="csX35" fmla="*/ 0 w 1600200"/>
              <a:gd name="csY35" fmla="*/ 109728 h 329184"/>
              <a:gd name="csX36" fmla="*/ 0 w 1600200"/>
              <a:gd name="csY36" fmla="*/ 0 h 3291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1600200" h="329184" extrusionOk="0">
                <a:moveTo>
                  <a:pt x="0" y="0"/>
                </a:moveTo>
                <a:cubicBezTo>
                  <a:pt x="29604" y="-175"/>
                  <a:pt x="72541" y="1455"/>
                  <a:pt x="106680" y="0"/>
                </a:cubicBezTo>
                <a:cubicBezTo>
                  <a:pt x="141411" y="7582"/>
                  <a:pt x="172001" y="-817"/>
                  <a:pt x="213360" y="0"/>
                </a:cubicBezTo>
                <a:cubicBezTo>
                  <a:pt x="245005" y="14408"/>
                  <a:pt x="289090" y="-3587"/>
                  <a:pt x="320040" y="0"/>
                </a:cubicBezTo>
                <a:cubicBezTo>
                  <a:pt x="362530" y="8933"/>
                  <a:pt x="385325" y="10454"/>
                  <a:pt x="426720" y="0"/>
                </a:cubicBezTo>
                <a:cubicBezTo>
                  <a:pt x="467830" y="-2110"/>
                  <a:pt x="491151" y="-1020"/>
                  <a:pt x="533400" y="0"/>
                </a:cubicBezTo>
                <a:cubicBezTo>
                  <a:pt x="571155" y="2989"/>
                  <a:pt x="598738" y="-6239"/>
                  <a:pt x="640080" y="0"/>
                </a:cubicBezTo>
                <a:cubicBezTo>
                  <a:pt x="670244" y="11832"/>
                  <a:pt x="717143" y="5270"/>
                  <a:pt x="746760" y="0"/>
                </a:cubicBezTo>
                <a:cubicBezTo>
                  <a:pt x="776981" y="6700"/>
                  <a:pt x="820633" y="-5148"/>
                  <a:pt x="853440" y="0"/>
                </a:cubicBezTo>
                <a:cubicBezTo>
                  <a:pt x="890920" y="-10161"/>
                  <a:pt x="924352" y="-5318"/>
                  <a:pt x="960120" y="0"/>
                </a:cubicBezTo>
                <a:cubicBezTo>
                  <a:pt x="1003535" y="-12437"/>
                  <a:pt x="1038911" y="-10139"/>
                  <a:pt x="1066800" y="0"/>
                </a:cubicBezTo>
                <a:cubicBezTo>
                  <a:pt x="1108151" y="-9089"/>
                  <a:pt x="1139157" y="-5590"/>
                  <a:pt x="1173480" y="0"/>
                </a:cubicBezTo>
                <a:cubicBezTo>
                  <a:pt x="1208831" y="-1957"/>
                  <a:pt x="1239806" y="279"/>
                  <a:pt x="1280160" y="0"/>
                </a:cubicBezTo>
                <a:cubicBezTo>
                  <a:pt x="1323802" y="3775"/>
                  <a:pt x="1357645" y="-3023"/>
                  <a:pt x="1386840" y="0"/>
                </a:cubicBezTo>
                <a:cubicBezTo>
                  <a:pt x="1422014" y="-5741"/>
                  <a:pt x="1456929" y="3459"/>
                  <a:pt x="1493520" y="0"/>
                </a:cubicBezTo>
                <a:cubicBezTo>
                  <a:pt x="1531377" y="15709"/>
                  <a:pt x="1561284" y="5571"/>
                  <a:pt x="1600200" y="0"/>
                </a:cubicBezTo>
                <a:cubicBezTo>
                  <a:pt x="1596653" y="37777"/>
                  <a:pt x="1618172" y="71203"/>
                  <a:pt x="1600200" y="109728"/>
                </a:cubicBezTo>
                <a:cubicBezTo>
                  <a:pt x="1599080" y="145446"/>
                  <a:pt x="1591476" y="178241"/>
                  <a:pt x="1600200" y="219456"/>
                </a:cubicBezTo>
                <a:cubicBezTo>
                  <a:pt x="1600872" y="256036"/>
                  <a:pt x="1600613" y="296602"/>
                  <a:pt x="1600200" y="329184"/>
                </a:cubicBezTo>
                <a:cubicBezTo>
                  <a:pt x="1567766" y="326501"/>
                  <a:pt x="1535770" y="318590"/>
                  <a:pt x="1493520" y="329184"/>
                </a:cubicBezTo>
                <a:cubicBezTo>
                  <a:pt x="1454958" y="326502"/>
                  <a:pt x="1422631" y="330948"/>
                  <a:pt x="1386840" y="329184"/>
                </a:cubicBezTo>
                <a:cubicBezTo>
                  <a:pt x="1346196" y="340932"/>
                  <a:pt x="1318521" y="330215"/>
                  <a:pt x="1280160" y="329184"/>
                </a:cubicBezTo>
                <a:cubicBezTo>
                  <a:pt x="1247798" y="326856"/>
                  <a:pt x="1205419" y="322220"/>
                  <a:pt x="1173480" y="329184"/>
                </a:cubicBezTo>
                <a:cubicBezTo>
                  <a:pt x="1135409" y="338386"/>
                  <a:pt x="1101158" y="320227"/>
                  <a:pt x="1066800" y="329184"/>
                </a:cubicBezTo>
                <a:cubicBezTo>
                  <a:pt x="1034602" y="317356"/>
                  <a:pt x="998374" y="328006"/>
                  <a:pt x="960120" y="329184"/>
                </a:cubicBezTo>
                <a:cubicBezTo>
                  <a:pt x="932051" y="329730"/>
                  <a:pt x="887402" y="327282"/>
                  <a:pt x="853440" y="329184"/>
                </a:cubicBezTo>
                <a:cubicBezTo>
                  <a:pt x="807640" y="322912"/>
                  <a:pt x="781024" y="323808"/>
                  <a:pt x="746760" y="329184"/>
                </a:cubicBezTo>
                <a:cubicBezTo>
                  <a:pt x="716518" y="321003"/>
                  <a:pt x="670778" y="327675"/>
                  <a:pt x="640080" y="329184"/>
                </a:cubicBezTo>
                <a:cubicBezTo>
                  <a:pt x="595518" y="332934"/>
                  <a:pt x="572133" y="336284"/>
                  <a:pt x="533400" y="329184"/>
                </a:cubicBezTo>
                <a:cubicBezTo>
                  <a:pt x="503423" y="329844"/>
                  <a:pt x="463942" y="340404"/>
                  <a:pt x="426720" y="329184"/>
                </a:cubicBezTo>
                <a:cubicBezTo>
                  <a:pt x="391485" y="324724"/>
                  <a:pt x="358487" y="326789"/>
                  <a:pt x="320040" y="329184"/>
                </a:cubicBezTo>
                <a:cubicBezTo>
                  <a:pt x="291501" y="331864"/>
                  <a:pt x="250660" y="316612"/>
                  <a:pt x="213360" y="329184"/>
                </a:cubicBezTo>
                <a:cubicBezTo>
                  <a:pt x="178531" y="322380"/>
                  <a:pt x="145690" y="335259"/>
                  <a:pt x="106680" y="329184"/>
                </a:cubicBezTo>
                <a:cubicBezTo>
                  <a:pt x="68936" y="336508"/>
                  <a:pt x="39863" y="326991"/>
                  <a:pt x="0" y="329184"/>
                </a:cubicBezTo>
                <a:cubicBezTo>
                  <a:pt x="-7597" y="292199"/>
                  <a:pt x="1379" y="256970"/>
                  <a:pt x="0" y="219456"/>
                </a:cubicBezTo>
                <a:cubicBezTo>
                  <a:pt x="-16173" y="184961"/>
                  <a:pt x="7692" y="146807"/>
                  <a:pt x="0" y="109728"/>
                </a:cubicBezTo>
                <a:cubicBezTo>
                  <a:pt x="-3644" y="73559"/>
                  <a:pt x="-22" y="40747"/>
                  <a:pt x="0" y="0"/>
                </a:cubicBezTo>
                <a:close/>
              </a:path>
            </a:pathLst>
          </a:custGeom>
          <a:noFill/>
          <a:ln w="19050" cap="rnd">
            <a:solidFill>
              <a:srgbClr val="1F3A5F"/>
            </a:solidFill>
            <a:round/>
            <a:extLst>
              <a:ext uri="{C807C97D-BFC1-408E-A445-0C87EB9F89A2}">
                <ask:lineSketchStyleProps xmlns:ask="http://schemas.microsoft.com/office/drawing/2018/sketchyshapes" sd="901">
                  <a:custGeom>
                    <a:avLst/>
                    <a:gdLst/>
                    <a:ahLst/>
                    <a:cxnLst/>
                    <a:rect l="l" t="t" r="r" b="b"/>
                    <a:pathLst>
                      <a:path w="1600200" h="329184">
                        <a:moveTo>
                          <a:pt x="0" y="0"/>
                        </a:moveTo>
                        <a:cubicBezTo>
                          <a:pt x="35560" y="-1321"/>
                          <a:pt x="71120" y="-3944"/>
                          <a:pt x="106680" y="0"/>
                        </a:cubicBezTo>
                        <a:cubicBezTo>
                          <a:pt x="142240" y="1603"/>
                          <a:pt x="177800" y="-2193"/>
                          <a:pt x="213360" y="0"/>
                        </a:cubicBezTo>
                        <a:cubicBezTo>
                          <a:pt x="248920" y="4988"/>
                          <a:pt x="284480" y="-4491"/>
                          <a:pt x="320040" y="0"/>
                        </a:cubicBezTo>
                        <a:cubicBezTo>
                          <a:pt x="355600" y="4087"/>
                          <a:pt x="391160" y="9006"/>
                          <a:pt x="426720" y="0"/>
                        </a:cubicBezTo>
                        <a:cubicBezTo>
                          <a:pt x="462280" y="-3450"/>
                          <a:pt x="497840" y="2665"/>
                          <a:pt x="533400" y="0"/>
                        </a:cubicBezTo>
                        <a:cubicBezTo>
                          <a:pt x="568960" y="-2146"/>
                          <a:pt x="604520" y="-1731"/>
                          <a:pt x="640080" y="0"/>
                        </a:cubicBezTo>
                        <a:cubicBezTo>
                          <a:pt x="675640" y="2938"/>
                          <a:pt x="711200" y="1304"/>
                          <a:pt x="746760" y="0"/>
                        </a:cubicBezTo>
                        <a:cubicBezTo>
                          <a:pt x="782320" y="3691"/>
                          <a:pt x="817880" y="73"/>
                          <a:pt x="853440" y="0"/>
                        </a:cubicBezTo>
                        <a:cubicBezTo>
                          <a:pt x="889000" y="-7366"/>
                          <a:pt x="924560" y="-2386"/>
                          <a:pt x="960120" y="0"/>
                        </a:cubicBezTo>
                        <a:cubicBezTo>
                          <a:pt x="995680" y="-7516"/>
                          <a:pt x="1031240" y="-2782"/>
                          <a:pt x="1066800" y="0"/>
                        </a:cubicBezTo>
                        <a:cubicBezTo>
                          <a:pt x="1102360" y="-7598"/>
                          <a:pt x="1137920" y="-9271"/>
                          <a:pt x="1173480" y="0"/>
                        </a:cubicBezTo>
                        <a:cubicBezTo>
                          <a:pt x="1209040" y="6444"/>
                          <a:pt x="1244600" y="908"/>
                          <a:pt x="1280160" y="0"/>
                        </a:cubicBezTo>
                        <a:cubicBezTo>
                          <a:pt x="1315720" y="601"/>
                          <a:pt x="1351280" y="-3900"/>
                          <a:pt x="1386840" y="0"/>
                        </a:cubicBezTo>
                        <a:cubicBezTo>
                          <a:pt x="1422400" y="4086"/>
                          <a:pt x="1457960" y="-1226"/>
                          <a:pt x="1493520" y="0"/>
                        </a:cubicBezTo>
                        <a:cubicBezTo>
                          <a:pt x="1529080" y="8244"/>
                          <a:pt x="1564640" y="-2280"/>
                          <a:pt x="1600200" y="0"/>
                        </a:cubicBezTo>
                        <a:cubicBezTo>
                          <a:pt x="1593041" y="36576"/>
                          <a:pt x="1609977" y="73152"/>
                          <a:pt x="1600200" y="109728"/>
                        </a:cubicBezTo>
                        <a:cubicBezTo>
                          <a:pt x="1598122" y="146304"/>
                          <a:pt x="1597565" y="182880"/>
                          <a:pt x="1600200" y="219456"/>
                        </a:cubicBezTo>
                        <a:cubicBezTo>
                          <a:pt x="1597362" y="256032"/>
                          <a:pt x="1607969" y="292608"/>
                          <a:pt x="1600200" y="329184"/>
                        </a:cubicBezTo>
                        <a:cubicBezTo>
                          <a:pt x="1564640" y="324757"/>
                          <a:pt x="1529080" y="319795"/>
                          <a:pt x="1493520" y="329184"/>
                        </a:cubicBezTo>
                        <a:cubicBezTo>
                          <a:pt x="1457960" y="324636"/>
                          <a:pt x="1422400" y="328831"/>
                          <a:pt x="1386840" y="329184"/>
                        </a:cubicBezTo>
                        <a:cubicBezTo>
                          <a:pt x="1351280" y="331947"/>
                          <a:pt x="1315720" y="325389"/>
                          <a:pt x="1280160" y="329184"/>
                        </a:cubicBezTo>
                        <a:cubicBezTo>
                          <a:pt x="1244600" y="330496"/>
                          <a:pt x="1209040" y="320350"/>
                          <a:pt x="1173480" y="329184"/>
                        </a:cubicBezTo>
                        <a:cubicBezTo>
                          <a:pt x="1137920" y="332671"/>
                          <a:pt x="1102360" y="329203"/>
                          <a:pt x="1066800" y="329184"/>
                        </a:cubicBezTo>
                        <a:cubicBezTo>
                          <a:pt x="1031240" y="324692"/>
                          <a:pt x="995680" y="320485"/>
                          <a:pt x="960120" y="329184"/>
                        </a:cubicBezTo>
                        <a:cubicBezTo>
                          <a:pt x="924560" y="329308"/>
                          <a:pt x="889000" y="326096"/>
                          <a:pt x="853440" y="329184"/>
                        </a:cubicBezTo>
                        <a:cubicBezTo>
                          <a:pt x="817880" y="324060"/>
                          <a:pt x="782320" y="322871"/>
                          <a:pt x="746760" y="329184"/>
                        </a:cubicBezTo>
                        <a:cubicBezTo>
                          <a:pt x="711200" y="325087"/>
                          <a:pt x="675640" y="325484"/>
                          <a:pt x="640080" y="329184"/>
                        </a:cubicBezTo>
                        <a:cubicBezTo>
                          <a:pt x="604520" y="337548"/>
                          <a:pt x="568960" y="334825"/>
                          <a:pt x="533400" y="329184"/>
                        </a:cubicBezTo>
                        <a:cubicBezTo>
                          <a:pt x="497840" y="331519"/>
                          <a:pt x="462280" y="338649"/>
                          <a:pt x="426720" y="329184"/>
                        </a:cubicBezTo>
                        <a:cubicBezTo>
                          <a:pt x="391160" y="328706"/>
                          <a:pt x="355600" y="336158"/>
                          <a:pt x="320040" y="329184"/>
                        </a:cubicBezTo>
                        <a:cubicBezTo>
                          <a:pt x="284480" y="328249"/>
                          <a:pt x="248920" y="324301"/>
                          <a:pt x="213360" y="329184"/>
                        </a:cubicBezTo>
                        <a:cubicBezTo>
                          <a:pt x="177800" y="323197"/>
                          <a:pt x="142240" y="334476"/>
                          <a:pt x="106680" y="329184"/>
                        </a:cubicBezTo>
                        <a:cubicBezTo>
                          <a:pt x="71120" y="337593"/>
                          <a:pt x="35560" y="319930"/>
                          <a:pt x="0" y="329184"/>
                        </a:cubicBezTo>
                        <a:cubicBezTo>
                          <a:pt x="-4568" y="292608"/>
                          <a:pt x="2427" y="256032"/>
                          <a:pt x="0" y="219456"/>
                        </a:cubicBezTo>
                        <a:cubicBezTo>
                          <a:pt x="-9006" y="182880"/>
                          <a:pt x="8419" y="146304"/>
                          <a:pt x="0" y="109728"/>
                        </a:cubicBezTo>
                        <a:cubicBezTo>
                          <a:pt x="-2492" y="73152"/>
                          <a:pt x="4579" y="3657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1" name="Queue label Permits"/>
          <p:cNvSpPr txBox="1"/>
          <p:nvPr/>
        </p:nvSpPr>
        <p:spPr>
          <a:xfrm>
            <a:off x="8732520" y="4617720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Ink Free" panose="03080402000500000000" pitchFamily="66" charset="0"/>
              </a:rPr>
              <a:t>Permits</a:t>
            </a:r>
          </a:p>
        </p:txBody>
      </p:sp>
      <p:sp>
        <p:nvSpPr>
          <p:cNvPr id="132" name="Queue Conditions"/>
          <p:cNvSpPr/>
          <p:nvPr/>
        </p:nvSpPr>
        <p:spPr>
          <a:xfrm>
            <a:off x="8732520" y="5020056"/>
            <a:ext cx="1600200" cy="329184"/>
          </a:xfrm>
          <a:custGeom>
            <a:avLst/>
            <a:gdLst>
              <a:gd name="csX0" fmla="*/ 0 w 1600200"/>
              <a:gd name="csY0" fmla="*/ 0 h 329184"/>
              <a:gd name="csX1" fmla="*/ 106680 w 1600200"/>
              <a:gd name="csY1" fmla="*/ 0 h 329184"/>
              <a:gd name="csX2" fmla="*/ 213360 w 1600200"/>
              <a:gd name="csY2" fmla="*/ 0 h 329184"/>
              <a:gd name="csX3" fmla="*/ 320040 w 1600200"/>
              <a:gd name="csY3" fmla="*/ 0 h 329184"/>
              <a:gd name="csX4" fmla="*/ 426720 w 1600200"/>
              <a:gd name="csY4" fmla="*/ 0 h 329184"/>
              <a:gd name="csX5" fmla="*/ 533400 w 1600200"/>
              <a:gd name="csY5" fmla="*/ 0 h 329184"/>
              <a:gd name="csX6" fmla="*/ 640080 w 1600200"/>
              <a:gd name="csY6" fmla="*/ 0 h 329184"/>
              <a:gd name="csX7" fmla="*/ 746760 w 1600200"/>
              <a:gd name="csY7" fmla="*/ 0 h 329184"/>
              <a:gd name="csX8" fmla="*/ 853440 w 1600200"/>
              <a:gd name="csY8" fmla="*/ 0 h 329184"/>
              <a:gd name="csX9" fmla="*/ 960120 w 1600200"/>
              <a:gd name="csY9" fmla="*/ 0 h 329184"/>
              <a:gd name="csX10" fmla="*/ 1066800 w 1600200"/>
              <a:gd name="csY10" fmla="*/ 0 h 329184"/>
              <a:gd name="csX11" fmla="*/ 1173480 w 1600200"/>
              <a:gd name="csY11" fmla="*/ 0 h 329184"/>
              <a:gd name="csX12" fmla="*/ 1280160 w 1600200"/>
              <a:gd name="csY12" fmla="*/ 0 h 329184"/>
              <a:gd name="csX13" fmla="*/ 1386840 w 1600200"/>
              <a:gd name="csY13" fmla="*/ 0 h 329184"/>
              <a:gd name="csX14" fmla="*/ 1493520 w 1600200"/>
              <a:gd name="csY14" fmla="*/ 0 h 329184"/>
              <a:gd name="csX15" fmla="*/ 1600200 w 1600200"/>
              <a:gd name="csY15" fmla="*/ 0 h 329184"/>
              <a:gd name="csX16" fmla="*/ 1600200 w 1600200"/>
              <a:gd name="csY16" fmla="*/ 109728 h 329184"/>
              <a:gd name="csX17" fmla="*/ 1600200 w 1600200"/>
              <a:gd name="csY17" fmla="*/ 219456 h 329184"/>
              <a:gd name="csX18" fmla="*/ 1600200 w 1600200"/>
              <a:gd name="csY18" fmla="*/ 329184 h 329184"/>
              <a:gd name="csX19" fmla="*/ 1493520 w 1600200"/>
              <a:gd name="csY19" fmla="*/ 329184 h 329184"/>
              <a:gd name="csX20" fmla="*/ 1386840 w 1600200"/>
              <a:gd name="csY20" fmla="*/ 329184 h 329184"/>
              <a:gd name="csX21" fmla="*/ 1280160 w 1600200"/>
              <a:gd name="csY21" fmla="*/ 329184 h 329184"/>
              <a:gd name="csX22" fmla="*/ 1173480 w 1600200"/>
              <a:gd name="csY22" fmla="*/ 329184 h 329184"/>
              <a:gd name="csX23" fmla="*/ 1066800 w 1600200"/>
              <a:gd name="csY23" fmla="*/ 329184 h 329184"/>
              <a:gd name="csX24" fmla="*/ 960120 w 1600200"/>
              <a:gd name="csY24" fmla="*/ 329184 h 329184"/>
              <a:gd name="csX25" fmla="*/ 853440 w 1600200"/>
              <a:gd name="csY25" fmla="*/ 329184 h 329184"/>
              <a:gd name="csX26" fmla="*/ 746760 w 1600200"/>
              <a:gd name="csY26" fmla="*/ 329184 h 329184"/>
              <a:gd name="csX27" fmla="*/ 640080 w 1600200"/>
              <a:gd name="csY27" fmla="*/ 329184 h 329184"/>
              <a:gd name="csX28" fmla="*/ 533400 w 1600200"/>
              <a:gd name="csY28" fmla="*/ 329184 h 329184"/>
              <a:gd name="csX29" fmla="*/ 426720 w 1600200"/>
              <a:gd name="csY29" fmla="*/ 329184 h 329184"/>
              <a:gd name="csX30" fmla="*/ 320040 w 1600200"/>
              <a:gd name="csY30" fmla="*/ 329184 h 329184"/>
              <a:gd name="csX31" fmla="*/ 213360 w 1600200"/>
              <a:gd name="csY31" fmla="*/ 329184 h 329184"/>
              <a:gd name="csX32" fmla="*/ 106680 w 1600200"/>
              <a:gd name="csY32" fmla="*/ 329184 h 329184"/>
              <a:gd name="csX33" fmla="*/ 0 w 1600200"/>
              <a:gd name="csY33" fmla="*/ 329184 h 329184"/>
              <a:gd name="csX34" fmla="*/ 0 w 1600200"/>
              <a:gd name="csY34" fmla="*/ 219456 h 329184"/>
              <a:gd name="csX35" fmla="*/ 0 w 1600200"/>
              <a:gd name="csY35" fmla="*/ 109728 h 329184"/>
              <a:gd name="csX36" fmla="*/ 0 w 1600200"/>
              <a:gd name="csY36" fmla="*/ 0 h 3291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1600200" h="329184" extrusionOk="0">
                <a:moveTo>
                  <a:pt x="0" y="0"/>
                </a:moveTo>
                <a:cubicBezTo>
                  <a:pt x="33006" y="12467"/>
                  <a:pt x="67866" y="6556"/>
                  <a:pt x="106680" y="0"/>
                </a:cubicBezTo>
                <a:cubicBezTo>
                  <a:pt x="143652" y="-50"/>
                  <a:pt x="171991" y="-10084"/>
                  <a:pt x="213360" y="0"/>
                </a:cubicBezTo>
                <a:cubicBezTo>
                  <a:pt x="248457" y="6117"/>
                  <a:pt x="287878" y="-890"/>
                  <a:pt x="320040" y="0"/>
                </a:cubicBezTo>
                <a:cubicBezTo>
                  <a:pt x="353678" y="-8762"/>
                  <a:pt x="388876" y="-12177"/>
                  <a:pt x="426720" y="0"/>
                </a:cubicBezTo>
                <a:cubicBezTo>
                  <a:pt x="463875" y="89"/>
                  <a:pt x="490729" y="2783"/>
                  <a:pt x="533400" y="0"/>
                </a:cubicBezTo>
                <a:cubicBezTo>
                  <a:pt x="568268" y="2306"/>
                  <a:pt x="599149" y="5000"/>
                  <a:pt x="640080" y="0"/>
                </a:cubicBezTo>
                <a:cubicBezTo>
                  <a:pt x="675608" y="4999"/>
                  <a:pt x="711049" y="298"/>
                  <a:pt x="746760" y="0"/>
                </a:cubicBezTo>
                <a:cubicBezTo>
                  <a:pt x="778760" y="6072"/>
                  <a:pt x="819203" y="6339"/>
                  <a:pt x="853440" y="0"/>
                </a:cubicBezTo>
                <a:cubicBezTo>
                  <a:pt x="884161" y="-2583"/>
                  <a:pt x="923512" y="-668"/>
                  <a:pt x="960120" y="0"/>
                </a:cubicBezTo>
                <a:cubicBezTo>
                  <a:pt x="997003" y="12881"/>
                  <a:pt x="1021457" y="9077"/>
                  <a:pt x="1066800" y="0"/>
                </a:cubicBezTo>
                <a:cubicBezTo>
                  <a:pt x="1103249" y="-10728"/>
                  <a:pt x="1145679" y="-12848"/>
                  <a:pt x="1173480" y="0"/>
                </a:cubicBezTo>
                <a:cubicBezTo>
                  <a:pt x="1211023" y="16494"/>
                  <a:pt x="1246106" y="-7647"/>
                  <a:pt x="1280160" y="0"/>
                </a:cubicBezTo>
                <a:cubicBezTo>
                  <a:pt x="1306835" y="3126"/>
                  <a:pt x="1346425" y="-2638"/>
                  <a:pt x="1386840" y="0"/>
                </a:cubicBezTo>
                <a:cubicBezTo>
                  <a:pt x="1421317" y="-6118"/>
                  <a:pt x="1451947" y="1824"/>
                  <a:pt x="1493520" y="0"/>
                </a:cubicBezTo>
                <a:cubicBezTo>
                  <a:pt x="1521553" y="-3248"/>
                  <a:pt x="1563759" y="96"/>
                  <a:pt x="1600200" y="0"/>
                </a:cubicBezTo>
                <a:cubicBezTo>
                  <a:pt x="1607612" y="38008"/>
                  <a:pt x="1604143" y="75062"/>
                  <a:pt x="1600200" y="109728"/>
                </a:cubicBezTo>
                <a:cubicBezTo>
                  <a:pt x="1602089" y="145121"/>
                  <a:pt x="1596867" y="179140"/>
                  <a:pt x="1600200" y="219456"/>
                </a:cubicBezTo>
                <a:cubicBezTo>
                  <a:pt x="1602900" y="260192"/>
                  <a:pt x="1602984" y="293476"/>
                  <a:pt x="1600200" y="329184"/>
                </a:cubicBezTo>
                <a:cubicBezTo>
                  <a:pt x="1558957" y="318817"/>
                  <a:pt x="1526936" y="333680"/>
                  <a:pt x="1493520" y="329184"/>
                </a:cubicBezTo>
                <a:cubicBezTo>
                  <a:pt x="1455219" y="318304"/>
                  <a:pt x="1414712" y="314564"/>
                  <a:pt x="1386840" y="329184"/>
                </a:cubicBezTo>
                <a:cubicBezTo>
                  <a:pt x="1354854" y="332813"/>
                  <a:pt x="1309658" y="337307"/>
                  <a:pt x="1280160" y="329184"/>
                </a:cubicBezTo>
                <a:cubicBezTo>
                  <a:pt x="1243158" y="320594"/>
                  <a:pt x="1213692" y="333167"/>
                  <a:pt x="1173480" y="329184"/>
                </a:cubicBezTo>
                <a:cubicBezTo>
                  <a:pt x="1136159" y="324680"/>
                  <a:pt x="1099018" y="326103"/>
                  <a:pt x="1066800" y="329184"/>
                </a:cubicBezTo>
                <a:cubicBezTo>
                  <a:pt x="1029382" y="332130"/>
                  <a:pt x="994324" y="332863"/>
                  <a:pt x="960120" y="329184"/>
                </a:cubicBezTo>
                <a:cubicBezTo>
                  <a:pt x="927666" y="321209"/>
                  <a:pt x="893953" y="332403"/>
                  <a:pt x="853440" y="329184"/>
                </a:cubicBezTo>
                <a:cubicBezTo>
                  <a:pt x="815445" y="338648"/>
                  <a:pt x="783187" y="330000"/>
                  <a:pt x="746760" y="329184"/>
                </a:cubicBezTo>
                <a:cubicBezTo>
                  <a:pt x="710762" y="335631"/>
                  <a:pt x="679188" y="338722"/>
                  <a:pt x="640080" y="329184"/>
                </a:cubicBezTo>
                <a:cubicBezTo>
                  <a:pt x="608554" y="313961"/>
                  <a:pt x="568303" y="319584"/>
                  <a:pt x="533400" y="329184"/>
                </a:cubicBezTo>
                <a:cubicBezTo>
                  <a:pt x="495022" y="327211"/>
                  <a:pt x="468473" y="332495"/>
                  <a:pt x="426720" y="329184"/>
                </a:cubicBezTo>
                <a:cubicBezTo>
                  <a:pt x="395430" y="327855"/>
                  <a:pt x="354357" y="335065"/>
                  <a:pt x="320040" y="329184"/>
                </a:cubicBezTo>
                <a:cubicBezTo>
                  <a:pt x="277622" y="338110"/>
                  <a:pt x="249448" y="323346"/>
                  <a:pt x="213360" y="329184"/>
                </a:cubicBezTo>
                <a:cubicBezTo>
                  <a:pt x="181513" y="316649"/>
                  <a:pt x="142196" y="330053"/>
                  <a:pt x="106680" y="329184"/>
                </a:cubicBezTo>
                <a:cubicBezTo>
                  <a:pt x="72282" y="329050"/>
                  <a:pt x="35260" y="335220"/>
                  <a:pt x="0" y="329184"/>
                </a:cubicBezTo>
                <a:cubicBezTo>
                  <a:pt x="4771" y="301589"/>
                  <a:pt x="4877" y="255198"/>
                  <a:pt x="0" y="219456"/>
                </a:cubicBezTo>
                <a:cubicBezTo>
                  <a:pt x="-11840" y="179337"/>
                  <a:pt x="7203" y="146229"/>
                  <a:pt x="0" y="109728"/>
                </a:cubicBezTo>
                <a:cubicBezTo>
                  <a:pt x="2360" y="75423"/>
                  <a:pt x="15192" y="36891"/>
                  <a:pt x="0" y="0"/>
                </a:cubicBezTo>
                <a:close/>
              </a:path>
            </a:pathLst>
          </a:custGeom>
          <a:noFill/>
          <a:ln w="19050" cap="rnd">
            <a:solidFill>
              <a:srgbClr val="1F3A5F"/>
            </a:solidFill>
            <a:round/>
            <a:extLst>
              <a:ext uri="{C807C97D-BFC1-408E-A445-0C87EB9F89A2}">
                <ask:lineSketchStyleProps xmlns:ask="http://schemas.microsoft.com/office/drawing/2018/sketchyshapes" sd="902">
                  <a:custGeom>
                    <a:avLst/>
                    <a:gdLst/>
                    <a:ahLst/>
                    <a:cxnLst/>
                    <a:rect l="l" t="t" r="r" b="b"/>
                    <a:pathLst>
                      <a:path w="1600200" h="329184">
                        <a:moveTo>
                          <a:pt x="0" y="0"/>
                        </a:moveTo>
                        <a:cubicBezTo>
                          <a:pt x="35560" y="9320"/>
                          <a:pt x="71120" y="2822"/>
                          <a:pt x="106680" y="0"/>
                        </a:cubicBezTo>
                        <a:cubicBezTo>
                          <a:pt x="142240" y="-1910"/>
                          <a:pt x="177800" y="-8334"/>
                          <a:pt x="213360" y="0"/>
                        </a:cubicBezTo>
                        <a:cubicBezTo>
                          <a:pt x="248920" y="8107"/>
                          <a:pt x="284480" y="3457"/>
                          <a:pt x="320040" y="0"/>
                        </a:cubicBezTo>
                        <a:cubicBezTo>
                          <a:pt x="355600" y="611"/>
                          <a:pt x="391160" y="-5820"/>
                          <a:pt x="426720" y="0"/>
                        </a:cubicBezTo>
                        <a:cubicBezTo>
                          <a:pt x="462280" y="381"/>
                          <a:pt x="497840" y="237"/>
                          <a:pt x="533400" y="0"/>
                        </a:cubicBezTo>
                        <a:cubicBezTo>
                          <a:pt x="568960" y="4970"/>
                          <a:pt x="604520" y="1889"/>
                          <a:pt x="640080" y="0"/>
                        </a:cubicBezTo>
                        <a:cubicBezTo>
                          <a:pt x="675640" y="3546"/>
                          <a:pt x="711200" y="-650"/>
                          <a:pt x="746760" y="0"/>
                        </a:cubicBezTo>
                        <a:cubicBezTo>
                          <a:pt x="782320" y="5820"/>
                          <a:pt x="817880" y="3101"/>
                          <a:pt x="853440" y="0"/>
                        </a:cubicBezTo>
                        <a:cubicBezTo>
                          <a:pt x="889000" y="-6310"/>
                          <a:pt x="924560" y="-3795"/>
                          <a:pt x="960120" y="0"/>
                        </a:cubicBezTo>
                        <a:cubicBezTo>
                          <a:pt x="995680" y="4321"/>
                          <a:pt x="1031240" y="4908"/>
                          <a:pt x="1066800" y="0"/>
                        </a:cubicBezTo>
                        <a:cubicBezTo>
                          <a:pt x="1102360" y="-4374"/>
                          <a:pt x="1137920" y="-5560"/>
                          <a:pt x="1173480" y="0"/>
                        </a:cubicBezTo>
                        <a:cubicBezTo>
                          <a:pt x="1209040" y="6515"/>
                          <a:pt x="1244600" y="-6013"/>
                          <a:pt x="1280160" y="0"/>
                        </a:cubicBezTo>
                        <a:cubicBezTo>
                          <a:pt x="1315720" y="6889"/>
                          <a:pt x="1351280" y="-839"/>
                          <a:pt x="1386840" y="0"/>
                        </a:cubicBezTo>
                        <a:cubicBezTo>
                          <a:pt x="1422400" y="-6584"/>
                          <a:pt x="1457960" y="-768"/>
                          <a:pt x="1493520" y="0"/>
                        </a:cubicBezTo>
                        <a:cubicBezTo>
                          <a:pt x="1529080" y="-3905"/>
                          <a:pt x="1564640" y="2031"/>
                          <a:pt x="1600200" y="0"/>
                        </a:cubicBezTo>
                        <a:cubicBezTo>
                          <a:pt x="1598709" y="36576"/>
                          <a:pt x="1603004" y="73152"/>
                          <a:pt x="1600200" y="109728"/>
                        </a:cubicBezTo>
                        <a:cubicBezTo>
                          <a:pt x="1597389" y="146304"/>
                          <a:pt x="1602190" y="182880"/>
                          <a:pt x="1600200" y="219456"/>
                        </a:cubicBezTo>
                        <a:cubicBezTo>
                          <a:pt x="1604839" y="256032"/>
                          <a:pt x="1608798" y="292608"/>
                          <a:pt x="1600200" y="329184"/>
                        </a:cubicBezTo>
                        <a:cubicBezTo>
                          <a:pt x="1564640" y="328244"/>
                          <a:pt x="1529080" y="338367"/>
                          <a:pt x="1493520" y="329184"/>
                        </a:cubicBezTo>
                        <a:cubicBezTo>
                          <a:pt x="1457960" y="325738"/>
                          <a:pt x="1422400" y="320254"/>
                          <a:pt x="1386840" y="329184"/>
                        </a:cubicBezTo>
                        <a:cubicBezTo>
                          <a:pt x="1351280" y="334367"/>
                          <a:pt x="1315720" y="338517"/>
                          <a:pt x="1280160" y="329184"/>
                        </a:cubicBezTo>
                        <a:cubicBezTo>
                          <a:pt x="1244600" y="319959"/>
                          <a:pt x="1209040" y="335067"/>
                          <a:pt x="1173480" y="329184"/>
                        </a:cubicBezTo>
                        <a:cubicBezTo>
                          <a:pt x="1137920" y="324287"/>
                          <a:pt x="1102360" y="331824"/>
                          <a:pt x="1066800" y="329184"/>
                        </a:cubicBezTo>
                        <a:cubicBezTo>
                          <a:pt x="1031240" y="326870"/>
                          <a:pt x="995680" y="329702"/>
                          <a:pt x="960120" y="329184"/>
                        </a:cubicBezTo>
                        <a:cubicBezTo>
                          <a:pt x="924560" y="328616"/>
                          <a:pt x="889000" y="333443"/>
                          <a:pt x="853440" y="329184"/>
                        </a:cubicBezTo>
                        <a:cubicBezTo>
                          <a:pt x="817880" y="337103"/>
                          <a:pt x="782320" y="337595"/>
                          <a:pt x="746760" y="329184"/>
                        </a:cubicBezTo>
                        <a:cubicBezTo>
                          <a:pt x="711200" y="333825"/>
                          <a:pt x="675640" y="338100"/>
                          <a:pt x="640080" y="329184"/>
                        </a:cubicBezTo>
                        <a:cubicBezTo>
                          <a:pt x="604520" y="321143"/>
                          <a:pt x="568960" y="327439"/>
                          <a:pt x="533400" y="329184"/>
                        </a:cubicBezTo>
                        <a:cubicBezTo>
                          <a:pt x="497840" y="325355"/>
                          <a:pt x="462280" y="333727"/>
                          <a:pt x="426720" y="329184"/>
                        </a:cubicBezTo>
                        <a:cubicBezTo>
                          <a:pt x="391160" y="326384"/>
                          <a:pt x="355600" y="336836"/>
                          <a:pt x="320040" y="329184"/>
                        </a:cubicBezTo>
                        <a:cubicBezTo>
                          <a:pt x="284480" y="332015"/>
                          <a:pt x="248920" y="321610"/>
                          <a:pt x="213360" y="329184"/>
                        </a:cubicBezTo>
                        <a:cubicBezTo>
                          <a:pt x="177800" y="320148"/>
                          <a:pt x="142240" y="328005"/>
                          <a:pt x="106680" y="329184"/>
                        </a:cubicBezTo>
                        <a:cubicBezTo>
                          <a:pt x="71120" y="328090"/>
                          <a:pt x="35560" y="336258"/>
                          <a:pt x="0" y="329184"/>
                        </a:cubicBezTo>
                        <a:cubicBezTo>
                          <a:pt x="3358" y="292608"/>
                          <a:pt x="2624" y="256032"/>
                          <a:pt x="0" y="219456"/>
                        </a:cubicBezTo>
                        <a:cubicBezTo>
                          <a:pt x="-8352" y="182880"/>
                          <a:pt x="9335" y="146304"/>
                          <a:pt x="0" y="109728"/>
                        </a:cubicBezTo>
                        <a:cubicBezTo>
                          <a:pt x="2061" y="73152"/>
                          <a:pt x="9376" y="3657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3" name="Queue label Conditions"/>
          <p:cNvSpPr txBox="1"/>
          <p:nvPr/>
        </p:nvSpPr>
        <p:spPr>
          <a:xfrm>
            <a:off x="8732520" y="5047488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Ink Free" panose="03080402000500000000" pitchFamily="66" charset="0"/>
              </a:rPr>
              <a:t>Conditions</a:t>
            </a:r>
          </a:p>
        </p:txBody>
      </p:sp>
      <p:sp>
        <p:nvSpPr>
          <p:cNvPr id="134" name="More queues"/>
          <p:cNvSpPr txBox="1"/>
          <p:nvPr/>
        </p:nvSpPr>
        <p:spPr>
          <a:xfrm>
            <a:off x="8732520" y="5449824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400" dirty="0">
                <a:solidFill>
                  <a:srgbClr val="000000"/>
                </a:solidFill>
                <a:latin typeface="Ink Free" panose="03080402000500000000" pitchFamily="66" charset="0"/>
              </a:rPr>
              <a:t>+ 4 more queues</a:t>
            </a:r>
          </a:p>
        </p:txBody>
      </p:sp>
      <p:sp>
        <p:nvSpPr>
          <p:cNvPr id="135" name="App line 0"/>
          <p:cNvSpPr txBox="1"/>
          <p:nvPr/>
        </p:nvSpPr>
        <p:spPr>
          <a:xfrm>
            <a:off x="4878638" y="3660922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switch on label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F07 · How It Works</a:t>
            </a:r>
          </a:p>
        </p:txBody>
      </p:sp>
      <p:grpSp>
        <p:nvGrpSpPr>
          <p:cNvPr id="107" name="Visitor Message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Visitor Message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Visitor Message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8467" y="644604"/>
                    <a:pt x="207522" y="600704"/>
                    <a:pt x="197167" y="557212"/>
                  </a:cubicBezTo>
                  <a:cubicBezTo>
                    <a:pt x="211618" y="505133"/>
                    <a:pt x="183710" y="456307"/>
                    <a:pt x="197167" y="411480"/>
                  </a:cubicBezTo>
                  <a:cubicBezTo>
                    <a:pt x="204659" y="350562"/>
                    <a:pt x="191976" y="312947"/>
                    <a:pt x="197167" y="265747"/>
                  </a:cubicBezTo>
                  <a:cubicBezTo>
                    <a:pt x="196487" y="210087"/>
                    <a:pt x="204940" y="169181"/>
                    <a:pt x="197167" y="120015"/>
                  </a:cubicBezTo>
                  <a:cubicBezTo>
                    <a:pt x="273965" y="119793"/>
                    <a:pt x="338423" y="112584"/>
                    <a:pt x="411480" y="120015"/>
                  </a:cubicBezTo>
                  <a:cubicBezTo>
                    <a:pt x="414566" y="191673"/>
                    <a:pt x="411391" y="231020"/>
                    <a:pt x="411480" y="300037"/>
                  </a:cubicBezTo>
                  <a:cubicBezTo>
                    <a:pt x="475425" y="275290"/>
                    <a:pt x="547636" y="317939"/>
                    <a:pt x="625792" y="300037"/>
                  </a:cubicBezTo>
                  <a:cubicBezTo>
                    <a:pt x="626818" y="362944"/>
                    <a:pt x="643544" y="440818"/>
                    <a:pt x="625792" y="501491"/>
                  </a:cubicBezTo>
                  <a:cubicBezTo>
                    <a:pt x="600686" y="570046"/>
                    <a:pt x="643162" y="621115"/>
                    <a:pt x="625792" y="702945"/>
                  </a:cubicBezTo>
                  <a:cubicBezTo>
                    <a:pt x="575955" y="702257"/>
                    <a:pt x="518823" y="690990"/>
                    <a:pt x="482914" y="702945"/>
                  </a:cubicBezTo>
                  <a:cubicBezTo>
                    <a:pt x="429695" y="702261"/>
                    <a:pt x="382883" y="689123"/>
                    <a:pt x="340045" y="702945"/>
                  </a:cubicBezTo>
                  <a:cubicBezTo>
                    <a:pt x="293329" y="695586"/>
                    <a:pt x="241403" y="704466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496068" y="178768"/>
                    <a:pt x="539048" y="213670"/>
                    <a:pt x="570071" y="248602"/>
                  </a:cubicBezTo>
                  <a:cubicBezTo>
                    <a:pt x="532782" y="245272"/>
                    <a:pt x="495427" y="240361"/>
                    <a:pt x="462915" y="248602"/>
                  </a:cubicBezTo>
                  <a:cubicBezTo>
                    <a:pt x="468789" y="218387"/>
                    <a:pt x="468668" y="179223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394982" y="70412"/>
                    <a:pt x="364093" y="62948"/>
                    <a:pt x="304323" y="68580"/>
                  </a:cubicBezTo>
                  <a:cubicBezTo>
                    <a:pt x="249828" y="71002"/>
                    <a:pt x="197031" y="70070"/>
                    <a:pt x="145732" y="68580"/>
                  </a:cubicBezTo>
                  <a:cubicBezTo>
                    <a:pt x="148728" y="140736"/>
                    <a:pt x="143613" y="179454"/>
                    <a:pt x="145732" y="240030"/>
                  </a:cubicBezTo>
                  <a:cubicBezTo>
                    <a:pt x="156494" y="298040"/>
                    <a:pt x="147512" y="346058"/>
                    <a:pt x="145732" y="411480"/>
                  </a:cubicBezTo>
                  <a:cubicBezTo>
                    <a:pt x="142693" y="468736"/>
                    <a:pt x="136863" y="515785"/>
                    <a:pt x="145732" y="582930"/>
                  </a:cubicBezTo>
                  <a:cubicBezTo>
                    <a:pt x="135011" y="642532"/>
                    <a:pt x="136050" y="691220"/>
                    <a:pt x="145732" y="754380"/>
                  </a:cubicBezTo>
                  <a:cubicBezTo>
                    <a:pt x="203146" y="746951"/>
                    <a:pt x="265929" y="733672"/>
                    <a:pt x="322900" y="754380"/>
                  </a:cubicBezTo>
                  <a:cubicBezTo>
                    <a:pt x="379903" y="745152"/>
                    <a:pt x="454042" y="747368"/>
                    <a:pt x="500059" y="754380"/>
                  </a:cubicBezTo>
                  <a:cubicBezTo>
                    <a:pt x="552417" y="768064"/>
                    <a:pt x="617746" y="771334"/>
                    <a:pt x="677227" y="754380"/>
                  </a:cubicBezTo>
                  <a:cubicBezTo>
                    <a:pt x="683327" y="695738"/>
                    <a:pt x="676824" y="630481"/>
                    <a:pt x="677227" y="588647"/>
                  </a:cubicBezTo>
                  <a:cubicBezTo>
                    <a:pt x="675482" y="529337"/>
                    <a:pt x="690703" y="479753"/>
                    <a:pt x="677227" y="422907"/>
                  </a:cubicBezTo>
                  <a:cubicBezTo>
                    <a:pt x="676609" y="374812"/>
                    <a:pt x="657756" y="301487"/>
                    <a:pt x="677227" y="257175"/>
                  </a:cubicBezTo>
                  <a:cubicBezTo>
                    <a:pt x="636684" y="241874"/>
                    <a:pt x="592592" y="194949"/>
                    <a:pt x="570071" y="162877"/>
                  </a:cubicBezTo>
                  <a:cubicBezTo>
                    <a:pt x="534576" y="131924"/>
                    <a:pt x="503676" y="94902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09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3549" y="76333"/>
                            <a:pt x="23800" y="70667"/>
                            <a:pt x="23000" y="65000"/>
                          </a:cubicBezTo>
                          <a:cubicBezTo>
                            <a:pt x="23224" y="59333"/>
                            <a:pt x="22057" y="53667"/>
                            <a:pt x="23000" y="48000"/>
                          </a:cubicBezTo>
                          <a:cubicBezTo>
                            <a:pt x="23815" y="42333"/>
                            <a:pt x="22351" y="36667"/>
                            <a:pt x="23000" y="31000"/>
                          </a:cubicBezTo>
                          <a:cubicBezTo>
                            <a:pt x="22612" y="25333"/>
                            <a:pt x="23729" y="19667"/>
                            <a:pt x="23000" y="14000"/>
                          </a:cubicBezTo>
                          <a:cubicBezTo>
                            <a:pt x="31333" y="14114"/>
                            <a:pt x="39667" y="14050"/>
                            <a:pt x="48000" y="14000"/>
                          </a:cubicBezTo>
                          <a:cubicBezTo>
                            <a:pt x="46974" y="21000"/>
                            <a:pt x="48485" y="28000"/>
                            <a:pt x="48000" y="35000"/>
                          </a:cubicBezTo>
                          <a:cubicBezTo>
                            <a:pt x="56333" y="34297"/>
                            <a:pt x="64667" y="35927"/>
                            <a:pt x="73000" y="35000"/>
                          </a:cubicBezTo>
                          <a:cubicBezTo>
                            <a:pt x="71860" y="42833"/>
                            <a:pt x="74030" y="50667"/>
                            <a:pt x="73000" y="58500"/>
                          </a:cubicBezTo>
                          <a:cubicBezTo>
                            <a:pt x="72155" y="66333"/>
                            <a:pt x="73621" y="74167"/>
                            <a:pt x="73000" y="82000"/>
                          </a:cubicBezTo>
                          <a:cubicBezTo>
                            <a:pt x="67444" y="81053"/>
                            <a:pt x="61889" y="81362"/>
                            <a:pt x="56333" y="82000"/>
                          </a:cubicBezTo>
                          <a:cubicBezTo>
                            <a:pt x="50778" y="82873"/>
                            <a:pt x="45222" y="81293"/>
                            <a:pt x="39667" y="82000"/>
                          </a:cubicBezTo>
                          <a:cubicBezTo>
                            <a:pt x="34111" y="82285"/>
                            <a:pt x="28556" y="81675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8104" y="20729"/>
                            <a:pt x="61923" y="25244"/>
                            <a:pt x="66500" y="29000"/>
                          </a:cubicBezTo>
                          <a:cubicBezTo>
                            <a:pt x="62333" y="29051"/>
                            <a:pt x="58167" y="28698"/>
                            <a:pt x="54000" y="29000"/>
                          </a:cubicBezTo>
                          <a:cubicBezTo>
                            <a:pt x="54279" y="24833"/>
                            <a:pt x="54311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7635"/>
                            <a:pt x="41667" y="7251"/>
                            <a:pt x="35500" y="8000"/>
                          </a:cubicBezTo>
                          <a:cubicBezTo>
                            <a:pt x="29333" y="9020"/>
                            <a:pt x="23167" y="8770"/>
                            <a:pt x="17000" y="8000"/>
                          </a:cubicBezTo>
                          <a:cubicBezTo>
                            <a:pt x="17473" y="14667"/>
                            <a:pt x="16684" y="21333"/>
                            <a:pt x="17000" y="28000"/>
                          </a:cubicBezTo>
                          <a:cubicBezTo>
                            <a:pt x="17838" y="34667"/>
                            <a:pt x="17095" y="41333"/>
                            <a:pt x="17000" y="48000"/>
                          </a:cubicBezTo>
                          <a:cubicBezTo>
                            <a:pt x="16418" y="54667"/>
                            <a:pt x="15998" y="61333"/>
                            <a:pt x="17000" y="68000"/>
                          </a:cubicBezTo>
                          <a:cubicBezTo>
                            <a:pt x="16271" y="74667"/>
                            <a:pt x="15938" y="81333"/>
                            <a:pt x="17000" y="88000"/>
                          </a:cubicBezTo>
                          <a:cubicBezTo>
                            <a:pt x="23889" y="86968"/>
                            <a:pt x="30778" y="86987"/>
                            <a:pt x="37667" y="88000"/>
                          </a:cubicBezTo>
                          <a:cubicBezTo>
                            <a:pt x="44556" y="87435"/>
                            <a:pt x="51444" y="87166"/>
                            <a:pt x="58333" y="88000"/>
                          </a:cubicBezTo>
                          <a:cubicBezTo>
                            <a:pt x="65222" y="87925"/>
                            <a:pt x="72111" y="88496"/>
                            <a:pt x="79000" y="88000"/>
                          </a:cubicBezTo>
                          <a:cubicBezTo>
                            <a:pt x="78791" y="81556"/>
                            <a:pt x="79512" y="75111"/>
                            <a:pt x="79000" y="68667"/>
                          </a:cubicBezTo>
                          <a:cubicBezTo>
                            <a:pt x="79886" y="62222"/>
                            <a:pt x="79620" y="55778"/>
                            <a:pt x="79000" y="49333"/>
                          </a:cubicBezTo>
                          <a:cubicBezTo>
                            <a:pt x="80141" y="42889"/>
                            <a:pt x="77980" y="36444"/>
                            <a:pt x="79000" y="30000"/>
                          </a:cubicBezTo>
                          <a:cubicBezTo>
                            <a:pt x="74433" y="26789"/>
                            <a:pt x="70478" y="22881"/>
                            <a:pt x="66500" y="19000"/>
                          </a:cubicBezTo>
                          <a:cubicBezTo>
                            <a:pt x="62218" y="15464"/>
                            <a:pt x="58484" y="11306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Visitor Message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11200" y="382643"/>
                    <a:pt x="344927" y="395450"/>
                    <a:pt x="411480" y="385762"/>
                  </a:cubicBezTo>
                  <a:cubicBezTo>
                    <a:pt x="459507" y="401823"/>
                    <a:pt x="523559" y="390798"/>
                    <a:pt x="574357" y="385762"/>
                  </a:cubicBezTo>
                  <a:cubicBezTo>
                    <a:pt x="571705" y="397252"/>
                    <a:pt x="573499" y="405905"/>
                    <a:pt x="574357" y="420052"/>
                  </a:cubicBezTo>
                  <a:cubicBezTo>
                    <a:pt x="517634" y="418500"/>
                    <a:pt x="462259" y="429153"/>
                    <a:pt x="411480" y="420052"/>
                  </a:cubicBezTo>
                  <a:cubicBezTo>
                    <a:pt x="356635" y="407732"/>
                    <a:pt x="294660" y="416561"/>
                    <a:pt x="248602" y="420052"/>
                  </a:cubicBezTo>
                  <a:cubicBezTo>
                    <a:pt x="247120" y="410338"/>
                    <a:pt x="245688" y="397215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0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5732"/>
                            <a:pt x="41667" y="45019"/>
                            <a:pt x="48000" y="45000"/>
                          </a:cubicBezTo>
                          <a:cubicBezTo>
                            <a:pt x="54333" y="45945"/>
                            <a:pt x="60667" y="44120"/>
                            <a:pt x="67000" y="45000"/>
                          </a:cubicBezTo>
                          <a:cubicBezTo>
                            <a:pt x="66995" y="46333"/>
                            <a:pt x="66864" y="47667"/>
                            <a:pt x="67000" y="49000"/>
                          </a:cubicBezTo>
                          <a:cubicBezTo>
                            <a:pt x="60667" y="48354"/>
                            <a:pt x="54333" y="48783"/>
                            <a:pt x="48000" y="49000"/>
                          </a:cubicBezTo>
                          <a:cubicBezTo>
                            <a:pt x="41667" y="49083"/>
                            <a:pt x="35333" y="50044"/>
                            <a:pt x="29000" y="49000"/>
                          </a:cubicBezTo>
                          <a:cubicBezTo>
                            <a:pt x="29035" y="47667"/>
                            <a:pt x="29055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Visitor Message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6762" y="308871"/>
                    <a:pt x="322630" y="313828"/>
                    <a:pt x="360045" y="317182"/>
                  </a:cubicBezTo>
                  <a:cubicBezTo>
                    <a:pt x="359660" y="328652"/>
                    <a:pt x="356845" y="339373"/>
                    <a:pt x="360045" y="351472"/>
                  </a:cubicBezTo>
                  <a:cubicBezTo>
                    <a:pt x="325821" y="352002"/>
                    <a:pt x="291812" y="351405"/>
                    <a:pt x="248602" y="351472"/>
                  </a:cubicBezTo>
                  <a:cubicBezTo>
                    <a:pt x="248148" y="341889"/>
                    <a:pt x="246773" y="328854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92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933"/>
                            <a:pt x="37667" y="37018"/>
                            <a:pt x="42000" y="37000"/>
                          </a:cubicBezTo>
                          <a:cubicBezTo>
                            <a:pt x="41880" y="38333"/>
                            <a:pt x="41773" y="39667"/>
                            <a:pt x="42000" y="41000"/>
                          </a:cubicBezTo>
                          <a:cubicBezTo>
                            <a:pt x="37667" y="40955"/>
                            <a:pt x="33333" y="41712"/>
                            <a:pt x="29000" y="41000"/>
                          </a:cubicBezTo>
                          <a:cubicBezTo>
                            <a:pt x="29232" y="39667"/>
                            <a:pt x="28827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Visitor Message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06701" y="451267"/>
                    <a:pt x="354021" y="456670"/>
                    <a:pt x="411480" y="454342"/>
                  </a:cubicBezTo>
                  <a:cubicBezTo>
                    <a:pt x="467194" y="450638"/>
                    <a:pt x="532578" y="443315"/>
                    <a:pt x="574357" y="454342"/>
                  </a:cubicBezTo>
                  <a:cubicBezTo>
                    <a:pt x="575724" y="466157"/>
                    <a:pt x="575383" y="478706"/>
                    <a:pt x="574357" y="488632"/>
                  </a:cubicBezTo>
                  <a:cubicBezTo>
                    <a:pt x="532610" y="487579"/>
                    <a:pt x="460969" y="485678"/>
                    <a:pt x="411480" y="488632"/>
                  </a:cubicBezTo>
                  <a:cubicBezTo>
                    <a:pt x="363626" y="503830"/>
                    <a:pt x="299057" y="488375"/>
                    <a:pt x="248602" y="488632"/>
                  </a:cubicBezTo>
                  <a:cubicBezTo>
                    <a:pt x="248605" y="479057"/>
                    <a:pt x="245405" y="466126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4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3971"/>
                            <a:pt x="41667" y="53301"/>
                            <a:pt x="48000" y="53000"/>
                          </a:cubicBezTo>
                          <a:cubicBezTo>
                            <a:pt x="54333" y="53232"/>
                            <a:pt x="60667" y="52097"/>
                            <a:pt x="67000" y="53000"/>
                          </a:cubicBezTo>
                          <a:cubicBezTo>
                            <a:pt x="67118" y="54333"/>
                            <a:pt x="67098" y="55667"/>
                            <a:pt x="67000" y="57000"/>
                          </a:cubicBezTo>
                          <a:cubicBezTo>
                            <a:pt x="60667" y="57973"/>
                            <a:pt x="54333" y="56744"/>
                            <a:pt x="48000" y="57000"/>
                          </a:cubicBezTo>
                          <a:cubicBezTo>
                            <a:pt x="41667" y="57747"/>
                            <a:pt x="35333" y="56552"/>
                            <a:pt x="29000" y="57000"/>
                          </a:cubicBezTo>
                          <a:cubicBezTo>
                            <a:pt x="28971" y="55667"/>
                            <a:pt x="29000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Visitor Message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02397" y="514669"/>
                    <a:pt x="344617" y="525840"/>
                    <a:pt x="411480" y="522922"/>
                  </a:cubicBezTo>
                  <a:cubicBezTo>
                    <a:pt x="466638" y="528831"/>
                    <a:pt x="508169" y="512842"/>
                    <a:pt x="574357" y="522922"/>
                  </a:cubicBezTo>
                  <a:cubicBezTo>
                    <a:pt x="572456" y="537427"/>
                    <a:pt x="574413" y="548658"/>
                    <a:pt x="574357" y="557212"/>
                  </a:cubicBezTo>
                  <a:cubicBezTo>
                    <a:pt x="514221" y="556806"/>
                    <a:pt x="463970" y="549536"/>
                    <a:pt x="411480" y="557212"/>
                  </a:cubicBezTo>
                  <a:cubicBezTo>
                    <a:pt x="369275" y="565091"/>
                    <a:pt x="301564" y="543874"/>
                    <a:pt x="248602" y="557212"/>
                  </a:cubicBezTo>
                  <a:cubicBezTo>
                    <a:pt x="247067" y="545471"/>
                    <a:pt x="248674" y="53516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6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59880"/>
                            <a:pt x="41667" y="61160"/>
                            <a:pt x="48000" y="61000"/>
                          </a:cubicBezTo>
                          <a:cubicBezTo>
                            <a:pt x="54333" y="61957"/>
                            <a:pt x="60667" y="60479"/>
                            <a:pt x="67000" y="61000"/>
                          </a:cubicBezTo>
                          <a:cubicBezTo>
                            <a:pt x="66832" y="62333"/>
                            <a:pt x="67088" y="63667"/>
                            <a:pt x="67000" y="65000"/>
                          </a:cubicBezTo>
                          <a:cubicBezTo>
                            <a:pt x="60667" y="65108"/>
                            <a:pt x="54333" y="64786"/>
                            <a:pt x="48000" y="65000"/>
                          </a:cubicBezTo>
                          <a:cubicBezTo>
                            <a:pt x="41667" y="65393"/>
                            <a:pt x="35333" y="64323"/>
                            <a:pt x="29000" y="65000"/>
                          </a:cubicBezTo>
                          <a:cubicBezTo>
                            <a:pt x="28908" y="63667"/>
                            <a:pt x="29019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Visitor Message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309580" y="607027"/>
                    <a:pt x="348192" y="584803"/>
                    <a:pt x="411480" y="591502"/>
                  </a:cubicBezTo>
                  <a:cubicBezTo>
                    <a:pt x="470244" y="592841"/>
                    <a:pt x="528041" y="581572"/>
                    <a:pt x="574357" y="591502"/>
                  </a:cubicBezTo>
                  <a:cubicBezTo>
                    <a:pt x="575388" y="601468"/>
                    <a:pt x="574913" y="614614"/>
                    <a:pt x="574357" y="625792"/>
                  </a:cubicBezTo>
                  <a:cubicBezTo>
                    <a:pt x="526972" y="630234"/>
                    <a:pt x="458074" y="628973"/>
                    <a:pt x="411480" y="625792"/>
                  </a:cubicBezTo>
                  <a:cubicBezTo>
                    <a:pt x="357223" y="629107"/>
                    <a:pt x="304627" y="631033"/>
                    <a:pt x="248602" y="625792"/>
                  </a:cubicBezTo>
                  <a:cubicBezTo>
                    <a:pt x="250291" y="614614"/>
                    <a:pt x="250745" y="601479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68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9764"/>
                            <a:pt x="41667" y="68222"/>
                            <a:pt x="48000" y="69000"/>
                          </a:cubicBezTo>
                          <a:cubicBezTo>
                            <a:pt x="54333" y="68200"/>
                            <a:pt x="60667" y="68690"/>
                            <a:pt x="67000" y="69000"/>
                          </a:cubicBezTo>
                          <a:cubicBezTo>
                            <a:pt x="67005" y="70333"/>
                            <a:pt x="67118" y="71667"/>
                            <a:pt x="67000" y="73000"/>
                          </a:cubicBezTo>
                          <a:cubicBezTo>
                            <a:pt x="60667" y="73817"/>
                            <a:pt x="54333" y="73404"/>
                            <a:pt x="48000" y="73000"/>
                          </a:cubicBezTo>
                          <a:cubicBezTo>
                            <a:pt x="41667" y="73849"/>
                            <a:pt x="35333" y="73644"/>
                            <a:pt x="29000" y="73000"/>
                          </a:cubicBezTo>
                          <a:cubicBezTo>
                            <a:pt x="29176" y="71667"/>
                            <a:pt x="29079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Visitor Message</a:t>
            </a:r>
          </a:p>
        </p:txBody>
      </p:sp>
      <p:sp>
        <p:nvSpPr>
          <p:cNvPr id="110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inq-0013</a:t>
            </a:r>
          </a:p>
        </p:txBody>
      </p:sp>
      <p:cxnSp>
        <p:nvCxnSpPr>
          <p:cNvPr id="111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"my husband went out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this morning… almost ten"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8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9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3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llama3.2</a:t>
            </a:r>
          </a:p>
        </p:txBody>
      </p:sp>
      <p:cxnSp>
        <p:nvCxnSpPr>
          <p:cNvPr id="124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5" name="Request"/>
          <p:cNvSpPr txBox="1"/>
          <p:nvPr/>
        </p:nvSpPr>
        <p:spPr>
          <a:xfrm>
            <a:off x="6675120" y="178308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 + 7 labels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(JSON schema enum)</a:t>
            </a:r>
          </a:p>
        </p:txBody>
      </p:sp>
      <p:sp>
        <p:nvSpPr>
          <p:cNvPr id="126" name="Reply"/>
          <p:cNvSpPr txBox="1"/>
          <p:nvPr/>
        </p:nvSpPr>
        <p:spPr>
          <a:xfrm>
            <a:off x="7388352" y="315468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{"category":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"emergency"}</a:t>
            </a:r>
          </a:p>
        </p:txBody>
      </p:sp>
      <p:cxnSp>
        <p:nvCxnSpPr>
          <p:cNvPr id="127" name="App-Queue"/>
          <p:cNvCxnSpPr/>
          <p:nvPr/>
        </p:nvCxnSpPr>
        <p:spPr>
          <a:xfrm>
            <a:off x="7440610" y="4118267"/>
            <a:ext cx="1200470" cy="19770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</p:cxnSp>
      <p:sp>
        <p:nvSpPr>
          <p:cNvPr id="128" name="Queue Emergency"/>
          <p:cNvSpPr/>
          <p:nvPr/>
        </p:nvSpPr>
        <p:spPr>
          <a:xfrm>
            <a:off x="8732520" y="4160520"/>
            <a:ext cx="1600200" cy="329184"/>
          </a:xfrm>
          <a:custGeom>
            <a:avLst/>
            <a:gdLst>
              <a:gd name="csX0" fmla="*/ 0 w 1600200"/>
              <a:gd name="csY0" fmla="*/ 0 h 329184"/>
              <a:gd name="csX1" fmla="*/ 106680 w 1600200"/>
              <a:gd name="csY1" fmla="*/ 0 h 329184"/>
              <a:gd name="csX2" fmla="*/ 213360 w 1600200"/>
              <a:gd name="csY2" fmla="*/ 0 h 329184"/>
              <a:gd name="csX3" fmla="*/ 320040 w 1600200"/>
              <a:gd name="csY3" fmla="*/ 0 h 329184"/>
              <a:gd name="csX4" fmla="*/ 426720 w 1600200"/>
              <a:gd name="csY4" fmla="*/ 0 h 329184"/>
              <a:gd name="csX5" fmla="*/ 533400 w 1600200"/>
              <a:gd name="csY5" fmla="*/ 0 h 329184"/>
              <a:gd name="csX6" fmla="*/ 640080 w 1600200"/>
              <a:gd name="csY6" fmla="*/ 0 h 329184"/>
              <a:gd name="csX7" fmla="*/ 746760 w 1600200"/>
              <a:gd name="csY7" fmla="*/ 0 h 329184"/>
              <a:gd name="csX8" fmla="*/ 853440 w 1600200"/>
              <a:gd name="csY8" fmla="*/ 0 h 329184"/>
              <a:gd name="csX9" fmla="*/ 960120 w 1600200"/>
              <a:gd name="csY9" fmla="*/ 0 h 329184"/>
              <a:gd name="csX10" fmla="*/ 1066800 w 1600200"/>
              <a:gd name="csY10" fmla="*/ 0 h 329184"/>
              <a:gd name="csX11" fmla="*/ 1173480 w 1600200"/>
              <a:gd name="csY11" fmla="*/ 0 h 329184"/>
              <a:gd name="csX12" fmla="*/ 1280160 w 1600200"/>
              <a:gd name="csY12" fmla="*/ 0 h 329184"/>
              <a:gd name="csX13" fmla="*/ 1386840 w 1600200"/>
              <a:gd name="csY13" fmla="*/ 0 h 329184"/>
              <a:gd name="csX14" fmla="*/ 1493520 w 1600200"/>
              <a:gd name="csY14" fmla="*/ 0 h 329184"/>
              <a:gd name="csX15" fmla="*/ 1600200 w 1600200"/>
              <a:gd name="csY15" fmla="*/ 0 h 329184"/>
              <a:gd name="csX16" fmla="*/ 1600200 w 1600200"/>
              <a:gd name="csY16" fmla="*/ 109728 h 329184"/>
              <a:gd name="csX17" fmla="*/ 1600200 w 1600200"/>
              <a:gd name="csY17" fmla="*/ 219456 h 329184"/>
              <a:gd name="csX18" fmla="*/ 1600200 w 1600200"/>
              <a:gd name="csY18" fmla="*/ 329184 h 329184"/>
              <a:gd name="csX19" fmla="*/ 1493520 w 1600200"/>
              <a:gd name="csY19" fmla="*/ 329184 h 329184"/>
              <a:gd name="csX20" fmla="*/ 1386840 w 1600200"/>
              <a:gd name="csY20" fmla="*/ 329184 h 329184"/>
              <a:gd name="csX21" fmla="*/ 1280160 w 1600200"/>
              <a:gd name="csY21" fmla="*/ 329184 h 329184"/>
              <a:gd name="csX22" fmla="*/ 1173480 w 1600200"/>
              <a:gd name="csY22" fmla="*/ 329184 h 329184"/>
              <a:gd name="csX23" fmla="*/ 1066800 w 1600200"/>
              <a:gd name="csY23" fmla="*/ 329184 h 329184"/>
              <a:gd name="csX24" fmla="*/ 960120 w 1600200"/>
              <a:gd name="csY24" fmla="*/ 329184 h 329184"/>
              <a:gd name="csX25" fmla="*/ 853440 w 1600200"/>
              <a:gd name="csY25" fmla="*/ 329184 h 329184"/>
              <a:gd name="csX26" fmla="*/ 746760 w 1600200"/>
              <a:gd name="csY26" fmla="*/ 329184 h 329184"/>
              <a:gd name="csX27" fmla="*/ 640080 w 1600200"/>
              <a:gd name="csY27" fmla="*/ 329184 h 329184"/>
              <a:gd name="csX28" fmla="*/ 533400 w 1600200"/>
              <a:gd name="csY28" fmla="*/ 329184 h 329184"/>
              <a:gd name="csX29" fmla="*/ 426720 w 1600200"/>
              <a:gd name="csY29" fmla="*/ 329184 h 329184"/>
              <a:gd name="csX30" fmla="*/ 320040 w 1600200"/>
              <a:gd name="csY30" fmla="*/ 329184 h 329184"/>
              <a:gd name="csX31" fmla="*/ 213360 w 1600200"/>
              <a:gd name="csY31" fmla="*/ 329184 h 329184"/>
              <a:gd name="csX32" fmla="*/ 106680 w 1600200"/>
              <a:gd name="csY32" fmla="*/ 329184 h 329184"/>
              <a:gd name="csX33" fmla="*/ 0 w 1600200"/>
              <a:gd name="csY33" fmla="*/ 329184 h 329184"/>
              <a:gd name="csX34" fmla="*/ 0 w 1600200"/>
              <a:gd name="csY34" fmla="*/ 219456 h 329184"/>
              <a:gd name="csX35" fmla="*/ 0 w 1600200"/>
              <a:gd name="csY35" fmla="*/ 109728 h 329184"/>
              <a:gd name="csX36" fmla="*/ 0 w 1600200"/>
              <a:gd name="csY36" fmla="*/ 0 h 3291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1600200" h="329184" extrusionOk="0">
                <a:moveTo>
                  <a:pt x="0" y="0"/>
                </a:moveTo>
                <a:cubicBezTo>
                  <a:pt x="33495" y="6090"/>
                  <a:pt x="79478" y="-10132"/>
                  <a:pt x="106680" y="0"/>
                </a:cubicBezTo>
                <a:cubicBezTo>
                  <a:pt x="146807" y="11736"/>
                  <a:pt x="180074" y="7594"/>
                  <a:pt x="213360" y="0"/>
                </a:cubicBezTo>
                <a:cubicBezTo>
                  <a:pt x="251614" y="-5008"/>
                  <a:pt x="287550" y="8896"/>
                  <a:pt x="320040" y="0"/>
                </a:cubicBezTo>
                <a:cubicBezTo>
                  <a:pt x="358584" y="-11445"/>
                  <a:pt x="386240" y="-4268"/>
                  <a:pt x="426720" y="0"/>
                </a:cubicBezTo>
                <a:cubicBezTo>
                  <a:pt x="457621" y="-1410"/>
                  <a:pt x="501820" y="2895"/>
                  <a:pt x="533400" y="0"/>
                </a:cubicBezTo>
                <a:cubicBezTo>
                  <a:pt x="572394" y="8240"/>
                  <a:pt x="611729" y="3503"/>
                  <a:pt x="640080" y="0"/>
                </a:cubicBezTo>
                <a:cubicBezTo>
                  <a:pt x="671075" y="1038"/>
                  <a:pt x="708067" y="1158"/>
                  <a:pt x="746760" y="0"/>
                </a:cubicBezTo>
                <a:cubicBezTo>
                  <a:pt x="790874" y="150"/>
                  <a:pt x="824399" y="2953"/>
                  <a:pt x="853440" y="0"/>
                </a:cubicBezTo>
                <a:cubicBezTo>
                  <a:pt x="885713" y="-4083"/>
                  <a:pt x="924731" y="-1825"/>
                  <a:pt x="960120" y="0"/>
                </a:cubicBezTo>
                <a:cubicBezTo>
                  <a:pt x="992795" y="2283"/>
                  <a:pt x="1030806" y="-4877"/>
                  <a:pt x="1066800" y="0"/>
                </a:cubicBezTo>
                <a:cubicBezTo>
                  <a:pt x="1105176" y="2238"/>
                  <a:pt x="1142192" y="-1139"/>
                  <a:pt x="1173480" y="0"/>
                </a:cubicBezTo>
                <a:cubicBezTo>
                  <a:pt x="1208974" y="-7518"/>
                  <a:pt x="1240499" y="-11030"/>
                  <a:pt x="1280160" y="0"/>
                </a:cubicBezTo>
                <a:cubicBezTo>
                  <a:pt x="1319887" y="8068"/>
                  <a:pt x="1350943" y="-4185"/>
                  <a:pt x="1386840" y="0"/>
                </a:cubicBezTo>
                <a:cubicBezTo>
                  <a:pt x="1424127" y="-7217"/>
                  <a:pt x="1450031" y="2141"/>
                  <a:pt x="1493520" y="0"/>
                </a:cubicBezTo>
                <a:cubicBezTo>
                  <a:pt x="1528602" y="11970"/>
                  <a:pt x="1572762" y="-4620"/>
                  <a:pt x="1600200" y="0"/>
                </a:cubicBezTo>
                <a:cubicBezTo>
                  <a:pt x="1601173" y="32137"/>
                  <a:pt x="1610314" y="74109"/>
                  <a:pt x="1600200" y="109728"/>
                </a:cubicBezTo>
                <a:cubicBezTo>
                  <a:pt x="1610857" y="140205"/>
                  <a:pt x="1603173" y="186162"/>
                  <a:pt x="1600200" y="219456"/>
                </a:cubicBezTo>
                <a:cubicBezTo>
                  <a:pt x="1598979" y="253796"/>
                  <a:pt x="1610288" y="291417"/>
                  <a:pt x="1600200" y="329184"/>
                </a:cubicBezTo>
                <a:cubicBezTo>
                  <a:pt x="1565131" y="324049"/>
                  <a:pt x="1527505" y="326581"/>
                  <a:pt x="1493520" y="329184"/>
                </a:cubicBezTo>
                <a:cubicBezTo>
                  <a:pt x="1458697" y="331483"/>
                  <a:pt x="1418286" y="333684"/>
                  <a:pt x="1386840" y="329184"/>
                </a:cubicBezTo>
                <a:cubicBezTo>
                  <a:pt x="1351046" y="333831"/>
                  <a:pt x="1314900" y="328041"/>
                  <a:pt x="1280160" y="329184"/>
                </a:cubicBezTo>
                <a:cubicBezTo>
                  <a:pt x="1248359" y="330845"/>
                  <a:pt x="1209497" y="325839"/>
                  <a:pt x="1173480" y="329184"/>
                </a:cubicBezTo>
                <a:cubicBezTo>
                  <a:pt x="1141250" y="322377"/>
                  <a:pt x="1100217" y="330004"/>
                  <a:pt x="1066800" y="329184"/>
                </a:cubicBezTo>
                <a:cubicBezTo>
                  <a:pt x="1025298" y="328551"/>
                  <a:pt x="992576" y="320686"/>
                  <a:pt x="960120" y="329184"/>
                </a:cubicBezTo>
                <a:cubicBezTo>
                  <a:pt x="927096" y="336754"/>
                  <a:pt x="892419" y="324030"/>
                  <a:pt x="853440" y="329184"/>
                </a:cubicBezTo>
                <a:cubicBezTo>
                  <a:pt x="819825" y="335832"/>
                  <a:pt x="787481" y="325541"/>
                  <a:pt x="746760" y="329184"/>
                </a:cubicBezTo>
                <a:cubicBezTo>
                  <a:pt x="711892" y="327282"/>
                  <a:pt x="670506" y="312521"/>
                  <a:pt x="640080" y="329184"/>
                </a:cubicBezTo>
                <a:cubicBezTo>
                  <a:pt x="605795" y="325536"/>
                  <a:pt x="567601" y="340946"/>
                  <a:pt x="533400" y="329184"/>
                </a:cubicBezTo>
                <a:cubicBezTo>
                  <a:pt x="488672" y="332405"/>
                  <a:pt x="460490" y="333433"/>
                  <a:pt x="426720" y="329184"/>
                </a:cubicBezTo>
                <a:cubicBezTo>
                  <a:pt x="396192" y="331535"/>
                  <a:pt x="361798" y="341315"/>
                  <a:pt x="320040" y="329184"/>
                </a:cubicBezTo>
                <a:cubicBezTo>
                  <a:pt x="284685" y="326007"/>
                  <a:pt x="239515" y="327442"/>
                  <a:pt x="213360" y="329184"/>
                </a:cubicBezTo>
                <a:cubicBezTo>
                  <a:pt x="183584" y="344505"/>
                  <a:pt x="141524" y="330516"/>
                  <a:pt x="106680" y="329184"/>
                </a:cubicBezTo>
                <a:cubicBezTo>
                  <a:pt x="75210" y="331669"/>
                  <a:pt x="29109" y="322446"/>
                  <a:pt x="0" y="329184"/>
                </a:cubicBezTo>
                <a:cubicBezTo>
                  <a:pt x="-9987" y="294652"/>
                  <a:pt x="8748" y="257202"/>
                  <a:pt x="0" y="219456"/>
                </a:cubicBezTo>
                <a:cubicBezTo>
                  <a:pt x="13947" y="181718"/>
                  <a:pt x="371" y="138558"/>
                  <a:pt x="0" y="109728"/>
                </a:cubicBezTo>
                <a:cubicBezTo>
                  <a:pt x="1031" y="67125"/>
                  <a:pt x="-8399" y="37228"/>
                  <a:pt x="0" y="0"/>
                </a:cubicBezTo>
                <a:close/>
              </a:path>
            </a:pathLst>
          </a:custGeom>
          <a:noFill/>
          <a:ln w="19050" cap="rnd">
            <a:solidFill>
              <a:srgbClr val="C00000"/>
            </a:solidFill>
            <a:round/>
            <a:extLst>
              <a:ext uri="{C807C97D-BFC1-408E-A445-0C87EB9F89A2}">
                <ask:lineSketchStyleProps xmlns:ask="http://schemas.microsoft.com/office/drawing/2018/sketchyshapes" sd="900">
                  <a:custGeom>
                    <a:avLst/>
                    <a:gdLst/>
                    <a:ahLst/>
                    <a:cxnLst/>
                    <a:rect l="l" t="t" r="r" b="b"/>
                    <a:pathLst>
                      <a:path w="1600200" h="329184">
                        <a:moveTo>
                          <a:pt x="0" y="0"/>
                        </a:moveTo>
                        <a:cubicBezTo>
                          <a:pt x="35560" y="8385"/>
                          <a:pt x="71120" y="-5217"/>
                          <a:pt x="106680" y="0"/>
                        </a:cubicBezTo>
                        <a:cubicBezTo>
                          <a:pt x="142240" y="4945"/>
                          <a:pt x="177800" y="3086"/>
                          <a:pt x="213360" y="0"/>
                        </a:cubicBezTo>
                        <a:cubicBezTo>
                          <a:pt x="248920" y="3775"/>
                          <a:pt x="284480" y="4201"/>
                          <a:pt x="320040" y="0"/>
                        </a:cubicBezTo>
                        <a:cubicBezTo>
                          <a:pt x="355600" y="-8590"/>
                          <a:pt x="391160" y="-1087"/>
                          <a:pt x="426720" y="0"/>
                        </a:cubicBezTo>
                        <a:cubicBezTo>
                          <a:pt x="462280" y="909"/>
                          <a:pt x="497840" y="591"/>
                          <a:pt x="533400" y="0"/>
                        </a:cubicBezTo>
                        <a:cubicBezTo>
                          <a:pt x="568960" y="7395"/>
                          <a:pt x="604520" y="4100"/>
                          <a:pt x="640080" y="0"/>
                        </a:cubicBezTo>
                        <a:cubicBezTo>
                          <a:pt x="675640" y="1295"/>
                          <a:pt x="711200" y="-838"/>
                          <a:pt x="746760" y="0"/>
                        </a:cubicBezTo>
                        <a:cubicBezTo>
                          <a:pt x="782320" y="-3255"/>
                          <a:pt x="817880" y="-2972"/>
                          <a:pt x="853440" y="0"/>
                        </a:cubicBezTo>
                        <a:cubicBezTo>
                          <a:pt x="889000" y="519"/>
                          <a:pt x="924560" y="-5590"/>
                          <a:pt x="960120" y="0"/>
                        </a:cubicBezTo>
                        <a:cubicBezTo>
                          <a:pt x="995680" y="1113"/>
                          <a:pt x="1031240" y="-335"/>
                          <a:pt x="1066800" y="0"/>
                        </a:cubicBezTo>
                        <a:cubicBezTo>
                          <a:pt x="1102360" y="-4850"/>
                          <a:pt x="1137920" y="-7252"/>
                          <a:pt x="1173480" y="0"/>
                        </a:cubicBezTo>
                        <a:cubicBezTo>
                          <a:pt x="1209040" y="-1084"/>
                          <a:pt x="1244600" y="-2955"/>
                          <a:pt x="1280160" y="0"/>
                        </a:cubicBezTo>
                        <a:cubicBezTo>
                          <a:pt x="1315720" y="6559"/>
                          <a:pt x="1351280" y="488"/>
                          <a:pt x="1386840" y="0"/>
                        </a:cubicBezTo>
                        <a:cubicBezTo>
                          <a:pt x="1422400" y="-7446"/>
                          <a:pt x="1457960" y="3668"/>
                          <a:pt x="1493520" y="0"/>
                        </a:cubicBezTo>
                        <a:cubicBezTo>
                          <a:pt x="1529080" y="8650"/>
                          <a:pt x="1564640" y="-7639"/>
                          <a:pt x="1600200" y="0"/>
                        </a:cubicBezTo>
                        <a:cubicBezTo>
                          <a:pt x="1601491" y="36576"/>
                          <a:pt x="1609501" y="73152"/>
                          <a:pt x="1600200" y="109728"/>
                        </a:cubicBezTo>
                        <a:cubicBezTo>
                          <a:pt x="1603424" y="146304"/>
                          <a:pt x="1609072" y="182880"/>
                          <a:pt x="1600200" y="219456"/>
                        </a:cubicBezTo>
                        <a:cubicBezTo>
                          <a:pt x="1594263" y="256032"/>
                          <a:pt x="1610073" y="292608"/>
                          <a:pt x="1600200" y="329184"/>
                        </a:cubicBezTo>
                        <a:cubicBezTo>
                          <a:pt x="1564640" y="326486"/>
                          <a:pt x="1529080" y="323230"/>
                          <a:pt x="1493520" y="329184"/>
                        </a:cubicBezTo>
                        <a:cubicBezTo>
                          <a:pt x="1457960" y="333578"/>
                          <a:pt x="1422400" y="327570"/>
                          <a:pt x="1386840" y="329184"/>
                        </a:cubicBezTo>
                        <a:cubicBezTo>
                          <a:pt x="1351280" y="335929"/>
                          <a:pt x="1315720" y="333067"/>
                          <a:pt x="1280160" y="329184"/>
                        </a:cubicBezTo>
                        <a:cubicBezTo>
                          <a:pt x="1244600" y="325700"/>
                          <a:pt x="1209040" y="328229"/>
                          <a:pt x="1173480" y="329184"/>
                        </a:cubicBezTo>
                        <a:cubicBezTo>
                          <a:pt x="1137920" y="325466"/>
                          <a:pt x="1102360" y="327315"/>
                          <a:pt x="1066800" y="329184"/>
                        </a:cubicBezTo>
                        <a:cubicBezTo>
                          <a:pt x="1031240" y="329169"/>
                          <a:pt x="995680" y="319959"/>
                          <a:pt x="960120" y="329184"/>
                        </a:cubicBezTo>
                        <a:cubicBezTo>
                          <a:pt x="924560" y="331084"/>
                          <a:pt x="889000" y="331239"/>
                          <a:pt x="853440" y="329184"/>
                        </a:cubicBezTo>
                        <a:cubicBezTo>
                          <a:pt x="817880" y="335652"/>
                          <a:pt x="782320" y="334475"/>
                          <a:pt x="746760" y="329184"/>
                        </a:cubicBezTo>
                        <a:cubicBezTo>
                          <a:pt x="711200" y="326964"/>
                          <a:pt x="675640" y="321271"/>
                          <a:pt x="640080" y="329184"/>
                        </a:cubicBezTo>
                        <a:cubicBezTo>
                          <a:pt x="604520" y="320916"/>
                          <a:pt x="568960" y="332976"/>
                          <a:pt x="533400" y="329184"/>
                        </a:cubicBezTo>
                        <a:cubicBezTo>
                          <a:pt x="497840" y="334275"/>
                          <a:pt x="462280" y="332476"/>
                          <a:pt x="426720" y="329184"/>
                        </a:cubicBezTo>
                        <a:cubicBezTo>
                          <a:pt x="391160" y="325529"/>
                          <a:pt x="355600" y="334514"/>
                          <a:pt x="320040" y="329184"/>
                        </a:cubicBezTo>
                        <a:cubicBezTo>
                          <a:pt x="284480" y="322687"/>
                          <a:pt x="248920" y="330166"/>
                          <a:pt x="213360" y="329184"/>
                        </a:cubicBezTo>
                        <a:cubicBezTo>
                          <a:pt x="177800" y="336735"/>
                          <a:pt x="142240" y="336141"/>
                          <a:pt x="106680" y="329184"/>
                        </a:cubicBezTo>
                        <a:cubicBezTo>
                          <a:pt x="71120" y="336628"/>
                          <a:pt x="35560" y="321812"/>
                          <a:pt x="0" y="329184"/>
                        </a:cubicBezTo>
                        <a:cubicBezTo>
                          <a:pt x="-4629" y="292608"/>
                          <a:pt x="532" y="256032"/>
                          <a:pt x="0" y="219456"/>
                        </a:cubicBezTo>
                        <a:cubicBezTo>
                          <a:pt x="8572" y="182880"/>
                          <a:pt x="-283" y="146304"/>
                          <a:pt x="0" y="109728"/>
                        </a:cubicBezTo>
                        <a:cubicBezTo>
                          <a:pt x="2406" y="73152"/>
                          <a:pt x="1304" y="3657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9" name="Queue label Emergency"/>
          <p:cNvSpPr txBox="1"/>
          <p:nvPr/>
        </p:nvSpPr>
        <p:spPr>
          <a:xfrm>
            <a:off x="8732520" y="4187952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rgbClr val="C00000"/>
                </a:solidFill>
                <a:latin typeface="Ink Free" panose="03080402000500000000" pitchFamily="66" charset="0"/>
              </a:rPr>
              <a:t>Emergency</a:t>
            </a:r>
          </a:p>
        </p:txBody>
      </p:sp>
      <p:sp>
        <p:nvSpPr>
          <p:cNvPr id="130" name="Queue Permits"/>
          <p:cNvSpPr/>
          <p:nvPr/>
        </p:nvSpPr>
        <p:spPr>
          <a:xfrm>
            <a:off x="8732520" y="4590288"/>
            <a:ext cx="1600200" cy="329184"/>
          </a:xfrm>
          <a:custGeom>
            <a:avLst/>
            <a:gdLst>
              <a:gd name="csX0" fmla="*/ 0 w 1600200"/>
              <a:gd name="csY0" fmla="*/ 0 h 329184"/>
              <a:gd name="csX1" fmla="*/ 106680 w 1600200"/>
              <a:gd name="csY1" fmla="*/ 0 h 329184"/>
              <a:gd name="csX2" fmla="*/ 213360 w 1600200"/>
              <a:gd name="csY2" fmla="*/ 0 h 329184"/>
              <a:gd name="csX3" fmla="*/ 320040 w 1600200"/>
              <a:gd name="csY3" fmla="*/ 0 h 329184"/>
              <a:gd name="csX4" fmla="*/ 426720 w 1600200"/>
              <a:gd name="csY4" fmla="*/ 0 h 329184"/>
              <a:gd name="csX5" fmla="*/ 533400 w 1600200"/>
              <a:gd name="csY5" fmla="*/ 0 h 329184"/>
              <a:gd name="csX6" fmla="*/ 640080 w 1600200"/>
              <a:gd name="csY6" fmla="*/ 0 h 329184"/>
              <a:gd name="csX7" fmla="*/ 746760 w 1600200"/>
              <a:gd name="csY7" fmla="*/ 0 h 329184"/>
              <a:gd name="csX8" fmla="*/ 853440 w 1600200"/>
              <a:gd name="csY8" fmla="*/ 0 h 329184"/>
              <a:gd name="csX9" fmla="*/ 960120 w 1600200"/>
              <a:gd name="csY9" fmla="*/ 0 h 329184"/>
              <a:gd name="csX10" fmla="*/ 1066800 w 1600200"/>
              <a:gd name="csY10" fmla="*/ 0 h 329184"/>
              <a:gd name="csX11" fmla="*/ 1173480 w 1600200"/>
              <a:gd name="csY11" fmla="*/ 0 h 329184"/>
              <a:gd name="csX12" fmla="*/ 1280160 w 1600200"/>
              <a:gd name="csY12" fmla="*/ 0 h 329184"/>
              <a:gd name="csX13" fmla="*/ 1386840 w 1600200"/>
              <a:gd name="csY13" fmla="*/ 0 h 329184"/>
              <a:gd name="csX14" fmla="*/ 1493520 w 1600200"/>
              <a:gd name="csY14" fmla="*/ 0 h 329184"/>
              <a:gd name="csX15" fmla="*/ 1600200 w 1600200"/>
              <a:gd name="csY15" fmla="*/ 0 h 329184"/>
              <a:gd name="csX16" fmla="*/ 1600200 w 1600200"/>
              <a:gd name="csY16" fmla="*/ 109728 h 329184"/>
              <a:gd name="csX17" fmla="*/ 1600200 w 1600200"/>
              <a:gd name="csY17" fmla="*/ 219456 h 329184"/>
              <a:gd name="csX18" fmla="*/ 1600200 w 1600200"/>
              <a:gd name="csY18" fmla="*/ 329184 h 329184"/>
              <a:gd name="csX19" fmla="*/ 1493520 w 1600200"/>
              <a:gd name="csY19" fmla="*/ 329184 h 329184"/>
              <a:gd name="csX20" fmla="*/ 1386840 w 1600200"/>
              <a:gd name="csY20" fmla="*/ 329184 h 329184"/>
              <a:gd name="csX21" fmla="*/ 1280160 w 1600200"/>
              <a:gd name="csY21" fmla="*/ 329184 h 329184"/>
              <a:gd name="csX22" fmla="*/ 1173480 w 1600200"/>
              <a:gd name="csY22" fmla="*/ 329184 h 329184"/>
              <a:gd name="csX23" fmla="*/ 1066800 w 1600200"/>
              <a:gd name="csY23" fmla="*/ 329184 h 329184"/>
              <a:gd name="csX24" fmla="*/ 960120 w 1600200"/>
              <a:gd name="csY24" fmla="*/ 329184 h 329184"/>
              <a:gd name="csX25" fmla="*/ 853440 w 1600200"/>
              <a:gd name="csY25" fmla="*/ 329184 h 329184"/>
              <a:gd name="csX26" fmla="*/ 746760 w 1600200"/>
              <a:gd name="csY26" fmla="*/ 329184 h 329184"/>
              <a:gd name="csX27" fmla="*/ 640080 w 1600200"/>
              <a:gd name="csY27" fmla="*/ 329184 h 329184"/>
              <a:gd name="csX28" fmla="*/ 533400 w 1600200"/>
              <a:gd name="csY28" fmla="*/ 329184 h 329184"/>
              <a:gd name="csX29" fmla="*/ 426720 w 1600200"/>
              <a:gd name="csY29" fmla="*/ 329184 h 329184"/>
              <a:gd name="csX30" fmla="*/ 320040 w 1600200"/>
              <a:gd name="csY30" fmla="*/ 329184 h 329184"/>
              <a:gd name="csX31" fmla="*/ 213360 w 1600200"/>
              <a:gd name="csY31" fmla="*/ 329184 h 329184"/>
              <a:gd name="csX32" fmla="*/ 106680 w 1600200"/>
              <a:gd name="csY32" fmla="*/ 329184 h 329184"/>
              <a:gd name="csX33" fmla="*/ 0 w 1600200"/>
              <a:gd name="csY33" fmla="*/ 329184 h 329184"/>
              <a:gd name="csX34" fmla="*/ 0 w 1600200"/>
              <a:gd name="csY34" fmla="*/ 219456 h 329184"/>
              <a:gd name="csX35" fmla="*/ 0 w 1600200"/>
              <a:gd name="csY35" fmla="*/ 109728 h 329184"/>
              <a:gd name="csX36" fmla="*/ 0 w 1600200"/>
              <a:gd name="csY36" fmla="*/ 0 h 3291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1600200" h="329184" extrusionOk="0">
                <a:moveTo>
                  <a:pt x="0" y="0"/>
                </a:moveTo>
                <a:cubicBezTo>
                  <a:pt x="29604" y="-175"/>
                  <a:pt x="72541" y="1455"/>
                  <a:pt x="106680" y="0"/>
                </a:cubicBezTo>
                <a:cubicBezTo>
                  <a:pt x="141411" y="7582"/>
                  <a:pt x="172001" y="-817"/>
                  <a:pt x="213360" y="0"/>
                </a:cubicBezTo>
                <a:cubicBezTo>
                  <a:pt x="245005" y="14408"/>
                  <a:pt x="289090" y="-3587"/>
                  <a:pt x="320040" y="0"/>
                </a:cubicBezTo>
                <a:cubicBezTo>
                  <a:pt x="362530" y="8933"/>
                  <a:pt x="385325" y="10454"/>
                  <a:pt x="426720" y="0"/>
                </a:cubicBezTo>
                <a:cubicBezTo>
                  <a:pt x="467830" y="-2110"/>
                  <a:pt x="491151" y="-1020"/>
                  <a:pt x="533400" y="0"/>
                </a:cubicBezTo>
                <a:cubicBezTo>
                  <a:pt x="571155" y="2989"/>
                  <a:pt x="598738" y="-6239"/>
                  <a:pt x="640080" y="0"/>
                </a:cubicBezTo>
                <a:cubicBezTo>
                  <a:pt x="670244" y="11832"/>
                  <a:pt x="717143" y="5270"/>
                  <a:pt x="746760" y="0"/>
                </a:cubicBezTo>
                <a:cubicBezTo>
                  <a:pt x="776981" y="6700"/>
                  <a:pt x="820633" y="-5148"/>
                  <a:pt x="853440" y="0"/>
                </a:cubicBezTo>
                <a:cubicBezTo>
                  <a:pt x="890920" y="-10161"/>
                  <a:pt x="924352" y="-5318"/>
                  <a:pt x="960120" y="0"/>
                </a:cubicBezTo>
                <a:cubicBezTo>
                  <a:pt x="1003535" y="-12437"/>
                  <a:pt x="1038911" y="-10139"/>
                  <a:pt x="1066800" y="0"/>
                </a:cubicBezTo>
                <a:cubicBezTo>
                  <a:pt x="1108151" y="-9089"/>
                  <a:pt x="1139157" y="-5590"/>
                  <a:pt x="1173480" y="0"/>
                </a:cubicBezTo>
                <a:cubicBezTo>
                  <a:pt x="1208831" y="-1957"/>
                  <a:pt x="1239806" y="279"/>
                  <a:pt x="1280160" y="0"/>
                </a:cubicBezTo>
                <a:cubicBezTo>
                  <a:pt x="1323802" y="3775"/>
                  <a:pt x="1357645" y="-3023"/>
                  <a:pt x="1386840" y="0"/>
                </a:cubicBezTo>
                <a:cubicBezTo>
                  <a:pt x="1422014" y="-5741"/>
                  <a:pt x="1456929" y="3459"/>
                  <a:pt x="1493520" y="0"/>
                </a:cubicBezTo>
                <a:cubicBezTo>
                  <a:pt x="1531377" y="15709"/>
                  <a:pt x="1561284" y="5571"/>
                  <a:pt x="1600200" y="0"/>
                </a:cubicBezTo>
                <a:cubicBezTo>
                  <a:pt x="1596653" y="37777"/>
                  <a:pt x="1618172" y="71203"/>
                  <a:pt x="1600200" y="109728"/>
                </a:cubicBezTo>
                <a:cubicBezTo>
                  <a:pt x="1599080" y="145446"/>
                  <a:pt x="1591476" y="178241"/>
                  <a:pt x="1600200" y="219456"/>
                </a:cubicBezTo>
                <a:cubicBezTo>
                  <a:pt x="1600872" y="256036"/>
                  <a:pt x="1600613" y="296602"/>
                  <a:pt x="1600200" y="329184"/>
                </a:cubicBezTo>
                <a:cubicBezTo>
                  <a:pt x="1567766" y="326501"/>
                  <a:pt x="1535770" y="318590"/>
                  <a:pt x="1493520" y="329184"/>
                </a:cubicBezTo>
                <a:cubicBezTo>
                  <a:pt x="1454958" y="326502"/>
                  <a:pt x="1422631" y="330948"/>
                  <a:pt x="1386840" y="329184"/>
                </a:cubicBezTo>
                <a:cubicBezTo>
                  <a:pt x="1346196" y="340932"/>
                  <a:pt x="1318521" y="330215"/>
                  <a:pt x="1280160" y="329184"/>
                </a:cubicBezTo>
                <a:cubicBezTo>
                  <a:pt x="1247798" y="326856"/>
                  <a:pt x="1205419" y="322220"/>
                  <a:pt x="1173480" y="329184"/>
                </a:cubicBezTo>
                <a:cubicBezTo>
                  <a:pt x="1135409" y="338386"/>
                  <a:pt x="1101158" y="320227"/>
                  <a:pt x="1066800" y="329184"/>
                </a:cubicBezTo>
                <a:cubicBezTo>
                  <a:pt x="1034602" y="317356"/>
                  <a:pt x="998374" y="328006"/>
                  <a:pt x="960120" y="329184"/>
                </a:cubicBezTo>
                <a:cubicBezTo>
                  <a:pt x="932051" y="329730"/>
                  <a:pt x="887402" y="327282"/>
                  <a:pt x="853440" y="329184"/>
                </a:cubicBezTo>
                <a:cubicBezTo>
                  <a:pt x="807640" y="322912"/>
                  <a:pt x="781024" y="323808"/>
                  <a:pt x="746760" y="329184"/>
                </a:cubicBezTo>
                <a:cubicBezTo>
                  <a:pt x="716518" y="321003"/>
                  <a:pt x="670778" y="327675"/>
                  <a:pt x="640080" y="329184"/>
                </a:cubicBezTo>
                <a:cubicBezTo>
                  <a:pt x="595518" y="332934"/>
                  <a:pt x="572133" y="336284"/>
                  <a:pt x="533400" y="329184"/>
                </a:cubicBezTo>
                <a:cubicBezTo>
                  <a:pt x="503423" y="329844"/>
                  <a:pt x="463942" y="340404"/>
                  <a:pt x="426720" y="329184"/>
                </a:cubicBezTo>
                <a:cubicBezTo>
                  <a:pt x="391485" y="324724"/>
                  <a:pt x="358487" y="326789"/>
                  <a:pt x="320040" y="329184"/>
                </a:cubicBezTo>
                <a:cubicBezTo>
                  <a:pt x="291501" y="331864"/>
                  <a:pt x="250660" y="316612"/>
                  <a:pt x="213360" y="329184"/>
                </a:cubicBezTo>
                <a:cubicBezTo>
                  <a:pt x="178531" y="322380"/>
                  <a:pt x="145690" y="335259"/>
                  <a:pt x="106680" y="329184"/>
                </a:cubicBezTo>
                <a:cubicBezTo>
                  <a:pt x="68936" y="336508"/>
                  <a:pt x="39863" y="326991"/>
                  <a:pt x="0" y="329184"/>
                </a:cubicBezTo>
                <a:cubicBezTo>
                  <a:pt x="-7597" y="292199"/>
                  <a:pt x="1379" y="256970"/>
                  <a:pt x="0" y="219456"/>
                </a:cubicBezTo>
                <a:cubicBezTo>
                  <a:pt x="-16173" y="184961"/>
                  <a:pt x="7692" y="146807"/>
                  <a:pt x="0" y="109728"/>
                </a:cubicBezTo>
                <a:cubicBezTo>
                  <a:pt x="-3644" y="73559"/>
                  <a:pt x="-22" y="40747"/>
                  <a:pt x="0" y="0"/>
                </a:cubicBezTo>
                <a:close/>
              </a:path>
            </a:pathLst>
          </a:custGeom>
          <a:noFill/>
          <a:ln w="19050" cap="rnd">
            <a:solidFill>
              <a:srgbClr val="1F3A5F"/>
            </a:solidFill>
            <a:round/>
            <a:extLst>
              <a:ext uri="{C807C97D-BFC1-408E-A445-0C87EB9F89A2}">
                <ask:lineSketchStyleProps xmlns:ask="http://schemas.microsoft.com/office/drawing/2018/sketchyshapes" sd="901">
                  <a:custGeom>
                    <a:avLst/>
                    <a:gdLst/>
                    <a:ahLst/>
                    <a:cxnLst/>
                    <a:rect l="l" t="t" r="r" b="b"/>
                    <a:pathLst>
                      <a:path w="1600200" h="329184">
                        <a:moveTo>
                          <a:pt x="0" y="0"/>
                        </a:moveTo>
                        <a:cubicBezTo>
                          <a:pt x="35560" y="-1321"/>
                          <a:pt x="71120" y="-3944"/>
                          <a:pt x="106680" y="0"/>
                        </a:cubicBezTo>
                        <a:cubicBezTo>
                          <a:pt x="142240" y="1603"/>
                          <a:pt x="177800" y="-2193"/>
                          <a:pt x="213360" y="0"/>
                        </a:cubicBezTo>
                        <a:cubicBezTo>
                          <a:pt x="248920" y="4988"/>
                          <a:pt x="284480" y="-4491"/>
                          <a:pt x="320040" y="0"/>
                        </a:cubicBezTo>
                        <a:cubicBezTo>
                          <a:pt x="355600" y="4087"/>
                          <a:pt x="391160" y="9006"/>
                          <a:pt x="426720" y="0"/>
                        </a:cubicBezTo>
                        <a:cubicBezTo>
                          <a:pt x="462280" y="-3450"/>
                          <a:pt x="497840" y="2665"/>
                          <a:pt x="533400" y="0"/>
                        </a:cubicBezTo>
                        <a:cubicBezTo>
                          <a:pt x="568960" y="-2146"/>
                          <a:pt x="604520" y="-1731"/>
                          <a:pt x="640080" y="0"/>
                        </a:cubicBezTo>
                        <a:cubicBezTo>
                          <a:pt x="675640" y="2938"/>
                          <a:pt x="711200" y="1304"/>
                          <a:pt x="746760" y="0"/>
                        </a:cubicBezTo>
                        <a:cubicBezTo>
                          <a:pt x="782320" y="3691"/>
                          <a:pt x="817880" y="73"/>
                          <a:pt x="853440" y="0"/>
                        </a:cubicBezTo>
                        <a:cubicBezTo>
                          <a:pt x="889000" y="-7366"/>
                          <a:pt x="924560" y="-2386"/>
                          <a:pt x="960120" y="0"/>
                        </a:cubicBezTo>
                        <a:cubicBezTo>
                          <a:pt x="995680" y="-7516"/>
                          <a:pt x="1031240" y="-2782"/>
                          <a:pt x="1066800" y="0"/>
                        </a:cubicBezTo>
                        <a:cubicBezTo>
                          <a:pt x="1102360" y="-7598"/>
                          <a:pt x="1137920" y="-9271"/>
                          <a:pt x="1173480" y="0"/>
                        </a:cubicBezTo>
                        <a:cubicBezTo>
                          <a:pt x="1209040" y="6444"/>
                          <a:pt x="1244600" y="908"/>
                          <a:pt x="1280160" y="0"/>
                        </a:cubicBezTo>
                        <a:cubicBezTo>
                          <a:pt x="1315720" y="601"/>
                          <a:pt x="1351280" y="-3900"/>
                          <a:pt x="1386840" y="0"/>
                        </a:cubicBezTo>
                        <a:cubicBezTo>
                          <a:pt x="1422400" y="4086"/>
                          <a:pt x="1457960" y="-1226"/>
                          <a:pt x="1493520" y="0"/>
                        </a:cubicBezTo>
                        <a:cubicBezTo>
                          <a:pt x="1529080" y="8244"/>
                          <a:pt x="1564640" y="-2280"/>
                          <a:pt x="1600200" y="0"/>
                        </a:cubicBezTo>
                        <a:cubicBezTo>
                          <a:pt x="1593041" y="36576"/>
                          <a:pt x="1609977" y="73152"/>
                          <a:pt x="1600200" y="109728"/>
                        </a:cubicBezTo>
                        <a:cubicBezTo>
                          <a:pt x="1598122" y="146304"/>
                          <a:pt x="1597565" y="182880"/>
                          <a:pt x="1600200" y="219456"/>
                        </a:cubicBezTo>
                        <a:cubicBezTo>
                          <a:pt x="1597362" y="256032"/>
                          <a:pt x="1607969" y="292608"/>
                          <a:pt x="1600200" y="329184"/>
                        </a:cubicBezTo>
                        <a:cubicBezTo>
                          <a:pt x="1564640" y="324757"/>
                          <a:pt x="1529080" y="319795"/>
                          <a:pt x="1493520" y="329184"/>
                        </a:cubicBezTo>
                        <a:cubicBezTo>
                          <a:pt x="1457960" y="324636"/>
                          <a:pt x="1422400" y="328831"/>
                          <a:pt x="1386840" y="329184"/>
                        </a:cubicBezTo>
                        <a:cubicBezTo>
                          <a:pt x="1351280" y="331947"/>
                          <a:pt x="1315720" y="325389"/>
                          <a:pt x="1280160" y="329184"/>
                        </a:cubicBezTo>
                        <a:cubicBezTo>
                          <a:pt x="1244600" y="330496"/>
                          <a:pt x="1209040" y="320350"/>
                          <a:pt x="1173480" y="329184"/>
                        </a:cubicBezTo>
                        <a:cubicBezTo>
                          <a:pt x="1137920" y="332671"/>
                          <a:pt x="1102360" y="329203"/>
                          <a:pt x="1066800" y="329184"/>
                        </a:cubicBezTo>
                        <a:cubicBezTo>
                          <a:pt x="1031240" y="324692"/>
                          <a:pt x="995680" y="320485"/>
                          <a:pt x="960120" y="329184"/>
                        </a:cubicBezTo>
                        <a:cubicBezTo>
                          <a:pt x="924560" y="329308"/>
                          <a:pt x="889000" y="326096"/>
                          <a:pt x="853440" y="329184"/>
                        </a:cubicBezTo>
                        <a:cubicBezTo>
                          <a:pt x="817880" y="324060"/>
                          <a:pt x="782320" y="322871"/>
                          <a:pt x="746760" y="329184"/>
                        </a:cubicBezTo>
                        <a:cubicBezTo>
                          <a:pt x="711200" y="325087"/>
                          <a:pt x="675640" y="325484"/>
                          <a:pt x="640080" y="329184"/>
                        </a:cubicBezTo>
                        <a:cubicBezTo>
                          <a:pt x="604520" y="337548"/>
                          <a:pt x="568960" y="334825"/>
                          <a:pt x="533400" y="329184"/>
                        </a:cubicBezTo>
                        <a:cubicBezTo>
                          <a:pt x="497840" y="331519"/>
                          <a:pt x="462280" y="338649"/>
                          <a:pt x="426720" y="329184"/>
                        </a:cubicBezTo>
                        <a:cubicBezTo>
                          <a:pt x="391160" y="328706"/>
                          <a:pt x="355600" y="336158"/>
                          <a:pt x="320040" y="329184"/>
                        </a:cubicBezTo>
                        <a:cubicBezTo>
                          <a:pt x="284480" y="328249"/>
                          <a:pt x="248920" y="324301"/>
                          <a:pt x="213360" y="329184"/>
                        </a:cubicBezTo>
                        <a:cubicBezTo>
                          <a:pt x="177800" y="323197"/>
                          <a:pt x="142240" y="334476"/>
                          <a:pt x="106680" y="329184"/>
                        </a:cubicBezTo>
                        <a:cubicBezTo>
                          <a:pt x="71120" y="337593"/>
                          <a:pt x="35560" y="319930"/>
                          <a:pt x="0" y="329184"/>
                        </a:cubicBezTo>
                        <a:cubicBezTo>
                          <a:pt x="-4568" y="292608"/>
                          <a:pt x="2427" y="256032"/>
                          <a:pt x="0" y="219456"/>
                        </a:cubicBezTo>
                        <a:cubicBezTo>
                          <a:pt x="-9006" y="182880"/>
                          <a:pt x="8419" y="146304"/>
                          <a:pt x="0" y="109728"/>
                        </a:cubicBezTo>
                        <a:cubicBezTo>
                          <a:pt x="-2492" y="73152"/>
                          <a:pt x="4579" y="3657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1" name="Queue label Permits"/>
          <p:cNvSpPr txBox="1"/>
          <p:nvPr/>
        </p:nvSpPr>
        <p:spPr>
          <a:xfrm>
            <a:off x="8732520" y="4617720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Ink Free" panose="03080402000500000000" pitchFamily="66" charset="0"/>
              </a:rPr>
              <a:t>Permits</a:t>
            </a:r>
          </a:p>
        </p:txBody>
      </p:sp>
      <p:sp>
        <p:nvSpPr>
          <p:cNvPr id="132" name="Queue Conditions"/>
          <p:cNvSpPr/>
          <p:nvPr/>
        </p:nvSpPr>
        <p:spPr>
          <a:xfrm>
            <a:off x="8732520" y="5020056"/>
            <a:ext cx="1600200" cy="329184"/>
          </a:xfrm>
          <a:custGeom>
            <a:avLst/>
            <a:gdLst>
              <a:gd name="csX0" fmla="*/ 0 w 1600200"/>
              <a:gd name="csY0" fmla="*/ 0 h 329184"/>
              <a:gd name="csX1" fmla="*/ 106680 w 1600200"/>
              <a:gd name="csY1" fmla="*/ 0 h 329184"/>
              <a:gd name="csX2" fmla="*/ 213360 w 1600200"/>
              <a:gd name="csY2" fmla="*/ 0 h 329184"/>
              <a:gd name="csX3" fmla="*/ 320040 w 1600200"/>
              <a:gd name="csY3" fmla="*/ 0 h 329184"/>
              <a:gd name="csX4" fmla="*/ 426720 w 1600200"/>
              <a:gd name="csY4" fmla="*/ 0 h 329184"/>
              <a:gd name="csX5" fmla="*/ 533400 w 1600200"/>
              <a:gd name="csY5" fmla="*/ 0 h 329184"/>
              <a:gd name="csX6" fmla="*/ 640080 w 1600200"/>
              <a:gd name="csY6" fmla="*/ 0 h 329184"/>
              <a:gd name="csX7" fmla="*/ 746760 w 1600200"/>
              <a:gd name="csY7" fmla="*/ 0 h 329184"/>
              <a:gd name="csX8" fmla="*/ 853440 w 1600200"/>
              <a:gd name="csY8" fmla="*/ 0 h 329184"/>
              <a:gd name="csX9" fmla="*/ 960120 w 1600200"/>
              <a:gd name="csY9" fmla="*/ 0 h 329184"/>
              <a:gd name="csX10" fmla="*/ 1066800 w 1600200"/>
              <a:gd name="csY10" fmla="*/ 0 h 329184"/>
              <a:gd name="csX11" fmla="*/ 1173480 w 1600200"/>
              <a:gd name="csY11" fmla="*/ 0 h 329184"/>
              <a:gd name="csX12" fmla="*/ 1280160 w 1600200"/>
              <a:gd name="csY12" fmla="*/ 0 h 329184"/>
              <a:gd name="csX13" fmla="*/ 1386840 w 1600200"/>
              <a:gd name="csY13" fmla="*/ 0 h 329184"/>
              <a:gd name="csX14" fmla="*/ 1493520 w 1600200"/>
              <a:gd name="csY14" fmla="*/ 0 h 329184"/>
              <a:gd name="csX15" fmla="*/ 1600200 w 1600200"/>
              <a:gd name="csY15" fmla="*/ 0 h 329184"/>
              <a:gd name="csX16" fmla="*/ 1600200 w 1600200"/>
              <a:gd name="csY16" fmla="*/ 109728 h 329184"/>
              <a:gd name="csX17" fmla="*/ 1600200 w 1600200"/>
              <a:gd name="csY17" fmla="*/ 219456 h 329184"/>
              <a:gd name="csX18" fmla="*/ 1600200 w 1600200"/>
              <a:gd name="csY18" fmla="*/ 329184 h 329184"/>
              <a:gd name="csX19" fmla="*/ 1493520 w 1600200"/>
              <a:gd name="csY19" fmla="*/ 329184 h 329184"/>
              <a:gd name="csX20" fmla="*/ 1386840 w 1600200"/>
              <a:gd name="csY20" fmla="*/ 329184 h 329184"/>
              <a:gd name="csX21" fmla="*/ 1280160 w 1600200"/>
              <a:gd name="csY21" fmla="*/ 329184 h 329184"/>
              <a:gd name="csX22" fmla="*/ 1173480 w 1600200"/>
              <a:gd name="csY22" fmla="*/ 329184 h 329184"/>
              <a:gd name="csX23" fmla="*/ 1066800 w 1600200"/>
              <a:gd name="csY23" fmla="*/ 329184 h 329184"/>
              <a:gd name="csX24" fmla="*/ 960120 w 1600200"/>
              <a:gd name="csY24" fmla="*/ 329184 h 329184"/>
              <a:gd name="csX25" fmla="*/ 853440 w 1600200"/>
              <a:gd name="csY25" fmla="*/ 329184 h 329184"/>
              <a:gd name="csX26" fmla="*/ 746760 w 1600200"/>
              <a:gd name="csY26" fmla="*/ 329184 h 329184"/>
              <a:gd name="csX27" fmla="*/ 640080 w 1600200"/>
              <a:gd name="csY27" fmla="*/ 329184 h 329184"/>
              <a:gd name="csX28" fmla="*/ 533400 w 1600200"/>
              <a:gd name="csY28" fmla="*/ 329184 h 329184"/>
              <a:gd name="csX29" fmla="*/ 426720 w 1600200"/>
              <a:gd name="csY29" fmla="*/ 329184 h 329184"/>
              <a:gd name="csX30" fmla="*/ 320040 w 1600200"/>
              <a:gd name="csY30" fmla="*/ 329184 h 329184"/>
              <a:gd name="csX31" fmla="*/ 213360 w 1600200"/>
              <a:gd name="csY31" fmla="*/ 329184 h 329184"/>
              <a:gd name="csX32" fmla="*/ 106680 w 1600200"/>
              <a:gd name="csY32" fmla="*/ 329184 h 329184"/>
              <a:gd name="csX33" fmla="*/ 0 w 1600200"/>
              <a:gd name="csY33" fmla="*/ 329184 h 329184"/>
              <a:gd name="csX34" fmla="*/ 0 w 1600200"/>
              <a:gd name="csY34" fmla="*/ 219456 h 329184"/>
              <a:gd name="csX35" fmla="*/ 0 w 1600200"/>
              <a:gd name="csY35" fmla="*/ 109728 h 329184"/>
              <a:gd name="csX36" fmla="*/ 0 w 1600200"/>
              <a:gd name="csY36" fmla="*/ 0 h 3291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1600200" h="329184" extrusionOk="0">
                <a:moveTo>
                  <a:pt x="0" y="0"/>
                </a:moveTo>
                <a:cubicBezTo>
                  <a:pt x="33006" y="12467"/>
                  <a:pt x="67866" y="6556"/>
                  <a:pt x="106680" y="0"/>
                </a:cubicBezTo>
                <a:cubicBezTo>
                  <a:pt x="143652" y="-50"/>
                  <a:pt x="171991" y="-10084"/>
                  <a:pt x="213360" y="0"/>
                </a:cubicBezTo>
                <a:cubicBezTo>
                  <a:pt x="248457" y="6117"/>
                  <a:pt x="287878" y="-890"/>
                  <a:pt x="320040" y="0"/>
                </a:cubicBezTo>
                <a:cubicBezTo>
                  <a:pt x="353678" y="-8762"/>
                  <a:pt x="388876" y="-12177"/>
                  <a:pt x="426720" y="0"/>
                </a:cubicBezTo>
                <a:cubicBezTo>
                  <a:pt x="463875" y="89"/>
                  <a:pt x="490729" y="2783"/>
                  <a:pt x="533400" y="0"/>
                </a:cubicBezTo>
                <a:cubicBezTo>
                  <a:pt x="568268" y="2306"/>
                  <a:pt x="599149" y="5000"/>
                  <a:pt x="640080" y="0"/>
                </a:cubicBezTo>
                <a:cubicBezTo>
                  <a:pt x="675608" y="4999"/>
                  <a:pt x="711049" y="298"/>
                  <a:pt x="746760" y="0"/>
                </a:cubicBezTo>
                <a:cubicBezTo>
                  <a:pt x="778760" y="6072"/>
                  <a:pt x="819203" y="6339"/>
                  <a:pt x="853440" y="0"/>
                </a:cubicBezTo>
                <a:cubicBezTo>
                  <a:pt x="884161" y="-2583"/>
                  <a:pt x="923512" y="-668"/>
                  <a:pt x="960120" y="0"/>
                </a:cubicBezTo>
                <a:cubicBezTo>
                  <a:pt x="997003" y="12881"/>
                  <a:pt x="1021457" y="9077"/>
                  <a:pt x="1066800" y="0"/>
                </a:cubicBezTo>
                <a:cubicBezTo>
                  <a:pt x="1103249" y="-10728"/>
                  <a:pt x="1145679" y="-12848"/>
                  <a:pt x="1173480" y="0"/>
                </a:cubicBezTo>
                <a:cubicBezTo>
                  <a:pt x="1211023" y="16494"/>
                  <a:pt x="1246106" y="-7647"/>
                  <a:pt x="1280160" y="0"/>
                </a:cubicBezTo>
                <a:cubicBezTo>
                  <a:pt x="1306835" y="3126"/>
                  <a:pt x="1346425" y="-2638"/>
                  <a:pt x="1386840" y="0"/>
                </a:cubicBezTo>
                <a:cubicBezTo>
                  <a:pt x="1421317" y="-6118"/>
                  <a:pt x="1451947" y="1824"/>
                  <a:pt x="1493520" y="0"/>
                </a:cubicBezTo>
                <a:cubicBezTo>
                  <a:pt x="1521553" y="-3248"/>
                  <a:pt x="1563759" y="96"/>
                  <a:pt x="1600200" y="0"/>
                </a:cubicBezTo>
                <a:cubicBezTo>
                  <a:pt x="1607612" y="38008"/>
                  <a:pt x="1604143" y="75062"/>
                  <a:pt x="1600200" y="109728"/>
                </a:cubicBezTo>
                <a:cubicBezTo>
                  <a:pt x="1602089" y="145121"/>
                  <a:pt x="1596867" y="179140"/>
                  <a:pt x="1600200" y="219456"/>
                </a:cubicBezTo>
                <a:cubicBezTo>
                  <a:pt x="1602900" y="260192"/>
                  <a:pt x="1602984" y="293476"/>
                  <a:pt x="1600200" y="329184"/>
                </a:cubicBezTo>
                <a:cubicBezTo>
                  <a:pt x="1558957" y="318817"/>
                  <a:pt x="1526936" y="333680"/>
                  <a:pt x="1493520" y="329184"/>
                </a:cubicBezTo>
                <a:cubicBezTo>
                  <a:pt x="1455219" y="318304"/>
                  <a:pt x="1414712" y="314564"/>
                  <a:pt x="1386840" y="329184"/>
                </a:cubicBezTo>
                <a:cubicBezTo>
                  <a:pt x="1354854" y="332813"/>
                  <a:pt x="1309658" y="337307"/>
                  <a:pt x="1280160" y="329184"/>
                </a:cubicBezTo>
                <a:cubicBezTo>
                  <a:pt x="1243158" y="320594"/>
                  <a:pt x="1213692" y="333167"/>
                  <a:pt x="1173480" y="329184"/>
                </a:cubicBezTo>
                <a:cubicBezTo>
                  <a:pt x="1136159" y="324680"/>
                  <a:pt x="1099018" y="326103"/>
                  <a:pt x="1066800" y="329184"/>
                </a:cubicBezTo>
                <a:cubicBezTo>
                  <a:pt x="1029382" y="332130"/>
                  <a:pt x="994324" y="332863"/>
                  <a:pt x="960120" y="329184"/>
                </a:cubicBezTo>
                <a:cubicBezTo>
                  <a:pt x="927666" y="321209"/>
                  <a:pt x="893953" y="332403"/>
                  <a:pt x="853440" y="329184"/>
                </a:cubicBezTo>
                <a:cubicBezTo>
                  <a:pt x="815445" y="338648"/>
                  <a:pt x="783187" y="330000"/>
                  <a:pt x="746760" y="329184"/>
                </a:cubicBezTo>
                <a:cubicBezTo>
                  <a:pt x="710762" y="335631"/>
                  <a:pt x="679188" y="338722"/>
                  <a:pt x="640080" y="329184"/>
                </a:cubicBezTo>
                <a:cubicBezTo>
                  <a:pt x="608554" y="313961"/>
                  <a:pt x="568303" y="319584"/>
                  <a:pt x="533400" y="329184"/>
                </a:cubicBezTo>
                <a:cubicBezTo>
                  <a:pt x="495022" y="327211"/>
                  <a:pt x="468473" y="332495"/>
                  <a:pt x="426720" y="329184"/>
                </a:cubicBezTo>
                <a:cubicBezTo>
                  <a:pt x="395430" y="327855"/>
                  <a:pt x="354357" y="335065"/>
                  <a:pt x="320040" y="329184"/>
                </a:cubicBezTo>
                <a:cubicBezTo>
                  <a:pt x="277622" y="338110"/>
                  <a:pt x="249448" y="323346"/>
                  <a:pt x="213360" y="329184"/>
                </a:cubicBezTo>
                <a:cubicBezTo>
                  <a:pt x="181513" y="316649"/>
                  <a:pt x="142196" y="330053"/>
                  <a:pt x="106680" y="329184"/>
                </a:cubicBezTo>
                <a:cubicBezTo>
                  <a:pt x="72282" y="329050"/>
                  <a:pt x="35260" y="335220"/>
                  <a:pt x="0" y="329184"/>
                </a:cubicBezTo>
                <a:cubicBezTo>
                  <a:pt x="4771" y="301589"/>
                  <a:pt x="4877" y="255198"/>
                  <a:pt x="0" y="219456"/>
                </a:cubicBezTo>
                <a:cubicBezTo>
                  <a:pt x="-11840" y="179337"/>
                  <a:pt x="7203" y="146229"/>
                  <a:pt x="0" y="109728"/>
                </a:cubicBezTo>
                <a:cubicBezTo>
                  <a:pt x="2360" y="75423"/>
                  <a:pt x="15192" y="36891"/>
                  <a:pt x="0" y="0"/>
                </a:cubicBezTo>
                <a:close/>
              </a:path>
            </a:pathLst>
          </a:custGeom>
          <a:noFill/>
          <a:ln w="19050" cap="rnd">
            <a:solidFill>
              <a:srgbClr val="1F3A5F"/>
            </a:solidFill>
            <a:round/>
            <a:extLst>
              <a:ext uri="{C807C97D-BFC1-408E-A445-0C87EB9F89A2}">
                <ask:lineSketchStyleProps xmlns:ask="http://schemas.microsoft.com/office/drawing/2018/sketchyshapes" sd="902">
                  <a:custGeom>
                    <a:avLst/>
                    <a:gdLst/>
                    <a:ahLst/>
                    <a:cxnLst/>
                    <a:rect l="l" t="t" r="r" b="b"/>
                    <a:pathLst>
                      <a:path w="1600200" h="329184">
                        <a:moveTo>
                          <a:pt x="0" y="0"/>
                        </a:moveTo>
                        <a:cubicBezTo>
                          <a:pt x="35560" y="9320"/>
                          <a:pt x="71120" y="2822"/>
                          <a:pt x="106680" y="0"/>
                        </a:cubicBezTo>
                        <a:cubicBezTo>
                          <a:pt x="142240" y="-1910"/>
                          <a:pt x="177800" y="-8334"/>
                          <a:pt x="213360" y="0"/>
                        </a:cubicBezTo>
                        <a:cubicBezTo>
                          <a:pt x="248920" y="8107"/>
                          <a:pt x="284480" y="3457"/>
                          <a:pt x="320040" y="0"/>
                        </a:cubicBezTo>
                        <a:cubicBezTo>
                          <a:pt x="355600" y="611"/>
                          <a:pt x="391160" y="-5820"/>
                          <a:pt x="426720" y="0"/>
                        </a:cubicBezTo>
                        <a:cubicBezTo>
                          <a:pt x="462280" y="381"/>
                          <a:pt x="497840" y="237"/>
                          <a:pt x="533400" y="0"/>
                        </a:cubicBezTo>
                        <a:cubicBezTo>
                          <a:pt x="568960" y="4970"/>
                          <a:pt x="604520" y="1889"/>
                          <a:pt x="640080" y="0"/>
                        </a:cubicBezTo>
                        <a:cubicBezTo>
                          <a:pt x="675640" y="3546"/>
                          <a:pt x="711200" y="-650"/>
                          <a:pt x="746760" y="0"/>
                        </a:cubicBezTo>
                        <a:cubicBezTo>
                          <a:pt x="782320" y="5820"/>
                          <a:pt x="817880" y="3101"/>
                          <a:pt x="853440" y="0"/>
                        </a:cubicBezTo>
                        <a:cubicBezTo>
                          <a:pt x="889000" y="-6310"/>
                          <a:pt x="924560" y="-3795"/>
                          <a:pt x="960120" y="0"/>
                        </a:cubicBezTo>
                        <a:cubicBezTo>
                          <a:pt x="995680" y="4321"/>
                          <a:pt x="1031240" y="4908"/>
                          <a:pt x="1066800" y="0"/>
                        </a:cubicBezTo>
                        <a:cubicBezTo>
                          <a:pt x="1102360" y="-4374"/>
                          <a:pt x="1137920" y="-5560"/>
                          <a:pt x="1173480" y="0"/>
                        </a:cubicBezTo>
                        <a:cubicBezTo>
                          <a:pt x="1209040" y="6515"/>
                          <a:pt x="1244600" y="-6013"/>
                          <a:pt x="1280160" y="0"/>
                        </a:cubicBezTo>
                        <a:cubicBezTo>
                          <a:pt x="1315720" y="6889"/>
                          <a:pt x="1351280" y="-839"/>
                          <a:pt x="1386840" y="0"/>
                        </a:cubicBezTo>
                        <a:cubicBezTo>
                          <a:pt x="1422400" y="-6584"/>
                          <a:pt x="1457960" y="-768"/>
                          <a:pt x="1493520" y="0"/>
                        </a:cubicBezTo>
                        <a:cubicBezTo>
                          <a:pt x="1529080" y="-3905"/>
                          <a:pt x="1564640" y="2031"/>
                          <a:pt x="1600200" y="0"/>
                        </a:cubicBezTo>
                        <a:cubicBezTo>
                          <a:pt x="1598709" y="36576"/>
                          <a:pt x="1603004" y="73152"/>
                          <a:pt x="1600200" y="109728"/>
                        </a:cubicBezTo>
                        <a:cubicBezTo>
                          <a:pt x="1597389" y="146304"/>
                          <a:pt x="1602190" y="182880"/>
                          <a:pt x="1600200" y="219456"/>
                        </a:cubicBezTo>
                        <a:cubicBezTo>
                          <a:pt x="1604839" y="256032"/>
                          <a:pt x="1608798" y="292608"/>
                          <a:pt x="1600200" y="329184"/>
                        </a:cubicBezTo>
                        <a:cubicBezTo>
                          <a:pt x="1564640" y="328244"/>
                          <a:pt x="1529080" y="338367"/>
                          <a:pt x="1493520" y="329184"/>
                        </a:cubicBezTo>
                        <a:cubicBezTo>
                          <a:pt x="1457960" y="325738"/>
                          <a:pt x="1422400" y="320254"/>
                          <a:pt x="1386840" y="329184"/>
                        </a:cubicBezTo>
                        <a:cubicBezTo>
                          <a:pt x="1351280" y="334367"/>
                          <a:pt x="1315720" y="338517"/>
                          <a:pt x="1280160" y="329184"/>
                        </a:cubicBezTo>
                        <a:cubicBezTo>
                          <a:pt x="1244600" y="319959"/>
                          <a:pt x="1209040" y="335067"/>
                          <a:pt x="1173480" y="329184"/>
                        </a:cubicBezTo>
                        <a:cubicBezTo>
                          <a:pt x="1137920" y="324287"/>
                          <a:pt x="1102360" y="331824"/>
                          <a:pt x="1066800" y="329184"/>
                        </a:cubicBezTo>
                        <a:cubicBezTo>
                          <a:pt x="1031240" y="326870"/>
                          <a:pt x="995680" y="329702"/>
                          <a:pt x="960120" y="329184"/>
                        </a:cubicBezTo>
                        <a:cubicBezTo>
                          <a:pt x="924560" y="328616"/>
                          <a:pt x="889000" y="333443"/>
                          <a:pt x="853440" y="329184"/>
                        </a:cubicBezTo>
                        <a:cubicBezTo>
                          <a:pt x="817880" y="337103"/>
                          <a:pt x="782320" y="337595"/>
                          <a:pt x="746760" y="329184"/>
                        </a:cubicBezTo>
                        <a:cubicBezTo>
                          <a:pt x="711200" y="333825"/>
                          <a:pt x="675640" y="338100"/>
                          <a:pt x="640080" y="329184"/>
                        </a:cubicBezTo>
                        <a:cubicBezTo>
                          <a:pt x="604520" y="321143"/>
                          <a:pt x="568960" y="327439"/>
                          <a:pt x="533400" y="329184"/>
                        </a:cubicBezTo>
                        <a:cubicBezTo>
                          <a:pt x="497840" y="325355"/>
                          <a:pt x="462280" y="333727"/>
                          <a:pt x="426720" y="329184"/>
                        </a:cubicBezTo>
                        <a:cubicBezTo>
                          <a:pt x="391160" y="326384"/>
                          <a:pt x="355600" y="336836"/>
                          <a:pt x="320040" y="329184"/>
                        </a:cubicBezTo>
                        <a:cubicBezTo>
                          <a:pt x="284480" y="332015"/>
                          <a:pt x="248920" y="321610"/>
                          <a:pt x="213360" y="329184"/>
                        </a:cubicBezTo>
                        <a:cubicBezTo>
                          <a:pt x="177800" y="320148"/>
                          <a:pt x="142240" y="328005"/>
                          <a:pt x="106680" y="329184"/>
                        </a:cubicBezTo>
                        <a:cubicBezTo>
                          <a:pt x="71120" y="328090"/>
                          <a:pt x="35560" y="336258"/>
                          <a:pt x="0" y="329184"/>
                        </a:cubicBezTo>
                        <a:cubicBezTo>
                          <a:pt x="3358" y="292608"/>
                          <a:pt x="2624" y="256032"/>
                          <a:pt x="0" y="219456"/>
                        </a:cubicBezTo>
                        <a:cubicBezTo>
                          <a:pt x="-8352" y="182880"/>
                          <a:pt x="9335" y="146304"/>
                          <a:pt x="0" y="109728"/>
                        </a:cubicBezTo>
                        <a:cubicBezTo>
                          <a:pt x="2061" y="73152"/>
                          <a:pt x="9376" y="3657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3" name="Queue label Conditions"/>
          <p:cNvSpPr txBox="1"/>
          <p:nvPr/>
        </p:nvSpPr>
        <p:spPr>
          <a:xfrm>
            <a:off x="8732520" y="5047488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Ink Free" panose="03080402000500000000" pitchFamily="66" charset="0"/>
              </a:rPr>
              <a:t>Conditions</a:t>
            </a:r>
          </a:p>
        </p:txBody>
      </p:sp>
      <p:sp>
        <p:nvSpPr>
          <p:cNvPr id="134" name="More queues"/>
          <p:cNvSpPr txBox="1"/>
          <p:nvPr/>
        </p:nvSpPr>
        <p:spPr>
          <a:xfrm>
            <a:off x="8732520" y="5449824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400" dirty="0">
                <a:solidFill>
                  <a:srgbClr val="000000"/>
                </a:solidFill>
                <a:latin typeface="Ink Free" panose="03080402000500000000" pitchFamily="66" charset="0"/>
              </a:rPr>
              <a:t>+ 4 more queues</a:t>
            </a:r>
          </a:p>
        </p:txBody>
      </p:sp>
      <p:sp>
        <p:nvSpPr>
          <p:cNvPr id="135" name="App line 0"/>
          <p:cNvSpPr txBox="1"/>
          <p:nvPr/>
        </p:nvSpPr>
        <p:spPr>
          <a:xfrm>
            <a:off x="4878638" y="3660922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switch on label</a:t>
            </a:r>
          </a:p>
        </p:txBody>
      </p:sp>
      <p:cxnSp>
        <p:nvCxnSpPr>
          <p:cNvPr id="136" name="App-BottomLeft"/>
          <p:cNvCxnSpPr/>
          <p:nvPr/>
        </p:nvCxnSpPr>
        <p:spPr>
          <a:xfrm flipV="1">
            <a:off x="2624328" y="4611021"/>
            <a:ext cx="2162870" cy="783939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grpSp>
        <p:nvGrpSpPr>
          <p:cNvPr id="138" name="Hand Labels icon"/>
          <p:cNvGrpSpPr/>
          <p:nvPr/>
        </p:nvGrpSpPr>
        <p:grpSpPr>
          <a:xfrm>
            <a:off x="1874520" y="5074920"/>
            <a:ext cx="640080" cy="640080"/>
            <a:chOff x="0" y="0"/>
            <a:chExt cx="640080" cy="640080"/>
          </a:xfrm>
        </p:grpSpPr>
        <p:sp>
          <p:nvSpPr>
            <p:cNvPr id="139" name="Hand Labels icon backing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8000" y="20000"/>
                  </a:moveTo>
                  <a:cubicBezTo>
                    <a:pt x="8000" y="38667"/>
                    <a:pt x="8000" y="57333"/>
                    <a:pt x="8000" y="76000"/>
                  </a:cubicBezTo>
                  <a:cubicBezTo>
                    <a:pt x="34667" y="76000"/>
                    <a:pt x="61333" y="76000"/>
                    <a:pt x="88000" y="76000"/>
                  </a:cubicBezTo>
                  <a:cubicBezTo>
                    <a:pt x="88000" y="57333"/>
                    <a:pt x="88000" y="38667"/>
                    <a:pt x="88000" y="20000"/>
                  </a:cubicBezTo>
                  <a:cubicBezTo>
                    <a:pt x="61333" y="20000"/>
                    <a:pt x="34667" y="20000"/>
                    <a:pt x="8000" y="20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Hand Labels icon 1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546735 w 640080"/>
                <a:gd name="csY0" fmla="*/ 253365 h 640080"/>
                <a:gd name="csX1" fmla="*/ 413385 w 640080"/>
                <a:gd name="csY1" fmla="*/ 253365 h 640080"/>
                <a:gd name="csX2" fmla="*/ 413385 w 640080"/>
                <a:gd name="csY2" fmla="*/ 173355 h 640080"/>
                <a:gd name="csX3" fmla="*/ 546735 w 640080"/>
                <a:gd name="csY3" fmla="*/ 173355 h 640080"/>
                <a:gd name="csX4" fmla="*/ 546735 w 640080"/>
                <a:gd name="csY4" fmla="*/ 253365 h 640080"/>
                <a:gd name="csX5" fmla="*/ 546735 w 640080"/>
                <a:gd name="csY5" fmla="*/ 360045 h 640080"/>
                <a:gd name="csX6" fmla="*/ 413385 w 640080"/>
                <a:gd name="csY6" fmla="*/ 360045 h 640080"/>
                <a:gd name="csX7" fmla="*/ 413385 w 640080"/>
                <a:gd name="csY7" fmla="*/ 280035 h 640080"/>
                <a:gd name="csX8" fmla="*/ 546735 w 640080"/>
                <a:gd name="csY8" fmla="*/ 280035 h 640080"/>
                <a:gd name="csX9" fmla="*/ 546735 w 640080"/>
                <a:gd name="csY9" fmla="*/ 360045 h 640080"/>
                <a:gd name="csX10" fmla="*/ 546735 w 640080"/>
                <a:gd name="csY10" fmla="*/ 466725 h 640080"/>
                <a:gd name="csX11" fmla="*/ 413385 w 640080"/>
                <a:gd name="csY11" fmla="*/ 466725 h 640080"/>
                <a:gd name="csX12" fmla="*/ 413385 w 640080"/>
                <a:gd name="csY12" fmla="*/ 386715 h 640080"/>
                <a:gd name="csX13" fmla="*/ 546735 w 640080"/>
                <a:gd name="csY13" fmla="*/ 386715 h 640080"/>
                <a:gd name="csX14" fmla="*/ 546735 w 640080"/>
                <a:gd name="csY14" fmla="*/ 466725 h 640080"/>
                <a:gd name="csX15" fmla="*/ 253365 w 640080"/>
                <a:gd name="csY15" fmla="*/ 466725 h 640080"/>
                <a:gd name="csX16" fmla="*/ 253365 w 640080"/>
                <a:gd name="csY16" fmla="*/ 386715 h 640080"/>
                <a:gd name="csX17" fmla="*/ 386715 w 640080"/>
                <a:gd name="csY17" fmla="*/ 386715 h 640080"/>
                <a:gd name="csX18" fmla="*/ 386715 w 640080"/>
                <a:gd name="csY18" fmla="*/ 466725 h 640080"/>
                <a:gd name="csX19" fmla="*/ 253365 w 640080"/>
                <a:gd name="csY19" fmla="*/ 466725 h 640080"/>
                <a:gd name="csX20" fmla="*/ 93345 w 640080"/>
                <a:gd name="csY20" fmla="*/ 466725 h 640080"/>
                <a:gd name="csX21" fmla="*/ 93345 w 640080"/>
                <a:gd name="csY21" fmla="*/ 386715 h 640080"/>
                <a:gd name="csX22" fmla="*/ 226695 w 640080"/>
                <a:gd name="csY22" fmla="*/ 386715 h 640080"/>
                <a:gd name="csX23" fmla="*/ 226695 w 640080"/>
                <a:gd name="csY23" fmla="*/ 466725 h 640080"/>
                <a:gd name="csX24" fmla="*/ 93345 w 640080"/>
                <a:gd name="csY24" fmla="*/ 466725 h 640080"/>
                <a:gd name="csX25" fmla="*/ 93345 w 640080"/>
                <a:gd name="csY25" fmla="*/ 280035 h 640080"/>
                <a:gd name="csX26" fmla="*/ 226695 w 640080"/>
                <a:gd name="csY26" fmla="*/ 280035 h 640080"/>
                <a:gd name="csX27" fmla="*/ 226695 w 640080"/>
                <a:gd name="csY27" fmla="*/ 360045 h 640080"/>
                <a:gd name="csX28" fmla="*/ 93345 w 640080"/>
                <a:gd name="csY28" fmla="*/ 360045 h 640080"/>
                <a:gd name="csX29" fmla="*/ 93345 w 640080"/>
                <a:gd name="csY29" fmla="*/ 280035 h 640080"/>
                <a:gd name="csX30" fmla="*/ 93345 w 640080"/>
                <a:gd name="csY30" fmla="*/ 173355 h 640080"/>
                <a:gd name="csX31" fmla="*/ 226695 w 640080"/>
                <a:gd name="csY31" fmla="*/ 173355 h 640080"/>
                <a:gd name="csX32" fmla="*/ 226695 w 640080"/>
                <a:gd name="csY32" fmla="*/ 253365 h 640080"/>
                <a:gd name="csX33" fmla="*/ 93345 w 640080"/>
                <a:gd name="csY33" fmla="*/ 253365 h 640080"/>
                <a:gd name="csX34" fmla="*/ 93345 w 640080"/>
                <a:gd name="csY34" fmla="*/ 173355 h 640080"/>
                <a:gd name="csX35" fmla="*/ 386715 w 640080"/>
                <a:gd name="csY35" fmla="*/ 280035 h 640080"/>
                <a:gd name="csX36" fmla="*/ 386715 w 640080"/>
                <a:gd name="csY36" fmla="*/ 360045 h 640080"/>
                <a:gd name="csX37" fmla="*/ 253365 w 640080"/>
                <a:gd name="csY37" fmla="*/ 360045 h 640080"/>
                <a:gd name="csX38" fmla="*/ 253365 w 640080"/>
                <a:gd name="csY38" fmla="*/ 280035 h 640080"/>
                <a:gd name="csX39" fmla="*/ 386715 w 640080"/>
                <a:gd name="csY39" fmla="*/ 280035 h 640080"/>
                <a:gd name="csX40" fmla="*/ 386715 w 640080"/>
                <a:gd name="csY40" fmla="*/ 173355 h 640080"/>
                <a:gd name="csX41" fmla="*/ 386715 w 640080"/>
                <a:gd name="csY41" fmla="*/ 253365 h 640080"/>
                <a:gd name="csX42" fmla="*/ 253365 w 640080"/>
                <a:gd name="csY42" fmla="*/ 253365 h 640080"/>
                <a:gd name="csX43" fmla="*/ 253365 w 640080"/>
                <a:gd name="csY43" fmla="*/ 173355 h 640080"/>
                <a:gd name="csX44" fmla="*/ 386715 w 640080"/>
                <a:gd name="csY44" fmla="*/ 173355 h 640080"/>
                <a:gd name="csX45" fmla="*/ 53340 w 640080"/>
                <a:gd name="csY45" fmla="*/ 133350 h 640080"/>
                <a:gd name="csX46" fmla="*/ 53340 w 640080"/>
                <a:gd name="csY46" fmla="*/ 257812 h 640080"/>
                <a:gd name="csX47" fmla="*/ 53340 w 640080"/>
                <a:gd name="csY47" fmla="*/ 382267 h 640080"/>
                <a:gd name="csX48" fmla="*/ 53340 w 640080"/>
                <a:gd name="csY48" fmla="*/ 506730 h 640080"/>
                <a:gd name="csX49" fmla="*/ 186690 w 640080"/>
                <a:gd name="csY49" fmla="*/ 506730 h 640080"/>
                <a:gd name="csX50" fmla="*/ 320040 w 640080"/>
                <a:gd name="csY50" fmla="*/ 506730 h 640080"/>
                <a:gd name="csX51" fmla="*/ 453390 w 640080"/>
                <a:gd name="csY51" fmla="*/ 506730 h 640080"/>
                <a:gd name="csX52" fmla="*/ 586740 w 640080"/>
                <a:gd name="csY52" fmla="*/ 506730 h 640080"/>
                <a:gd name="csX53" fmla="*/ 586740 w 640080"/>
                <a:gd name="csY53" fmla="*/ 382267 h 640080"/>
                <a:gd name="csX54" fmla="*/ 586740 w 640080"/>
                <a:gd name="csY54" fmla="*/ 257812 h 640080"/>
                <a:gd name="csX55" fmla="*/ 586740 w 640080"/>
                <a:gd name="csY55" fmla="*/ 133350 h 640080"/>
                <a:gd name="csX56" fmla="*/ 453390 w 640080"/>
                <a:gd name="csY56" fmla="*/ 133350 h 640080"/>
                <a:gd name="csX57" fmla="*/ 320040 w 640080"/>
                <a:gd name="csY57" fmla="*/ 133350 h 640080"/>
                <a:gd name="csX58" fmla="*/ 186690 w 640080"/>
                <a:gd name="csY58" fmla="*/ 133350 h 640080"/>
                <a:gd name="csX59" fmla="*/ 53340 w 640080"/>
                <a:gd name="csY59" fmla="*/ 133350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</a:cxnLst>
              <a:rect l="l" t="t" r="r" b="b"/>
              <a:pathLst>
                <a:path w="640080" h="640080" extrusionOk="0">
                  <a:moveTo>
                    <a:pt x="546735" y="253365"/>
                  </a:moveTo>
                  <a:cubicBezTo>
                    <a:pt x="506527" y="267186"/>
                    <a:pt x="453364" y="249215"/>
                    <a:pt x="413385" y="253365"/>
                  </a:cubicBezTo>
                  <a:cubicBezTo>
                    <a:pt x="422713" y="228703"/>
                    <a:pt x="415003" y="200758"/>
                    <a:pt x="413385" y="173355"/>
                  </a:cubicBezTo>
                  <a:cubicBezTo>
                    <a:pt x="452327" y="167635"/>
                    <a:pt x="496920" y="161022"/>
                    <a:pt x="546735" y="173355"/>
                  </a:cubicBezTo>
                  <a:cubicBezTo>
                    <a:pt x="541166" y="201175"/>
                    <a:pt x="537187" y="229859"/>
                    <a:pt x="546735" y="253365"/>
                  </a:cubicBezTo>
                  <a:close/>
                  <a:moveTo>
                    <a:pt x="546735" y="360045"/>
                  </a:moveTo>
                  <a:cubicBezTo>
                    <a:pt x="502853" y="360872"/>
                    <a:pt x="458343" y="366668"/>
                    <a:pt x="413385" y="360045"/>
                  </a:cubicBezTo>
                  <a:cubicBezTo>
                    <a:pt x="408973" y="332241"/>
                    <a:pt x="406320" y="305681"/>
                    <a:pt x="413385" y="280035"/>
                  </a:cubicBezTo>
                  <a:cubicBezTo>
                    <a:pt x="445996" y="284009"/>
                    <a:pt x="502046" y="277906"/>
                    <a:pt x="546735" y="280035"/>
                  </a:cubicBezTo>
                  <a:cubicBezTo>
                    <a:pt x="550933" y="306816"/>
                    <a:pt x="554845" y="330912"/>
                    <a:pt x="546735" y="360045"/>
                  </a:cubicBezTo>
                  <a:close/>
                  <a:moveTo>
                    <a:pt x="546735" y="466725"/>
                  </a:moveTo>
                  <a:cubicBezTo>
                    <a:pt x="498197" y="472220"/>
                    <a:pt x="455163" y="462959"/>
                    <a:pt x="413385" y="466725"/>
                  </a:cubicBezTo>
                  <a:cubicBezTo>
                    <a:pt x="419450" y="435186"/>
                    <a:pt x="416461" y="412706"/>
                    <a:pt x="413385" y="386715"/>
                  </a:cubicBezTo>
                  <a:cubicBezTo>
                    <a:pt x="448234" y="391560"/>
                    <a:pt x="504140" y="386968"/>
                    <a:pt x="546735" y="386715"/>
                  </a:cubicBezTo>
                  <a:cubicBezTo>
                    <a:pt x="548646" y="406619"/>
                    <a:pt x="545251" y="438897"/>
                    <a:pt x="546735" y="466725"/>
                  </a:cubicBezTo>
                  <a:close/>
                  <a:moveTo>
                    <a:pt x="253365" y="466725"/>
                  </a:moveTo>
                  <a:cubicBezTo>
                    <a:pt x="253842" y="441501"/>
                    <a:pt x="252496" y="412940"/>
                    <a:pt x="253365" y="386715"/>
                  </a:cubicBezTo>
                  <a:cubicBezTo>
                    <a:pt x="294221" y="380871"/>
                    <a:pt x="339949" y="392185"/>
                    <a:pt x="386715" y="386715"/>
                  </a:cubicBezTo>
                  <a:cubicBezTo>
                    <a:pt x="388677" y="418102"/>
                    <a:pt x="383616" y="432889"/>
                    <a:pt x="386715" y="466725"/>
                  </a:cubicBezTo>
                  <a:cubicBezTo>
                    <a:pt x="338745" y="464275"/>
                    <a:pt x="292381" y="469577"/>
                    <a:pt x="253365" y="466725"/>
                  </a:cubicBezTo>
                  <a:close/>
                  <a:moveTo>
                    <a:pt x="93345" y="466725"/>
                  </a:moveTo>
                  <a:cubicBezTo>
                    <a:pt x="94811" y="438840"/>
                    <a:pt x="100553" y="409411"/>
                    <a:pt x="93345" y="386715"/>
                  </a:cubicBezTo>
                  <a:cubicBezTo>
                    <a:pt x="135978" y="394143"/>
                    <a:pt x="181061" y="386142"/>
                    <a:pt x="226695" y="386715"/>
                  </a:cubicBezTo>
                  <a:cubicBezTo>
                    <a:pt x="228555" y="410089"/>
                    <a:pt x="226006" y="441119"/>
                    <a:pt x="226695" y="466725"/>
                  </a:cubicBezTo>
                  <a:cubicBezTo>
                    <a:pt x="181846" y="453375"/>
                    <a:pt x="148903" y="458093"/>
                    <a:pt x="93345" y="466725"/>
                  </a:cubicBezTo>
                  <a:close/>
                  <a:moveTo>
                    <a:pt x="93345" y="280035"/>
                  </a:moveTo>
                  <a:cubicBezTo>
                    <a:pt x="138339" y="273191"/>
                    <a:pt x="172830" y="274702"/>
                    <a:pt x="226695" y="280035"/>
                  </a:cubicBezTo>
                  <a:cubicBezTo>
                    <a:pt x="224738" y="306577"/>
                    <a:pt x="228317" y="337158"/>
                    <a:pt x="226695" y="360045"/>
                  </a:cubicBezTo>
                  <a:cubicBezTo>
                    <a:pt x="180078" y="359555"/>
                    <a:pt x="145249" y="357861"/>
                    <a:pt x="93345" y="360045"/>
                  </a:cubicBezTo>
                  <a:cubicBezTo>
                    <a:pt x="91989" y="332834"/>
                    <a:pt x="92005" y="307189"/>
                    <a:pt x="93345" y="280035"/>
                  </a:cubicBezTo>
                  <a:close/>
                  <a:moveTo>
                    <a:pt x="93345" y="173355"/>
                  </a:moveTo>
                  <a:cubicBezTo>
                    <a:pt x="128259" y="175300"/>
                    <a:pt x="177424" y="180562"/>
                    <a:pt x="226695" y="173355"/>
                  </a:cubicBezTo>
                  <a:cubicBezTo>
                    <a:pt x="226275" y="193378"/>
                    <a:pt x="230352" y="230290"/>
                    <a:pt x="226695" y="253365"/>
                  </a:cubicBezTo>
                  <a:cubicBezTo>
                    <a:pt x="189451" y="256274"/>
                    <a:pt x="144495" y="259497"/>
                    <a:pt x="93345" y="253365"/>
                  </a:cubicBezTo>
                  <a:cubicBezTo>
                    <a:pt x="97551" y="231665"/>
                    <a:pt x="87229" y="204819"/>
                    <a:pt x="93345" y="173355"/>
                  </a:cubicBezTo>
                  <a:close/>
                  <a:moveTo>
                    <a:pt x="386715" y="280035"/>
                  </a:moveTo>
                  <a:cubicBezTo>
                    <a:pt x="388761" y="305190"/>
                    <a:pt x="389857" y="330741"/>
                    <a:pt x="386715" y="360045"/>
                  </a:cubicBezTo>
                  <a:cubicBezTo>
                    <a:pt x="344309" y="349543"/>
                    <a:pt x="299166" y="360995"/>
                    <a:pt x="253365" y="360045"/>
                  </a:cubicBezTo>
                  <a:cubicBezTo>
                    <a:pt x="250222" y="331548"/>
                    <a:pt x="246611" y="306962"/>
                    <a:pt x="253365" y="280035"/>
                  </a:cubicBezTo>
                  <a:cubicBezTo>
                    <a:pt x="293244" y="273321"/>
                    <a:pt x="333332" y="280477"/>
                    <a:pt x="386715" y="280035"/>
                  </a:cubicBezTo>
                  <a:close/>
                  <a:moveTo>
                    <a:pt x="386715" y="173355"/>
                  </a:moveTo>
                  <a:cubicBezTo>
                    <a:pt x="389402" y="201153"/>
                    <a:pt x="387851" y="226620"/>
                    <a:pt x="386715" y="253365"/>
                  </a:cubicBezTo>
                  <a:cubicBezTo>
                    <a:pt x="342378" y="255017"/>
                    <a:pt x="308375" y="259931"/>
                    <a:pt x="253365" y="253365"/>
                  </a:cubicBezTo>
                  <a:cubicBezTo>
                    <a:pt x="246682" y="228479"/>
                    <a:pt x="251032" y="199891"/>
                    <a:pt x="253365" y="173355"/>
                  </a:cubicBezTo>
                  <a:cubicBezTo>
                    <a:pt x="298509" y="167578"/>
                    <a:pt x="332879" y="164377"/>
                    <a:pt x="386715" y="173355"/>
                  </a:cubicBezTo>
                  <a:close/>
                  <a:moveTo>
                    <a:pt x="53340" y="133350"/>
                  </a:moveTo>
                  <a:cubicBezTo>
                    <a:pt x="44669" y="173461"/>
                    <a:pt x="47173" y="207282"/>
                    <a:pt x="53340" y="257812"/>
                  </a:cubicBezTo>
                  <a:cubicBezTo>
                    <a:pt x="50146" y="294060"/>
                    <a:pt x="53004" y="334123"/>
                    <a:pt x="53340" y="382267"/>
                  </a:cubicBezTo>
                  <a:cubicBezTo>
                    <a:pt x="62805" y="422505"/>
                    <a:pt x="57705" y="458712"/>
                    <a:pt x="53340" y="506730"/>
                  </a:cubicBezTo>
                  <a:cubicBezTo>
                    <a:pt x="97753" y="502525"/>
                    <a:pt x="151137" y="492239"/>
                    <a:pt x="186690" y="506730"/>
                  </a:cubicBezTo>
                  <a:cubicBezTo>
                    <a:pt x="239391" y="507230"/>
                    <a:pt x="279666" y="504717"/>
                    <a:pt x="320040" y="506730"/>
                  </a:cubicBezTo>
                  <a:cubicBezTo>
                    <a:pt x="371619" y="513055"/>
                    <a:pt x="402837" y="503813"/>
                    <a:pt x="453390" y="506730"/>
                  </a:cubicBezTo>
                  <a:cubicBezTo>
                    <a:pt x="506792" y="506343"/>
                    <a:pt x="545457" y="498373"/>
                    <a:pt x="586740" y="506730"/>
                  </a:cubicBezTo>
                  <a:cubicBezTo>
                    <a:pt x="584971" y="472872"/>
                    <a:pt x="581005" y="427636"/>
                    <a:pt x="586740" y="382267"/>
                  </a:cubicBezTo>
                  <a:cubicBezTo>
                    <a:pt x="589551" y="331500"/>
                    <a:pt x="591829" y="304110"/>
                    <a:pt x="586740" y="257812"/>
                  </a:cubicBezTo>
                  <a:cubicBezTo>
                    <a:pt x="579781" y="205972"/>
                    <a:pt x="590725" y="168702"/>
                    <a:pt x="586740" y="133350"/>
                  </a:cubicBezTo>
                  <a:cubicBezTo>
                    <a:pt x="529838" y="125200"/>
                    <a:pt x="507181" y="125069"/>
                    <a:pt x="453390" y="133350"/>
                  </a:cubicBezTo>
                  <a:cubicBezTo>
                    <a:pt x="395804" y="130938"/>
                    <a:pt x="360488" y="130892"/>
                    <a:pt x="320040" y="133350"/>
                  </a:cubicBezTo>
                  <a:cubicBezTo>
                    <a:pt x="272834" y="123756"/>
                    <a:pt x="238930" y="126616"/>
                    <a:pt x="186690" y="133350"/>
                  </a:cubicBezTo>
                  <a:cubicBezTo>
                    <a:pt x="143643" y="139983"/>
                    <a:pt x="99173" y="125775"/>
                    <a:pt x="53340" y="13335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69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82000" y="38000"/>
                          </a:moveTo>
                          <a:cubicBezTo>
                            <a:pt x="75333" y="38679"/>
                            <a:pt x="68667" y="38987"/>
                            <a:pt x="62000" y="38000"/>
                          </a:cubicBezTo>
                          <a:cubicBezTo>
                            <a:pt x="62370" y="34000"/>
                            <a:pt x="62355" y="30000"/>
                            <a:pt x="62000" y="26000"/>
                          </a:cubicBezTo>
                          <a:cubicBezTo>
                            <a:pt x="68667" y="25077"/>
                            <a:pt x="75333" y="24852"/>
                            <a:pt x="82000" y="26000"/>
                          </a:cubicBezTo>
                          <a:cubicBezTo>
                            <a:pt x="81872" y="30000"/>
                            <a:pt x="81296" y="34000"/>
                            <a:pt x="82000" y="38000"/>
                          </a:cubicBezTo>
                          <a:close/>
                          <a:moveTo>
                            <a:pt x="82000" y="54000"/>
                          </a:moveTo>
                          <a:cubicBezTo>
                            <a:pt x="75333" y="52971"/>
                            <a:pt x="68667" y="54338"/>
                            <a:pt x="62000" y="54000"/>
                          </a:cubicBezTo>
                          <a:cubicBezTo>
                            <a:pt x="61704" y="50000"/>
                            <a:pt x="61642" y="46000"/>
                            <a:pt x="62000" y="42000"/>
                          </a:cubicBezTo>
                          <a:cubicBezTo>
                            <a:pt x="68667" y="42189"/>
                            <a:pt x="75333" y="41365"/>
                            <a:pt x="82000" y="42000"/>
                          </a:cubicBezTo>
                          <a:cubicBezTo>
                            <a:pt x="82454" y="46000"/>
                            <a:pt x="82390" y="50000"/>
                            <a:pt x="82000" y="54000"/>
                          </a:cubicBezTo>
                          <a:close/>
                          <a:moveTo>
                            <a:pt x="82000" y="70000"/>
                          </a:moveTo>
                          <a:cubicBezTo>
                            <a:pt x="75333" y="70853"/>
                            <a:pt x="68667" y="68932"/>
                            <a:pt x="62000" y="70000"/>
                          </a:cubicBezTo>
                          <a:cubicBezTo>
                            <a:pt x="62009" y="66000"/>
                            <a:pt x="62375" y="62000"/>
                            <a:pt x="62000" y="58000"/>
                          </a:cubicBezTo>
                          <a:cubicBezTo>
                            <a:pt x="68667" y="58736"/>
                            <a:pt x="75333" y="58047"/>
                            <a:pt x="82000" y="58000"/>
                          </a:cubicBezTo>
                          <a:cubicBezTo>
                            <a:pt x="81958" y="62000"/>
                            <a:pt x="82120" y="66000"/>
                            <a:pt x="82000" y="70000"/>
                          </a:cubicBezTo>
                          <a:close/>
                          <a:moveTo>
                            <a:pt x="38000" y="70000"/>
                          </a:moveTo>
                          <a:cubicBezTo>
                            <a:pt x="37845" y="66000"/>
                            <a:pt x="37685" y="62000"/>
                            <a:pt x="38000" y="58000"/>
                          </a:cubicBezTo>
                          <a:cubicBezTo>
                            <a:pt x="44667" y="57242"/>
                            <a:pt x="51333" y="58631"/>
                            <a:pt x="58000" y="58000"/>
                          </a:cubicBezTo>
                          <a:cubicBezTo>
                            <a:pt x="57393" y="62000"/>
                            <a:pt x="57766" y="66000"/>
                            <a:pt x="58000" y="70000"/>
                          </a:cubicBezTo>
                          <a:cubicBezTo>
                            <a:pt x="51333" y="70200"/>
                            <a:pt x="44667" y="70430"/>
                            <a:pt x="38000" y="70000"/>
                          </a:cubicBezTo>
                          <a:close/>
                          <a:moveTo>
                            <a:pt x="14000" y="70000"/>
                          </a:moveTo>
                          <a:cubicBezTo>
                            <a:pt x="14363" y="66000"/>
                            <a:pt x="14594" y="62000"/>
                            <a:pt x="14000" y="58000"/>
                          </a:cubicBezTo>
                          <a:cubicBezTo>
                            <a:pt x="20667" y="57271"/>
                            <a:pt x="27333" y="57070"/>
                            <a:pt x="34000" y="58000"/>
                          </a:cubicBezTo>
                          <a:cubicBezTo>
                            <a:pt x="34453" y="62000"/>
                            <a:pt x="33767" y="66000"/>
                            <a:pt x="34000" y="70000"/>
                          </a:cubicBezTo>
                          <a:cubicBezTo>
                            <a:pt x="27333" y="69106"/>
                            <a:pt x="20667" y="69446"/>
                            <a:pt x="14000" y="70000"/>
                          </a:cubicBezTo>
                          <a:close/>
                          <a:moveTo>
                            <a:pt x="14000" y="42000"/>
                          </a:moveTo>
                          <a:cubicBezTo>
                            <a:pt x="20667" y="41502"/>
                            <a:pt x="27333" y="41263"/>
                            <a:pt x="34000" y="42000"/>
                          </a:cubicBezTo>
                          <a:cubicBezTo>
                            <a:pt x="33493" y="46000"/>
                            <a:pt x="34038" y="50000"/>
                            <a:pt x="34000" y="54000"/>
                          </a:cubicBezTo>
                          <a:cubicBezTo>
                            <a:pt x="27333" y="53099"/>
                            <a:pt x="20667" y="54727"/>
                            <a:pt x="14000" y="54000"/>
                          </a:cubicBezTo>
                          <a:cubicBezTo>
                            <a:pt x="14221" y="50000"/>
                            <a:pt x="13532" y="46000"/>
                            <a:pt x="14000" y="42000"/>
                          </a:cubicBezTo>
                          <a:close/>
                          <a:moveTo>
                            <a:pt x="14000" y="26000"/>
                          </a:moveTo>
                          <a:cubicBezTo>
                            <a:pt x="20667" y="25245"/>
                            <a:pt x="27333" y="25696"/>
                            <a:pt x="34000" y="26000"/>
                          </a:cubicBezTo>
                          <a:cubicBezTo>
                            <a:pt x="33976" y="30000"/>
                            <a:pt x="33740" y="34000"/>
                            <a:pt x="34000" y="38000"/>
                          </a:cubicBezTo>
                          <a:cubicBezTo>
                            <a:pt x="27333" y="39113"/>
                            <a:pt x="20667" y="38699"/>
                            <a:pt x="14000" y="38000"/>
                          </a:cubicBezTo>
                          <a:cubicBezTo>
                            <a:pt x="14501" y="34000"/>
                            <a:pt x="13470" y="30000"/>
                            <a:pt x="14000" y="26000"/>
                          </a:cubicBezTo>
                          <a:close/>
                          <a:moveTo>
                            <a:pt x="58000" y="42000"/>
                          </a:moveTo>
                          <a:cubicBezTo>
                            <a:pt x="58080" y="46000"/>
                            <a:pt x="57839" y="50000"/>
                            <a:pt x="58000" y="54000"/>
                          </a:cubicBezTo>
                          <a:cubicBezTo>
                            <a:pt x="51333" y="53404"/>
                            <a:pt x="44667" y="54089"/>
                            <a:pt x="38000" y="54000"/>
                          </a:cubicBezTo>
                          <a:cubicBezTo>
                            <a:pt x="38045" y="50000"/>
                            <a:pt x="38103" y="46000"/>
                            <a:pt x="38000" y="42000"/>
                          </a:cubicBezTo>
                          <a:cubicBezTo>
                            <a:pt x="44667" y="41836"/>
                            <a:pt x="51333" y="42172"/>
                            <a:pt x="58000" y="42000"/>
                          </a:cubicBezTo>
                          <a:close/>
                          <a:moveTo>
                            <a:pt x="58000" y="26000"/>
                          </a:moveTo>
                          <a:cubicBezTo>
                            <a:pt x="58705" y="30000"/>
                            <a:pt x="58680" y="34000"/>
                            <a:pt x="58000" y="38000"/>
                          </a:cubicBezTo>
                          <a:cubicBezTo>
                            <a:pt x="51333" y="36861"/>
                            <a:pt x="44667" y="38220"/>
                            <a:pt x="38000" y="38000"/>
                          </a:cubicBezTo>
                          <a:cubicBezTo>
                            <a:pt x="37657" y="34000"/>
                            <a:pt x="38414" y="30000"/>
                            <a:pt x="38000" y="26000"/>
                          </a:cubicBezTo>
                          <a:cubicBezTo>
                            <a:pt x="44667" y="25242"/>
                            <a:pt x="51333" y="25486"/>
                            <a:pt x="58000" y="26000"/>
                          </a:cubicBezTo>
                          <a:close/>
                          <a:moveTo>
                            <a:pt x="8000" y="20000"/>
                          </a:moveTo>
                          <a:cubicBezTo>
                            <a:pt x="7474" y="26222"/>
                            <a:pt x="7389" y="32444"/>
                            <a:pt x="8000" y="38667"/>
                          </a:cubicBezTo>
                          <a:cubicBezTo>
                            <a:pt x="8017" y="44889"/>
                            <a:pt x="7277" y="51111"/>
                            <a:pt x="8000" y="57333"/>
                          </a:cubicBezTo>
                          <a:cubicBezTo>
                            <a:pt x="7677" y="63556"/>
                            <a:pt x="8652" y="69778"/>
                            <a:pt x="8000" y="76000"/>
                          </a:cubicBezTo>
                          <a:cubicBezTo>
                            <a:pt x="14667" y="74902"/>
                            <a:pt x="21333" y="75277"/>
                            <a:pt x="28000" y="76000"/>
                          </a:cubicBezTo>
                          <a:cubicBezTo>
                            <a:pt x="34667" y="76349"/>
                            <a:pt x="41333" y="75841"/>
                            <a:pt x="48000" y="76000"/>
                          </a:cubicBezTo>
                          <a:cubicBezTo>
                            <a:pt x="54667" y="76893"/>
                            <a:pt x="61333" y="75044"/>
                            <a:pt x="68000" y="76000"/>
                          </a:cubicBezTo>
                          <a:cubicBezTo>
                            <a:pt x="74667" y="75243"/>
                            <a:pt x="81333" y="75106"/>
                            <a:pt x="88000" y="76000"/>
                          </a:cubicBezTo>
                          <a:cubicBezTo>
                            <a:pt x="87753" y="69778"/>
                            <a:pt x="88335" y="63556"/>
                            <a:pt x="88000" y="57333"/>
                          </a:cubicBezTo>
                          <a:cubicBezTo>
                            <a:pt x="89065" y="51111"/>
                            <a:pt x="87417" y="44889"/>
                            <a:pt x="88000" y="38667"/>
                          </a:cubicBezTo>
                          <a:cubicBezTo>
                            <a:pt x="86964" y="32444"/>
                            <a:pt x="88330" y="26222"/>
                            <a:pt x="88000" y="20000"/>
                          </a:cubicBezTo>
                          <a:cubicBezTo>
                            <a:pt x="81333" y="18861"/>
                            <a:pt x="74667" y="19355"/>
                            <a:pt x="68000" y="20000"/>
                          </a:cubicBezTo>
                          <a:cubicBezTo>
                            <a:pt x="61333" y="19308"/>
                            <a:pt x="54667" y="21112"/>
                            <a:pt x="48000" y="20000"/>
                          </a:cubicBezTo>
                          <a:cubicBezTo>
                            <a:pt x="41333" y="20213"/>
                            <a:pt x="34667" y="20400"/>
                            <a:pt x="28000" y="20000"/>
                          </a:cubicBezTo>
                          <a:cubicBezTo>
                            <a:pt x="21333" y="19741"/>
                            <a:pt x="14667" y="19343"/>
                            <a:pt x="8000" y="20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40" name="BL label"/>
          <p:cNvSpPr txBox="1"/>
          <p:nvPr/>
        </p:nvSpPr>
        <p:spPr>
          <a:xfrm>
            <a:off x="1280160" y="57607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Hand Labels</a:t>
            </a:r>
          </a:p>
        </p:txBody>
      </p:sp>
      <p:sp>
        <p:nvSpPr>
          <p:cNvPr id="141" name="BL sub"/>
          <p:cNvSpPr txBox="1"/>
          <p:nvPr/>
        </p:nvSpPr>
        <p:spPr>
          <a:xfrm>
            <a:off x="914400" y="61264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reference-labels.json</a:t>
            </a:r>
          </a:p>
        </p:txBody>
      </p:sp>
      <p:sp>
        <p:nvSpPr>
          <p:cNvPr id="142" name="App line 1"/>
          <p:cNvSpPr txBox="1"/>
          <p:nvPr/>
        </p:nvSpPr>
        <p:spPr>
          <a:xfrm>
            <a:off x="4878638" y="3962674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18/20 correct</a:t>
            </a:r>
          </a:p>
        </p:txBody>
      </p:sp>
      <p:sp>
        <p:nvSpPr>
          <p:cNvPr id="143" name="App line 2"/>
          <p:cNvSpPr txBox="1"/>
          <p:nvPr/>
        </p:nvSpPr>
        <p:spPr>
          <a:xfrm>
            <a:off x="4878638" y="4264426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2E7D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emergencies 2/2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16936"/>
            <a:ext cx="10332720" cy="10149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DEMO</a:t>
            </a:r>
            <a:r>
              <a:rPr sz="6000">
                <a:solidFill>
                  <a:srgbClr val="FFFFFF"/>
                </a:solidFill>
              </a:rPr>
              <a:t> · F07 Classification &amp; Routing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F07 · Classification &amp; Routing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/>
              <a:t>When:</a:t>
            </a:r>
            <a:r>
              <a:rPr sz="2800"/>
              <a:t> A shared inbox or queue where a human sorts before anyone acts.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F07 · Classification &amp; Routing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/>
              <a:t>When:</a:t>
            </a:r>
            <a:r>
              <a:rPr sz="2800"/>
              <a:t> A shared inbox or queue where a human sorts before anyone acts.</a:t>
            </a:r>
          </a:p>
          <a:p>
            <a:pPr>
              <a:spcAft>
                <a:spcPts val="1400"/>
              </a:spcAft>
            </a:pPr>
            <a:r>
              <a:rPr sz="2800" b="1"/>
              <a:t>Think:</a:t>
            </a:r>
            <a:r>
              <a:rPr sz="2800"/>
              <a:t> "Every message reaches the right person in seconds, and the urgent ones stop waiting in line."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F07 · Classification &amp; Routing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/>
              <a:t>When:</a:t>
            </a:r>
            <a:r>
              <a:rPr sz="2800"/>
              <a:t> A shared inbox or queue where a human sorts before anyone acts.</a:t>
            </a:r>
          </a:p>
          <a:p>
            <a:pPr>
              <a:spcAft>
                <a:spcPts val="1400"/>
              </a:spcAft>
            </a:pPr>
            <a:r>
              <a:rPr sz="2800" b="1"/>
              <a:t>Think:</a:t>
            </a:r>
            <a:r>
              <a:rPr sz="2800"/>
              <a:t> "Every message reaches the right person in seconds, and the urgent ones stop waiting in line."</a:t>
            </a:r>
          </a:p>
          <a:p>
            <a:pPr>
              <a:spcAft>
                <a:spcPts val="1400"/>
              </a:spcAft>
            </a:pPr>
            <a:endParaRPr sz="2800"/>
          </a:p>
          <a:p>
            <a:pPr>
              <a:spcAft>
                <a:spcPts val="1400"/>
              </a:spcAft>
            </a:pPr>
            <a:r>
              <a:rPr sz="2800" b="1"/>
              <a:t>Difficulty:</a:t>
            </a:r>
            <a:r>
              <a:rPr sz="2800"/>
              <a:t>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07208" y="4809744"/>
            <a:ext cx="256032" cy="256032"/>
          </a:xfrm>
          <a:prstGeom prst="roundRect">
            <a:avLst>
              <a:gd name="adj" fmla="val 25000"/>
            </a:avLst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154680" y="4608576"/>
            <a:ext cx="256032" cy="457200"/>
          </a:xfrm>
          <a:prstGeom prst="roundRect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502152" y="4407408"/>
            <a:ext cx="256032" cy="658368"/>
          </a:xfrm>
          <a:prstGeom prst="roundRect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32888" y="5120640"/>
            <a:ext cx="14996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/>
              <a:t>Easy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1">
                <a:solidFill>
                  <a:srgbClr val="017AB4"/>
                </a:solidFill>
              </a:rPr>
              <a:t>F08 · Anomaly Detection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37160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178760"/>
            <a:ext cx="1033272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dirty="0"/>
              <a:t>Spot the item in a stream </a:t>
            </a:r>
            <a:br>
              <a:rPr lang="en-US" sz="4000" dirty="0"/>
            </a:br>
            <a:r>
              <a:rPr sz="4000" dirty="0"/>
              <a:t>that </a:t>
            </a:r>
            <a:r>
              <a:rPr sz="4000" b="1" dirty="0">
                <a:solidFill>
                  <a:srgbClr val="017AB4"/>
                </a:solidFill>
              </a:rPr>
              <a:t>doesn't look like the rest</a:t>
            </a:r>
            <a:r>
              <a:rPr sz="4000" dirty="0"/>
              <a:t>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F08 · How It Works</a:t>
            </a:r>
          </a:p>
        </p:txBody>
      </p:sp>
      <p:grpSp>
        <p:nvGrpSpPr>
          <p:cNvPr id="102" name="40 Reports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3" name="40 Reports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8000" y="20000"/>
                  </a:moveTo>
                  <a:cubicBezTo>
                    <a:pt x="8000" y="38667"/>
                    <a:pt x="8000" y="57333"/>
                    <a:pt x="8000" y="76000"/>
                  </a:cubicBezTo>
                  <a:cubicBezTo>
                    <a:pt x="34667" y="76000"/>
                    <a:pt x="61333" y="76000"/>
                    <a:pt x="88000" y="76000"/>
                  </a:cubicBezTo>
                  <a:cubicBezTo>
                    <a:pt x="88000" y="57333"/>
                    <a:pt x="88000" y="38667"/>
                    <a:pt x="88000" y="20000"/>
                  </a:cubicBezTo>
                  <a:cubicBezTo>
                    <a:pt x="61333" y="20000"/>
                    <a:pt x="34667" y="20000"/>
                    <a:pt x="8000" y="20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40 Reports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702945 w 822960"/>
                <a:gd name="csY0" fmla="*/ 325755 h 822960"/>
                <a:gd name="csX1" fmla="*/ 531495 w 822960"/>
                <a:gd name="csY1" fmla="*/ 325755 h 822960"/>
                <a:gd name="csX2" fmla="*/ 531495 w 822960"/>
                <a:gd name="csY2" fmla="*/ 222885 h 822960"/>
                <a:gd name="csX3" fmla="*/ 702945 w 822960"/>
                <a:gd name="csY3" fmla="*/ 222885 h 822960"/>
                <a:gd name="csX4" fmla="*/ 702945 w 822960"/>
                <a:gd name="csY4" fmla="*/ 325755 h 822960"/>
                <a:gd name="csX5" fmla="*/ 702945 w 822960"/>
                <a:gd name="csY5" fmla="*/ 462915 h 822960"/>
                <a:gd name="csX6" fmla="*/ 531495 w 822960"/>
                <a:gd name="csY6" fmla="*/ 462915 h 822960"/>
                <a:gd name="csX7" fmla="*/ 531495 w 822960"/>
                <a:gd name="csY7" fmla="*/ 360045 h 822960"/>
                <a:gd name="csX8" fmla="*/ 702945 w 822960"/>
                <a:gd name="csY8" fmla="*/ 360045 h 822960"/>
                <a:gd name="csX9" fmla="*/ 702945 w 822960"/>
                <a:gd name="csY9" fmla="*/ 462915 h 822960"/>
                <a:gd name="csX10" fmla="*/ 702945 w 822960"/>
                <a:gd name="csY10" fmla="*/ 600075 h 822960"/>
                <a:gd name="csX11" fmla="*/ 531495 w 822960"/>
                <a:gd name="csY11" fmla="*/ 600075 h 822960"/>
                <a:gd name="csX12" fmla="*/ 531495 w 822960"/>
                <a:gd name="csY12" fmla="*/ 497205 h 822960"/>
                <a:gd name="csX13" fmla="*/ 702945 w 822960"/>
                <a:gd name="csY13" fmla="*/ 497205 h 822960"/>
                <a:gd name="csX14" fmla="*/ 702945 w 822960"/>
                <a:gd name="csY14" fmla="*/ 600075 h 822960"/>
                <a:gd name="csX15" fmla="*/ 325755 w 822960"/>
                <a:gd name="csY15" fmla="*/ 600075 h 822960"/>
                <a:gd name="csX16" fmla="*/ 325755 w 822960"/>
                <a:gd name="csY16" fmla="*/ 497205 h 822960"/>
                <a:gd name="csX17" fmla="*/ 497205 w 822960"/>
                <a:gd name="csY17" fmla="*/ 497205 h 822960"/>
                <a:gd name="csX18" fmla="*/ 497205 w 822960"/>
                <a:gd name="csY18" fmla="*/ 600075 h 822960"/>
                <a:gd name="csX19" fmla="*/ 325755 w 822960"/>
                <a:gd name="csY19" fmla="*/ 600075 h 822960"/>
                <a:gd name="csX20" fmla="*/ 120015 w 822960"/>
                <a:gd name="csY20" fmla="*/ 600075 h 822960"/>
                <a:gd name="csX21" fmla="*/ 120015 w 822960"/>
                <a:gd name="csY21" fmla="*/ 497205 h 822960"/>
                <a:gd name="csX22" fmla="*/ 291465 w 822960"/>
                <a:gd name="csY22" fmla="*/ 497205 h 822960"/>
                <a:gd name="csX23" fmla="*/ 291465 w 822960"/>
                <a:gd name="csY23" fmla="*/ 600075 h 822960"/>
                <a:gd name="csX24" fmla="*/ 120015 w 822960"/>
                <a:gd name="csY24" fmla="*/ 600075 h 822960"/>
                <a:gd name="csX25" fmla="*/ 120015 w 822960"/>
                <a:gd name="csY25" fmla="*/ 360045 h 822960"/>
                <a:gd name="csX26" fmla="*/ 291465 w 822960"/>
                <a:gd name="csY26" fmla="*/ 360045 h 822960"/>
                <a:gd name="csX27" fmla="*/ 291465 w 822960"/>
                <a:gd name="csY27" fmla="*/ 462915 h 822960"/>
                <a:gd name="csX28" fmla="*/ 120015 w 822960"/>
                <a:gd name="csY28" fmla="*/ 462915 h 822960"/>
                <a:gd name="csX29" fmla="*/ 120015 w 822960"/>
                <a:gd name="csY29" fmla="*/ 360045 h 822960"/>
                <a:gd name="csX30" fmla="*/ 120015 w 822960"/>
                <a:gd name="csY30" fmla="*/ 222885 h 822960"/>
                <a:gd name="csX31" fmla="*/ 291465 w 822960"/>
                <a:gd name="csY31" fmla="*/ 222885 h 822960"/>
                <a:gd name="csX32" fmla="*/ 291465 w 822960"/>
                <a:gd name="csY32" fmla="*/ 325755 h 822960"/>
                <a:gd name="csX33" fmla="*/ 120015 w 822960"/>
                <a:gd name="csY33" fmla="*/ 325755 h 822960"/>
                <a:gd name="csX34" fmla="*/ 120015 w 822960"/>
                <a:gd name="csY34" fmla="*/ 222885 h 822960"/>
                <a:gd name="csX35" fmla="*/ 497205 w 822960"/>
                <a:gd name="csY35" fmla="*/ 360045 h 822960"/>
                <a:gd name="csX36" fmla="*/ 497205 w 822960"/>
                <a:gd name="csY36" fmla="*/ 462915 h 822960"/>
                <a:gd name="csX37" fmla="*/ 325755 w 822960"/>
                <a:gd name="csY37" fmla="*/ 462915 h 822960"/>
                <a:gd name="csX38" fmla="*/ 325755 w 822960"/>
                <a:gd name="csY38" fmla="*/ 360045 h 822960"/>
                <a:gd name="csX39" fmla="*/ 497205 w 822960"/>
                <a:gd name="csY39" fmla="*/ 360045 h 822960"/>
                <a:gd name="csX40" fmla="*/ 497205 w 822960"/>
                <a:gd name="csY40" fmla="*/ 222885 h 822960"/>
                <a:gd name="csX41" fmla="*/ 497205 w 822960"/>
                <a:gd name="csY41" fmla="*/ 325755 h 822960"/>
                <a:gd name="csX42" fmla="*/ 325755 w 822960"/>
                <a:gd name="csY42" fmla="*/ 325755 h 822960"/>
                <a:gd name="csX43" fmla="*/ 325755 w 822960"/>
                <a:gd name="csY43" fmla="*/ 222885 h 822960"/>
                <a:gd name="csX44" fmla="*/ 497205 w 822960"/>
                <a:gd name="csY44" fmla="*/ 222885 h 822960"/>
                <a:gd name="csX45" fmla="*/ 68580 w 822960"/>
                <a:gd name="csY45" fmla="*/ 171450 h 822960"/>
                <a:gd name="csX46" fmla="*/ 68580 w 822960"/>
                <a:gd name="csY46" fmla="*/ 331472 h 822960"/>
                <a:gd name="csX47" fmla="*/ 68580 w 822960"/>
                <a:gd name="csY47" fmla="*/ 491487 h 822960"/>
                <a:gd name="csX48" fmla="*/ 68580 w 822960"/>
                <a:gd name="csY48" fmla="*/ 651510 h 822960"/>
                <a:gd name="csX49" fmla="*/ 240030 w 822960"/>
                <a:gd name="csY49" fmla="*/ 651510 h 822960"/>
                <a:gd name="csX50" fmla="*/ 411480 w 822960"/>
                <a:gd name="csY50" fmla="*/ 651510 h 822960"/>
                <a:gd name="csX51" fmla="*/ 582930 w 822960"/>
                <a:gd name="csY51" fmla="*/ 651510 h 822960"/>
                <a:gd name="csX52" fmla="*/ 754380 w 822960"/>
                <a:gd name="csY52" fmla="*/ 651510 h 822960"/>
                <a:gd name="csX53" fmla="*/ 754380 w 822960"/>
                <a:gd name="csY53" fmla="*/ 491487 h 822960"/>
                <a:gd name="csX54" fmla="*/ 754380 w 822960"/>
                <a:gd name="csY54" fmla="*/ 331472 h 822960"/>
                <a:gd name="csX55" fmla="*/ 754380 w 822960"/>
                <a:gd name="csY55" fmla="*/ 171450 h 822960"/>
                <a:gd name="csX56" fmla="*/ 582930 w 822960"/>
                <a:gd name="csY56" fmla="*/ 171450 h 822960"/>
                <a:gd name="csX57" fmla="*/ 411480 w 822960"/>
                <a:gd name="csY57" fmla="*/ 171450 h 822960"/>
                <a:gd name="csX58" fmla="*/ 240030 w 822960"/>
                <a:gd name="csY58" fmla="*/ 171450 h 822960"/>
                <a:gd name="csX59" fmla="*/ 68580 w 822960"/>
                <a:gd name="csY59" fmla="*/ 17145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</a:cxnLst>
              <a:rect l="l" t="t" r="r" b="b"/>
              <a:pathLst>
                <a:path w="822960" h="822960" extrusionOk="0">
                  <a:moveTo>
                    <a:pt x="702945" y="325755"/>
                  </a:moveTo>
                  <a:cubicBezTo>
                    <a:pt x="634098" y="330944"/>
                    <a:pt x="591718" y="323308"/>
                    <a:pt x="531495" y="325755"/>
                  </a:cubicBezTo>
                  <a:cubicBezTo>
                    <a:pt x="531307" y="289278"/>
                    <a:pt x="543442" y="256433"/>
                    <a:pt x="531495" y="222885"/>
                  </a:cubicBezTo>
                  <a:cubicBezTo>
                    <a:pt x="585857" y="221203"/>
                    <a:pt x="629237" y="231518"/>
                    <a:pt x="702945" y="222885"/>
                  </a:cubicBezTo>
                  <a:cubicBezTo>
                    <a:pt x="707364" y="254744"/>
                    <a:pt x="703941" y="288615"/>
                    <a:pt x="702945" y="325755"/>
                  </a:cubicBezTo>
                  <a:close/>
                  <a:moveTo>
                    <a:pt x="702945" y="462915"/>
                  </a:moveTo>
                  <a:cubicBezTo>
                    <a:pt x="645965" y="445325"/>
                    <a:pt x="594454" y="483144"/>
                    <a:pt x="531495" y="462915"/>
                  </a:cubicBezTo>
                  <a:cubicBezTo>
                    <a:pt x="533229" y="432031"/>
                    <a:pt x="532404" y="388217"/>
                    <a:pt x="531495" y="360045"/>
                  </a:cubicBezTo>
                  <a:cubicBezTo>
                    <a:pt x="582559" y="375359"/>
                    <a:pt x="640575" y="352362"/>
                    <a:pt x="702945" y="360045"/>
                  </a:cubicBezTo>
                  <a:cubicBezTo>
                    <a:pt x="711233" y="395710"/>
                    <a:pt x="694437" y="437256"/>
                    <a:pt x="702945" y="462915"/>
                  </a:cubicBezTo>
                  <a:close/>
                  <a:moveTo>
                    <a:pt x="702945" y="600075"/>
                  </a:moveTo>
                  <a:cubicBezTo>
                    <a:pt x="640535" y="601391"/>
                    <a:pt x="587727" y="592617"/>
                    <a:pt x="531495" y="600075"/>
                  </a:cubicBezTo>
                  <a:cubicBezTo>
                    <a:pt x="539019" y="558630"/>
                    <a:pt x="534533" y="533574"/>
                    <a:pt x="531495" y="497205"/>
                  </a:cubicBezTo>
                  <a:cubicBezTo>
                    <a:pt x="603656" y="489667"/>
                    <a:pt x="650721" y="488981"/>
                    <a:pt x="702945" y="497205"/>
                  </a:cubicBezTo>
                  <a:cubicBezTo>
                    <a:pt x="707109" y="535766"/>
                    <a:pt x="699089" y="573695"/>
                    <a:pt x="702945" y="600075"/>
                  </a:cubicBezTo>
                  <a:close/>
                  <a:moveTo>
                    <a:pt x="325755" y="600075"/>
                  </a:moveTo>
                  <a:cubicBezTo>
                    <a:pt x="319365" y="562980"/>
                    <a:pt x="319296" y="533801"/>
                    <a:pt x="325755" y="497205"/>
                  </a:cubicBezTo>
                  <a:cubicBezTo>
                    <a:pt x="382985" y="491894"/>
                    <a:pt x="443165" y="519907"/>
                    <a:pt x="497205" y="497205"/>
                  </a:cubicBezTo>
                  <a:cubicBezTo>
                    <a:pt x="491193" y="525772"/>
                    <a:pt x="492997" y="563321"/>
                    <a:pt x="497205" y="600075"/>
                  </a:cubicBezTo>
                  <a:cubicBezTo>
                    <a:pt x="430875" y="617335"/>
                    <a:pt x="394021" y="596994"/>
                    <a:pt x="325755" y="600075"/>
                  </a:cubicBezTo>
                  <a:close/>
                  <a:moveTo>
                    <a:pt x="120015" y="600075"/>
                  </a:moveTo>
                  <a:cubicBezTo>
                    <a:pt x="108065" y="571913"/>
                    <a:pt x="125124" y="531829"/>
                    <a:pt x="120015" y="497205"/>
                  </a:cubicBezTo>
                  <a:cubicBezTo>
                    <a:pt x="190393" y="497218"/>
                    <a:pt x="234958" y="497458"/>
                    <a:pt x="291465" y="497205"/>
                  </a:cubicBezTo>
                  <a:cubicBezTo>
                    <a:pt x="291763" y="524458"/>
                    <a:pt x="294090" y="565400"/>
                    <a:pt x="291465" y="600075"/>
                  </a:cubicBezTo>
                  <a:cubicBezTo>
                    <a:pt x="228223" y="602239"/>
                    <a:pt x="186884" y="597581"/>
                    <a:pt x="120015" y="600075"/>
                  </a:cubicBezTo>
                  <a:close/>
                  <a:moveTo>
                    <a:pt x="120015" y="360045"/>
                  </a:moveTo>
                  <a:cubicBezTo>
                    <a:pt x="184567" y="347841"/>
                    <a:pt x="230238" y="375727"/>
                    <a:pt x="291465" y="360045"/>
                  </a:cubicBezTo>
                  <a:cubicBezTo>
                    <a:pt x="299301" y="397771"/>
                    <a:pt x="281501" y="425478"/>
                    <a:pt x="291465" y="462915"/>
                  </a:cubicBezTo>
                  <a:cubicBezTo>
                    <a:pt x="237067" y="448014"/>
                    <a:pt x="181563" y="459757"/>
                    <a:pt x="120015" y="462915"/>
                  </a:cubicBezTo>
                  <a:cubicBezTo>
                    <a:pt x="107594" y="426052"/>
                    <a:pt x="121843" y="384140"/>
                    <a:pt x="120015" y="360045"/>
                  </a:cubicBezTo>
                  <a:close/>
                  <a:moveTo>
                    <a:pt x="120015" y="222885"/>
                  </a:moveTo>
                  <a:cubicBezTo>
                    <a:pt x="162596" y="224558"/>
                    <a:pt x="231058" y="235623"/>
                    <a:pt x="291465" y="222885"/>
                  </a:cubicBezTo>
                  <a:cubicBezTo>
                    <a:pt x="291061" y="254474"/>
                    <a:pt x="297572" y="300057"/>
                    <a:pt x="291465" y="325755"/>
                  </a:cubicBezTo>
                  <a:cubicBezTo>
                    <a:pt x="227361" y="329001"/>
                    <a:pt x="167948" y="330864"/>
                    <a:pt x="120015" y="325755"/>
                  </a:cubicBezTo>
                  <a:cubicBezTo>
                    <a:pt x="125621" y="286634"/>
                    <a:pt x="119598" y="256555"/>
                    <a:pt x="120015" y="222885"/>
                  </a:cubicBezTo>
                  <a:close/>
                  <a:moveTo>
                    <a:pt x="497205" y="360045"/>
                  </a:moveTo>
                  <a:cubicBezTo>
                    <a:pt x="481202" y="396545"/>
                    <a:pt x="494625" y="431249"/>
                    <a:pt x="497205" y="462915"/>
                  </a:cubicBezTo>
                  <a:cubicBezTo>
                    <a:pt x="443382" y="464200"/>
                    <a:pt x="385909" y="450963"/>
                    <a:pt x="325755" y="462915"/>
                  </a:cubicBezTo>
                  <a:cubicBezTo>
                    <a:pt x="320019" y="431143"/>
                    <a:pt x="327666" y="394341"/>
                    <a:pt x="325755" y="360045"/>
                  </a:cubicBezTo>
                  <a:cubicBezTo>
                    <a:pt x="388597" y="357080"/>
                    <a:pt x="438109" y="350575"/>
                    <a:pt x="497205" y="360045"/>
                  </a:cubicBezTo>
                  <a:close/>
                  <a:moveTo>
                    <a:pt x="497205" y="222885"/>
                  </a:moveTo>
                  <a:cubicBezTo>
                    <a:pt x="512055" y="255883"/>
                    <a:pt x="498393" y="293087"/>
                    <a:pt x="497205" y="325755"/>
                  </a:cubicBezTo>
                  <a:cubicBezTo>
                    <a:pt x="430087" y="329069"/>
                    <a:pt x="384079" y="335305"/>
                    <a:pt x="325755" y="325755"/>
                  </a:cubicBezTo>
                  <a:cubicBezTo>
                    <a:pt x="329825" y="288421"/>
                    <a:pt x="326726" y="257157"/>
                    <a:pt x="325755" y="222885"/>
                  </a:cubicBezTo>
                  <a:cubicBezTo>
                    <a:pt x="383345" y="220400"/>
                    <a:pt x="444230" y="217458"/>
                    <a:pt x="497205" y="222885"/>
                  </a:cubicBezTo>
                  <a:close/>
                  <a:moveTo>
                    <a:pt x="68580" y="171450"/>
                  </a:moveTo>
                  <a:cubicBezTo>
                    <a:pt x="65685" y="222283"/>
                    <a:pt x="52981" y="278339"/>
                    <a:pt x="68580" y="331472"/>
                  </a:cubicBezTo>
                  <a:cubicBezTo>
                    <a:pt x="65367" y="375725"/>
                    <a:pt x="69500" y="436025"/>
                    <a:pt x="68580" y="491487"/>
                  </a:cubicBezTo>
                  <a:cubicBezTo>
                    <a:pt x="69444" y="529954"/>
                    <a:pt x="87529" y="595376"/>
                    <a:pt x="68580" y="651510"/>
                  </a:cubicBezTo>
                  <a:cubicBezTo>
                    <a:pt x="120843" y="640078"/>
                    <a:pt x="185589" y="644912"/>
                    <a:pt x="240030" y="651510"/>
                  </a:cubicBezTo>
                  <a:cubicBezTo>
                    <a:pt x="311332" y="658714"/>
                    <a:pt x="355622" y="647968"/>
                    <a:pt x="411480" y="651510"/>
                  </a:cubicBezTo>
                  <a:cubicBezTo>
                    <a:pt x="474196" y="635125"/>
                    <a:pt x="534366" y="665227"/>
                    <a:pt x="582930" y="651510"/>
                  </a:cubicBezTo>
                  <a:cubicBezTo>
                    <a:pt x="628468" y="650235"/>
                    <a:pt x="691704" y="645756"/>
                    <a:pt x="754380" y="651510"/>
                  </a:cubicBezTo>
                  <a:cubicBezTo>
                    <a:pt x="753856" y="591756"/>
                    <a:pt x="761616" y="546137"/>
                    <a:pt x="754380" y="491487"/>
                  </a:cubicBezTo>
                  <a:cubicBezTo>
                    <a:pt x="771954" y="439190"/>
                    <a:pt x="746289" y="384063"/>
                    <a:pt x="754380" y="331472"/>
                  </a:cubicBezTo>
                  <a:cubicBezTo>
                    <a:pt x="753355" y="275707"/>
                    <a:pt x="758059" y="237944"/>
                    <a:pt x="754380" y="171450"/>
                  </a:cubicBezTo>
                  <a:cubicBezTo>
                    <a:pt x="698855" y="179390"/>
                    <a:pt x="635865" y="159516"/>
                    <a:pt x="582930" y="171450"/>
                  </a:cubicBezTo>
                  <a:cubicBezTo>
                    <a:pt x="530851" y="164074"/>
                    <a:pt x="451484" y="177745"/>
                    <a:pt x="411480" y="171450"/>
                  </a:cubicBezTo>
                  <a:cubicBezTo>
                    <a:pt x="365834" y="161583"/>
                    <a:pt x="311110" y="172186"/>
                    <a:pt x="240030" y="171450"/>
                  </a:cubicBezTo>
                  <a:cubicBezTo>
                    <a:pt x="192197" y="179263"/>
                    <a:pt x="135212" y="169227"/>
                    <a:pt x="68580" y="17145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0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82000" y="38000"/>
                          </a:moveTo>
                          <a:cubicBezTo>
                            <a:pt x="75333" y="38140"/>
                            <a:pt x="68667" y="37731"/>
                            <a:pt x="62000" y="38000"/>
                          </a:cubicBezTo>
                          <a:cubicBezTo>
                            <a:pt x="62637" y="34000"/>
                            <a:pt x="62641" y="30000"/>
                            <a:pt x="62000" y="26000"/>
                          </a:cubicBezTo>
                          <a:cubicBezTo>
                            <a:pt x="68667" y="25791"/>
                            <a:pt x="75333" y="26709"/>
                            <a:pt x="82000" y="26000"/>
                          </a:cubicBezTo>
                          <a:cubicBezTo>
                            <a:pt x="81877" y="30000"/>
                            <a:pt x="81999" y="34000"/>
                            <a:pt x="82000" y="38000"/>
                          </a:cubicBezTo>
                          <a:close/>
                          <a:moveTo>
                            <a:pt x="82000" y="54000"/>
                          </a:moveTo>
                          <a:cubicBezTo>
                            <a:pt x="75333" y="53167"/>
                            <a:pt x="68667" y="55115"/>
                            <a:pt x="62000" y="54000"/>
                          </a:cubicBezTo>
                          <a:cubicBezTo>
                            <a:pt x="62327" y="50000"/>
                            <a:pt x="62430" y="46000"/>
                            <a:pt x="62000" y="42000"/>
                          </a:cubicBezTo>
                          <a:cubicBezTo>
                            <a:pt x="68667" y="42972"/>
                            <a:pt x="75333" y="42073"/>
                            <a:pt x="82000" y="42000"/>
                          </a:cubicBezTo>
                          <a:cubicBezTo>
                            <a:pt x="82035" y="46000"/>
                            <a:pt x="81437" y="50000"/>
                            <a:pt x="82000" y="54000"/>
                          </a:cubicBezTo>
                          <a:close/>
                          <a:moveTo>
                            <a:pt x="82000" y="70000"/>
                          </a:moveTo>
                          <a:cubicBezTo>
                            <a:pt x="75333" y="70976"/>
                            <a:pt x="68667" y="70986"/>
                            <a:pt x="62000" y="70000"/>
                          </a:cubicBezTo>
                          <a:cubicBezTo>
                            <a:pt x="62427" y="66000"/>
                            <a:pt x="61539" y="62000"/>
                            <a:pt x="62000" y="58000"/>
                          </a:cubicBezTo>
                          <a:cubicBezTo>
                            <a:pt x="68667" y="57446"/>
                            <a:pt x="75333" y="57613"/>
                            <a:pt x="82000" y="58000"/>
                          </a:cubicBezTo>
                          <a:cubicBezTo>
                            <a:pt x="82251" y="62000"/>
                            <a:pt x="81537" y="66000"/>
                            <a:pt x="82000" y="70000"/>
                          </a:cubicBezTo>
                          <a:close/>
                          <a:moveTo>
                            <a:pt x="38000" y="70000"/>
                          </a:moveTo>
                          <a:cubicBezTo>
                            <a:pt x="37531" y="66000"/>
                            <a:pt x="38233" y="62000"/>
                            <a:pt x="38000" y="58000"/>
                          </a:cubicBezTo>
                          <a:cubicBezTo>
                            <a:pt x="44667" y="57196"/>
                            <a:pt x="51333" y="59078"/>
                            <a:pt x="58000" y="58000"/>
                          </a:cubicBezTo>
                          <a:cubicBezTo>
                            <a:pt x="58079" y="62000"/>
                            <a:pt x="57350" y="66000"/>
                            <a:pt x="58000" y="70000"/>
                          </a:cubicBezTo>
                          <a:cubicBezTo>
                            <a:pt x="51333" y="70326"/>
                            <a:pt x="44667" y="70592"/>
                            <a:pt x="38000" y="70000"/>
                          </a:cubicBezTo>
                          <a:close/>
                          <a:moveTo>
                            <a:pt x="14000" y="70000"/>
                          </a:moveTo>
                          <a:cubicBezTo>
                            <a:pt x="13333" y="66000"/>
                            <a:pt x="13955" y="62000"/>
                            <a:pt x="14000" y="58000"/>
                          </a:cubicBezTo>
                          <a:cubicBezTo>
                            <a:pt x="20667" y="58768"/>
                            <a:pt x="27333" y="57815"/>
                            <a:pt x="34000" y="58000"/>
                          </a:cubicBezTo>
                          <a:cubicBezTo>
                            <a:pt x="34714" y="62000"/>
                            <a:pt x="33415" y="66000"/>
                            <a:pt x="34000" y="70000"/>
                          </a:cubicBezTo>
                          <a:cubicBezTo>
                            <a:pt x="27333" y="69236"/>
                            <a:pt x="20667" y="70043"/>
                            <a:pt x="14000" y="70000"/>
                          </a:cubicBezTo>
                          <a:close/>
                          <a:moveTo>
                            <a:pt x="14000" y="42000"/>
                          </a:moveTo>
                          <a:cubicBezTo>
                            <a:pt x="20667" y="41197"/>
                            <a:pt x="27333" y="42265"/>
                            <a:pt x="34000" y="42000"/>
                          </a:cubicBezTo>
                          <a:cubicBezTo>
                            <a:pt x="34411" y="46000"/>
                            <a:pt x="33477" y="50000"/>
                            <a:pt x="34000" y="54000"/>
                          </a:cubicBezTo>
                          <a:cubicBezTo>
                            <a:pt x="27333" y="52917"/>
                            <a:pt x="20667" y="53576"/>
                            <a:pt x="14000" y="54000"/>
                          </a:cubicBezTo>
                          <a:cubicBezTo>
                            <a:pt x="13294" y="50000"/>
                            <a:pt x="14359" y="46000"/>
                            <a:pt x="14000" y="42000"/>
                          </a:cubicBezTo>
                          <a:close/>
                          <a:moveTo>
                            <a:pt x="14000" y="26000"/>
                          </a:moveTo>
                          <a:cubicBezTo>
                            <a:pt x="20667" y="25505"/>
                            <a:pt x="27333" y="26498"/>
                            <a:pt x="34000" y="26000"/>
                          </a:cubicBezTo>
                          <a:cubicBezTo>
                            <a:pt x="34549" y="30000"/>
                            <a:pt x="34526" y="34000"/>
                            <a:pt x="34000" y="38000"/>
                          </a:cubicBezTo>
                          <a:cubicBezTo>
                            <a:pt x="27333" y="39133"/>
                            <a:pt x="20667" y="37613"/>
                            <a:pt x="14000" y="38000"/>
                          </a:cubicBezTo>
                          <a:cubicBezTo>
                            <a:pt x="13810" y="34000"/>
                            <a:pt x="14568" y="30000"/>
                            <a:pt x="14000" y="26000"/>
                          </a:cubicBezTo>
                          <a:close/>
                          <a:moveTo>
                            <a:pt x="58000" y="42000"/>
                          </a:moveTo>
                          <a:cubicBezTo>
                            <a:pt x="57304" y="46000"/>
                            <a:pt x="58639" y="50000"/>
                            <a:pt x="58000" y="54000"/>
                          </a:cubicBezTo>
                          <a:cubicBezTo>
                            <a:pt x="51333" y="54091"/>
                            <a:pt x="44667" y="53503"/>
                            <a:pt x="38000" y="54000"/>
                          </a:cubicBezTo>
                          <a:cubicBezTo>
                            <a:pt x="38056" y="50000"/>
                            <a:pt x="38045" y="46000"/>
                            <a:pt x="38000" y="42000"/>
                          </a:cubicBezTo>
                          <a:cubicBezTo>
                            <a:pt x="44667" y="42350"/>
                            <a:pt x="51333" y="40892"/>
                            <a:pt x="58000" y="42000"/>
                          </a:cubicBezTo>
                          <a:close/>
                          <a:moveTo>
                            <a:pt x="58000" y="26000"/>
                          </a:moveTo>
                          <a:cubicBezTo>
                            <a:pt x="58605" y="30000"/>
                            <a:pt x="57376" y="34000"/>
                            <a:pt x="58000" y="38000"/>
                          </a:cubicBezTo>
                          <a:cubicBezTo>
                            <a:pt x="51333" y="37721"/>
                            <a:pt x="44667" y="38535"/>
                            <a:pt x="38000" y="38000"/>
                          </a:cubicBezTo>
                          <a:cubicBezTo>
                            <a:pt x="37345" y="34000"/>
                            <a:pt x="37979" y="30000"/>
                            <a:pt x="38000" y="26000"/>
                          </a:cubicBezTo>
                          <a:cubicBezTo>
                            <a:pt x="44667" y="26425"/>
                            <a:pt x="51333" y="25736"/>
                            <a:pt x="58000" y="26000"/>
                          </a:cubicBezTo>
                          <a:close/>
                          <a:moveTo>
                            <a:pt x="8000" y="20000"/>
                          </a:moveTo>
                          <a:cubicBezTo>
                            <a:pt x="8911" y="26222"/>
                            <a:pt x="7591" y="32444"/>
                            <a:pt x="8000" y="38667"/>
                          </a:cubicBezTo>
                          <a:cubicBezTo>
                            <a:pt x="7231" y="44889"/>
                            <a:pt x="7135" y="51111"/>
                            <a:pt x="8000" y="57333"/>
                          </a:cubicBezTo>
                          <a:cubicBezTo>
                            <a:pt x="8296" y="63556"/>
                            <a:pt x="8764" y="69778"/>
                            <a:pt x="8000" y="76000"/>
                          </a:cubicBezTo>
                          <a:cubicBezTo>
                            <a:pt x="14667" y="76080"/>
                            <a:pt x="21333" y="75143"/>
                            <a:pt x="28000" y="76000"/>
                          </a:cubicBezTo>
                          <a:cubicBezTo>
                            <a:pt x="34667" y="76127"/>
                            <a:pt x="41333" y="76007"/>
                            <a:pt x="48000" y="76000"/>
                          </a:cubicBezTo>
                          <a:cubicBezTo>
                            <a:pt x="54667" y="74990"/>
                            <a:pt x="61333" y="76320"/>
                            <a:pt x="68000" y="76000"/>
                          </a:cubicBezTo>
                          <a:cubicBezTo>
                            <a:pt x="74667" y="76160"/>
                            <a:pt x="81333" y="74941"/>
                            <a:pt x="88000" y="76000"/>
                          </a:cubicBezTo>
                          <a:cubicBezTo>
                            <a:pt x="86985" y="69778"/>
                            <a:pt x="88814" y="63556"/>
                            <a:pt x="88000" y="57333"/>
                          </a:cubicBezTo>
                          <a:cubicBezTo>
                            <a:pt x="89062" y="51111"/>
                            <a:pt x="86945" y="44889"/>
                            <a:pt x="88000" y="38667"/>
                          </a:cubicBezTo>
                          <a:cubicBezTo>
                            <a:pt x="88324" y="32444"/>
                            <a:pt x="88865" y="26222"/>
                            <a:pt x="88000" y="20000"/>
                          </a:cubicBezTo>
                          <a:cubicBezTo>
                            <a:pt x="81333" y="21135"/>
                            <a:pt x="74667" y="18910"/>
                            <a:pt x="68000" y="20000"/>
                          </a:cubicBezTo>
                          <a:cubicBezTo>
                            <a:pt x="61333" y="19053"/>
                            <a:pt x="54667" y="20817"/>
                            <a:pt x="48000" y="20000"/>
                          </a:cubicBezTo>
                          <a:cubicBezTo>
                            <a:pt x="41333" y="19716"/>
                            <a:pt x="34667" y="20839"/>
                            <a:pt x="28000" y="20000"/>
                          </a:cubicBezTo>
                          <a:cubicBezTo>
                            <a:pt x="21333" y="20077"/>
                            <a:pt x="14667" y="19099"/>
                            <a:pt x="8000" y="20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4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40 Reports</a:t>
            </a:r>
          </a:p>
        </p:txBody>
      </p:sp>
      <p:sp>
        <p:nvSpPr>
          <p:cNvPr id="105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trail-0117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F08 · How It Works</a:t>
            </a:r>
          </a:p>
        </p:txBody>
      </p:sp>
      <p:grpSp>
        <p:nvGrpSpPr>
          <p:cNvPr id="102" name="40 Reports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3" name="40 Reports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8000" y="20000"/>
                  </a:moveTo>
                  <a:cubicBezTo>
                    <a:pt x="8000" y="38667"/>
                    <a:pt x="8000" y="57333"/>
                    <a:pt x="8000" y="76000"/>
                  </a:cubicBezTo>
                  <a:cubicBezTo>
                    <a:pt x="34667" y="76000"/>
                    <a:pt x="61333" y="76000"/>
                    <a:pt x="88000" y="76000"/>
                  </a:cubicBezTo>
                  <a:cubicBezTo>
                    <a:pt x="88000" y="57333"/>
                    <a:pt x="88000" y="38667"/>
                    <a:pt x="88000" y="20000"/>
                  </a:cubicBezTo>
                  <a:cubicBezTo>
                    <a:pt x="61333" y="20000"/>
                    <a:pt x="34667" y="20000"/>
                    <a:pt x="8000" y="20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40 Reports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702945 w 822960"/>
                <a:gd name="csY0" fmla="*/ 325755 h 822960"/>
                <a:gd name="csX1" fmla="*/ 531495 w 822960"/>
                <a:gd name="csY1" fmla="*/ 325755 h 822960"/>
                <a:gd name="csX2" fmla="*/ 531495 w 822960"/>
                <a:gd name="csY2" fmla="*/ 222885 h 822960"/>
                <a:gd name="csX3" fmla="*/ 702945 w 822960"/>
                <a:gd name="csY3" fmla="*/ 222885 h 822960"/>
                <a:gd name="csX4" fmla="*/ 702945 w 822960"/>
                <a:gd name="csY4" fmla="*/ 325755 h 822960"/>
                <a:gd name="csX5" fmla="*/ 702945 w 822960"/>
                <a:gd name="csY5" fmla="*/ 462915 h 822960"/>
                <a:gd name="csX6" fmla="*/ 531495 w 822960"/>
                <a:gd name="csY6" fmla="*/ 462915 h 822960"/>
                <a:gd name="csX7" fmla="*/ 531495 w 822960"/>
                <a:gd name="csY7" fmla="*/ 360045 h 822960"/>
                <a:gd name="csX8" fmla="*/ 702945 w 822960"/>
                <a:gd name="csY8" fmla="*/ 360045 h 822960"/>
                <a:gd name="csX9" fmla="*/ 702945 w 822960"/>
                <a:gd name="csY9" fmla="*/ 462915 h 822960"/>
                <a:gd name="csX10" fmla="*/ 702945 w 822960"/>
                <a:gd name="csY10" fmla="*/ 600075 h 822960"/>
                <a:gd name="csX11" fmla="*/ 531495 w 822960"/>
                <a:gd name="csY11" fmla="*/ 600075 h 822960"/>
                <a:gd name="csX12" fmla="*/ 531495 w 822960"/>
                <a:gd name="csY12" fmla="*/ 497205 h 822960"/>
                <a:gd name="csX13" fmla="*/ 702945 w 822960"/>
                <a:gd name="csY13" fmla="*/ 497205 h 822960"/>
                <a:gd name="csX14" fmla="*/ 702945 w 822960"/>
                <a:gd name="csY14" fmla="*/ 600075 h 822960"/>
                <a:gd name="csX15" fmla="*/ 325755 w 822960"/>
                <a:gd name="csY15" fmla="*/ 600075 h 822960"/>
                <a:gd name="csX16" fmla="*/ 325755 w 822960"/>
                <a:gd name="csY16" fmla="*/ 497205 h 822960"/>
                <a:gd name="csX17" fmla="*/ 497205 w 822960"/>
                <a:gd name="csY17" fmla="*/ 497205 h 822960"/>
                <a:gd name="csX18" fmla="*/ 497205 w 822960"/>
                <a:gd name="csY18" fmla="*/ 600075 h 822960"/>
                <a:gd name="csX19" fmla="*/ 325755 w 822960"/>
                <a:gd name="csY19" fmla="*/ 600075 h 822960"/>
                <a:gd name="csX20" fmla="*/ 120015 w 822960"/>
                <a:gd name="csY20" fmla="*/ 600075 h 822960"/>
                <a:gd name="csX21" fmla="*/ 120015 w 822960"/>
                <a:gd name="csY21" fmla="*/ 497205 h 822960"/>
                <a:gd name="csX22" fmla="*/ 291465 w 822960"/>
                <a:gd name="csY22" fmla="*/ 497205 h 822960"/>
                <a:gd name="csX23" fmla="*/ 291465 w 822960"/>
                <a:gd name="csY23" fmla="*/ 600075 h 822960"/>
                <a:gd name="csX24" fmla="*/ 120015 w 822960"/>
                <a:gd name="csY24" fmla="*/ 600075 h 822960"/>
                <a:gd name="csX25" fmla="*/ 120015 w 822960"/>
                <a:gd name="csY25" fmla="*/ 360045 h 822960"/>
                <a:gd name="csX26" fmla="*/ 291465 w 822960"/>
                <a:gd name="csY26" fmla="*/ 360045 h 822960"/>
                <a:gd name="csX27" fmla="*/ 291465 w 822960"/>
                <a:gd name="csY27" fmla="*/ 462915 h 822960"/>
                <a:gd name="csX28" fmla="*/ 120015 w 822960"/>
                <a:gd name="csY28" fmla="*/ 462915 h 822960"/>
                <a:gd name="csX29" fmla="*/ 120015 w 822960"/>
                <a:gd name="csY29" fmla="*/ 360045 h 822960"/>
                <a:gd name="csX30" fmla="*/ 120015 w 822960"/>
                <a:gd name="csY30" fmla="*/ 222885 h 822960"/>
                <a:gd name="csX31" fmla="*/ 291465 w 822960"/>
                <a:gd name="csY31" fmla="*/ 222885 h 822960"/>
                <a:gd name="csX32" fmla="*/ 291465 w 822960"/>
                <a:gd name="csY32" fmla="*/ 325755 h 822960"/>
                <a:gd name="csX33" fmla="*/ 120015 w 822960"/>
                <a:gd name="csY33" fmla="*/ 325755 h 822960"/>
                <a:gd name="csX34" fmla="*/ 120015 w 822960"/>
                <a:gd name="csY34" fmla="*/ 222885 h 822960"/>
                <a:gd name="csX35" fmla="*/ 497205 w 822960"/>
                <a:gd name="csY35" fmla="*/ 360045 h 822960"/>
                <a:gd name="csX36" fmla="*/ 497205 w 822960"/>
                <a:gd name="csY36" fmla="*/ 462915 h 822960"/>
                <a:gd name="csX37" fmla="*/ 325755 w 822960"/>
                <a:gd name="csY37" fmla="*/ 462915 h 822960"/>
                <a:gd name="csX38" fmla="*/ 325755 w 822960"/>
                <a:gd name="csY38" fmla="*/ 360045 h 822960"/>
                <a:gd name="csX39" fmla="*/ 497205 w 822960"/>
                <a:gd name="csY39" fmla="*/ 360045 h 822960"/>
                <a:gd name="csX40" fmla="*/ 497205 w 822960"/>
                <a:gd name="csY40" fmla="*/ 222885 h 822960"/>
                <a:gd name="csX41" fmla="*/ 497205 w 822960"/>
                <a:gd name="csY41" fmla="*/ 325755 h 822960"/>
                <a:gd name="csX42" fmla="*/ 325755 w 822960"/>
                <a:gd name="csY42" fmla="*/ 325755 h 822960"/>
                <a:gd name="csX43" fmla="*/ 325755 w 822960"/>
                <a:gd name="csY43" fmla="*/ 222885 h 822960"/>
                <a:gd name="csX44" fmla="*/ 497205 w 822960"/>
                <a:gd name="csY44" fmla="*/ 222885 h 822960"/>
                <a:gd name="csX45" fmla="*/ 68580 w 822960"/>
                <a:gd name="csY45" fmla="*/ 171450 h 822960"/>
                <a:gd name="csX46" fmla="*/ 68580 w 822960"/>
                <a:gd name="csY46" fmla="*/ 331472 h 822960"/>
                <a:gd name="csX47" fmla="*/ 68580 w 822960"/>
                <a:gd name="csY47" fmla="*/ 491487 h 822960"/>
                <a:gd name="csX48" fmla="*/ 68580 w 822960"/>
                <a:gd name="csY48" fmla="*/ 651510 h 822960"/>
                <a:gd name="csX49" fmla="*/ 240030 w 822960"/>
                <a:gd name="csY49" fmla="*/ 651510 h 822960"/>
                <a:gd name="csX50" fmla="*/ 411480 w 822960"/>
                <a:gd name="csY50" fmla="*/ 651510 h 822960"/>
                <a:gd name="csX51" fmla="*/ 582930 w 822960"/>
                <a:gd name="csY51" fmla="*/ 651510 h 822960"/>
                <a:gd name="csX52" fmla="*/ 754380 w 822960"/>
                <a:gd name="csY52" fmla="*/ 651510 h 822960"/>
                <a:gd name="csX53" fmla="*/ 754380 w 822960"/>
                <a:gd name="csY53" fmla="*/ 491487 h 822960"/>
                <a:gd name="csX54" fmla="*/ 754380 w 822960"/>
                <a:gd name="csY54" fmla="*/ 331472 h 822960"/>
                <a:gd name="csX55" fmla="*/ 754380 w 822960"/>
                <a:gd name="csY55" fmla="*/ 171450 h 822960"/>
                <a:gd name="csX56" fmla="*/ 582930 w 822960"/>
                <a:gd name="csY56" fmla="*/ 171450 h 822960"/>
                <a:gd name="csX57" fmla="*/ 411480 w 822960"/>
                <a:gd name="csY57" fmla="*/ 171450 h 822960"/>
                <a:gd name="csX58" fmla="*/ 240030 w 822960"/>
                <a:gd name="csY58" fmla="*/ 171450 h 822960"/>
                <a:gd name="csX59" fmla="*/ 68580 w 822960"/>
                <a:gd name="csY59" fmla="*/ 17145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</a:cxnLst>
              <a:rect l="l" t="t" r="r" b="b"/>
              <a:pathLst>
                <a:path w="822960" h="822960" extrusionOk="0">
                  <a:moveTo>
                    <a:pt x="702945" y="325755"/>
                  </a:moveTo>
                  <a:cubicBezTo>
                    <a:pt x="634098" y="330944"/>
                    <a:pt x="591718" y="323308"/>
                    <a:pt x="531495" y="325755"/>
                  </a:cubicBezTo>
                  <a:cubicBezTo>
                    <a:pt x="531307" y="289278"/>
                    <a:pt x="543442" y="256433"/>
                    <a:pt x="531495" y="222885"/>
                  </a:cubicBezTo>
                  <a:cubicBezTo>
                    <a:pt x="585857" y="221203"/>
                    <a:pt x="629237" y="231518"/>
                    <a:pt x="702945" y="222885"/>
                  </a:cubicBezTo>
                  <a:cubicBezTo>
                    <a:pt x="707364" y="254744"/>
                    <a:pt x="703941" y="288615"/>
                    <a:pt x="702945" y="325755"/>
                  </a:cubicBezTo>
                  <a:close/>
                  <a:moveTo>
                    <a:pt x="702945" y="462915"/>
                  </a:moveTo>
                  <a:cubicBezTo>
                    <a:pt x="645965" y="445325"/>
                    <a:pt x="594454" y="483144"/>
                    <a:pt x="531495" y="462915"/>
                  </a:cubicBezTo>
                  <a:cubicBezTo>
                    <a:pt x="533229" y="432031"/>
                    <a:pt x="532404" y="388217"/>
                    <a:pt x="531495" y="360045"/>
                  </a:cubicBezTo>
                  <a:cubicBezTo>
                    <a:pt x="582559" y="375359"/>
                    <a:pt x="640575" y="352362"/>
                    <a:pt x="702945" y="360045"/>
                  </a:cubicBezTo>
                  <a:cubicBezTo>
                    <a:pt x="711233" y="395710"/>
                    <a:pt x="694437" y="437256"/>
                    <a:pt x="702945" y="462915"/>
                  </a:cubicBezTo>
                  <a:close/>
                  <a:moveTo>
                    <a:pt x="702945" y="600075"/>
                  </a:moveTo>
                  <a:cubicBezTo>
                    <a:pt x="640535" y="601391"/>
                    <a:pt x="587727" y="592617"/>
                    <a:pt x="531495" y="600075"/>
                  </a:cubicBezTo>
                  <a:cubicBezTo>
                    <a:pt x="539019" y="558630"/>
                    <a:pt x="534533" y="533574"/>
                    <a:pt x="531495" y="497205"/>
                  </a:cubicBezTo>
                  <a:cubicBezTo>
                    <a:pt x="603656" y="489667"/>
                    <a:pt x="650721" y="488981"/>
                    <a:pt x="702945" y="497205"/>
                  </a:cubicBezTo>
                  <a:cubicBezTo>
                    <a:pt x="707109" y="535766"/>
                    <a:pt x="699089" y="573695"/>
                    <a:pt x="702945" y="600075"/>
                  </a:cubicBezTo>
                  <a:close/>
                  <a:moveTo>
                    <a:pt x="325755" y="600075"/>
                  </a:moveTo>
                  <a:cubicBezTo>
                    <a:pt x="319365" y="562980"/>
                    <a:pt x="319296" y="533801"/>
                    <a:pt x="325755" y="497205"/>
                  </a:cubicBezTo>
                  <a:cubicBezTo>
                    <a:pt x="382985" y="491894"/>
                    <a:pt x="443165" y="519907"/>
                    <a:pt x="497205" y="497205"/>
                  </a:cubicBezTo>
                  <a:cubicBezTo>
                    <a:pt x="491193" y="525772"/>
                    <a:pt x="492997" y="563321"/>
                    <a:pt x="497205" y="600075"/>
                  </a:cubicBezTo>
                  <a:cubicBezTo>
                    <a:pt x="430875" y="617335"/>
                    <a:pt x="394021" y="596994"/>
                    <a:pt x="325755" y="600075"/>
                  </a:cubicBezTo>
                  <a:close/>
                  <a:moveTo>
                    <a:pt x="120015" y="600075"/>
                  </a:moveTo>
                  <a:cubicBezTo>
                    <a:pt x="108065" y="571913"/>
                    <a:pt x="125124" y="531829"/>
                    <a:pt x="120015" y="497205"/>
                  </a:cubicBezTo>
                  <a:cubicBezTo>
                    <a:pt x="190393" y="497218"/>
                    <a:pt x="234958" y="497458"/>
                    <a:pt x="291465" y="497205"/>
                  </a:cubicBezTo>
                  <a:cubicBezTo>
                    <a:pt x="291763" y="524458"/>
                    <a:pt x="294090" y="565400"/>
                    <a:pt x="291465" y="600075"/>
                  </a:cubicBezTo>
                  <a:cubicBezTo>
                    <a:pt x="228223" y="602239"/>
                    <a:pt x="186884" y="597581"/>
                    <a:pt x="120015" y="600075"/>
                  </a:cubicBezTo>
                  <a:close/>
                  <a:moveTo>
                    <a:pt x="120015" y="360045"/>
                  </a:moveTo>
                  <a:cubicBezTo>
                    <a:pt x="184567" y="347841"/>
                    <a:pt x="230238" y="375727"/>
                    <a:pt x="291465" y="360045"/>
                  </a:cubicBezTo>
                  <a:cubicBezTo>
                    <a:pt x="299301" y="397771"/>
                    <a:pt x="281501" y="425478"/>
                    <a:pt x="291465" y="462915"/>
                  </a:cubicBezTo>
                  <a:cubicBezTo>
                    <a:pt x="237067" y="448014"/>
                    <a:pt x="181563" y="459757"/>
                    <a:pt x="120015" y="462915"/>
                  </a:cubicBezTo>
                  <a:cubicBezTo>
                    <a:pt x="107594" y="426052"/>
                    <a:pt x="121843" y="384140"/>
                    <a:pt x="120015" y="360045"/>
                  </a:cubicBezTo>
                  <a:close/>
                  <a:moveTo>
                    <a:pt x="120015" y="222885"/>
                  </a:moveTo>
                  <a:cubicBezTo>
                    <a:pt x="162596" y="224558"/>
                    <a:pt x="231058" y="235623"/>
                    <a:pt x="291465" y="222885"/>
                  </a:cubicBezTo>
                  <a:cubicBezTo>
                    <a:pt x="291061" y="254474"/>
                    <a:pt x="297572" y="300057"/>
                    <a:pt x="291465" y="325755"/>
                  </a:cubicBezTo>
                  <a:cubicBezTo>
                    <a:pt x="227361" y="329001"/>
                    <a:pt x="167948" y="330864"/>
                    <a:pt x="120015" y="325755"/>
                  </a:cubicBezTo>
                  <a:cubicBezTo>
                    <a:pt x="125621" y="286634"/>
                    <a:pt x="119598" y="256555"/>
                    <a:pt x="120015" y="222885"/>
                  </a:cubicBezTo>
                  <a:close/>
                  <a:moveTo>
                    <a:pt x="497205" y="360045"/>
                  </a:moveTo>
                  <a:cubicBezTo>
                    <a:pt x="481202" y="396545"/>
                    <a:pt x="494625" y="431249"/>
                    <a:pt x="497205" y="462915"/>
                  </a:cubicBezTo>
                  <a:cubicBezTo>
                    <a:pt x="443382" y="464200"/>
                    <a:pt x="385909" y="450963"/>
                    <a:pt x="325755" y="462915"/>
                  </a:cubicBezTo>
                  <a:cubicBezTo>
                    <a:pt x="320019" y="431143"/>
                    <a:pt x="327666" y="394341"/>
                    <a:pt x="325755" y="360045"/>
                  </a:cubicBezTo>
                  <a:cubicBezTo>
                    <a:pt x="388597" y="357080"/>
                    <a:pt x="438109" y="350575"/>
                    <a:pt x="497205" y="360045"/>
                  </a:cubicBezTo>
                  <a:close/>
                  <a:moveTo>
                    <a:pt x="497205" y="222885"/>
                  </a:moveTo>
                  <a:cubicBezTo>
                    <a:pt x="512055" y="255883"/>
                    <a:pt x="498393" y="293087"/>
                    <a:pt x="497205" y="325755"/>
                  </a:cubicBezTo>
                  <a:cubicBezTo>
                    <a:pt x="430087" y="329069"/>
                    <a:pt x="384079" y="335305"/>
                    <a:pt x="325755" y="325755"/>
                  </a:cubicBezTo>
                  <a:cubicBezTo>
                    <a:pt x="329825" y="288421"/>
                    <a:pt x="326726" y="257157"/>
                    <a:pt x="325755" y="222885"/>
                  </a:cubicBezTo>
                  <a:cubicBezTo>
                    <a:pt x="383345" y="220400"/>
                    <a:pt x="444230" y="217458"/>
                    <a:pt x="497205" y="222885"/>
                  </a:cubicBezTo>
                  <a:close/>
                  <a:moveTo>
                    <a:pt x="68580" y="171450"/>
                  </a:moveTo>
                  <a:cubicBezTo>
                    <a:pt x="65685" y="222283"/>
                    <a:pt x="52981" y="278339"/>
                    <a:pt x="68580" y="331472"/>
                  </a:cubicBezTo>
                  <a:cubicBezTo>
                    <a:pt x="65367" y="375725"/>
                    <a:pt x="69500" y="436025"/>
                    <a:pt x="68580" y="491487"/>
                  </a:cubicBezTo>
                  <a:cubicBezTo>
                    <a:pt x="69444" y="529954"/>
                    <a:pt x="87529" y="595376"/>
                    <a:pt x="68580" y="651510"/>
                  </a:cubicBezTo>
                  <a:cubicBezTo>
                    <a:pt x="120843" y="640078"/>
                    <a:pt x="185589" y="644912"/>
                    <a:pt x="240030" y="651510"/>
                  </a:cubicBezTo>
                  <a:cubicBezTo>
                    <a:pt x="311332" y="658714"/>
                    <a:pt x="355622" y="647968"/>
                    <a:pt x="411480" y="651510"/>
                  </a:cubicBezTo>
                  <a:cubicBezTo>
                    <a:pt x="474196" y="635125"/>
                    <a:pt x="534366" y="665227"/>
                    <a:pt x="582930" y="651510"/>
                  </a:cubicBezTo>
                  <a:cubicBezTo>
                    <a:pt x="628468" y="650235"/>
                    <a:pt x="691704" y="645756"/>
                    <a:pt x="754380" y="651510"/>
                  </a:cubicBezTo>
                  <a:cubicBezTo>
                    <a:pt x="753856" y="591756"/>
                    <a:pt x="761616" y="546137"/>
                    <a:pt x="754380" y="491487"/>
                  </a:cubicBezTo>
                  <a:cubicBezTo>
                    <a:pt x="771954" y="439190"/>
                    <a:pt x="746289" y="384063"/>
                    <a:pt x="754380" y="331472"/>
                  </a:cubicBezTo>
                  <a:cubicBezTo>
                    <a:pt x="753355" y="275707"/>
                    <a:pt x="758059" y="237944"/>
                    <a:pt x="754380" y="171450"/>
                  </a:cubicBezTo>
                  <a:cubicBezTo>
                    <a:pt x="698855" y="179390"/>
                    <a:pt x="635865" y="159516"/>
                    <a:pt x="582930" y="171450"/>
                  </a:cubicBezTo>
                  <a:cubicBezTo>
                    <a:pt x="530851" y="164074"/>
                    <a:pt x="451484" y="177745"/>
                    <a:pt x="411480" y="171450"/>
                  </a:cubicBezTo>
                  <a:cubicBezTo>
                    <a:pt x="365834" y="161583"/>
                    <a:pt x="311110" y="172186"/>
                    <a:pt x="240030" y="171450"/>
                  </a:cubicBezTo>
                  <a:cubicBezTo>
                    <a:pt x="192197" y="179263"/>
                    <a:pt x="135212" y="169227"/>
                    <a:pt x="68580" y="17145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0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82000" y="38000"/>
                          </a:moveTo>
                          <a:cubicBezTo>
                            <a:pt x="75333" y="38140"/>
                            <a:pt x="68667" y="37731"/>
                            <a:pt x="62000" y="38000"/>
                          </a:cubicBezTo>
                          <a:cubicBezTo>
                            <a:pt x="62637" y="34000"/>
                            <a:pt x="62641" y="30000"/>
                            <a:pt x="62000" y="26000"/>
                          </a:cubicBezTo>
                          <a:cubicBezTo>
                            <a:pt x="68667" y="25791"/>
                            <a:pt x="75333" y="26709"/>
                            <a:pt x="82000" y="26000"/>
                          </a:cubicBezTo>
                          <a:cubicBezTo>
                            <a:pt x="81877" y="30000"/>
                            <a:pt x="81999" y="34000"/>
                            <a:pt x="82000" y="38000"/>
                          </a:cubicBezTo>
                          <a:close/>
                          <a:moveTo>
                            <a:pt x="82000" y="54000"/>
                          </a:moveTo>
                          <a:cubicBezTo>
                            <a:pt x="75333" y="53167"/>
                            <a:pt x="68667" y="55115"/>
                            <a:pt x="62000" y="54000"/>
                          </a:cubicBezTo>
                          <a:cubicBezTo>
                            <a:pt x="62327" y="50000"/>
                            <a:pt x="62430" y="46000"/>
                            <a:pt x="62000" y="42000"/>
                          </a:cubicBezTo>
                          <a:cubicBezTo>
                            <a:pt x="68667" y="42972"/>
                            <a:pt x="75333" y="42073"/>
                            <a:pt x="82000" y="42000"/>
                          </a:cubicBezTo>
                          <a:cubicBezTo>
                            <a:pt x="82035" y="46000"/>
                            <a:pt x="81437" y="50000"/>
                            <a:pt x="82000" y="54000"/>
                          </a:cubicBezTo>
                          <a:close/>
                          <a:moveTo>
                            <a:pt x="82000" y="70000"/>
                          </a:moveTo>
                          <a:cubicBezTo>
                            <a:pt x="75333" y="70976"/>
                            <a:pt x="68667" y="70986"/>
                            <a:pt x="62000" y="70000"/>
                          </a:cubicBezTo>
                          <a:cubicBezTo>
                            <a:pt x="62427" y="66000"/>
                            <a:pt x="61539" y="62000"/>
                            <a:pt x="62000" y="58000"/>
                          </a:cubicBezTo>
                          <a:cubicBezTo>
                            <a:pt x="68667" y="57446"/>
                            <a:pt x="75333" y="57613"/>
                            <a:pt x="82000" y="58000"/>
                          </a:cubicBezTo>
                          <a:cubicBezTo>
                            <a:pt x="82251" y="62000"/>
                            <a:pt x="81537" y="66000"/>
                            <a:pt x="82000" y="70000"/>
                          </a:cubicBezTo>
                          <a:close/>
                          <a:moveTo>
                            <a:pt x="38000" y="70000"/>
                          </a:moveTo>
                          <a:cubicBezTo>
                            <a:pt x="37531" y="66000"/>
                            <a:pt x="38233" y="62000"/>
                            <a:pt x="38000" y="58000"/>
                          </a:cubicBezTo>
                          <a:cubicBezTo>
                            <a:pt x="44667" y="57196"/>
                            <a:pt x="51333" y="59078"/>
                            <a:pt x="58000" y="58000"/>
                          </a:cubicBezTo>
                          <a:cubicBezTo>
                            <a:pt x="58079" y="62000"/>
                            <a:pt x="57350" y="66000"/>
                            <a:pt x="58000" y="70000"/>
                          </a:cubicBezTo>
                          <a:cubicBezTo>
                            <a:pt x="51333" y="70326"/>
                            <a:pt x="44667" y="70592"/>
                            <a:pt x="38000" y="70000"/>
                          </a:cubicBezTo>
                          <a:close/>
                          <a:moveTo>
                            <a:pt x="14000" y="70000"/>
                          </a:moveTo>
                          <a:cubicBezTo>
                            <a:pt x="13333" y="66000"/>
                            <a:pt x="13955" y="62000"/>
                            <a:pt x="14000" y="58000"/>
                          </a:cubicBezTo>
                          <a:cubicBezTo>
                            <a:pt x="20667" y="58768"/>
                            <a:pt x="27333" y="57815"/>
                            <a:pt x="34000" y="58000"/>
                          </a:cubicBezTo>
                          <a:cubicBezTo>
                            <a:pt x="34714" y="62000"/>
                            <a:pt x="33415" y="66000"/>
                            <a:pt x="34000" y="70000"/>
                          </a:cubicBezTo>
                          <a:cubicBezTo>
                            <a:pt x="27333" y="69236"/>
                            <a:pt x="20667" y="70043"/>
                            <a:pt x="14000" y="70000"/>
                          </a:cubicBezTo>
                          <a:close/>
                          <a:moveTo>
                            <a:pt x="14000" y="42000"/>
                          </a:moveTo>
                          <a:cubicBezTo>
                            <a:pt x="20667" y="41197"/>
                            <a:pt x="27333" y="42265"/>
                            <a:pt x="34000" y="42000"/>
                          </a:cubicBezTo>
                          <a:cubicBezTo>
                            <a:pt x="34411" y="46000"/>
                            <a:pt x="33477" y="50000"/>
                            <a:pt x="34000" y="54000"/>
                          </a:cubicBezTo>
                          <a:cubicBezTo>
                            <a:pt x="27333" y="52917"/>
                            <a:pt x="20667" y="53576"/>
                            <a:pt x="14000" y="54000"/>
                          </a:cubicBezTo>
                          <a:cubicBezTo>
                            <a:pt x="13294" y="50000"/>
                            <a:pt x="14359" y="46000"/>
                            <a:pt x="14000" y="42000"/>
                          </a:cubicBezTo>
                          <a:close/>
                          <a:moveTo>
                            <a:pt x="14000" y="26000"/>
                          </a:moveTo>
                          <a:cubicBezTo>
                            <a:pt x="20667" y="25505"/>
                            <a:pt x="27333" y="26498"/>
                            <a:pt x="34000" y="26000"/>
                          </a:cubicBezTo>
                          <a:cubicBezTo>
                            <a:pt x="34549" y="30000"/>
                            <a:pt x="34526" y="34000"/>
                            <a:pt x="34000" y="38000"/>
                          </a:cubicBezTo>
                          <a:cubicBezTo>
                            <a:pt x="27333" y="39133"/>
                            <a:pt x="20667" y="37613"/>
                            <a:pt x="14000" y="38000"/>
                          </a:cubicBezTo>
                          <a:cubicBezTo>
                            <a:pt x="13810" y="34000"/>
                            <a:pt x="14568" y="30000"/>
                            <a:pt x="14000" y="26000"/>
                          </a:cubicBezTo>
                          <a:close/>
                          <a:moveTo>
                            <a:pt x="58000" y="42000"/>
                          </a:moveTo>
                          <a:cubicBezTo>
                            <a:pt x="57304" y="46000"/>
                            <a:pt x="58639" y="50000"/>
                            <a:pt x="58000" y="54000"/>
                          </a:cubicBezTo>
                          <a:cubicBezTo>
                            <a:pt x="51333" y="54091"/>
                            <a:pt x="44667" y="53503"/>
                            <a:pt x="38000" y="54000"/>
                          </a:cubicBezTo>
                          <a:cubicBezTo>
                            <a:pt x="38056" y="50000"/>
                            <a:pt x="38045" y="46000"/>
                            <a:pt x="38000" y="42000"/>
                          </a:cubicBezTo>
                          <a:cubicBezTo>
                            <a:pt x="44667" y="42350"/>
                            <a:pt x="51333" y="40892"/>
                            <a:pt x="58000" y="42000"/>
                          </a:cubicBezTo>
                          <a:close/>
                          <a:moveTo>
                            <a:pt x="58000" y="26000"/>
                          </a:moveTo>
                          <a:cubicBezTo>
                            <a:pt x="58605" y="30000"/>
                            <a:pt x="57376" y="34000"/>
                            <a:pt x="58000" y="38000"/>
                          </a:cubicBezTo>
                          <a:cubicBezTo>
                            <a:pt x="51333" y="37721"/>
                            <a:pt x="44667" y="38535"/>
                            <a:pt x="38000" y="38000"/>
                          </a:cubicBezTo>
                          <a:cubicBezTo>
                            <a:pt x="37345" y="34000"/>
                            <a:pt x="37979" y="30000"/>
                            <a:pt x="38000" y="26000"/>
                          </a:cubicBezTo>
                          <a:cubicBezTo>
                            <a:pt x="44667" y="26425"/>
                            <a:pt x="51333" y="25736"/>
                            <a:pt x="58000" y="26000"/>
                          </a:cubicBezTo>
                          <a:close/>
                          <a:moveTo>
                            <a:pt x="8000" y="20000"/>
                          </a:moveTo>
                          <a:cubicBezTo>
                            <a:pt x="8911" y="26222"/>
                            <a:pt x="7591" y="32444"/>
                            <a:pt x="8000" y="38667"/>
                          </a:cubicBezTo>
                          <a:cubicBezTo>
                            <a:pt x="7231" y="44889"/>
                            <a:pt x="7135" y="51111"/>
                            <a:pt x="8000" y="57333"/>
                          </a:cubicBezTo>
                          <a:cubicBezTo>
                            <a:pt x="8296" y="63556"/>
                            <a:pt x="8764" y="69778"/>
                            <a:pt x="8000" y="76000"/>
                          </a:cubicBezTo>
                          <a:cubicBezTo>
                            <a:pt x="14667" y="76080"/>
                            <a:pt x="21333" y="75143"/>
                            <a:pt x="28000" y="76000"/>
                          </a:cubicBezTo>
                          <a:cubicBezTo>
                            <a:pt x="34667" y="76127"/>
                            <a:pt x="41333" y="76007"/>
                            <a:pt x="48000" y="76000"/>
                          </a:cubicBezTo>
                          <a:cubicBezTo>
                            <a:pt x="54667" y="74990"/>
                            <a:pt x="61333" y="76320"/>
                            <a:pt x="68000" y="76000"/>
                          </a:cubicBezTo>
                          <a:cubicBezTo>
                            <a:pt x="74667" y="76160"/>
                            <a:pt x="81333" y="74941"/>
                            <a:pt x="88000" y="76000"/>
                          </a:cubicBezTo>
                          <a:cubicBezTo>
                            <a:pt x="86985" y="69778"/>
                            <a:pt x="88814" y="63556"/>
                            <a:pt x="88000" y="57333"/>
                          </a:cubicBezTo>
                          <a:cubicBezTo>
                            <a:pt x="89062" y="51111"/>
                            <a:pt x="86945" y="44889"/>
                            <a:pt x="88000" y="38667"/>
                          </a:cubicBezTo>
                          <a:cubicBezTo>
                            <a:pt x="88324" y="32444"/>
                            <a:pt x="88865" y="26222"/>
                            <a:pt x="88000" y="20000"/>
                          </a:cubicBezTo>
                          <a:cubicBezTo>
                            <a:pt x="81333" y="21135"/>
                            <a:pt x="74667" y="18910"/>
                            <a:pt x="68000" y="20000"/>
                          </a:cubicBezTo>
                          <a:cubicBezTo>
                            <a:pt x="61333" y="19053"/>
                            <a:pt x="54667" y="20817"/>
                            <a:pt x="48000" y="20000"/>
                          </a:cubicBezTo>
                          <a:cubicBezTo>
                            <a:pt x="41333" y="19716"/>
                            <a:pt x="34667" y="20839"/>
                            <a:pt x="28000" y="20000"/>
                          </a:cubicBezTo>
                          <a:cubicBezTo>
                            <a:pt x="21333" y="20077"/>
                            <a:pt x="14667" y="19099"/>
                            <a:pt x="8000" y="20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4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40 Reports</a:t>
            </a:r>
          </a:p>
        </p:txBody>
      </p:sp>
      <p:sp>
        <p:nvSpPr>
          <p:cNvPr id="105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trail-0117</a:t>
            </a:r>
          </a:p>
        </p:txBody>
      </p:sp>
      <p:cxnSp>
        <p:nvCxnSpPr>
          <p:cNvPr id="106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07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one report at a time</a:t>
            </a:r>
          </a:p>
        </p:txBody>
      </p:sp>
      <p:sp>
        <p:nvSpPr>
          <p:cNvPr id="108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9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0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2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F08 · How It Works</a:t>
            </a:r>
          </a:p>
        </p:txBody>
      </p:sp>
      <p:grpSp>
        <p:nvGrpSpPr>
          <p:cNvPr id="102" name="40 Reports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3" name="40 Reports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8000" y="20000"/>
                  </a:moveTo>
                  <a:cubicBezTo>
                    <a:pt x="8000" y="38667"/>
                    <a:pt x="8000" y="57333"/>
                    <a:pt x="8000" y="76000"/>
                  </a:cubicBezTo>
                  <a:cubicBezTo>
                    <a:pt x="34667" y="76000"/>
                    <a:pt x="61333" y="76000"/>
                    <a:pt x="88000" y="76000"/>
                  </a:cubicBezTo>
                  <a:cubicBezTo>
                    <a:pt x="88000" y="57333"/>
                    <a:pt x="88000" y="38667"/>
                    <a:pt x="88000" y="20000"/>
                  </a:cubicBezTo>
                  <a:cubicBezTo>
                    <a:pt x="61333" y="20000"/>
                    <a:pt x="34667" y="20000"/>
                    <a:pt x="8000" y="20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40 Reports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702945 w 822960"/>
                <a:gd name="csY0" fmla="*/ 325755 h 822960"/>
                <a:gd name="csX1" fmla="*/ 531495 w 822960"/>
                <a:gd name="csY1" fmla="*/ 325755 h 822960"/>
                <a:gd name="csX2" fmla="*/ 531495 w 822960"/>
                <a:gd name="csY2" fmla="*/ 222885 h 822960"/>
                <a:gd name="csX3" fmla="*/ 702945 w 822960"/>
                <a:gd name="csY3" fmla="*/ 222885 h 822960"/>
                <a:gd name="csX4" fmla="*/ 702945 w 822960"/>
                <a:gd name="csY4" fmla="*/ 325755 h 822960"/>
                <a:gd name="csX5" fmla="*/ 702945 w 822960"/>
                <a:gd name="csY5" fmla="*/ 462915 h 822960"/>
                <a:gd name="csX6" fmla="*/ 531495 w 822960"/>
                <a:gd name="csY6" fmla="*/ 462915 h 822960"/>
                <a:gd name="csX7" fmla="*/ 531495 w 822960"/>
                <a:gd name="csY7" fmla="*/ 360045 h 822960"/>
                <a:gd name="csX8" fmla="*/ 702945 w 822960"/>
                <a:gd name="csY8" fmla="*/ 360045 h 822960"/>
                <a:gd name="csX9" fmla="*/ 702945 w 822960"/>
                <a:gd name="csY9" fmla="*/ 462915 h 822960"/>
                <a:gd name="csX10" fmla="*/ 702945 w 822960"/>
                <a:gd name="csY10" fmla="*/ 600075 h 822960"/>
                <a:gd name="csX11" fmla="*/ 531495 w 822960"/>
                <a:gd name="csY11" fmla="*/ 600075 h 822960"/>
                <a:gd name="csX12" fmla="*/ 531495 w 822960"/>
                <a:gd name="csY12" fmla="*/ 497205 h 822960"/>
                <a:gd name="csX13" fmla="*/ 702945 w 822960"/>
                <a:gd name="csY13" fmla="*/ 497205 h 822960"/>
                <a:gd name="csX14" fmla="*/ 702945 w 822960"/>
                <a:gd name="csY14" fmla="*/ 600075 h 822960"/>
                <a:gd name="csX15" fmla="*/ 325755 w 822960"/>
                <a:gd name="csY15" fmla="*/ 600075 h 822960"/>
                <a:gd name="csX16" fmla="*/ 325755 w 822960"/>
                <a:gd name="csY16" fmla="*/ 497205 h 822960"/>
                <a:gd name="csX17" fmla="*/ 497205 w 822960"/>
                <a:gd name="csY17" fmla="*/ 497205 h 822960"/>
                <a:gd name="csX18" fmla="*/ 497205 w 822960"/>
                <a:gd name="csY18" fmla="*/ 600075 h 822960"/>
                <a:gd name="csX19" fmla="*/ 325755 w 822960"/>
                <a:gd name="csY19" fmla="*/ 600075 h 822960"/>
                <a:gd name="csX20" fmla="*/ 120015 w 822960"/>
                <a:gd name="csY20" fmla="*/ 600075 h 822960"/>
                <a:gd name="csX21" fmla="*/ 120015 w 822960"/>
                <a:gd name="csY21" fmla="*/ 497205 h 822960"/>
                <a:gd name="csX22" fmla="*/ 291465 w 822960"/>
                <a:gd name="csY22" fmla="*/ 497205 h 822960"/>
                <a:gd name="csX23" fmla="*/ 291465 w 822960"/>
                <a:gd name="csY23" fmla="*/ 600075 h 822960"/>
                <a:gd name="csX24" fmla="*/ 120015 w 822960"/>
                <a:gd name="csY24" fmla="*/ 600075 h 822960"/>
                <a:gd name="csX25" fmla="*/ 120015 w 822960"/>
                <a:gd name="csY25" fmla="*/ 360045 h 822960"/>
                <a:gd name="csX26" fmla="*/ 291465 w 822960"/>
                <a:gd name="csY26" fmla="*/ 360045 h 822960"/>
                <a:gd name="csX27" fmla="*/ 291465 w 822960"/>
                <a:gd name="csY27" fmla="*/ 462915 h 822960"/>
                <a:gd name="csX28" fmla="*/ 120015 w 822960"/>
                <a:gd name="csY28" fmla="*/ 462915 h 822960"/>
                <a:gd name="csX29" fmla="*/ 120015 w 822960"/>
                <a:gd name="csY29" fmla="*/ 360045 h 822960"/>
                <a:gd name="csX30" fmla="*/ 120015 w 822960"/>
                <a:gd name="csY30" fmla="*/ 222885 h 822960"/>
                <a:gd name="csX31" fmla="*/ 291465 w 822960"/>
                <a:gd name="csY31" fmla="*/ 222885 h 822960"/>
                <a:gd name="csX32" fmla="*/ 291465 w 822960"/>
                <a:gd name="csY32" fmla="*/ 325755 h 822960"/>
                <a:gd name="csX33" fmla="*/ 120015 w 822960"/>
                <a:gd name="csY33" fmla="*/ 325755 h 822960"/>
                <a:gd name="csX34" fmla="*/ 120015 w 822960"/>
                <a:gd name="csY34" fmla="*/ 222885 h 822960"/>
                <a:gd name="csX35" fmla="*/ 497205 w 822960"/>
                <a:gd name="csY35" fmla="*/ 360045 h 822960"/>
                <a:gd name="csX36" fmla="*/ 497205 w 822960"/>
                <a:gd name="csY36" fmla="*/ 462915 h 822960"/>
                <a:gd name="csX37" fmla="*/ 325755 w 822960"/>
                <a:gd name="csY37" fmla="*/ 462915 h 822960"/>
                <a:gd name="csX38" fmla="*/ 325755 w 822960"/>
                <a:gd name="csY38" fmla="*/ 360045 h 822960"/>
                <a:gd name="csX39" fmla="*/ 497205 w 822960"/>
                <a:gd name="csY39" fmla="*/ 360045 h 822960"/>
                <a:gd name="csX40" fmla="*/ 497205 w 822960"/>
                <a:gd name="csY40" fmla="*/ 222885 h 822960"/>
                <a:gd name="csX41" fmla="*/ 497205 w 822960"/>
                <a:gd name="csY41" fmla="*/ 325755 h 822960"/>
                <a:gd name="csX42" fmla="*/ 325755 w 822960"/>
                <a:gd name="csY42" fmla="*/ 325755 h 822960"/>
                <a:gd name="csX43" fmla="*/ 325755 w 822960"/>
                <a:gd name="csY43" fmla="*/ 222885 h 822960"/>
                <a:gd name="csX44" fmla="*/ 497205 w 822960"/>
                <a:gd name="csY44" fmla="*/ 222885 h 822960"/>
                <a:gd name="csX45" fmla="*/ 68580 w 822960"/>
                <a:gd name="csY45" fmla="*/ 171450 h 822960"/>
                <a:gd name="csX46" fmla="*/ 68580 w 822960"/>
                <a:gd name="csY46" fmla="*/ 331472 h 822960"/>
                <a:gd name="csX47" fmla="*/ 68580 w 822960"/>
                <a:gd name="csY47" fmla="*/ 491487 h 822960"/>
                <a:gd name="csX48" fmla="*/ 68580 w 822960"/>
                <a:gd name="csY48" fmla="*/ 651510 h 822960"/>
                <a:gd name="csX49" fmla="*/ 240030 w 822960"/>
                <a:gd name="csY49" fmla="*/ 651510 h 822960"/>
                <a:gd name="csX50" fmla="*/ 411480 w 822960"/>
                <a:gd name="csY50" fmla="*/ 651510 h 822960"/>
                <a:gd name="csX51" fmla="*/ 582930 w 822960"/>
                <a:gd name="csY51" fmla="*/ 651510 h 822960"/>
                <a:gd name="csX52" fmla="*/ 754380 w 822960"/>
                <a:gd name="csY52" fmla="*/ 651510 h 822960"/>
                <a:gd name="csX53" fmla="*/ 754380 w 822960"/>
                <a:gd name="csY53" fmla="*/ 491487 h 822960"/>
                <a:gd name="csX54" fmla="*/ 754380 w 822960"/>
                <a:gd name="csY54" fmla="*/ 331472 h 822960"/>
                <a:gd name="csX55" fmla="*/ 754380 w 822960"/>
                <a:gd name="csY55" fmla="*/ 171450 h 822960"/>
                <a:gd name="csX56" fmla="*/ 582930 w 822960"/>
                <a:gd name="csY56" fmla="*/ 171450 h 822960"/>
                <a:gd name="csX57" fmla="*/ 411480 w 822960"/>
                <a:gd name="csY57" fmla="*/ 171450 h 822960"/>
                <a:gd name="csX58" fmla="*/ 240030 w 822960"/>
                <a:gd name="csY58" fmla="*/ 171450 h 822960"/>
                <a:gd name="csX59" fmla="*/ 68580 w 822960"/>
                <a:gd name="csY59" fmla="*/ 17145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</a:cxnLst>
              <a:rect l="l" t="t" r="r" b="b"/>
              <a:pathLst>
                <a:path w="822960" h="822960" extrusionOk="0">
                  <a:moveTo>
                    <a:pt x="702945" y="325755"/>
                  </a:moveTo>
                  <a:cubicBezTo>
                    <a:pt x="634098" y="330944"/>
                    <a:pt x="591718" y="323308"/>
                    <a:pt x="531495" y="325755"/>
                  </a:cubicBezTo>
                  <a:cubicBezTo>
                    <a:pt x="531307" y="289278"/>
                    <a:pt x="543442" y="256433"/>
                    <a:pt x="531495" y="222885"/>
                  </a:cubicBezTo>
                  <a:cubicBezTo>
                    <a:pt x="585857" y="221203"/>
                    <a:pt x="629237" y="231518"/>
                    <a:pt x="702945" y="222885"/>
                  </a:cubicBezTo>
                  <a:cubicBezTo>
                    <a:pt x="707364" y="254744"/>
                    <a:pt x="703941" y="288615"/>
                    <a:pt x="702945" y="325755"/>
                  </a:cubicBezTo>
                  <a:close/>
                  <a:moveTo>
                    <a:pt x="702945" y="462915"/>
                  </a:moveTo>
                  <a:cubicBezTo>
                    <a:pt x="645965" y="445325"/>
                    <a:pt x="594454" y="483144"/>
                    <a:pt x="531495" y="462915"/>
                  </a:cubicBezTo>
                  <a:cubicBezTo>
                    <a:pt x="533229" y="432031"/>
                    <a:pt x="532404" y="388217"/>
                    <a:pt x="531495" y="360045"/>
                  </a:cubicBezTo>
                  <a:cubicBezTo>
                    <a:pt x="582559" y="375359"/>
                    <a:pt x="640575" y="352362"/>
                    <a:pt x="702945" y="360045"/>
                  </a:cubicBezTo>
                  <a:cubicBezTo>
                    <a:pt x="711233" y="395710"/>
                    <a:pt x="694437" y="437256"/>
                    <a:pt x="702945" y="462915"/>
                  </a:cubicBezTo>
                  <a:close/>
                  <a:moveTo>
                    <a:pt x="702945" y="600075"/>
                  </a:moveTo>
                  <a:cubicBezTo>
                    <a:pt x="640535" y="601391"/>
                    <a:pt x="587727" y="592617"/>
                    <a:pt x="531495" y="600075"/>
                  </a:cubicBezTo>
                  <a:cubicBezTo>
                    <a:pt x="539019" y="558630"/>
                    <a:pt x="534533" y="533574"/>
                    <a:pt x="531495" y="497205"/>
                  </a:cubicBezTo>
                  <a:cubicBezTo>
                    <a:pt x="603656" y="489667"/>
                    <a:pt x="650721" y="488981"/>
                    <a:pt x="702945" y="497205"/>
                  </a:cubicBezTo>
                  <a:cubicBezTo>
                    <a:pt x="707109" y="535766"/>
                    <a:pt x="699089" y="573695"/>
                    <a:pt x="702945" y="600075"/>
                  </a:cubicBezTo>
                  <a:close/>
                  <a:moveTo>
                    <a:pt x="325755" y="600075"/>
                  </a:moveTo>
                  <a:cubicBezTo>
                    <a:pt x="319365" y="562980"/>
                    <a:pt x="319296" y="533801"/>
                    <a:pt x="325755" y="497205"/>
                  </a:cubicBezTo>
                  <a:cubicBezTo>
                    <a:pt x="382985" y="491894"/>
                    <a:pt x="443165" y="519907"/>
                    <a:pt x="497205" y="497205"/>
                  </a:cubicBezTo>
                  <a:cubicBezTo>
                    <a:pt x="491193" y="525772"/>
                    <a:pt x="492997" y="563321"/>
                    <a:pt x="497205" y="600075"/>
                  </a:cubicBezTo>
                  <a:cubicBezTo>
                    <a:pt x="430875" y="617335"/>
                    <a:pt x="394021" y="596994"/>
                    <a:pt x="325755" y="600075"/>
                  </a:cubicBezTo>
                  <a:close/>
                  <a:moveTo>
                    <a:pt x="120015" y="600075"/>
                  </a:moveTo>
                  <a:cubicBezTo>
                    <a:pt x="108065" y="571913"/>
                    <a:pt x="125124" y="531829"/>
                    <a:pt x="120015" y="497205"/>
                  </a:cubicBezTo>
                  <a:cubicBezTo>
                    <a:pt x="190393" y="497218"/>
                    <a:pt x="234958" y="497458"/>
                    <a:pt x="291465" y="497205"/>
                  </a:cubicBezTo>
                  <a:cubicBezTo>
                    <a:pt x="291763" y="524458"/>
                    <a:pt x="294090" y="565400"/>
                    <a:pt x="291465" y="600075"/>
                  </a:cubicBezTo>
                  <a:cubicBezTo>
                    <a:pt x="228223" y="602239"/>
                    <a:pt x="186884" y="597581"/>
                    <a:pt x="120015" y="600075"/>
                  </a:cubicBezTo>
                  <a:close/>
                  <a:moveTo>
                    <a:pt x="120015" y="360045"/>
                  </a:moveTo>
                  <a:cubicBezTo>
                    <a:pt x="184567" y="347841"/>
                    <a:pt x="230238" y="375727"/>
                    <a:pt x="291465" y="360045"/>
                  </a:cubicBezTo>
                  <a:cubicBezTo>
                    <a:pt x="299301" y="397771"/>
                    <a:pt x="281501" y="425478"/>
                    <a:pt x="291465" y="462915"/>
                  </a:cubicBezTo>
                  <a:cubicBezTo>
                    <a:pt x="237067" y="448014"/>
                    <a:pt x="181563" y="459757"/>
                    <a:pt x="120015" y="462915"/>
                  </a:cubicBezTo>
                  <a:cubicBezTo>
                    <a:pt x="107594" y="426052"/>
                    <a:pt x="121843" y="384140"/>
                    <a:pt x="120015" y="360045"/>
                  </a:cubicBezTo>
                  <a:close/>
                  <a:moveTo>
                    <a:pt x="120015" y="222885"/>
                  </a:moveTo>
                  <a:cubicBezTo>
                    <a:pt x="162596" y="224558"/>
                    <a:pt x="231058" y="235623"/>
                    <a:pt x="291465" y="222885"/>
                  </a:cubicBezTo>
                  <a:cubicBezTo>
                    <a:pt x="291061" y="254474"/>
                    <a:pt x="297572" y="300057"/>
                    <a:pt x="291465" y="325755"/>
                  </a:cubicBezTo>
                  <a:cubicBezTo>
                    <a:pt x="227361" y="329001"/>
                    <a:pt x="167948" y="330864"/>
                    <a:pt x="120015" y="325755"/>
                  </a:cubicBezTo>
                  <a:cubicBezTo>
                    <a:pt x="125621" y="286634"/>
                    <a:pt x="119598" y="256555"/>
                    <a:pt x="120015" y="222885"/>
                  </a:cubicBezTo>
                  <a:close/>
                  <a:moveTo>
                    <a:pt x="497205" y="360045"/>
                  </a:moveTo>
                  <a:cubicBezTo>
                    <a:pt x="481202" y="396545"/>
                    <a:pt x="494625" y="431249"/>
                    <a:pt x="497205" y="462915"/>
                  </a:cubicBezTo>
                  <a:cubicBezTo>
                    <a:pt x="443382" y="464200"/>
                    <a:pt x="385909" y="450963"/>
                    <a:pt x="325755" y="462915"/>
                  </a:cubicBezTo>
                  <a:cubicBezTo>
                    <a:pt x="320019" y="431143"/>
                    <a:pt x="327666" y="394341"/>
                    <a:pt x="325755" y="360045"/>
                  </a:cubicBezTo>
                  <a:cubicBezTo>
                    <a:pt x="388597" y="357080"/>
                    <a:pt x="438109" y="350575"/>
                    <a:pt x="497205" y="360045"/>
                  </a:cubicBezTo>
                  <a:close/>
                  <a:moveTo>
                    <a:pt x="497205" y="222885"/>
                  </a:moveTo>
                  <a:cubicBezTo>
                    <a:pt x="512055" y="255883"/>
                    <a:pt x="498393" y="293087"/>
                    <a:pt x="497205" y="325755"/>
                  </a:cubicBezTo>
                  <a:cubicBezTo>
                    <a:pt x="430087" y="329069"/>
                    <a:pt x="384079" y="335305"/>
                    <a:pt x="325755" y="325755"/>
                  </a:cubicBezTo>
                  <a:cubicBezTo>
                    <a:pt x="329825" y="288421"/>
                    <a:pt x="326726" y="257157"/>
                    <a:pt x="325755" y="222885"/>
                  </a:cubicBezTo>
                  <a:cubicBezTo>
                    <a:pt x="383345" y="220400"/>
                    <a:pt x="444230" y="217458"/>
                    <a:pt x="497205" y="222885"/>
                  </a:cubicBezTo>
                  <a:close/>
                  <a:moveTo>
                    <a:pt x="68580" y="171450"/>
                  </a:moveTo>
                  <a:cubicBezTo>
                    <a:pt x="65685" y="222283"/>
                    <a:pt x="52981" y="278339"/>
                    <a:pt x="68580" y="331472"/>
                  </a:cubicBezTo>
                  <a:cubicBezTo>
                    <a:pt x="65367" y="375725"/>
                    <a:pt x="69500" y="436025"/>
                    <a:pt x="68580" y="491487"/>
                  </a:cubicBezTo>
                  <a:cubicBezTo>
                    <a:pt x="69444" y="529954"/>
                    <a:pt x="87529" y="595376"/>
                    <a:pt x="68580" y="651510"/>
                  </a:cubicBezTo>
                  <a:cubicBezTo>
                    <a:pt x="120843" y="640078"/>
                    <a:pt x="185589" y="644912"/>
                    <a:pt x="240030" y="651510"/>
                  </a:cubicBezTo>
                  <a:cubicBezTo>
                    <a:pt x="311332" y="658714"/>
                    <a:pt x="355622" y="647968"/>
                    <a:pt x="411480" y="651510"/>
                  </a:cubicBezTo>
                  <a:cubicBezTo>
                    <a:pt x="474196" y="635125"/>
                    <a:pt x="534366" y="665227"/>
                    <a:pt x="582930" y="651510"/>
                  </a:cubicBezTo>
                  <a:cubicBezTo>
                    <a:pt x="628468" y="650235"/>
                    <a:pt x="691704" y="645756"/>
                    <a:pt x="754380" y="651510"/>
                  </a:cubicBezTo>
                  <a:cubicBezTo>
                    <a:pt x="753856" y="591756"/>
                    <a:pt x="761616" y="546137"/>
                    <a:pt x="754380" y="491487"/>
                  </a:cubicBezTo>
                  <a:cubicBezTo>
                    <a:pt x="771954" y="439190"/>
                    <a:pt x="746289" y="384063"/>
                    <a:pt x="754380" y="331472"/>
                  </a:cubicBezTo>
                  <a:cubicBezTo>
                    <a:pt x="753355" y="275707"/>
                    <a:pt x="758059" y="237944"/>
                    <a:pt x="754380" y="171450"/>
                  </a:cubicBezTo>
                  <a:cubicBezTo>
                    <a:pt x="698855" y="179390"/>
                    <a:pt x="635865" y="159516"/>
                    <a:pt x="582930" y="171450"/>
                  </a:cubicBezTo>
                  <a:cubicBezTo>
                    <a:pt x="530851" y="164074"/>
                    <a:pt x="451484" y="177745"/>
                    <a:pt x="411480" y="171450"/>
                  </a:cubicBezTo>
                  <a:cubicBezTo>
                    <a:pt x="365834" y="161583"/>
                    <a:pt x="311110" y="172186"/>
                    <a:pt x="240030" y="171450"/>
                  </a:cubicBezTo>
                  <a:cubicBezTo>
                    <a:pt x="192197" y="179263"/>
                    <a:pt x="135212" y="169227"/>
                    <a:pt x="68580" y="17145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0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82000" y="38000"/>
                          </a:moveTo>
                          <a:cubicBezTo>
                            <a:pt x="75333" y="38140"/>
                            <a:pt x="68667" y="37731"/>
                            <a:pt x="62000" y="38000"/>
                          </a:cubicBezTo>
                          <a:cubicBezTo>
                            <a:pt x="62637" y="34000"/>
                            <a:pt x="62641" y="30000"/>
                            <a:pt x="62000" y="26000"/>
                          </a:cubicBezTo>
                          <a:cubicBezTo>
                            <a:pt x="68667" y="25791"/>
                            <a:pt x="75333" y="26709"/>
                            <a:pt x="82000" y="26000"/>
                          </a:cubicBezTo>
                          <a:cubicBezTo>
                            <a:pt x="81877" y="30000"/>
                            <a:pt x="81999" y="34000"/>
                            <a:pt x="82000" y="38000"/>
                          </a:cubicBezTo>
                          <a:close/>
                          <a:moveTo>
                            <a:pt x="82000" y="54000"/>
                          </a:moveTo>
                          <a:cubicBezTo>
                            <a:pt x="75333" y="53167"/>
                            <a:pt x="68667" y="55115"/>
                            <a:pt x="62000" y="54000"/>
                          </a:cubicBezTo>
                          <a:cubicBezTo>
                            <a:pt x="62327" y="50000"/>
                            <a:pt x="62430" y="46000"/>
                            <a:pt x="62000" y="42000"/>
                          </a:cubicBezTo>
                          <a:cubicBezTo>
                            <a:pt x="68667" y="42972"/>
                            <a:pt x="75333" y="42073"/>
                            <a:pt x="82000" y="42000"/>
                          </a:cubicBezTo>
                          <a:cubicBezTo>
                            <a:pt x="82035" y="46000"/>
                            <a:pt x="81437" y="50000"/>
                            <a:pt x="82000" y="54000"/>
                          </a:cubicBezTo>
                          <a:close/>
                          <a:moveTo>
                            <a:pt x="82000" y="70000"/>
                          </a:moveTo>
                          <a:cubicBezTo>
                            <a:pt x="75333" y="70976"/>
                            <a:pt x="68667" y="70986"/>
                            <a:pt x="62000" y="70000"/>
                          </a:cubicBezTo>
                          <a:cubicBezTo>
                            <a:pt x="62427" y="66000"/>
                            <a:pt x="61539" y="62000"/>
                            <a:pt x="62000" y="58000"/>
                          </a:cubicBezTo>
                          <a:cubicBezTo>
                            <a:pt x="68667" y="57446"/>
                            <a:pt x="75333" y="57613"/>
                            <a:pt x="82000" y="58000"/>
                          </a:cubicBezTo>
                          <a:cubicBezTo>
                            <a:pt x="82251" y="62000"/>
                            <a:pt x="81537" y="66000"/>
                            <a:pt x="82000" y="70000"/>
                          </a:cubicBezTo>
                          <a:close/>
                          <a:moveTo>
                            <a:pt x="38000" y="70000"/>
                          </a:moveTo>
                          <a:cubicBezTo>
                            <a:pt x="37531" y="66000"/>
                            <a:pt x="38233" y="62000"/>
                            <a:pt x="38000" y="58000"/>
                          </a:cubicBezTo>
                          <a:cubicBezTo>
                            <a:pt x="44667" y="57196"/>
                            <a:pt x="51333" y="59078"/>
                            <a:pt x="58000" y="58000"/>
                          </a:cubicBezTo>
                          <a:cubicBezTo>
                            <a:pt x="58079" y="62000"/>
                            <a:pt x="57350" y="66000"/>
                            <a:pt x="58000" y="70000"/>
                          </a:cubicBezTo>
                          <a:cubicBezTo>
                            <a:pt x="51333" y="70326"/>
                            <a:pt x="44667" y="70592"/>
                            <a:pt x="38000" y="70000"/>
                          </a:cubicBezTo>
                          <a:close/>
                          <a:moveTo>
                            <a:pt x="14000" y="70000"/>
                          </a:moveTo>
                          <a:cubicBezTo>
                            <a:pt x="13333" y="66000"/>
                            <a:pt x="13955" y="62000"/>
                            <a:pt x="14000" y="58000"/>
                          </a:cubicBezTo>
                          <a:cubicBezTo>
                            <a:pt x="20667" y="58768"/>
                            <a:pt x="27333" y="57815"/>
                            <a:pt x="34000" y="58000"/>
                          </a:cubicBezTo>
                          <a:cubicBezTo>
                            <a:pt x="34714" y="62000"/>
                            <a:pt x="33415" y="66000"/>
                            <a:pt x="34000" y="70000"/>
                          </a:cubicBezTo>
                          <a:cubicBezTo>
                            <a:pt x="27333" y="69236"/>
                            <a:pt x="20667" y="70043"/>
                            <a:pt x="14000" y="70000"/>
                          </a:cubicBezTo>
                          <a:close/>
                          <a:moveTo>
                            <a:pt x="14000" y="42000"/>
                          </a:moveTo>
                          <a:cubicBezTo>
                            <a:pt x="20667" y="41197"/>
                            <a:pt x="27333" y="42265"/>
                            <a:pt x="34000" y="42000"/>
                          </a:cubicBezTo>
                          <a:cubicBezTo>
                            <a:pt x="34411" y="46000"/>
                            <a:pt x="33477" y="50000"/>
                            <a:pt x="34000" y="54000"/>
                          </a:cubicBezTo>
                          <a:cubicBezTo>
                            <a:pt x="27333" y="52917"/>
                            <a:pt x="20667" y="53576"/>
                            <a:pt x="14000" y="54000"/>
                          </a:cubicBezTo>
                          <a:cubicBezTo>
                            <a:pt x="13294" y="50000"/>
                            <a:pt x="14359" y="46000"/>
                            <a:pt x="14000" y="42000"/>
                          </a:cubicBezTo>
                          <a:close/>
                          <a:moveTo>
                            <a:pt x="14000" y="26000"/>
                          </a:moveTo>
                          <a:cubicBezTo>
                            <a:pt x="20667" y="25505"/>
                            <a:pt x="27333" y="26498"/>
                            <a:pt x="34000" y="26000"/>
                          </a:cubicBezTo>
                          <a:cubicBezTo>
                            <a:pt x="34549" y="30000"/>
                            <a:pt x="34526" y="34000"/>
                            <a:pt x="34000" y="38000"/>
                          </a:cubicBezTo>
                          <a:cubicBezTo>
                            <a:pt x="27333" y="39133"/>
                            <a:pt x="20667" y="37613"/>
                            <a:pt x="14000" y="38000"/>
                          </a:cubicBezTo>
                          <a:cubicBezTo>
                            <a:pt x="13810" y="34000"/>
                            <a:pt x="14568" y="30000"/>
                            <a:pt x="14000" y="26000"/>
                          </a:cubicBezTo>
                          <a:close/>
                          <a:moveTo>
                            <a:pt x="58000" y="42000"/>
                          </a:moveTo>
                          <a:cubicBezTo>
                            <a:pt x="57304" y="46000"/>
                            <a:pt x="58639" y="50000"/>
                            <a:pt x="58000" y="54000"/>
                          </a:cubicBezTo>
                          <a:cubicBezTo>
                            <a:pt x="51333" y="54091"/>
                            <a:pt x="44667" y="53503"/>
                            <a:pt x="38000" y="54000"/>
                          </a:cubicBezTo>
                          <a:cubicBezTo>
                            <a:pt x="38056" y="50000"/>
                            <a:pt x="38045" y="46000"/>
                            <a:pt x="38000" y="42000"/>
                          </a:cubicBezTo>
                          <a:cubicBezTo>
                            <a:pt x="44667" y="42350"/>
                            <a:pt x="51333" y="40892"/>
                            <a:pt x="58000" y="42000"/>
                          </a:cubicBezTo>
                          <a:close/>
                          <a:moveTo>
                            <a:pt x="58000" y="26000"/>
                          </a:moveTo>
                          <a:cubicBezTo>
                            <a:pt x="58605" y="30000"/>
                            <a:pt x="57376" y="34000"/>
                            <a:pt x="58000" y="38000"/>
                          </a:cubicBezTo>
                          <a:cubicBezTo>
                            <a:pt x="51333" y="37721"/>
                            <a:pt x="44667" y="38535"/>
                            <a:pt x="38000" y="38000"/>
                          </a:cubicBezTo>
                          <a:cubicBezTo>
                            <a:pt x="37345" y="34000"/>
                            <a:pt x="37979" y="30000"/>
                            <a:pt x="38000" y="26000"/>
                          </a:cubicBezTo>
                          <a:cubicBezTo>
                            <a:pt x="44667" y="26425"/>
                            <a:pt x="51333" y="25736"/>
                            <a:pt x="58000" y="26000"/>
                          </a:cubicBezTo>
                          <a:close/>
                          <a:moveTo>
                            <a:pt x="8000" y="20000"/>
                          </a:moveTo>
                          <a:cubicBezTo>
                            <a:pt x="8911" y="26222"/>
                            <a:pt x="7591" y="32444"/>
                            <a:pt x="8000" y="38667"/>
                          </a:cubicBezTo>
                          <a:cubicBezTo>
                            <a:pt x="7231" y="44889"/>
                            <a:pt x="7135" y="51111"/>
                            <a:pt x="8000" y="57333"/>
                          </a:cubicBezTo>
                          <a:cubicBezTo>
                            <a:pt x="8296" y="63556"/>
                            <a:pt x="8764" y="69778"/>
                            <a:pt x="8000" y="76000"/>
                          </a:cubicBezTo>
                          <a:cubicBezTo>
                            <a:pt x="14667" y="76080"/>
                            <a:pt x="21333" y="75143"/>
                            <a:pt x="28000" y="76000"/>
                          </a:cubicBezTo>
                          <a:cubicBezTo>
                            <a:pt x="34667" y="76127"/>
                            <a:pt x="41333" y="76007"/>
                            <a:pt x="48000" y="76000"/>
                          </a:cubicBezTo>
                          <a:cubicBezTo>
                            <a:pt x="54667" y="74990"/>
                            <a:pt x="61333" y="76320"/>
                            <a:pt x="68000" y="76000"/>
                          </a:cubicBezTo>
                          <a:cubicBezTo>
                            <a:pt x="74667" y="76160"/>
                            <a:pt x="81333" y="74941"/>
                            <a:pt x="88000" y="76000"/>
                          </a:cubicBezTo>
                          <a:cubicBezTo>
                            <a:pt x="86985" y="69778"/>
                            <a:pt x="88814" y="63556"/>
                            <a:pt x="88000" y="57333"/>
                          </a:cubicBezTo>
                          <a:cubicBezTo>
                            <a:pt x="89062" y="51111"/>
                            <a:pt x="86945" y="44889"/>
                            <a:pt x="88000" y="38667"/>
                          </a:cubicBezTo>
                          <a:cubicBezTo>
                            <a:pt x="88324" y="32444"/>
                            <a:pt x="88865" y="26222"/>
                            <a:pt x="88000" y="20000"/>
                          </a:cubicBezTo>
                          <a:cubicBezTo>
                            <a:pt x="81333" y="21135"/>
                            <a:pt x="74667" y="18910"/>
                            <a:pt x="68000" y="20000"/>
                          </a:cubicBezTo>
                          <a:cubicBezTo>
                            <a:pt x="61333" y="19053"/>
                            <a:pt x="54667" y="20817"/>
                            <a:pt x="48000" y="20000"/>
                          </a:cubicBezTo>
                          <a:cubicBezTo>
                            <a:pt x="41333" y="19716"/>
                            <a:pt x="34667" y="20839"/>
                            <a:pt x="28000" y="20000"/>
                          </a:cubicBezTo>
                          <a:cubicBezTo>
                            <a:pt x="21333" y="20077"/>
                            <a:pt x="14667" y="19099"/>
                            <a:pt x="8000" y="20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4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40 Reports</a:t>
            </a:r>
          </a:p>
        </p:txBody>
      </p:sp>
      <p:sp>
        <p:nvSpPr>
          <p:cNvPr id="105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trail-0117</a:t>
            </a:r>
          </a:p>
        </p:txBody>
      </p:sp>
      <p:cxnSp>
        <p:nvCxnSpPr>
          <p:cNvPr id="106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07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one report at a time</a:t>
            </a:r>
          </a:p>
        </p:txBody>
      </p:sp>
      <p:sp>
        <p:nvSpPr>
          <p:cNvPr id="108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9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0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2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3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4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8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nomic-embed-text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F08 · How It Works</a:t>
            </a:r>
          </a:p>
        </p:txBody>
      </p:sp>
      <p:grpSp>
        <p:nvGrpSpPr>
          <p:cNvPr id="102" name="40 Reports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3" name="40 Reports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8000" y="20000"/>
                  </a:moveTo>
                  <a:cubicBezTo>
                    <a:pt x="8000" y="38667"/>
                    <a:pt x="8000" y="57333"/>
                    <a:pt x="8000" y="76000"/>
                  </a:cubicBezTo>
                  <a:cubicBezTo>
                    <a:pt x="34667" y="76000"/>
                    <a:pt x="61333" y="76000"/>
                    <a:pt x="88000" y="76000"/>
                  </a:cubicBezTo>
                  <a:cubicBezTo>
                    <a:pt x="88000" y="57333"/>
                    <a:pt x="88000" y="38667"/>
                    <a:pt x="88000" y="20000"/>
                  </a:cubicBezTo>
                  <a:cubicBezTo>
                    <a:pt x="61333" y="20000"/>
                    <a:pt x="34667" y="20000"/>
                    <a:pt x="8000" y="20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40 Reports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702945 w 822960"/>
                <a:gd name="csY0" fmla="*/ 325755 h 822960"/>
                <a:gd name="csX1" fmla="*/ 531495 w 822960"/>
                <a:gd name="csY1" fmla="*/ 325755 h 822960"/>
                <a:gd name="csX2" fmla="*/ 531495 w 822960"/>
                <a:gd name="csY2" fmla="*/ 222885 h 822960"/>
                <a:gd name="csX3" fmla="*/ 702945 w 822960"/>
                <a:gd name="csY3" fmla="*/ 222885 h 822960"/>
                <a:gd name="csX4" fmla="*/ 702945 w 822960"/>
                <a:gd name="csY4" fmla="*/ 325755 h 822960"/>
                <a:gd name="csX5" fmla="*/ 702945 w 822960"/>
                <a:gd name="csY5" fmla="*/ 462915 h 822960"/>
                <a:gd name="csX6" fmla="*/ 531495 w 822960"/>
                <a:gd name="csY6" fmla="*/ 462915 h 822960"/>
                <a:gd name="csX7" fmla="*/ 531495 w 822960"/>
                <a:gd name="csY7" fmla="*/ 360045 h 822960"/>
                <a:gd name="csX8" fmla="*/ 702945 w 822960"/>
                <a:gd name="csY8" fmla="*/ 360045 h 822960"/>
                <a:gd name="csX9" fmla="*/ 702945 w 822960"/>
                <a:gd name="csY9" fmla="*/ 462915 h 822960"/>
                <a:gd name="csX10" fmla="*/ 702945 w 822960"/>
                <a:gd name="csY10" fmla="*/ 600075 h 822960"/>
                <a:gd name="csX11" fmla="*/ 531495 w 822960"/>
                <a:gd name="csY11" fmla="*/ 600075 h 822960"/>
                <a:gd name="csX12" fmla="*/ 531495 w 822960"/>
                <a:gd name="csY12" fmla="*/ 497205 h 822960"/>
                <a:gd name="csX13" fmla="*/ 702945 w 822960"/>
                <a:gd name="csY13" fmla="*/ 497205 h 822960"/>
                <a:gd name="csX14" fmla="*/ 702945 w 822960"/>
                <a:gd name="csY14" fmla="*/ 600075 h 822960"/>
                <a:gd name="csX15" fmla="*/ 325755 w 822960"/>
                <a:gd name="csY15" fmla="*/ 600075 h 822960"/>
                <a:gd name="csX16" fmla="*/ 325755 w 822960"/>
                <a:gd name="csY16" fmla="*/ 497205 h 822960"/>
                <a:gd name="csX17" fmla="*/ 497205 w 822960"/>
                <a:gd name="csY17" fmla="*/ 497205 h 822960"/>
                <a:gd name="csX18" fmla="*/ 497205 w 822960"/>
                <a:gd name="csY18" fmla="*/ 600075 h 822960"/>
                <a:gd name="csX19" fmla="*/ 325755 w 822960"/>
                <a:gd name="csY19" fmla="*/ 600075 h 822960"/>
                <a:gd name="csX20" fmla="*/ 120015 w 822960"/>
                <a:gd name="csY20" fmla="*/ 600075 h 822960"/>
                <a:gd name="csX21" fmla="*/ 120015 w 822960"/>
                <a:gd name="csY21" fmla="*/ 497205 h 822960"/>
                <a:gd name="csX22" fmla="*/ 291465 w 822960"/>
                <a:gd name="csY22" fmla="*/ 497205 h 822960"/>
                <a:gd name="csX23" fmla="*/ 291465 w 822960"/>
                <a:gd name="csY23" fmla="*/ 600075 h 822960"/>
                <a:gd name="csX24" fmla="*/ 120015 w 822960"/>
                <a:gd name="csY24" fmla="*/ 600075 h 822960"/>
                <a:gd name="csX25" fmla="*/ 120015 w 822960"/>
                <a:gd name="csY25" fmla="*/ 360045 h 822960"/>
                <a:gd name="csX26" fmla="*/ 291465 w 822960"/>
                <a:gd name="csY26" fmla="*/ 360045 h 822960"/>
                <a:gd name="csX27" fmla="*/ 291465 w 822960"/>
                <a:gd name="csY27" fmla="*/ 462915 h 822960"/>
                <a:gd name="csX28" fmla="*/ 120015 w 822960"/>
                <a:gd name="csY28" fmla="*/ 462915 h 822960"/>
                <a:gd name="csX29" fmla="*/ 120015 w 822960"/>
                <a:gd name="csY29" fmla="*/ 360045 h 822960"/>
                <a:gd name="csX30" fmla="*/ 120015 w 822960"/>
                <a:gd name="csY30" fmla="*/ 222885 h 822960"/>
                <a:gd name="csX31" fmla="*/ 291465 w 822960"/>
                <a:gd name="csY31" fmla="*/ 222885 h 822960"/>
                <a:gd name="csX32" fmla="*/ 291465 w 822960"/>
                <a:gd name="csY32" fmla="*/ 325755 h 822960"/>
                <a:gd name="csX33" fmla="*/ 120015 w 822960"/>
                <a:gd name="csY33" fmla="*/ 325755 h 822960"/>
                <a:gd name="csX34" fmla="*/ 120015 w 822960"/>
                <a:gd name="csY34" fmla="*/ 222885 h 822960"/>
                <a:gd name="csX35" fmla="*/ 497205 w 822960"/>
                <a:gd name="csY35" fmla="*/ 360045 h 822960"/>
                <a:gd name="csX36" fmla="*/ 497205 w 822960"/>
                <a:gd name="csY36" fmla="*/ 462915 h 822960"/>
                <a:gd name="csX37" fmla="*/ 325755 w 822960"/>
                <a:gd name="csY37" fmla="*/ 462915 h 822960"/>
                <a:gd name="csX38" fmla="*/ 325755 w 822960"/>
                <a:gd name="csY38" fmla="*/ 360045 h 822960"/>
                <a:gd name="csX39" fmla="*/ 497205 w 822960"/>
                <a:gd name="csY39" fmla="*/ 360045 h 822960"/>
                <a:gd name="csX40" fmla="*/ 497205 w 822960"/>
                <a:gd name="csY40" fmla="*/ 222885 h 822960"/>
                <a:gd name="csX41" fmla="*/ 497205 w 822960"/>
                <a:gd name="csY41" fmla="*/ 325755 h 822960"/>
                <a:gd name="csX42" fmla="*/ 325755 w 822960"/>
                <a:gd name="csY42" fmla="*/ 325755 h 822960"/>
                <a:gd name="csX43" fmla="*/ 325755 w 822960"/>
                <a:gd name="csY43" fmla="*/ 222885 h 822960"/>
                <a:gd name="csX44" fmla="*/ 497205 w 822960"/>
                <a:gd name="csY44" fmla="*/ 222885 h 822960"/>
                <a:gd name="csX45" fmla="*/ 68580 w 822960"/>
                <a:gd name="csY45" fmla="*/ 171450 h 822960"/>
                <a:gd name="csX46" fmla="*/ 68580 w 822960"/>
                <a:gd name="csY46" fmla="*/ 331472 h 822960"/>
                <a:gd name="csX47" fmla="*/ 68580 w 822960"/>
                <a:gd name="csY47" fmla="*/ 491487 h 822960"/>
                <a:gd name="csX48" fmla="*/ 68580 w 822960"/>
                <a:gd name="csY48" fmla="*/ 651510 h 822960"/>
                <a:gd name="csX49" fmla="*/ 240030 w 822960"/>
                <a:gd name="csY49" fmla="*/ 651510 h 822960"/>
                <a:gd name="csX50" fmla="*/ 411480 w 822960"/>
                <a:gd name="csY50" fmla="*/ 651510 h 822960"/>
                <a:gd name="csX51" fmla="*/ 582930 w 822960"/>
                <a:gd name="csY51" fmla="*/ 651510 h 822960"/>
                <a:gd name="csX52" fmla="*/ 754380 w 822960"/>
                <a:gd name="csY52" fmla="*/ 651510 h 822960"/>
                <a:gd name="csX53" fmla="*/ 754380 w 822960"/>
                <a:gd name="csY53" fmla="*/ 491487 h 822960"/>
                <a:gd name="csX54" fmla="*/ 754380 w 822960"/>
                <a:gd name="csY54" fmla="*/ 331472 h 822960"/>
                <a:gd name="csX55" fmla="*/ 754380 w 822960"/>
                <a:gd name="csY55" fmla="*/ 171450 h 822960"/>
                <a:gd name="csX56" fmla="*/ 582930 w 822960"/>
                <a:gd name="csY56" fmla="*/ 171450 h 822960"/>
                <a:gd name="csX57" fmla="*/ 411480 w 822960"/>
                <a:gd name="csY57" fmla="*/ 171450 h 822960"/>
                <a:gd name="csX58" fmla="*/ 240030 w 822960"/>
                <a:gd name="csY58" fmla="*/ 171450 h 822960"/>
                <a:gd name="csX59" fmla="*/ 68580 w 822960"/>
                <a:gd name="csY59" fmla="*/ 17145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</a:cxnLst>
              <a:rect l="l" t="t" r="r" b="b"/>
              <a:pathLst>
                <a:path w="822960" h="822960" extrusionOk="0">
                  <a:moveTo>
                    <a:pt x="702945" y="325755"/>
                  </a:moveTo>
                  <a:cubicBezTo>
                    <a:pt x="634098" y="330944"/>
                    <a:pt x="591718" y="323308"/>
                    <a:pt x="531495" y="325755"/>
                  </a:cubicBezTo>
                  <a:cubicBezTo>
                    <a:pt x="531307" y="289278"/>
                    <a:pt x="543442" y="256433"/>
                    <a:pt x="531495" y="222885"/>
                  </a:cubicBezTo>
                  <a:cubicBezTo>
                    <a:pt x="585857" y="221203"/>
                    <a:pt x="629237" y="231518"/>
                    <a:pt x="702945" y="222885"/>
                  </a:cubicBezTo>
                  <a:cubicBezTo>
                    <a:pt x="707364" y="254744"/>
                    <a:pt x="703941" y="288615"/>
                    <a:pt x="702945" y="325755"/>
                  </a:cubicBezTo>
                  <a:close/>
                  <a:moveTo>
                    <a:pt x="702945" y="462915"/>
                  </a:moveTo>
                  <a:cubicBezTo>
                    <a:pt x="645965" y="445325"/>
                    <a:pt x="594454" y="483144"/>
                    <a:pt x="531495" y="462915"/>
                  </a:cubicBezTo>
                  <a:cubicBezTo>
                    <a:pt x="533229" y="432031"/>
                    <a:pt x="532404" y="388217"/>
                    <a:pt x="531495" y="360045"/>
                  </a:cubicBezTo>
                  <a:cubicBezTo>
                    <a:pt x="582559" y="375359"/>
                    <a:pt x="640575" y="352362"/>
                    <a:pt x="702945" y="360045"/>
                  </a:cubicBezTo>
                  <a:cubicBezTo>
                    <a:pt x="711233" y="395710"/>
                    <a:pt x="694437" y="437256"/>
                    <a:pt x="702945" y="462915"/>
                  </a:cubicBezTo>
                  <a:close/>
                  <a:moveTo>
                    <a:pt x="702945" y="600075"/>
                  </a:moveTo>
                  <a:cubicBezTo>
                    <a:pt x="640535" y="601391"/>
                    <a:pt x="587727" y="592617"/>
                    <a:pt x="531495" y="600075"/>
                  </a:cubicBezTo>
                  <a:cubicBezTo>
                    <a:pt x="539019" y="558630"/>
                    <a:pt x="534533" y="533574"/>
                    <a:pt x="531495" y="497205"/>
                  </a:cubicBezTo>
                  <a:cubicBezTo>
                    <a:pt x="603656" y="489667"/>
                    <a:pt x="650721" y="488981"/>
                    <a:pt x="702945" y="497205"/>
                  </a:cubicBezTo>
                  <a:cubicBezTo>
                    <a:pt x="707109" y="535766"/>
                    <a:pt x="699089" y="573695"/>
                    <a:pt x="702945" y="600075"/>
                  </a:cubicBezTo>
                  <a:close/>
                  <a:moveTo>
                    <a:pt x="325755" y="600075"/>
                  </a:moveTo>
                  <a:cubicBezTo>
                    <a:pt x="319365" y="562980"/>
                    <a:pt x="319296" y="533801"/>
                    <a:pt x="325755" y="497205"/>
                  </a:cubicBezTo>
                  <a:cubicBezTo>
                    <a:pt x="382985" y="491894"/>
                    <a:pt x="443165" y="519907"/>
                    <a:pt x="497205" y="497205"/>
                  </a:cubicBezTo>
                  <a:cubicBezTo>
                    <a:pt x="491193" y="525772"/>
                    <a:pt x="492997" y="563321"/>
                    <a:pt x="497205" y="600075"/>
                  </a:cubicBezTo>
                  <a:cubicBezTo>
                    <a:pt x="430875" y="617335"/>
                    <a:pt x="394021" y="596994"/>
                    <a:pt x="325755" y="600075"/>
                  </a:cubicBezTo>
                  <a:close/>
                  <a:moveTo>
                    <a:pt x="120015" y="600075"/>
                  </a:moveTo>
                  <a:cubicBezTo>
                    <a:pt x="108065" y="571913"/>
                    <a:pt x="125124" y="531829"/>
                    <a:pt x="120015" y="497205"/>
                  </a:cubicBezTo>
                  <a:cubicBezTo>
                    <a:pt x="190393" y="497218"/>
                    <a:pt x="234958" y="497458"/>
                    <a:pt x="291465" y="497205"/>
                  </a:cubicBezTo>
                  <a:cubicBezTo>
                    <a:pt x="291763" y="524458"/>
                    <a:pt x="294090" y="565400"/>
                    <a:pt x="291465" y="600075"/>
                  </a:cubicBezTo>
                  <a:cubicBezTo>
                    <a:pt x="228223" y="602239"/>
                    <a:pt x="186884" y="597581"/>
                    <a:pt x="120015" y="600075"/>
                  </a:cubicBezTo>
                  <a:close/>
                  <a:moveTo>
                    <a:pt x="120015" y="360045"/>
                  </a:moveTo>
                  <a:cubicBezTo>
                    <a:pt x="184567" y="347841"/>
                    <a:pt x="230238" y="375727"/>
                    <a:pt x="291465" y="360045"/>
                  </a:cubicBezTo>
                  <a:cubicBezTo>
                    <a:pt x="299301" y="397771"/>
                    <a:pt x="281501" y="425478"/>
                    <a:pt x="291465" y="462915"/>
                  </a:cubicBezTo>
                  <a:cubicBezTo>
                    <a:pt x="237067" y="448014"/>
                    <a:pt x="181563" y="459757"/>
                    <a:pt x="120015" y="462915"/>
                  </a:cubicBezTo>
                  <a:cubicBezTo>
                    <a:pt x="107594" y="426052"/>
                    <a:pt x="121843" y="384140"/>
                    <a:pt x="120015" y="360045"/>
                  </a:cubicBezTo>
                  <a:close/>
                  <a:moveTo>
                    <a:pt x="120015" y="222885"/>
                  </a:moveTo>
                  <a:cubicBezTo>
                    <a:pt x="162596" y="224558"/>
                    <a:pt x="231058" y="235623"/>
                    <a:pt x="291465" y="222885"/>
                  </a:cubicBezTo>
                  <a:cubicBezTo>
                    <a:pt x="291061" y="254474"/>
                    <a:pt x="297572" y="300057"/>
                    <a:pt x="291465" y="325755"/>
                  </a:cubicBezTo>
                  <a:cubicBezTo>
                    <a:pt x="227361" y="329001"/>
                    <a:pt x="167948" y="330864"/>
                    <a:pt x="120015" y="325755"/>
                  </a:cubicBezTo>
                  <a:cubicBezTo>
                    <a:pt x="125621" y="286634"/>
                    <a:pt x="119598" y="256555"/>
                    <a:pt x="120015" y="222885"/>
                  </a:cubicBezTo>
                  <a:close/>
                  <a:moveTo>
                    <a:pt x="497205" y="360045"/>
                  </a:moveTo>
                  <a:cubicBezTo>
                    <a:pt x="481202" y="396545"/>
                    <a:pt x="494625" y="431249"/>
                    <a:pt x="497205" y="462915"/>
                  </a:cubicBezTo>
                  <a:cubicBezTo>
                    <a:pt x="443382" y="464200"/>
                    <a:pt x="385909" y="450963"/>
                    <a:pt x="325755" y="462915"/>
                  </a:cubicBezTo>
                  <a:cubicBezTo>
                    <a:pt x="320019" y="431143"/>
                    <a:pt x="327666" y="394341"/>
                    <a:pt x="325755" y="360045"/>
                  </a:cubicBezTo>
                  <a:cubicBezTo>
                    <a:pt x="388597" y="357080"/>
                    <a:pt x="438109" y="350575"/>
                    <a:pt x="497205" y="360045"/>
                  </a:cubicBezTo>
                  <a:close/>
                  <a:moveTo>
                    <a:pt x="497205" y="222885"/>
                  </a:moveTo>
                  <a:cubicBezTo>
                    <a:pt x="512055" y="255883"/>
                    <a:pt x="498393" y="293087"/>
                    <a:pt x="497205" y="325755"/>
                  </a:cubicBezTo>
                  <a:cubicBezTo>
                    <a:pt x="430087" y="329069"/>
                    <a:pt x="384079" y="335305"/>
                    <a:pt x="325755" y="325755"/>
                  </a:cubicBezTo>
                  <a:cubicBezTo>
                    <a:pt x="329825" y="288421"/>
                    <a:pt x="326726" y="257157"/>
                    <a:pt x="325755" y="222885"/>
                  </a:cubicBezTo>
                  <a:cubicBezTo>
                    <a:pt x="383345" y="220400"/>
                    <a:pt x="444230" y="217458"/>
                    <a:pt x="497205" y="222885"/>
                  </a:cubicBezTo>
                  <a:close/>
                  <a:moveTo>
                    <a:pt x="68580" y="171450"/>
                  </a:moveTo>
                  <a:cubicBezTo>
                    <a:pt x="65685" y="222283"/>
                    <a:pt x="52981" y="278339"/>
                    <a:pt x="68580" y="331472"/>
                  </a:cubicBezTo>
                  <a:cubicBezTo>
                    <a:pt x="65367" y="375725"/>
                    <a:pt x="69500" y="436025"/>
                    <a:pt x="68580" y="491487"/>
                  </a:cubicBezTo>
                  <a:cubicBezTo>
                    <a:pt x="69444" y="529954"/>
                    <a:pt x="87529" y="595376"/>
                    <a:pt x="68580" y="651510"/>
                  </a:cubicBezTo>
                  <a:cubicBezTo>
                    <a:pt x="120843" y="640078"/>
                    <a:pt x="185589" y="644912"/>
                    <a:pt x="240030" y="651510"/>
                  </a:cubicBezTo>
                  <a:cubicBezTo>
                    <a:pt x="311332" y="658714"/>
                    <a:pt x="355622" y="647968"/>
                    <a:pt x="411480" y="651510"/>
                  </a:cubicBezTo>
                  <a:cubicBezTo>
                    <a:pt x="474196" y="635125"/>
                    <a:pt x="534366" y="665227"/>
                    <a:pt x="582930" y="651510"/>
                  </a:cubicBezTo>
                  <a:cubicBezTo>
                    <a:pt x="628468" y="650235"/>
                    <a:pt x="691704" y="645756"/>
                    <a:pt x="754380" y="651510"/>
                  </a:cubicBezTo>
                  <a:cubicBezTo>
                    <a:pt x="753856" y="591756"/>
                    <a:pt x="761616" y="546137"/>
                    <a:pt x="754380" y="491487"/>
                  </a:cubicBezTo>
                  <a:cubicBezTo>
                    <a:pt x="771954" y="439190"/>
                    <a:pt x="746289" y="384063"/>
                    <a:pt x="754380" y="331472"/>
                  </a:cubicBezTo>
                  <a:cubicBezTo>
                    <a:pt x="753355" y="275707"/>
                    <a:pt x="758059" y="237944"/>
                    <a:pt x="754380" y="171450"/>
                  </a:cubicBezTo>
                  <a:cubicBezTo>
                    <a:pt x="698855" y="179390"/>
                    <a:pt x="635865" y="159516"/>
                    <a:pt x="582930" y="171450"/>
                  </a:cubicBezTo>
                  <a:cubicBezTo>
                    <a:pt x="530851" y="164074"/>
                    <a:pt x="451484" y="177745"/>
                    <a:pt x="411480" y="171450"/>
                  </a:cubicBezTo>
                  <a:cubicBezTo>
                    <a:pt x="365834" y="161583"/>
                    <a:pt x="311110" y="172186"/>
                    <a:pt x="240030" y="171450"/>
                  </a:cubicBezTo>
                  <a:cubicBezTo>
                    <a:pt x="192197" y="179263"/>
                    <a:pt x="135212" y="169227"/>
                    <a:pt x="68580" y="17145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0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82000" y="38000"/>
                          </a:moveTo>
                          <a:cubicBezTo>
                            <a:pt x="75333" y="38140"/>
                            <a:pt x="68667" y="37731"/>
                            <a:pt x="62000" y="38000"/>
                          </a:cubicBezTo>
                          <a:cubicBezTo>
                            <a:pt x="62637" y="34000"/>
                            <a:pt x="62641" y="30000"/>
                            <a:pt x="62000" y="26000"/>
                          </a:cubicBezTo>
                          <a:cubicBezTo>
                            <a:pt x="68667" y="25791"/>
                            <a:pt x="75333" y="26709"/>
                            <a:pt x="82000" y="26000"/>
                          </a:cubicBezTo>
                          <a:cubicBezTo>
                            <a:pt x="81877" y="30000"/>
                            <a:pt x="81999" y="34000"/>
                            <a:pt x="82000" y="38000"/>
                          </a:cubicBezTo>
                          <a:close/>
                          <a:moveTo>
                            <a:pt x="82000" y="54000"/>
                          </a:moveTo>
                          <a:cubicBezTo>
                            <a:pt x="75333" y="53167"/>
                            <a:pt x="68667" y="55115"/>
                            <a:pt x="62000" y="54000"/>
                          </a:cubicBezTo>
                          <a:cubicBezTo>
                            <a:pt x="62327" y="50000"/>
                            <a:pt x="62430" y="46000"/>
                            <a:pt x="62000" y="42000"/>
                          </a:cubicBezTo>
                          <a:cubicBezTo>
                            <a:pt x="68667" y="42972"/>
                            <a:pt x="75333" y="42073"/>
                            <a:pt x="82000" y="42000"/>
                          </a:cubicBezTo>
                          <a:cubicBezTo>
                            <a:pt x="82035" y="46000"/>
                            <a:pt x="81437" y="50000"/>
                            <a:pt x="82000" y="54000"/>
                          </a:cubicBezTo>
                          <a:close/>
                          <a:moveTo>
                            <a:pt x="82000" y="70000"/>
                          </a:moveTo>
                          <a:cubicBezTo>
                            <a:pt x="75333" y="70976"/>
                            <a:pt x="68667" y="70986"/>
                            <a:pt x="62000" y="70000"/>
                          </a:cubicBezTo>
                          <a:cubicBezTo>
                            <a:pt x="62427" y="66000"/>
                            <a:pt x="61539" y="62000"/>
                            <a:pt x="62000" y="58000"/>
                          </a:cubicBezTo>
                          <a:cubicBezTo>
                            <a:pt x="68667" y="57446"/>
                            <a:pt x="75333" y="57613"/>
                            <a:pt x="82000" y="58000"/>
                          </a:cubicBezTo>
                          <a:cubicBezTo>
                            <a:pt x="82251" y="62000"/>
                            <a:pt x="81537" y="66000"/>
                            <a:pt x="82000" y="70000"/>
                          </a:cubicBezTo>
                          <a:close/>
                          <a:moveTo>
                            <a:pt x="38000" y="70000"/>
                          </a:moveTo>
                          <a:cubicBezTo>
                            <a:pt x="37531" y="66000"/>
                            <a:pt x="38233" y="62000"/>
                            <a:pt x="38000" y="58000"/>
                          </a:cubicBezTo>
                          <a:cubicBezTo>
                            <a:pt x="44667" y="57196"/>
                            <a:pt x="51333" y="59078"/>
                            <a:pt x="58000" y="58000"/>
                          </a:cubicBezTo>
                          <a:cubicBezTo>
                            <a:pt x="58079" y="62000"/>
                            <a:pt x="57350" y="66000"/>
                            <a:pt x="58000" y="70000"/>
                          </a:cubicBezTo>
                          <a:cubicBezTo>
                            <a:pt x="51333" y="70326"/>
                            <a:pt x="44667" y="70592"/>
                            <a:pt x="38000" y="70000"/>
                          </a:cubicBezTo>
                          <a:close/>
                          <a:moveTo>
                            <a:pt x="14000" y="70000"/>
                          </a:moveTo>
                          <a:cubicBezTo>
                            <a:pt x="13333" y="66000"/>
                            <a:pt x="13955" y="62000"/>
                            <a:pt x="14000" y="58000"/>
                          </a:cubicBezTo>
                          <a:cubicBezTo>
                            <a:pt x="20667" y="58768"/>
                            <a:pt x="27333" y="57815"/>
                            <a:pt x="34000" y="58000"/>
                          </a:cubicBezTo>
                          <a:cubicBezTo>
                            <a:pt x="34714" y="62000"/>
                            <a:pt x="33415" y="66000"/>
                            <a:pt x="34000" y="70000"/>
                          </a:cubicBezTo>
                          <a:cubicBezTo>
                            <a:pt x="27333" y="69236"/>
                            <a:pt x="20667" y="70043"/>
                            <a:pt x="14000" y="70000"/>
                          </a:cubicBezTo>
                          <a:close/>
                          <a:moveTo>
                            <a:pt x="14000" y="42000"/>
                          </a:moveTo>
                          <a:cubicBezTo>
                            <a:pt x="20667" y="41197"/>
                            <a:pt x="27333" y="42265"/>
                            <a:pt x="34000" y="42000"/>
                          </a:cubicBezTo>
                          <a:cubicBezTo>
                            <a:pt x="34411" y="46000"/>
                            <a:pt x="33477" y="50000"/>
                            <a:pt x="34000" y="54000"/>
                          </a:cubicBezTo>
                          <a:cubicBezTo>
                            <a:pt x="27333" y="52917"/>
                            <a:pt x="20667" y="53576"/>
                            <a:pt x="14000" y="54000"/>
                          </a:cubicBezTo>
                          <a:cubicBezTo>
                            <a:pt x="13294" y="50000"/>
                            <a:pt x="14359" y="46000"/>
                            <a:pt x="14000" y="42000"/>
                          </a:cubicBezTo>
                          <a:close/>
                          <a:moveTo>
                            <a:pt x="14000" y="26000"/>
                          </a:moveTo>
                          <a:cubicBezTo>
                            <a:pt x="20667" y="25505"/>
                            <a:pt x="27333" y="26498"/>
                            <a:pt x="34000" y="26000"/>
                          </a:cubicBezTo>
                          <a:cubicBezTo>
                            <a:pt x="34549" y="30000"/>
                            <a:pt x="34526" y="34000"/>
                            <a:pt x="34000" y="38000"/>
                          </a:cubicBezTo>
                          <a:cubicBezTo>
                            <a:pt x="27333" y="39133"/>
                            <a:pt x="20667" y="37613"/>
                            <a:pt x="14000" y="38000"/>
                          </a:cubicBezTo>
                          <a:cubicBezTo>
                            <a:pt x="13810" y="34000"/>
                            <a:pt x="14568" y="30000"/>
                            <a:pt x="14000" y="26000"/>
                          </a:cubicBezTo>
                          <a:close/>
                          <a:moveTo>
                            <a:pt x="58000" y="42000"/>
                          </a:moveTo>
                          <a:cubicBezTo>
                            <a:pt x="57304" y="46000"/>
                            <a:pt x="58639" y="50000"/>
                            <a:pt x="58000" y="54000"/>
                          </a:cubicBezTo>
                          <a:cubicBezTo>
                            <a:pt x="51333" y="54091"/>
                            <a:pt x="44667" y="53503"/>
                            <a:pt x="38000" y="54000"/>
                          </a:cubicBezTo>
                          <a:cubicBezTo>
                            <a:pt x="38056" y="50000"/>
                            <a:pt x="38045" y="46000"/>
                            <a:pt x="38000" y="42000"/>
                          </a:cubicBezTo>
                          <a:cubicBezTo>
                            <a:pt x="44667" y="42350"/>
                            <a:pt x="51333" y="40892"/>
                            <a:pt x="58000" y="42000"/>
                          </a:cubicBezTo>
                          <a:close/>
                          <a:moveTo>
                            <a:pt x="58000" y="26000"/>
                          </a:moveTo>
                          <a:cubicBezTo>
                            <a:pt x="58605" y="30000"/>
                            <a:pt x="57376" y="34000"/>
                            <a:pt x="58000" y="38000"/>
                          </a:cubicBezTo>
                          <a:cubicBezTo>
                            <a:pt x="51333" y="37721"/>
                            <a:pt x="44667" y="38535"/>
                            <a:pt x="38000" y="38000"/>
                          </a:cubicBezTo>
                          <a:cubicBezTo>
                            <a:pt x="37345" y="34000"/>
                            <a:pt x="37979" y="30000"/>
                            <a:pt x="38000" y="26000"/>
                          </a:cubicBezTo>
                          <a:cubicBezTo>
                            <a:pt x="44667" y="26425"/>
                            <a:pt x="51333" y="25736"/>
                            <a:pt x="58000" y="26000"/>
                          </a:cubicBezTo>
                          <a:close/>
                          <a:moveTo>
                            <a:pt x="8000" y="20000"/>
                          </a:moveTo>
                          <a:cubicBezTo>
                            <a:pt x="8911" y="26222"/>
                            <a:pt x="7591" y="32444"/>
                            <a:pt x="8000" y="38667"/>
                          </a:cubicBezTo>
                          <a:cubicBezTo>
                            <a:pt x="7231" y="44889"/>
                            <a:pt x="7135" y="51111"/>
                            <a:pt x="8000" y="57333"/>
                          </a:cubicBezTo>
                          <a:cubicBezTo>
                            <a:pt x="8296" y="63556"/>
                            <a:pt x="8764" y="69778"/>
                            <a:pt x="8000" y="76000"/>
                          </a:cubicBezTo>
                          <a:cubicBezTo>
                            <a:pt x="14667" y="76080"/>
                            <a:pt x="21333" y="75143"/>
                            <a:pt x="28000" y="76000"/>
                          </a:cubicBezTo>
                          <a:cubicBezTo>
                            <a:pt x="34667" y="76127"/>
                            <a:pt x="41333" y="76007"/>
                            <a:pt x="48000" y="76000"/>
                          </a:cubicBezTo>
                          <a:cubicBezTo>
                            <a:pt x="54667" y="74990"/>
                            <a:pt x="61333" y="76320"/>
                            <a:pt x="68000" y="76000"/>
                          </a:cubicBezTo>
                          <a:cubicBezTo>
                            <a:pt x="74667" y="76160"/>
                            <a:pt x="81333" y="74941"/>
                            <a:pt x="88000" y="76000"/>
                          </a:cubicBezTo>
                          <a:cubicBezTo>
                            <a:pt x="86985" y="69778"/>
                            <a:pt x="88814" y="63556"/>
                            <a:pt x="88000" y="57333"/>
                          </a:cubicBezTo>
                          <a:cubicBezTo>
                            <a:pt x="89062" y="51111"/>
                            <a:pt x="86945" y="44889"/>
                            <a:pt x="88000" y="38667"/>
                          </a:cubicBezTo>
                          <a:cubicBezTo>
                            <a:pt x="88324" y="32444"/>
                            <a:pt x="88865" y="26222"/>
                            <a:pt x="88000" y="20000"/>
                          </a:cubicBezTo>
                          <a:cubicBezTo>
                            <a:pt x="81333" y="21135"/>
                            <a:pt x="74667" y="18910"/>
                            <a:pt x="68000" y="20000"/>
                          </a:cubicBezTo>
                          <a:cubicBezTo>
                            <a:pt x="61333" y="19053"/>
                            <a:pt x="54667" y="20817"/>
                            <a:pt x="48000" y="20000"/>
                          </a:cubicBezTo>
                          <a:cubicBezTo>
                            <a:pt x="41333" y="19716"/>
                            <a:pt x="34667" y="20839"/>
                            <a:pt x="28000" y="20000"/>
                          </a:cubicBezTo>
                          <a:cubicBezTo>
                            <a:pt x="21333" y="20077"/>
                            <a:pt x="14667" y="19099"/>
                            <a:pt x="8000" y="20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4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40 Reports</a:t>
            </a:r>
          </a:p>
        </p:txBody>
      </p:sp>
      <p:sp>
        <p:nvSpPr>
          <p:cNvPr id="105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trail-0117</a:t>
            </a:r>
          </a:p>
        </p:txBody>
      </p:sp>
      <p:cxnSp>
        <p:nvCxnSpPr>
          <p:cNvPr id="106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07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one report at a time</a:t>
            </a:r>
          </a:p>
        </p:txBody>
      </p:sp>
      <p:sp>
        <p:nvSpPr>
          <p:cNvPr id="108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9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0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2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3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4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8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nomic-embed-text</a:t>
            </a:r>
          </a:p>
        </p:txBody>
      </p:sp>
      <p:cxnSp>
        <p:nvCxnSpPr>
          <p:cNvPr id="119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0" name="Request"/>
          <p:cNvSpPr txBox="1"/>
          <p:nvPr/>
        </p:nvSpPr>
        <p:spPr>
          <a:xfrm>
            <a:off x="6675120" y="19385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"classification: " + text</a:t>
            </a:r>
          </a:p>
        </p:txBody>
      </p:sp>
      <p:sp>
        <p:nvSpPr>
          <p:cNvPr id="121" name="Reply"/>
          <p:cNvSpPr txBox="1"/>
          <p:nvPr/>
        </p:nvSpPr>
        <p:spPr>
          <a:xfrm>
            <a:off x="7388352" y="31546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[768 numbers] ×40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F08 · How It Works</a:t>
            </a:r>
          </a:p>
        </p:txBody>
      </p:sp>
      <p:grpSp>
        <p:nvGrpSpPr>
          <p:cNvPr id="102" name="40 Reports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3" name="40 Reports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8000" y="20000"/>
                  </a:moveTo>
                  <a:cubicBezTo>
                    <a:pt x="8000" y="38667"/>
                    <a:pt x="8000" y="57333"/>
                    <a:pt x="8000" y="76000"/>
                  </a:cubicBezTo>
                  <a:cubicBezTo>
                    <a:pt x="34667" y="76000"/>
                    <a:pt x="61333" y="76000"/>
                    <a:pt x="88000" y="76000"/>
                  </a:cubicBezTo>
                  <a:cubicBezTo>
                    <a:pt x="88000" y="57333"/>
                    <a:pt x="88000" y="38667"/>
                    <a:pt x="88000" y="20000"/>
                  </a:cubicBezTo>
                  <a:cubicBezTo>
                    <a:pt x="61333" y="20000"/>
                    <a:pt x="34667" y="20000"/>
                    <a:pt x="8000" y="20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40 Reports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702945 w 822960"/>
                <a:gd name="csY0" fmla="*/ 325755 h 822960"/>
                <a:gd name="csX1" fmla="*/ 531495 w 822960"/>
                <a:gd name="csY1" fmla="*/ 325755 h 822960"/>
                <a:gd name="csX2" fmla="*/ 531495 w 822960"/>
                <a:gd name="csY2" fmla="*/ 222885 h 822960"/>
                <a:gd name="csX3" fmla="*/ 702945 w 822960"/>
                <a:gd name="csY3" fmla="*/ 222885 h 822960"/>
                <a:gd name="csX4" fmla="*/ 702945 w 822960"/>
                <a:gd name="csY4" fmla="*/ 325755 h 822960"/>
                <a:gd name="csX5" fmla="*/ 702945 w 822960"/>
                <a:gd name="csY5" fmla="*/ 462915 h 822960"/>
                <a:gd name="csX6" fmla="*/ 531495 w 822960"/>
                <a:gd name="csY6" fmla="*/ 462915 h 822960"/>
                <a:gd name="csX7" fmla="*/ 531495 w 822960"/>
                <a:gd name="csY7" fmla="*/ 360045 h 822960"/>
                <a:gd name="csX8" fmla="*/ 702945 w 822960"/>
                <a:gd name="csY8" fmla="*/ 360045 h 822960"/>
                <a:gd name="csX9" fmla="*/ 702945 w 822960"/>
                <a:gd name="csY9" fmla="*/ 462915 h 822960"/>
                <a:gd name="csX10" fmla="*/ 702945 w 822960"/>
                <a:gd name="csY10" fmla="*/ 600075 h 822960"/>
                <a:gd name="csX11" fmla="*/ 531495 w 822960"/>
                <a:gd name="csY11" fmla="*/ 600075 h 822960"/>
                <a:gd name="csX12" fmla="*/ 531495 w 822960"/>
                <a:gd name="csY12" fmla="*/ 497205 h 822960"/>
                <a:gd name="csX13" fmla="*/ 702945 w 822960"/>
                <a:gd name="csY13" fmla="*/ 497205 h 822960"/>
                <a:gd name="csX14" fmla="*/ 702945 w 822960"/>
                <a:gd name="csY14" fmla="*/ 600075 h 822960"/>
                <a:gd name="csX15" fmla="*/ 325755 w 822960"/>
                <a:gd name="csY15" fmla="*/ 600075 h 822960"/>
                <a:gd name="csX16" fmla="*/ 325755 w 822960"/>
                <a:gd name="csY16" fmla="*/ 497205 h 822960"/>
                <a:gd name="csX17" fmla="*/ 497205 w 822960"/>
                <a:gd name="csY17" fmla="*/ 497205 h 822960"/>
                <a:gd name="csX18" fmla="*/ 497205 w 822960"/>
                <a:gd name="csY18" fmla="*/ 600075 h 822960"/>
                <a:gd name="csX19" fmla="*/ 325755 w 822960"/>
                <a:gd name="csY19" fmla="*/ 600075 h 822960"/>
                <a:gd name="csX20" fmla="*/ 120015 w 822960"/>
                <a:gd name="csY20" fmla="*/ 600075 h 822960"/>
                <a:gd name="csX21" fmla="*/ 120015 w 822960"/>
                <a:gd name="csY21" fmla="*/ 497205 h 822960"/>
                <a:gd name="csX22" fmla="*/ 291465 w 822960"/>
                <a:gd name="csY22" fmla="*/ 497205 h 822960"/>
                <a:gd name="csX23" fmla="*/ 291465 w 822960"/>
                <a:gd name="csY23" fmla="*/ 600075 h 822960"/>
                <a:gd name="csX24" fmla="*/ 120015 w 822960"/>
                <a:gd name="csY24" fmla="*/ 600075 h 822960"/>
                <a:gd name="csX25" fmla="*/ 120015 w 822960"/>
                <a:gd name="csY25" fmla="*/ 360045 h 822960"/>
                <a:gd name="csX26" fmla="*/ 291465 w 822960"/>
                <a:gd name="csY26" fmla="*/ 360045 h 822960"/>
                <a:gd name="csX27" fmla="*/ 291465 w 822960"/>
                <a:gd name="csY27" fmla="*/ 462915 h 822960"/>
                <a:gd name="csX28" fmla="*/ 120015 w 822960"/>
                <a:gd name="csY28" fmla="*/ 462915 h 822960"/>
                <a:gd name="csX29" fmla="*/ 120015 w 822960"/>
                <a:gd name="csY29" fmla="*/ 360045 h 822960"/>
                <a:gd name="csX30" fmla="*/ 120015 w 822960"/>
                <a:gd name="csY30" fmla="*/ 222885 h 822960"/>
                <a:gd name="csX31" fmla="*/ 291465 w 822960"/>
                <a:gd name="csY31" fmla="*/ 222885 h 822960"/>
                <a:gd name="csX32" fmla="*/ 291465 w 822960"/>
                <a:gd name="csY32" fmla="*/ 325755 h 822960"/>
                <a:gd name="csX33" fmla="*/ 120015 w 822960"/>
                <a:gd name="csY33" fmla="*/ 325755 h 822960"/>
                <a:gd name="csX34" fmla="*/ 120015 w 822960"/>
                <a:gd name="csY34" fmla="*/ 222885 h 822960"/>
                <a:gd name="csX35" fmla="*/ 497205 w 822960"/>
                <a:gd name="csY35" fmla="*/ 360045 h 822960"/>
                <a:gd name="csX36" fmla="*/ 497205 w 822960"/>
                <a:gd name="csY36" fmla="*/ 462915 h 822960"/>
                <a:gd name="csX37" fmla="*/ 325755 w 822960"/>
                <a:gd name="csY37" fmla="*/ 462915 h 822960"/>
                <a:gd name="csX38" fmla="*/ 325755 w 822960"/>
                <a:gd name="csY38" fmla="*/ 360045 h 822960"/>
                <a:gd name="csX39" fmla="*/ 497205 w 822960"/>
                <a:gd name="csY39" fmla="*/ 360045 h 822960"/>
                <a:gd name="csX40" fmla="*/ 497205 w 822960"/>
                <a:gd name="csY40" fmla="*/ 222885 h 822960"/>
                <a:gd name="csX41" fmla="*/ 497205 w 822960"/>
                <a:gd name="csY41" fmla="*/ 325755 h 822960"/>
                <a:gd name="csX42" fmla="*/ 325755 w 822960"/>
                <a:gd name="csY42" fmla="*/ 325755 h 822960"/>
                <a:gd name="csX43" fmla="*/ 325755 w 822960"/>
                <a:gd name="csY43" fmla="*/ 222885 h 822960"/>
                <a:gd name="csX44" fmla="*/ 497205 w 822960"/>
                <a:gd name="csY44" fmla="*/ 222885 h 822960"/>
                <a:gd name="csX45" fmla="*/ 68580 w 822960"/>
                <a:gd name="csY45" fmla="*/ 171450 h 822960"/>
                <a:gd name="csX46" fmla="*/ 68580 w 822960"/>
                <a:gd name="csY46" fmla="*/ 331472 h 822960"/>
                <a:gd name="csX47" fmla="*/ 68580 w 822960"/>
                <a:gd name="csY47" fmla="*/ 491487 h 822960"/>
                <a:gd name="csX48" fmla="*/ 68580 w 822960"/>
                <a:gd name="csY48" fmla="*/ 651510 h 822960"/>
                <a:gd name="csX49" fmla="*/ 240030 w 822960"/>
                <a:gd name="csY49" fmla="*/ 651510 h 822960"/>
                <a:gd name="csX50" fmla="*/ 411480 w 822960"/>
                <a:gd name="csY50" fmla="*/ 651510 h 822960"/>
                <a:gd name="csX51" fmla="*/ 582930 w 822960"/>
                <a:gd name="csY51" fmla="*/ 651510 h 822960"/>
                <a:gd name="csX52" fmla="*/ 754380 w 822960"/>
                <a:gd name="csY52" fmla="*/ 651510 h 822960"/>
                <a:gd name="csX53" fmla="*/ 754380 w 822960"/>
                <a:gd name="csY53" fmla="*/ 491487 h 822960"/>
                <a:gd name="csX54" fmla="*/ 754380 w 822960"/>
                <a:gd name="csY54" fmla="*/ 331472 h 822960"/>
                <a:gd name="csX55" fmla="*/ 754380 w 822960"/>
                <a:gd name="csY55" fmla="*/ 171450 h 822960"/>
                <a:gd name="csX56" fmla="*/ 582930 w 822960"/>
                <a:gd name="csY56" fmla="*/ 171450 h 822960"/>
                <a:gd name="csX57" fmla="*/ 411480 w 822960"/>
                <a:gd name="csY57" fmla="*/ 171450 h 822960"/>
                <a:gd name="csX58" fmla="*/ 240030 w 822960"/>
                <a:gd name="csY58" fmla="*/ 171450 h 822960"/>
                <a:gd name="csX59" fmla="*/ 68580 w 822960"/>
                <a:gd name="csY59" fmla="*/ 17145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</a:cxnLst>
              <a:rect l="l" t="t" r="r" b="b"/>
              <a:pathLst>
                <a:path w="822960" h="822960" extrusionOk="0">
                  <a:moveTo>
                    <a:pt x="702945" y="325755"/>
                  </a:moveTo>
                  <a:cubicBezTo>
                    <a:pt x="634098" y="330944"/>
                    <a:pt x="591718" y="323308"/>
                    <a:pt x="531495" y="325755"/>
                  </a:cubicBezTo>
                  <a:cubicBezTo>
                    <a:pt x="531307" y="289278"/>
                    <a:pt x="543442" y="256433"/>
                    <a:pt x="531495" y="222885"/>
                  </a:cubicBezTo>
                  <a:cubicBezTo>
                    <a:pt x="585857" y="221203"/>
                    <a:pt x="629237" y="231518"/>
                    <a:pt x="702945" y="222885"/>
                  </a:cubicBezTo>
                  <a:cubicBezTo>
                    <a:pt x="707364" y="254744"/>
                    <a:pt x="703941" y="288615"/>
                    <a:pt x="702945" y="325755"/>
                  </a:cubicBezTo>
                  <a:close/>
                  <a:moveTo>
                    <a:pt x="702945" y="462915"/>
                  </a:moveTo>
                  <a:cubicBezTo>
                    <a:pt x="645965" y="445325"/>
                    <a:pt x="594454" y="483144"/>
                    <a:pt x="531495" y="462915"/>
                  </a:cubicBezTo>
                  <a:cubicBezTo>
                    <a:pt x="533229" y="432031"/>
                    <a:pt x="532404" y="388217"/>
                    <a:pt x="531495" y="360045"/>
                  </a:cubicBezTo>
                  <a:cubicBezTo>
                    <a:pt x="582559" y="375359"/>
                    <a:pt x="640575" y="352362"/>
                    <a:pt x="702945" y="360045"/>
                  </a:cubicBezTo>
                  <a:cubicBezTo>
                    <a:pt x="711233" y="395710"/>
                    <a:pt x="694437" y="437256"/>
                    <a:pt x="702945" y="462915"/>
                  </a:cubicBezTo>
                  <a:close/>
                  <a:moveTo>
                    <a:pt x="702945" y="600075"/>
                  </a:moveTo>
                  <a:cubicBezTo>
                    <a:pt x="640535" y="601391"/>
                    <a:pt x="587727" y="592617"/>
                    <a:pt x="531495" y="600075"/>
                  </a:cubicBezTo>
                  <a:cubicBezTo>
                    <a:pt x="539019" y="558630"/>
                    <a:pt x="534533" y="533574"/>
                    <a:pt x="531495" y="497205"/>
                  </a:cubicBezTo>
                  <a:cubicBezTo>
                    <a:pt x="603656" y="489667"/>
                    <a:pt x="650721" y="488981"/>
                    <a:pt x="702945" y="497205"/>
                  </a:cubicBezTo>
                  <a:cubicBezTo>
                    <a:pt x="707109" y="535766"/>
                    <a:pt x="699089" y="573695"/>
                    <a:pt x="702945" y="600075"/>
                  </a:cubicBezTo>
                  <a:close/>
                  <a:moveTo>
                    <a:pt x="325755" y="600075"/>
                  </a:moveTo>
                  <a:cubicBezTo>
                    <a:pt x="319365" y="562980"/>
                    <a:pt x="319296" y="533801"/>
                    <a:pt x="325755" y="497205"/>
                  </a:cubicBezTo>
                  <a:cubicBezTo>
                    <a:pt x="382985" y="491894"/>
                    <a:pt x="443165" y="519907"/>
                    <a:pt x="497205" y="497205"/>
                  </a:cubicBezTo>
                  <a:cubicBezTo>
                    <a:pt x="491193" y="525772"/>
                    <a:pt x="492997" y="563321"/>
                    <a:pt x="497205" y="600075"/>
                  </a:cubicBezTo>
                  <a:cubicBezTo>
                    <a:pt x="430875" y="617335"/>
                    <a:pt x="394021" y="596994"/>
                    <a:pt x="325755" y="600075"/>
                  </a:cubicBezTo>
                  <a:close/>
                  <a:moveTo>
                    <a:pt x="120015" y="600075"/>
                  </a:moveTo>
                  <a:cubicBezTo>
                    <a:pt x="108065" y="571913"/>
                    <a:pt x="125124" y="531829"/>
                    <a:pt x="120015" y="497205"/>
                  </a:cubicBezTo>
                  <a:cubicBezTo>
                    <a:pt x="190393" y="497218"/>
                    <a:pt x="234958" y="497458"/>
                    <a:pt x="291465" y="497205"/>
                  </a:cubicBezTo>
                  <a:cubicBezTo>
                    <a:pt x="291763" y="524458"/>
                    <a:pt x="294090" y="565400"/>
                    <a:pt x="291465" y="600075"/>
                  </a:cubicBezTo>
                  <a:cubicBezTo>
                    <a:pt x="228223" y="602239"/>
                    <a:pt x="186884" y="597581"/>
                    <a:pt x="120015" y="600075"/>
                  </a:cubicBezTo>
                  <a:close/>
                  <a:moveTo>
                    <a:pt x="120015" y="360045"/>
                  </a:moveTo>
                  <a:cubicBezTo>
                    <a:pt x="184567" y="347841"/>
                    <a:pt x="230238" y="375727"/>
                    <a:pt x="291465" y="360045"/>
                  </a:cubicBezTo>
                  <a:cubicBezTo>
                    <a:pt x="299301" y="397771"/>
                    <a:pt x="281501" y="425478"/>
                    <a:pt x="291465" y="462915"/>
                  </a:cubicBezTo>
                  <a:cubicBezTo>
                    <a:pt x="237067" y="448014"/>
                    <a:pt x="181563" y="459757"/>
                    <a:pt x="120015" y="462915"/>
                  </a:cubicBezTo>
                  <a:cubicBezTo>
                    <a:pt x="107594" y="426052"/>
                    <a:pt x="121843" y="384140"/>
                    <a:pt x="120015" y="360045"/>
                  </a:cubicBezTo>
                  <a:close/>
                  <a:moveTo>
                    <a:pt x="120015" y="222885"/>
                  </a:moveTo>
                  <a:cubicBezTo>
                    <a:pt x="162596" y="224558"/>
                    <a:pt x="231058" y="235623"/>
                    <a:pt x="291465" y="222885"/>
                  </a:cubicBezTo>
                  <a:cubicBezTo>
                    <a:pt x="291061" y="254474"/>
                    <a:pt x="297572" y="300057"/>
                    <a:pt x="291465" y="325755"/>
                  </a:cubicBezTo>
                  <a:cubicBezTo>
                    <a:pt x="227361" y="329001"/>
                    <a:pt x="167948" y="330864"/>
                    <a:pt x="120015" y="325755"/>
                  </a:cubicBezTo>
                  <a:cubicBezTo>
                    <a:pt x="125621" y="286634"/>
                    <a:pt x="119598" y="256555"/>
                    <a:pt x="120015" y="222885"/>
                  </a:cubicBezTo>
                  <a:close/>
                  <a:moveTo>
                    <a:pt x="497205" y="360045"/>
                  </a:moveTo>
                  <a:cubicBezTo>
                    <a:pt x="481202" y="396545"/>
                    <a:pt x="494625" y="431249"/>
                    <a:pt x="497205" y="462915"/>
                  </a:cubicBezTo>
                  <a:cubicBezTo>
                    <a:pt x="443382" y="464200"/>
                    <a:pt x="385909" y="450963"/>
                    <a:pt x="325755" y="462915"/>
                  </a:cubicBezTo>
                  <a:cubicBezTo>
                    <a:pt x="320019" y="431143"/>
                    <a:pt x="327666" y="394341"/>
                    <a:pt x="325755" y="360045"/>
                  </a:cubicBezTo>
                  <a:cubicBezTo>
                    <a:pt x="388597" y="357080"/>
                    <a:pt x="438109" y="350575"/>
                    <a:pt x="497205" y="360045"/>
                  </a:cubicBezTo>
                  <a:close/>
                  <a:moveTo>
                    <a:pt x="497205" y="222885"/>
                  </a:moveTo>
                  <a:cubicBezTo>
                    <a:pt x="512055" y="255883"/>
                    <a:pt x="498393" y="293087"/>
                    <a:pt x="497205" y="325755"/>
                  </a:cubicBezTo>
                  <a:cubicBezTo>
                    <a:pt x="430087" y="329069"/>
                    <a:pt x="384079" y="335305"/>
                    <a:pt x="325755" y="325755"/>
                  </a:cubicBezTo>
                  <a:cubicBezTo>
                    <a:pt x="329825" y="288421"/>
                    <a:pt x="326726" y="257157"/>
                    <a:pt x="325755" y="222885"/>
                  </a:cubicBezTo>
                  <a:cubicBezTo>
                    <a:pt x="383345" y="220400"/>
                    <a:pt x="444230" y="217458"/>
                    <a:pt x="497205" y="222885"/>
                  </a:cubicBezTo>
                  <a:close/>
                  <a:moveTo>
                    <a:pt x="68580" y="171450"/>
                  </a:moveTo>
                  <a:cubicBezTo>
                    <a:pt x="65685" y="222283"/>
                    <a:pt x="52981" y="278339"/>
                    <a:pt x="68580" y="331472"/>
                  </a:cubicBezTo>
                  <a:cubicBezTo>
                    <a:pt x="65367" y="375725"/>
                    <a:pt x="69500" y="436025"/>
                    <a:pt x="68580" y="491487"/>
                  </a:cubicBezTo>
                  <a:cubicBezTo>
                    <a:pt x="69444" y="529954"/>
                    <a:pt x="87529" y="595376"/>
                    <a:pt x="68580" y="651510"/>
                  </a:cubicBezTo>
                  <a:cubicBezTo>
                    <a:pt x="120843" y="640078"/>
                    <a:pt x="185589" y="644912"/>
                    <a:pt x="240030" y="651510"/>
                  </a:cubicBezTo>
                  <a:cubicBezTo>
                    <a:pt x="311332" y="658714"/>
                    <a:pt x="355622" y="647968"/>
                    <a:pt x="411480" y="651510"/>
                  </a:cubicBezTo>
                  <a:cubicBezTo>
                    <a:pt x="474196" y="635125"/>
                    <a:pt x="534366" y="665227"/>
                    <a:pt x="582930" y="651510"/>
                  </a:cubicBezTo>
                  <a:cubicBezTo>
                    <a:pt x="628468" y="650235"/>
                    <a:pt x="691704" y="645756"/>
                    <a:pt x="754380" y="651510"/>
                  </a:cubicBezTo>
                  <a:cubicBezTo>
                    <a:pt x="753856" y="591756"/>
                    <a:pt x="761616" y="546137"/>
                    <a:pt x="754380" y="491487"/>
                  </a:cubicBezTo>
                  <a:cubicBezTo>
                    <a:pt x="771954" y="439190"/>
                    <a:pt x="746289" y="384063"/>
                    <a:pt x="754380" y="331472"/>
                  </a:cubicBezTo>
                  <a:cubicBezTo>
                    <a:pt x="753355" y="275707"/>
                    <a:pt x="758059" y="237944"/>
                    <a:pt x="754380" y="171450"/>
                  </a:cubicBezTo>
                  <a:cubicBezTo>
                    <a:pt x="698855" y="179390"/>
                    <a:pt x="635865" y="159516"/>
                    <a:pt x="582930" y="171450"/>
                  </a:cubicBezTo>
                  <a:cubicBezTo>
                    <a:pt x="530851" y="164074"/>
                    <a:pt x="451484" y="177745"/>
                    <a:pt x="411480" y="171450"/>
                  </a:cubicBezTo>
                  <a:cubicBezTo>
                    <a:pt x="365834" y="161583"/>
                    <a:pt x="311110" y="172186"/>
                    <a:pt x="240030" y="171450"/>
                  </a:cubicBezTo>
                  <a:cubicBezTo>
                    <a:pt x="192197" y="179263"/>
                    <a:pt x="135212" y="169227"/>
                    <a:pt x="68580" y="17145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0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82000" y="38000"/>
                          </a:moveTo>
                          <a:cubicBezTo>
                            <a:pt x="75333" y="38140"/>
                            <a:pt x="68667" y="37731"/>
                            <a:pt x="62000" y="38000"/>
                          </a:cubicBezTo>
                          <a:cubicBezTo>
                            <a:pt x="62637" y="34000"/>
                            <a:pt x="62641" y="30000"/>
                            <a:pt x="62000" y="26000"/>
                          </a:cubicBezTo>
                          <a:cubicBezTo>
                            <a:pt x="68667" y="25791"/>
                            <a:pt x="75333" y="26709"/>
                            <a:pt x="82000" y="26000"/>
                          </a:cubicBezTo>
                          <a:cubicBezTo>
                            <a:pt x="81877" y="30000"/>
                            <a:pt x="81999" y="34000"/>
                            <a:pt x="82000" y="38000"/>
                          </a:cubicBezTo>
                          <a:close/>
                          <a:moveTo>
                            <a:pt x="82000" y="54000"/>
                          </a:moveTo>
                          <a:cubicBezTo>
                            <a:pt x="75333" y="53167"/>
                            <a:pt x="68667" y="55115"/>
                            <a:pt x="62000" y="54000"/>
                          </a:cubicBezTo>
                          <a:cubicBezTo>
                            <a:pt x="62327" y="50000"/>
                            <a:pt x="62430" y="46000"/>
                            <a:pt x="62000" y="42000"/>
                          </a:cubicBezTo>
                          <a:cubicBezTo>
                            <a:pt x="68667" y="42972"/>
                            <a:pt x="75333" y="42073"/>
                            <a:pt x="82000" y="42000"/>
                          </a:cubicBezTo>
                          <a:cubicBezTo>
                            <a:pt x="82035" y="46000"/>
                            <a:pt x="81437" y="50000"/>
                            <a:pt x="82000" y="54000"/>
                          </a:cubicBezTo>
                          <a:close/>
                          <a:moveTo>
                            <a:pt x="82000" y="70000"/>
                          </a:moveTo>
                          <a:cubicBezTo>
                            <a:pt x="75333" y="70976"/>
                            <a:pt x="68667" y="70986"/>
                            <a:pt x="62000" y="70000"/>
                          </a:cubicBezTo>
                          <a:cubicBezTo>
                            <a:pt x="62427" y="66000"/>
                            <a:pt x="61539" y="62000"/>
                            <a:pt x="62000" y="58000"/>
                          </a:cubicBezTo>
                          <a:cubicBezTo>
                            <a:pt x="68667" y="57446"/>
                            <a:pt x="75333" y="57613"/>
                            <a:pt x="82000" y="58000"/>
                          </a:cubicBezTo>
                          <a:cubicBezTo>
                            <a:pt x="82251" y="62000"/>
                            <a:pt x="81537" y="66000"/>
                            <a:pt x="82000" y="70000"/>
                          </a:cubicBezTo>
                          <a:close/>
                          <a:moveTo>
                            <a:pt x="38000" y="70000"/>
                          </a:moveTo>
                          <a:cubicBezTo>
                            <a:pt x="37531" y="66000"/>
                            <a:pt x="38233" y="62000"/>
                            <a:pt x="38000" y="58000"/>
                          </a:cubicBezTo>
                          <a:cubicBezTo>
                            <a:pt x="44667" y="57196"/>
                            <a:pt x="51333" y="59078"/>
                            <a:pt x="58000" y="58000"/>
                          </a:cubicBezTo>
                          <a:cubicBezTo>
                            <a:pt x="58079" y="62000"/>
                            <a:pt x="57350" y="66000"/>
                            <a:pt x="58000" y="70000"/>
                          </a:cubicBezTo>
                          <a:cubicBezTo>
                            <a:pt x="51333" y="70326"/>
                            <a:pt x="44667" y="70592"/>
                            <a:pt x="38000" y="70000"/>
                          </a:cubicBezTo>
                          <a:close/>
                          <a:moveTo>
                            <a:pt x="14000" y="70000"/>
                          </a:moveTo>
                          <a:cubicBezTo>
                            <a:pt x="13333" y="66000"/>
                            <a:pt x="13955" y="62000"/>
                            <a:pt x="14000" y="58000"/>
                          </a:cubicBezTo>
                          <a:cubicBezTo>
                            <a:pt x="20667" y="58768"/>
                            <a:pt x="27333" y="57815"/>
                            <a:pt x="34000" y="58000"/>
                          </a:cubicBezTo>
                          <a:cubicBezTo>
                            <a:pt x="34714" y="62000"/>
                            <a:pt x="33415" y="66000"/>
                            <a:pt x="34000" y="70000"/>
                          </a:cubicBezTo>
                          <a:cubicBezTo>
                            <a:pt x="27333" y="69236"/>
                            <a:pt x="20667" y="70043"/>
                            <a:pt x="14000" y="70000"/>
                          </a:cubicBezTo>
                          <a:close/>
                          <a:moveTo>
                            <a:pt x="14000" y="42000"/>
                          </a:moveTo>
                          <a:cubicBezTo>
                            <a:pt x="20667" y="41197"/>
                            <a:pt x="27333" y="42265"/>
                            <a:pt x="34000" y="42000"/>
                          </a:cubicBezTo>
                          <a:cubicBezTo>
                            <a:pt x="34411" y="46000"/>
                            <a:pt x="33477" y="50000"/>
                            <a:pt x="34000" y="54000"/>
                          </a:cubicBezTo>
                          <a:cubicBezTo>
                            <a:pt x="27333" y="52917"/>
                            <a:pt x="20667" y="53576"/>
                            <a:pt x="14000" y="54000"/>
                          </a:cubicBezTo>
                          <a:cubicBezTo>
                            <a:pt x="13294" y="50000"/>
                            <a:pt x="14359" y="46000"/>
                            <a:pt x="14000" y="42000"/>
                          </a:cubicBezTo>
                          <a:close/>
                          <a:moveTo>
                            <a:pt x="14000" y="26000"/>
                          </a:moveTo>
                          <a:cubicBezTo>
                            <a:pt x="20667" y="25505"/>
                            <a:pt x="27333" y="26498"/>
                            <a:pt x="34000" y="26000"/>
                          </a:cubicBezTo>
                          <a:cubicBezTo>
                            <a:pt x="34549" y="30000"/>
                            <a:pt x="34526" y="34000"/>
                            <a:pt x="34000" y="38000"/>
                          </a:cubicBezTo>
                          <a:cubicBezTo>
                            <a:pt x="27333" y="39133"/>
                            <a:pt x="20667" y="37613"/>
                            <a:pt x="14000" y="38000"/>
                          </a:cubicBezTo>
                          <a:cubicBezTo>
                            <a:pt x="13810" y="34000"/>
                            <a:pt x="14568" y="30000"/>
                            <a:pt x="14000" y="26000"/>
                          </a:cubicBezTo>
                          <a:close/>
                          <a:moveTo>
                            <a:pt x="58000" y="42000"/>
                          </a:moveTo>
                          <a:cubicBezTo>
                            <a:pt x="57304" y="46000"/>
                            <a:pt x="58639" y="50000"/>
                            <a:pt x="58000" y="54000"/>
                          </a:cubicBezTo>
                          <a:cubicBezTo>
                            <a:pt x="51333" y="54091"/>
                            <a:pt x="44667" y="53503"/>
                            <a:pt x="38000" y="54000"/>
                          </a:cubicBezTo>
                          <a:cubicBezTo>
                            <a:pt x="38056" y="50000"/>
                            <a:pt x="38045" y="46000"/>
                            <a:pt x="38000" y="42000"/>
                          </a:cubicBezTo>
                          <a:cubicBezTo>
                            <a:pt x="44667" y="42350"/>
                            <a:pt x="51333" y="40892"/>
                            <a:pt x="58000" y="42000"/>
                          </a:cubicBezTo>
                          <a:close/>
                          <a:moveTo>
                            <a:pt x="58000" y="26000"/>
                          </a:moveTo>
                          <a:cubicBezTo>
                            <a:pt x="58605" y="30000"/>
                            <a:pt x="57376" y="34000"/>
                            <a:pt x="58000" y="38000"/>
                          </a:cubicBezTo>
                          <a:cubicBezTo>
                            <a:pt x="51333" y="37721"/>
                            <a:pt x="44667" y="38535"/>
                            <a:pt x="38000" y="38000"/>
                          </a:cubicBezTo>
                          <a:cubicBezTo>
                            <a:pt x="37345" y="34000"/>
                            <a:pt x="37979" y="30000"/>
                            <a:pt x="38000" y="26000"/>
                          </a:cubicBezTo>
                          <a:cubicBezTo>
                            <a:pt x="44667" y="26425"/>
                            <a:pt x="51333" y="25736"/>
                            <a:pt x="58000" y="26000"/>
                          </a:cubicBezTo>
                          <a:close/>
                          <a:moveTo>
                            <a:pt x="8000" y="20000"/>
                          </a:moveTo>
                          <a:cubicBezTo>
                            <a:pt x="8911" y="26222"/>
                            <a:pt x="7591" y="32444"/>
                            <a:pt x="8000" y="38667"/>
                          </a:cubicBezTo>
                          <a:cubicBezTo>
                            <a:pt x="7231" y="44889"/>
                            <a:pt x="7135" y="51111"/>
                            <a:pt x="8000" y="57333"/>
                          </a:cubicBezTo>
                          <a:cubicBezTo>
                            <a:pt x="8296" y="63556"/>
                            <a:pt x="8764" y="69778"/>
                            <a:pt x="8000" y="76000"/>
                          </a:cubicBezTo>
                          <a:cubicBezTo>
                            <a:pt x="14667" y="76080"/>
                            <a:pt x="21333" y="75143"/>
                            <a:pt x="28000" y="76000"/>
                          </a:cubicBezTo>
                          <a:cubicBezTo>
                            <a:pt x="34667" y="76127"/>
                            <a:pt x="41333" y="76007"/>
                            <a:pt x="48000" y="76000"/>
                          </a:cubicBezTo>
                          <a:cubicBezTo>
                            <a:pt x="54667" y="74990"/>
                            <a:pt x="61333" y="76320"/>
                            <a:pt x="68000" y="76000"/>
                          </a:cubicBezTo>
                          <a:cubicBezTo>
                            <a:pt x="74667" y="76160"/>
                            <a:pt x="81333" y="74941"/>
                            <a:pt x="88000" y="76000"/>
                          </a:cubicBezTo>
                          <a:cubicBezTo>
                            <a:pt x="86985" y="69778"/>
                            <a:pt x="88814" y="63556"/>
                            <a:pt x="88000" y="57333"/>
                          </a:cubicBezTo>
                          <a:cubicBezTo>
                            <a:pt x="89062" y="51111"/>
                            <a:pt x="86945" y="44889"/>
                            <a:pt x="88000" y="38667"/>
                          </a:cubicBezTo>
                          <a:cubicBezTo>
                            <a:pt x="88324" y="32444"/>
                            <a:pt x="88865" y="26222"/>
                            <a:pt x="88000" y="20000"/>
                          </a:cubicBezTo>
                          <a:cubicBezTo>
                            <a:pt x="81333" y="21135"/>
                            <a:pt x="74667" y="18910"/>
                            <a:pt x="68000" y="20000"/>
                          </a:cubicBezTo>
                          <a:cubicBezTo>
                            <a:pt x="61333" y="19053"/>
                            <a:pt x="54667" y="20817"/>
                            <a:pt x="48000" y="20000"/>
                          </a:cubicBezTo>
                          <a:cubicBezTo>
                            <a:pt x="41333" y="19716"/>
                            <a:pt x="34667" y="20839"/>
                            <a:pt x="28000" y="20000"/>
                          </a:cubicBezTo>
                          <a:cubicBezTo>
                            <a:pt x="21333" y="20077"/>
                            <a:pt x="14667" y="19099"/>
                            <a:pt x="8000" y="20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4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40 Reports</a:t>
            </a:r>
          </a:p>
        </p:txBody>
      </p:sp>
      <p:sp>
        <p:nvSpPr>
          <p:cNvPr id="105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trail-0117</a:t>
            </a:r>
          </a:p>
        </p:txBody>
      </p:sp>
      <p:cxnSp>
        <p:nvCxnSpPr>
          <p:cNvPr id="106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07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one report at a time</a:t>
            </a:r>
          </a:p>
        </p:txBody>
      </p:sp>
      <p:sp>
        <p:nvSpPr>
          <p:cNvPr id="108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9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0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2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3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4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8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nomic-embed-text</a:t>
            </a:r>
          </a:p>
        </p:txBody>
      </p:sp>
      <p:cxnSp>
        <p:nvCxnSpPr>
          <p:cNvPr id="119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0" name="Request"/>
          <p:cNvSpPr txBox="1"/>
          <p:nvPr/>
        </p:nvSpPr>
        <p:spPr>
          <a:xfrm>
            <a:off x="6675120" y="19385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"classification: " + text</a:t>
            </a:r>
          </a:p>
        </p:txBody>
      </p:sp>
      <p:sp>
        <p:nvSpPr>
          <p:cNvPr id="121" name="Reply"/>
          <p:cNvSpPr txBox="1"/>
          <p:nvPr/>
        </p:nvSpPr>
        <p:spPr>
          <a:xfrm>
            <a:off x="7388352" y="31546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[768 numbers] ×40</a:t>
            </a:r>
          </a:p>
        </p:txBody>
      </p:sp>
      <p:sp>
        <p:nvSpPr>
          <p:cNvPr id="122" name="App line 0"/>
          <p:cNvSpPr txBox="1"/>
          <p:nvPr/>
        </p:nvSpPr>
        <p:spPr>
          <a:xfrm>
            <a:off x="4878638" y="3660922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 = mean(v)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F08 · How It Works</a:t>
            </a:r>
          </a:p>
        </p:txBody>
      </p:sp>
      <p:grpSp>
        <p:nvGrpSpPr>
          <p:cNvPr id="102" name="40 Reports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3" name="40 Reports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8000" y="20000"/>
                  </a:moveTo>
                  <a:cubicBezTo>
                    <a:pt x="8000" y="38667"/>
                    <a:pt x="8000" y="57333"/>
                    <a:pt x="8000" y="76000"/>
                  </a:cubicBezTo>
                  <a:cubicBezTo>
                    <a:pt x="34667" y="76000"/>
                    <a:pt x="61333" y="76000"/>
                    <a:pt x="88000" y="76000"/>
                  </a:cubicBezTo>
                  <a:cubicBezTo>
                    <a:pt x="88000" y="57333"/>
                    <a:pt x="88000" y="38667"/>
                    <a:pt x="88000" y="20000"/>
                  </a:cubicBezTo>
                  <a:cubicBezTo>
                    <a:pt x="61333" y="20000"/>
                    <a:pt x="34667" y="20000"/>
                    <a:pt x="8000" y="20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40 Reports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702945 w 822960"/>
                <a:gd name="csY0" fmla="*/ 325755 h 822960"/>
                <a:gd name="csX1" fmla="*/ 531495 w 822960"/>
                <a:gd name="csY1" fmla="*/ 325755 h 822960"/>
                <a:gd name="csX2" fmla="*/ 531495 w 822960"/>
                <a:gd name="csY2" fmla="*/ 222885 h 822960"/>
                <a:gd name="csX3" fmla="*/ 702945 w 822960"/>
                <a:gd name="csY3" fmla="*/ 222885 h 822960"/>
                <a:gd name="csX4" fmla="*/ 702945 w 822960"/>
                <a:gd name="csY4" fmla="*/ 325755 h 822960"/>
                <a:gd name="csX5" fmla="*/ 702945 w 822960"/>
                <a:gd name="csY5" fmla="*/ 462915 h 822960"/>
                <a:gd name="csX6" fmla="*/ 531495 w 822960"/>
                <a:gd name="csY6" fmla="*/ 462915 h 822960"/>
                <a:gd name="csX7" fmla="*/ 531495 w 822960"/>
                <a:gd name="csY7" fmla="*/ 360045 h 822960"/>
                <a:gd name="csX8" fmla="*/ 702945 w 822960"/>
                <a:gd name="csY8" fmla="*/ 360045 h 822960"/>
                <a:gd name="csX9" fmla="*/ 702945 w 822960"/>
                <a:gd name="csY9" fmla="*/ 462915 h 822960"/>
                <a:gd name="csX10" fmla="*/ 702945 w 822960"/>
                <a:gd name="csY10" fmla="*/ 600075 h 822960"/>
                <a:gd name="csX11" fmla="*/ 531495 w 822960"/>
                <a:gd name="csY11" fmla="*/ 600075 h 822960"/>
                <a:gd name="csX12" fmla="*/ 531495 w 822960"/>
                <a:gd name="csY12" fmla="*/ 497205 h 822960"/>
                <a:gd name="csX13" fmla="*/ 702945 w 822960"/>
                <a:gd name="csY13" fmla="*/ 497205 h 822960"/>
                <a:gd name="csX14" fmla="*/ 702945 w 822960"/>
                <a:gd name="csY14" fmla="*/ 600075 h 822960"/>
                <a:gd name="csX15" fmla="*/ 325755 w 822960"/>
                <a:gd name="csY15" fmla="*/ 600075 h 822960"/>
                <a:gd name="csX16" fmla="*/ 325755 w 822960"/>
                <a:gd name="csY16" fmla="*/ 497205 h 822960"/>
                <a:gd name="csX17" fmla="*/ 497205 w 822960"/>
                <a:gd name="csY17" fmla="*/ 497205 h 822960"/>
                <a:gd name="csX18" fmla="*/ 497205 w 822960"/>
                <a:gd name="csY18" fmla="*/ 600075 h 822960"/>
                <a:gd name="csX19" fmla="*/ 325755 w 822960"/>
                <a:gd name="csY19" fmla="*/ 600075 h 822960"/>
                <a:gd name="csX20" fmla="*/ 120015 w 822960"/>
                <a:gd name="csY20" fmla="*/ 600075 h 822960"/>
                <a:gd name="csX21" fmla="*/ 120015 w 822960"/>
                <a:gd name="csY21" fmla="*/ 497205 h 822960"/>
                <a:gd name="csX22" fmla="*/ 291465 w 822960"/>
                <a:gd name="csY22" fmla="*/ 497205 h 822960"/>
                <a:gd name="csX23" fmla="*/ 291465 w 822960"/>
                <a:gd name="csY23" fmla="*/ 600075 h 822960"/>
                <a:gd name="csX24" fmla="*/ 120015 w 822960"/>
                <a:gd name="csY24" fmla="*/ 600075 h 822960"/>
                <a:gd name="csX25" fmla="*/ 120015 w 822960"/>
                <a:gd name="csY25" fmla="*/ 360045 h 822960"/>
                <a:gd name="csX26" fmla="*/ 291465 w 822960"/>
                <a:gd name="csY26" fmla="*/ 360045 h 822960"/>
                <a:gd name="csX27" fmla="*/ 291465 w 822960"/>
                <a:gd name="csY27" fmla="*/ 462915 h 822960"/>
                <a:gd name="csX28" fmla="*/ 120015 w 822960"/>
                <a:gd name="csY28" fmla="*/ 462915 h 822960"/>
                <a:gd name="csX29" fmla="*/ 120015 w 822960"/>
                <a:gd name="csY29" fmla="*/ 360045 h 822960"/>
                <a:gd name="csX30" fmla="*/ 120015 w 822960"/>
                <a:gd name="csY30" fmla="*/ 222885 h 822960"/>
                <a:gd name="csX31" fmla="*/ 291465 w 822960"/>
                <a:gd name="csY31" fmla="*/ 222885 h 822960"/>
                <a:gd name="csX32" fmla="*/ 291465 w 822960"/>
                <a:gd name="csY32" fmla="*/ 325755 h 822960"/>
                <a:gd name="csX33" fmla="*/ 120015 w 822960"/>
                <a:gd name="csY33" fmla="*/ 325755 h 822960"/>
                <a:gd name="csX34" fmla="*/ 120015 w 822960"/>
                <a:gd name="csY34" fmla="*/ 222885 h 822960"/>
                <a:gd name="csX35" fmla="*/ 497205 w 822960"/>
                <a:gd name="csY35" fmla="*/ 360045 h 822960"/>
                <a:gd name="csX36" fmla="*/ 497205 w 822960"/>
                <a:gd name="csY36" fmla="*/ 462915 h 822960"/>
                <a:gd name="csX37" fmla="*/ 325755 w 822960"/>
                <a:gd name="csY37" fmla="*/ 462915 h 822960"/>
                <a:gd name="csX38" fmla="*/ 325755 w 822960"/>
                <a:gd name="csY38" fmla="*/ 360045 h 822960"/>
                <a:gd name="csX39" fmla="*/ 497205 w 822960"/>
                <a:gd name="csY39" fmla="*/ 360045 h 822960"/>
                <a:gd name="csX40" fmla="*/ 497205 w 822960"/>
                <a:gd name="csY40" fmla="*/ 222885 h 822960"/>
                <a:gd name="csX41" fmla="*/ 497205 w 822960"/>
                <a:gd name="csY41" fmla="*/ 325755 h 822960"/>
                <a:gd name="csX42" fmla="*/ 325755 w 822960"/>
                <a:gd name="csY42" fmla="*/ 325755 h 822960"/>
                <a:gd name="csX43" fmla="*/ 325755 w 822960"/>
                <a:gd name="csY43" fmla="*/ 222885 h 822960"/>
                <a:gd name="csX44" fmla="*/ 497205 w 822960"/>
                <a:gd name="csY44" fmla="*/ 222885 h 822960"/>
                <a:gd name="csX45" fmla="*/ 68580 w 822960"/>
                <a:gd name="csY45" fmla="*/ 171450 h 822960"/>
                <a:gd name="csX46" fmla="*/ 68580 w 822960"/>
                <a:gd name="csY46" fmla="*/ 331472 h 822960"/>
                <a:gd name="csX47" fmla="*/ 68580 w 822960"/>
                <a:gd name="csY47" fmla="*/ 491487 h 822960"/>
                <a:gd name="csX48" fmla="*/ 68580 w 822960"/>
                <a:gd name="csY48" fmla="*/ 651510 h 822960"/>
                <a:gd name="csX49" fmla="*/ 240030 w 822960"/>
                <a:gd name="csY49" fmla="*/ 651510 h 822960"/>
                <a:gd name="csX50" fmla="*/ 411480 w 822960"/>
                <a:gd name="csY50" fmla="*/ 651510 h 822960"/>
                <a:gd name="csX51" fmla="*/ 582930 w 822960"/>
                <a:gd name="csY51" fmla="*/ 651510 h 822960"/>
                <a:gd name="csX52" fmla="*/ 754380 w 822960"/>
                <a:gd name="csY52" fmla="*/ 651510 h 822960"/>
                <a:gd name="csX53" fmla="*/ 754380 w 822960"/>
                <a:gd name="csY53" fmla="*/ 491487 h 822960"/>
                <a:gd name="csX54" fmla="*/ 754380 w 822960"/>
                <a:gd name="csY54" fmla="*/ 331472 h 822960"/>
                <a:gd name="csX55" fmla="*/ 754380 w 822960"/>
                <a:gd name="csY55" fmla="*/ 171450 h 822960"/>
                <a:gd name="csX56" fmla="*/ 582930 w 822960"/>
                <a:gd name="csY56" fmla="*/ 171450 h 822960"/>
                <a:gd name="csX57" fmla="*/ 411480 w 822960"/>
                <a:gd name="csY57" fmla="*/ 171450 h 822960"/>
                <a:gd name="csX58" fmla="*/ 240030 w 822960"/>
                <a:gd name="csY58" fmla="*/ 171450 h 822960"/>
                <a:gd name="csX59" fmla="*/ 68580 w 822960"/>
                <a:gd name="csY59" fmla="*/ 17145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</a:cxnLst>
              <a:rect l="l" t="t" r="r" b="b"/>
              <a:pathLst>
                <a:path w="822960" h="822960" extrusionOk="0">
                  <a:moveTo>
                    <a:pt x="702945" y="325755"/>
                  </a:moveTo>
                  <a:cubicBezTo>
                    <a:pt x="634098" y="330944"/>
                    <a:pt x="591718" y="323308"/>
                    <a:pt x="531495" y="325755"/>
                  </a:cubicBezTo>
                  <a:cubicBezTo>
                    <a:pt x="531307" y="289278"/>
                    <a:pt x="543442" y="256433"/>
                    <a:pt x="531495" y="222885"/>
                  </a:cubicBezTo>
                  <a:cubicBezTo>
                    <a:pt x="585857" y="221203"/>
                    <a:pt x="629237" y="231518"/>
                    <a:pt x="702945" y="222885"/>
                  </a:cubicBezTo>
                  <a:cubicBezTo>
                    <a:pt x="707364" y="254744"/>
                    <a:pt x="703941" y="288615"/>
                    <a:pt x="702945" y="325755"/>
                  </a:cubicBezTo>
                  <a:close/>
                  <a:moveTo>
                    <a:pt x="702945" y="462915"/>
                  </a:moveTo>
                  <a:cubicBezTo>
                    <a:pt x="645965" y="445325"/>
                    <a:pt x="594454" y="483144"/>
                    <a:pt x="531495" y="462915"/>
                  </a:cubicBezTo>
                  <a:cubicBezTo>
                    <a:pt x="533229" y="432031"/>
                    <a:pt x="532404" y="388217"/>
                    <a:pt x="531495" y="360045"/>
                  </a:cubicBezTo>
                  <a:cubicBezTo>
                    <a:pt x="582559" y="375359"/>
                    <a:pt x="640575" y="352362"/>
                    <a:pt x="702945" y="360045"/>
                  </a:cubicBezTo>
                  <a:cubicBezTo>
                    <a:pt x="711233" y="395710"/>
                    <a:pt x="694437" y="437256"/>
                    <a:pt x="702945" y="462915"/>
                  </a:cubicBezTo>
                  <a:close/>
                  <a:moveTo>
                    <a:pt x="702945" y="600075"/>
                  </a:moveTo>
                  <a:cubicBezTo>
                    <a:pt x="640535" y="601391"/>
                    <a:pt x="587727" y="592617"/>
                    <a:pt x="531495" y="600075"/>
                  </a:cubicBezTo>
                  <a:cubicBezTo>
                    <a:pt x="539019" y="558630"/>
                    <a:pt x="534533" y="533574"/>
                    <a:pt x="531495" y="497205"/>
                  </a:cubicBezTo>
                  <a:cubicBezTo>
                    <a:pt x="603656" y="489667"/>
                    <a:pt x="650721" y="488981"/>
                    <a:pt x="702945" y="497205"/>
                  </a:cubicBezTo>
                  <a:cubicBezTo>
                    <a:pt x="707109" y="535766"/>
                    <a:pt x="699089" y="573695"/>
                    <a:pt x="702945" y="600075"/>
                  </a:cubicBezTo>
                  <a:close/>
                  <a:moveTo>
                    <a:pt x="325755" y="600075"/>
                  </a:moveTo>
                  <a:cubicBezTo>
                    <a:pt x="319365" y="562980"/>
                    <a:pt x="319296" y="533801"/>
                    <a:pt x="325755" y="497205"/>
                  </a:cubicBezTo>
                  <a:cubicBezTo>
                    <a:pt x="382985" y="491894"/>
                    <a:pt x="443165" y="519907"/>
                    <a:pt x="497205" y="497205"/>
                  </a:cubicBezTo>
                  <a:cubicBezTo>
                    <a:pt x="491193" y="525772"/>
                    <a:pt x="492997" y="563321"/>
                    <a:pt x="497205" y="600075"/>
                  </a:cubicBezTo>
                  <a:cubicBezTo>
                    <a:pt x="430875" y="617335"/>
                    <a:pt x="394021" y="596994"/>
                    <a:pt x="325755" y="600075"/>
                  </a:cubicBezTo>
                  <a:close/>
                  <a:moveTo>
                    <a:pt x="120015" y="600075"/>
                  </a:moveTo>
                  <a:cubicBezTo>
                    <a:pt x="108065" y="571913"/>
                    <a:pt x="125124" y="531829"/>
                    <a:pt x="120015" y="497205"/>
                  </a:cubicBezTo>
                  <a:cubicBezTo>
                    <a:pt x="190393" y="497218"/>
                    <a:pt x="234958" y="497458"/>
                    <a:pt x="291465" y="497205"/>
                  </a:cubicBezTo>
                  <a:cubicBezTo>
                    <a:pt x="291763" y="524458"/>
                    <a:pt x="294090" y="565400"/>
                    <a:pt x="291465" y="600075"/>
                  </a:cubicBezTo>
                  <a:cubicBezTo>
                    <a:pt x="228223" y="602239"/>
                    <a:pt x="186884" y="597581"/>
                    <a:pt x="120015" y="600075"/>
                  </a:cubicBezTo>
                  <a:close/>
                  <a:moveTo>
                    <a:pt x="120015" y="360045"/>
                  </a:moveTo>
                  <a:cubicBezTo>
                    <a:pt x="184567" y="347841"/>
                    <a:pt x="230238" y="375727"/>
                    <a:pt x="291465" y="360045"/>
                  </a:cubicBezTo>
                  <a:cubicBezTo>
                    <a:pt x="299301" y="397771"/>
                    <a:pt x="281501" y="425478"/>
                    <a:pt x="291465" y="462915"/>
                  </a:cubicBezTo>
                  <a:cubicBezTo>
                    <a:pt x="237067" y="448014"/>
                    <a:pt x="181563" y="459757"/>
                    <a:pt x="120015" y="462915"/>
                  </a:cubicBezTo>
                  <a:cubicBezTo>
                    <a:pt x="107594" y="426052"/>
                    <a:pt x="121843" y="384140"/>
                    <a:pt x="120015" y="360045"/>
                  </a:cubicBezTo>
                  <a:close/>
                  <a:moveTo>
                    <a:pt x="120015" y="222885"/>
                  </a:moveTo>
                  <a:cubicBezTo>
                    <a:pt x="162596" y="224558"/>
                    <a:pt x="231058" y="235623"/>
                    <a:pt x="291465" y="222885"/>
                  </a:cubicBezTo>
                  <a:cubicBezTo>
                    <a:pt x="291061" y="254474"/>
                    <a:pt x="297572" y="300057"/>
                    <a:pt x="291465" y="325755"/>
                  </a:cubicBezTo>
                  <a:cubicBezTo>
                    <a:pt x="227361" y="329001"/>
                    <a:pt x="167948" y="330864"/>
                    <a:pt x="120015" y="325755"/>
                  </a:cubicBezTo>
                  <a:cubicBezTo>
                    <a:pt x="125621" y="286634"/>
                    <a:pt x="119598" y="256555"/>
                    <a:pt x="120015" y="222885"/>
                  </a:cubicBezTo>
                  <a:close/>
                  <a:moveTo>
                    <a:pt x="497205" y="360045"/>
                  </a:moveTo>
                  <a:cubicBezTo>
                    <a:pt x="481202" y="396545"/>
                    <a:pt x="494625" y="431249"/>
                    <a:pt x="497205" y="462915"/>
                  </a:cubicBezTo>
                  <a:cubicBezTo>
                    <a:pt x="443382" y="464200"/>
                    <a:pt x="385909" y="450963"/>
                    <a:pt x="325755" y="462915"/>
                  </a:cubicBezTo>
                  <a:cubicBezTo>
                    <a:pt x="320019" y="431143"/>
                    <a:pt x="327666" y="394341"/>
                    <a:pt x="325755" y="360045"/>
                  </a:cubicBezTo>
                  <a:cubicBezTo>
                    <a:pt x="388597" y="357080"/>
                    <a:pt x="438109" y="350575"/>
                    <a:pt x="497205" y="360045"/>
                  </a:cubicBezTo>
                  <a:close/>
                  <a:moveTo>
                    <a:pt x="497205" y="222885"/>
                  </a:moveTo>
                  <a:cubicBezTo>
                    <a:pt x="512055" y="255883"/>
                    <a:pt x="498393" y="293087"/>
                    <a:pt x="497205" y="325755"/>
                  </a:cubicBezTo>
                  <a:cubicBezTo>
                    <a:pt x="430087" y="329069"/>
                    <a:pt x="384079" y="335305"/>
                    <a:pt x="325755" y="325755"/>
                  </a:cubicBezTo>
                  <a:cubicBezTo>
                    <a:pt x="329825" y="288421"/>
                    <a:pt x="326726" y="257157"/>
                    <a:pt x="325755" y="222885"/>
                  </a:cubicBezTo>
                  <a:cubicBezTo>
                    <a:pt x="383345" y="220400"/>
                    <a:pt x="444230" y="217458"/>
                    <a:pt x="497205" y="222885"/>
                  </a:cubicBezTo>
                  <a:close/>
                  <a:moveTo>
                    <a:pt x="68580" y="171450"/>
                  </a:moveTo>
                  <a:cubicBezTo>
                    <a:pt x="65685" y="222283"/>
                    <a:pt x="52981" y="278339"/>
                    <a:pt x="68580" y="331472"/>
                  </a:cubicBezTo>
                  <a:cubicBezTo>
                    <a:pt x="65367" y="375725"/>
                    <a:pt x="69500" y="436025"/>
                    <a:pt x="68580" y="491487"/>
                  </a:cubicBezTo>
                  <a:cubicBezTo>
                    <a:pt x="69444" y="529954"/>
                    <a:pt x="87529" y="595376"/>
                    <a:pt x="68580" y="651510"/>
                  </a:cubicBezTo>
                  <a:cubicBezTo>
                    <a:pt x="120843" y="640078"/>
                    <a:pt x="185589" y="644912"/>
                    <a:pt x="240030" y="651510"/>
                  </a:cubicBezTo>
                  <a:cubicBezTo>
                    <a:pt x="311332" y="658714"/>
                    <a:pt x="355622" y="647968"/>
                    <a:pt x="411480" y="651510"/>
                  </a:cubicBezTo>
                  <a:cubicBezTo>
                    <a:pt x="474196" y="635125"/>
                    <a:pt x="534366" y="665227"/>
                    <a:pt x="582930" y="651510"/>
                  </a:cubicBezTo>
                  <a:cubicBezTo>
                    <a:pt x="628468" y="650235"/>
                    <a:pt x="691704" y="645756"/>
                    <a:pt x="754380" y="651510"/>
                  </a:cubicBezTo>
                  <a:cubicBezTo>
                    <a:pt x="753856" y="591756"/>
                    <a:pt x="761616" y="546137"/>
                    <a:pt x="754380" y="491487"/>
                  </a:cubicBezTo>
                  <a:cubicBezTo>
                    <a:pt x="771954" y="439190"/>
                    <a:pt x="746289" y="384063"/>
                    <a:pt x="754380" y="331472"/>
                  </a:cubicBezTo>
                  <a:cubicBezTo>
                    <a:pt x="753355" y="275707"/>
                    <a:pt x="758059" y="237944"/>
                    <a:pt x="754380" y="171450"/>
                  </a:cubicBezTo>
                  <a:cubicBezTo>
                    <a:pt x="698855" y="179390"/>
                    <a:pt x="635865" y="159516"/>
                    <a:pt x="582930" y="171450"/>
                  </a:cubicBezTo>
                  <a:cubicBezTo>
                    <a:pt x="530851" y="164074"/>
                    <a:pt x="451484" y="177745"/>
                    <a:pt x="411480" y="171450"/>
                  </a:cubicBezTo>
                  <a:cubicBezTo>
                    <a:pt x="365834" y="161583"/>
                    <a:pt x="311110" y="172186"/>
                    <a:pt x="240030" y="171450"/>
                  </a:cubicBezTo>
                  <a:cubicBezTo>
                    <a:pt x="192197" y="179263"/>
                    <a:pt x="135212" y="169227"/>
                    <a:pt x="68580" y="17145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0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82000" y="38000"/>
                          </a:moveTo>
                          <a:cubicBezTo>
                            <a:pt x="75333" y="38140"/>
                            <a:pt x="68667" y="37731"/>
                            <a:pt x="62000" y="38000"/>
                          </a:cubicBezTo>
                          <a:cubicBezTo>
                            <a:pt x="62637" y="34000"/>
                            <a:pt x="62641" y="30000"/>
                            <a:pt x="62000" y="26000"/>
                          </a:cubicBezTo>
                          <a:cubicBezTo>
                            <a:pt x="68667" y="25791"/>
                            <a:pt x="75333" y="26709"/>
                            <a:pt x="82000" y="26000"/>
                          </a:cubicBezTo>
                          <a:cubicBezTo>
                            <a:pt x="81877" y="30000"/>
                            <a:pt x="81999" y="34000"/>
                            <a:pt x="82000" y="38000"/>
                          </a:cubicBezTo>
                          <a:close/>
                          <a:moveTo>
                            <a:pt x="82000" y="54000"/>
                          </a:moveTo>
                          <a:cubicBezTo>
                            <a:pt x="75333" y="53167"/>
                            <a:pt x="68667" y="55115"/>
                            <a:pt x="62000" y="54000"/>
                          </a:cubicBezTo>
                          <a:cubicBezTo>
                            <a:pt x="62327" y="50000"/>
                            <a:pt x="62430" y="46000"/>
                            <a:pt x="62000" y="42000"/>
                          </a:cubicBezTo>
                          <a:cubicBezTo>
                            <a:pt x="68667" y="42972"/>
                            <a:pt x="75333" y="42073"/>
                            <a:pt x="82000" y="42000"/>
                          </a:cubicBezTo>
                          <a:cubicBezTo>
                            <a:pt x="82035" y="46000"/>
                            <a:pt x="81437" y="50000"/>
                            <a:pt x="82000" y="54000"/>
                          </a:cubicBezTo>
                          <a:close/>
                          <a:moveTo>
                            <a:pt x="82000" y="70000"/>
                          </a:moveTo>
                          <a:cubicBezTo>
                            <a:pt x="75333" y="70976"/>
                            <a:pt x="68667" y="70986"/>
                            <a:pt x="62000" y="70000"/>
                          </a:cubicBezTo>
                          <a:cubicBezTo>
                            <a:pt x="62427" y="66000"/>
                            <a:pt x="61539" y="62000"/>
                            <a:pt x="62000" y="58000"/>
                          </a:cubicBezTo>
                          <a:cubicBezTo>
                            <a:pt x="68667" y="57446"/>
                            <a:pt x="75333" y="57613"/>
                            <a:pt x="82000" y="58000"/>
                          </a:cubicBezTo>
                          <a:cubicBezTo>
                            <a:pt x="82251" y="62000"/>
                            <a:pt x="81537" y="66000"/>
                            <a:pt x="82000" y="70000"/>
                          </a:cubicBezTo>
                          <a:close/>
                          <a:moveTo>
                            <a:pt x="38000" y="70000"/>
                          </a:moveTo>
                          <a:cubicBezTo>
                            <a:pt x="37531" y="66000"/>
                            <a:pt x="38233" y="62000"/>
                            <a:pt x="38000" y="58000"/>
                          </a:cubicBezTo>
                          <a:cubicBezTo>
                            <a:pt x="44667" y="57196"/>
                            <a:pt x="51333" y="59078"/>
                            <a:pt x="58000" y="58000"/>
                          </a:cubicBezTo>
                          <a:cubicBezTo>
                            <a:pt x="58079" y="62000"/>
                            <a:pt x="57350" y="66000"/>
                            <a:pt x="58000" y="70000"/>
                          </a:cubicBezTo>
                          <a:cubicBezTo>
                            <a:pt x="51333" y="70326"/>
                            <a:pt x="44667" y="70592"/>
                            <a:pt x="38000" y="70000"/>
                          </a:cubicBezTo>
                          <a:close/>
                          <a:moveTo>
                            <a:pt x="14000" y="70000"/>
                          </a:moveTo>
                          <a:cubicBezTo>
                            <a:pt x="13333" y="66000"/>
                            <a:pt x="13955" y="62000"/>
                            <a:pt x="14000" y="58000"/>
                          </a:cubicBezTo>
                          <a:cubicBezTo>
                            <a:pt x="20667" y="58768"/>
                            <a:pt x="27333" y="57815"/>
                            <a:pt x="34000" y="58000"/>
                          </a:cubicBezTo>
                          <a:cubicBezTo>
                            <a:pt x="34714" y="62000"/>
                            <a:pt x="33415" y="66000"/>
                            <a:pt x="34000" y="70000"/>
                          </a:cubicBezTo>
                          <a:cubicBezTo>
                            <a:pt x="27333" y="69236"/>
                            <a:pt x="20667" y="70043"/>
                            <a:pt x="14000" y="70000"/>
                          </a:cubicBezTo>
                          <a:close/>
                          <a:moveTo>
                            <a:pt x="14000" y="42000"/>
                          </a:moveTo>
                          <a:cubicBezTo>
                            <a:pt x="20667" y="41197"/>
                            <a:pt x="27333" y="42265"/>
                            <a:pt x="34000" y="42000"/>
                          </a:cubicBezTo>
                          <a:cubicBezTo>
                            <a:pt x="34411" y="46000"/>
                            <a:pt x="33477" y="50000"/>
                            <a:pt x="34000" y="54000"/>
                          </a:cubicBezTo>
                          <a:cubicBezTo>
                            <a:pt x="27333" y="52917"/>
                            <a:pt x="20667" y="53576"/>
                            <a:pt x="14000" y="54000"/>
                          </a:cubicBezTo>
                          <a:cubicBezTo>
                            <a:pt x="13294" y="50000"/>
                            <a:pt x="14359" y="46000"/>
                            <a:pt x="14000" y="42000"/>
                          </a:cubicBezTo>
                          <a:close/>
                          <a:moveTo>
                            <a:pt x="14000" y="26000"/>
                          </a:moveTo>
                          <a:cubicBezTo>
                            <a:pt x="20667" y="25505"/>
                            <a:pt x="27333" y="26498"/>
                            <a:pt x="34000" y="26000"/>
                          </a:cubicBezTo>
                          <a:cubicBezTo>
                            <a:pt x="34549" y="30000"/>
                            <a:pt x="34526" y="34000"/>
                            <a:pt x="34000" y="38000"/>
                          </a:cubicBezTo>
                          <a:cubicBezTo>
                            <a:pt x="27333" y="39133"/>
                            <a:pt x="20667" y="37613"/>
                            <a:pt x="14000" y="38000"/>
                          </a:cubicBezTo>
                          <a:cubicBezTo>
                            <a:pt x="13810" y="34000"/>
                            <a:pt x="14568" y="30000"/>
                            <a:pt x="14000" y="26000"/>
                          </a:cubicBezTo>
                          <a:close/>
                          <a:moveTo>
                            <a:pt x="58000" y="42000"/>
                          </a:moveTo>
                          <a:cubicBezTo>
                            <a:pt x="57304" y="46000"/>
                            <a:pt x="58639" y="50000"/>
                            <a:pt x="58000" y="54000"/>
                          </a:cubicBezTo>
                          <a:cubicBezTo>
                            <a:pt x="51333" y="54091"/>
                            <a:pt x="44667" y="53503"/>
                            <a:pt x="38000" y="54000"/>
                          </a:cubicBezTo>
                          <a:cubicBezTo>
                            <a:pt x="38056" y="50000"/>
                            <a:pt x="38045" y="46000"/>
                            <a:pt x="38000" y="42000"/>
                          </a:cubicBezTo>
                          <a:cubicBezTo>
                            <a:pt x="44667" y="42350"/>
                            <a:pt x="51333" y="40892"/>
                            <a:pt x="58000" y="42000"/>
                          </a:cubicBezTo>
                          <a:close/>
                          <a:moveTo>
                            <a:pt x="58000" y="26000"/>
                          </a:moveTo>
                          <a:cubicBezTo>
                            <a:pt x="58605" y="30000"/>
                            <a:pt x="57376" y="34000"/>
                            <a:pt x="58000" y="38000"/>
                          </a:cubicBezTo>
                          <a:cubicBezTo>
                            <a:pt x="51333" y="37721"/>
                            <a:pt x="44667" y="38535"/>
                            <a:pt x="38000" y="38000"/>
                          </a:cubicBezTo>
                          <a:cubicBezTo>
                            <a:pt x="37345" y="34000"/>
                            <a:pt x="37979" y="30000"/>
                            <a:pt x="38000" y="26000"/>
                          </a:cubicBezTo>
                          <a:cubicBezTo>
                            <a:pt x="44667" y="26425"/>
                            <a:pt x="51333" y="25736"/>
                            <a:pt x="58000" y="26000"/>
                          </a:cubicBezTo>
                          <a:close/>
                          <a:moveTo>
                            <a:pt x="8000" y="20000"/>
                          </a:moveTo>
                          <a:cubicBezTo>
                            <a:pt x="8911" y="26222"/>
                            <a:pt x="7591" y="32444"/>
                            <a:pt x="8000" y="38667"/>
                          </a:cubicBezTo>
                          <a:cubicBezTo>
                            <a:pt x="7231" y="44889"/>
                            <a:pt x="7135" y="51111"/>
                            <a:pt x="8000" y="57333"/>
                          </a:cubicBezTo>
                          <a:cubicBezTo>
                            <a:pt x="8296" y="63556"/>
                            <a:pt x="8764" y="69778"/>
                            <a:pt x="8000" y="76000"/>
                          </a:cubicBezTo>
                          <a:cubicBezTo>
                            <a:pt x="14667" y="76080"/>
                            <a:pt x="21333" y="75143"/>
                            <a:pt x="28000" y="76000"/>
                          </a:cubicBezTo>
                          <a:cubicBezTo>
                            <a:pt x="34667" y="76127"/>
                            <a:pt x="41333" y="76007"/>
                            <a:pt x="48000" y="76000"/>
                          </a:cubicBezTo>
                          <a:cubicBezTo>
                            <a:pt x="54667" y="74990"/>
                            <a:pt x="61333" y="76320"/>
                            <a:pt x="68000" y="76000"/>
                          </a:cubicBezTo>
                          <a:cubicBezTo>
                            <a:pt x="74667" y="76160"/>
                            <a:pt x="81333" y="74941"/>
                            <a:pt x="88000" y="76000"/>
                          </a:cubicBezTo>
                          <a:cubicBezTo>
                            <a:pt x="86985" y="69778"/>
                            <a:pt x="88814" y="63556"/>
                            <a:pt x="88000" y="57333"/>
                          </a:cubicBezTo>
                          <a:cubicBezTo>
                            <a:pt x="89062" y="51111"/>
                            <a:pt x="86945" y="44889"/>
                            <a:pt x="88000" y="38667"/>
                          </a:cubicBezTo>
                          <a:cubicBezTo>
                            <a:pt x="88324" y="32444"/>
                            <a:pt x="88865" y="26222"/>
                            <a:pt x="88000" y="20000"/>
                          </a:cubicBezTo>
                          <a:cubicBezTo>
                            <a:pt x="81333" y="21135"/>
                            <a:pt x="74667" y="18910"/>
                            <a:pt x="68000" y="20000"/>
                          </a:cubicBezTo>
                          <a:cubicBezTo>
                            <a:pt x="61333" y="19053"/>
                            <a:pt x="54667" y="20817"/>
                            <a:pt x="48000" y="20000"/>
                          </a:cubicBezTo>
                          <a:cubicBezTo>
                            <a:pt x="41333" y="19716"/>
                            <a:pt x="34667" y="20839"/>
                            <a:pt x="28000" y="20000"/>
                          </a:cubicBezTo>
                          <a:cubicBezTo>
                            <a:pt x="21333" y="20077"/>
                            <a:pt x="14667" y="19099"/>
                            <a:pt x="8000" y="20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4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40 Reports</a:t>
            </a:r>
          </a:p>
        </p:txBody>
      </p:sp>
      <p:sp>
        <p:nvSpPr>
          <p:cNvPr id="105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trail-0117</a:t>
            </a:r>
          </a:p>
        </p:txBody>
      </p:sp>
      <p:cxnSp>
        <p:nvCxnSpPr>
          <p:cNvPr id="106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07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one report at a time</a:t>
            </a:r>
          </a:p>
        </p:txBody>
      </p:sp>
      <p:sp>
        <p:nvSpPr>
          <p:cNvPr id="108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9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0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2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3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4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8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nomic-embed-text</a:t>
            </a:r>
          </a:p>
        </p:txBody>
      </p:sp>
      <p:cxnSp>
        <p:nvCxnSpPr>
          <p:cNvPr id="119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0" name="Request"/>
          <p:cNvSpPr txBox="1"/>
          <p:nvPr/>
        </p:nvSpPr>
        <p:spPr>
          <a:xfrm>
            <a:off x="6675120" y="19385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"classification: " + text</a:t>
            </a:r>
          </a:p>
        </p:txBody>
      </p:sp>
      <p:sp>
        <p:nvSpPr>
          <p:cNvPr id="121" name="Reply"/>
          <p:cNvSpPr txBox="1"/>
          <p:nvPr/>
        </p:nvSpPr>
        <p:spPr>
          <a:xfrm>
            <a:off x="7388352" y="31546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[768 numbers] ×40</a:t>
            </a:r>
          </a:p>
        </p:txBody>
      </p:sp>
      <p:sp>
        <p:nvSpPr>
          <p:cNvPr id="122" name="App line 0"/>
          <p:cNvSpPr txBox="1"/>
          <p:nvPr/>
        </p:nvSpPr>
        <p:spPr>
          <a:xfrm>
            <a:off x="4878638" y="3660922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 = mean(v)</a:t>
            </a:r>
          </a:p>
        </p:txBody>
      </p:sp>
      <p:sp>
        <p:nvSpPr>
          <p:cNvPr id="123" name="App line 1"/>
          <p:cNvSpPr txBox="1"/>
          <p:nvPr/>
        </p:nvSpPr>
        <p:spPr>
          <a:xfrm>
            <a:off x="4878638" y="3962674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 = 1 − v·c</a:t>
            </a:r>
          </a:p>
        </p:txBody>
      </p:sp>
      <p:sp>
        <p:nvSpPr>
          <p:cNvPr id="124" name="App line 2"/>
          <p:cNvSpPr txBox="1"/>
          <p:nvPr/>
        </p:nvSpPr>
        <p:spPr>
          <a:xfrm>
            <a:off x="4878638" y="4264426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 &gt; 0.22: 7 of 40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F08 · How It Works</a:t>
            </a:r>
          </a:p>
        </p:txBody>
      </p:sp>
      <p:grpSp>
        <p:nvGrpSpPr>
          <p:cNvPr id="102" name="40 Reports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3" name="40 Reports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8000" y="20000"/>
                  </a:moveTo>
                  <a:cubicBezTo>
                    <a:pt x="8000" y="38667"/>
                    <a:pt x="8000" y="57333"/>
                    <a:pt x="8000" y="76000"/>
                  </a:cubicBezTo>
                  <a:cubicBezTo>
                    <a:pt x="34667" y="76000"/>
                    <a:pt x="61333" y="76000"/>
                    <a:pt x="88000" y="76000"/>
                  </a:cubicBezTo>
                  <a:cubicBezTo>
                    <a:pt x="88000" y="57333"/>
                    <a:pt x="88000" y="38667"/>
                    <a:pt x="88000" y="20000"/>
                  </a:cubicBezTo>
                  <a:cubicBezTo>
                    <a:pt x="61333" y="20000"/>
                    <a:pt x="34667" y="20000"/>
                    <a:pt x="8000" y="20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40 Reports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702945 w 822960"/>
                <a:gd name="csY0" fmla="*/ 325755 h 822960"/>
                <a:gd name="csX1" fmla="*/ 531495 w 822960"/>
                <a:gd name="csY1" fmla="*/ 325755 h 822960"/>
                <a:gd name="csX2" fmla="*/ 531495 w 822960"/>
                <a:gd name="csY2" fmla="*/ 222885 h 822960"/>
                <a:gd name="csX3" fmla="*/ 702945 w 822960"/>
                <a:gd name="csY3" fmla="*/ 222885 h 822960"/>
                <a:gd name="csX4" fmla="*/ 702945 w 822960"/>
                <a:gd name="csY4" fmla="*/ 325755 h 822960"/>
                <a:gd name="csX5" fmla="*/ 702945 w 822960"/>
                <a:gd name="csY5" fmla="*/ 462915 h 822960"/>
                <a:gd name="csX6" fmla="*/ 531495 w 822960"/>
                <a:gd name="csY6" fmla="*/ 462915 h 822960"/>
                <a:gd name="csX7" fmla="*/ 531495 w 822960"/>
                <a:gd name="csY7" fmla="*/ 360045 h 822960"/>
                <a:gd name="csX8" fmla="*/ 702945 w 822960"/>
                <a:gd name="csY8" fmla="*/ 360045 h 822960"/>
                <a:gd name="csX9" fmla="*/ 702945 w 822960"/>
                <a:gd name="csY9" fmla="*/ 462915 h 822960"/>
                <a:gd name="csX10" fmla="*/ 702945 w 822960"/>
                <a:gd name="csY10" fmla="*/ 600075 h 822960"/>
                <a:gd name="csX11" fmla="*/ 531495 w 822960"/>
                <a:gd name="csY11" fmla="*/ 600075 h 822960"/>
                <a:gd name="csX12" fmla="*/ 531495 w 822960"/>
                <a:gd name="csY12" fmla="*/ 497205 h 822960"/>
                <a:gd name="csX13" fmla="*/ 702945 w 822960"/>
                <a:gd name="csY13" fmla="*/ 497205 h 822960"/>
                <a:gd name="csX14" fmla="*/ 702945 w 822960"/>
                <a:gd name="csY14" fmla="*/ 600075 h 822960"/>
                <a:gd name="csX15" fmla="*/ 325755 w 822960"/>
                <a:gd name="csY15" fmla="*/ 600075 h 822960"/>
                <a:gd name="csX16" fmla="*/ 325755 w 822960"/>
                <a:gd name="csY16" fmla="*/ 497205 h 822960"/>
                <a:gd name="csX17" fmla="*/ 497205 w 822960"/>
                <a:gd name="csY17" fmla="*/ 497205 h 822960"/>
                <a:gd name="csX18" fmla="*/ 497205 w 822960"/>
                <a:gd name="csY18" fmla="*/ 600075 h 822960"/>
                <a:gd name="csX19" fmla="*/ 325755 w 822960"/>
                <a:gd name="csY19" fmla="*/ 600075 h 822960"/>
                <a:gd name="csX20" fmla="*/ 120015 w 822960"/>
                <a:gd name="csY20" fmla="*/ 600075 h 822960"/>
                <a:gd name="csX21" fmla="*/ 120015 w 822960"/>
                <a:gd name="csY21" fmla="*/ 497205 h 822960"/>
                <a:gd name="csX22" fmla="*/ 291465 w 822960"/>
                <a:gd name="csY22" fmla="*/ 497205 h 822960"/>
                <a:gd name="csX23" fmla="*/ 291465 w 822960"/>
                <a:gd name="csY23" fmla="*/ 600075 h 822960"/>
                <a:gd name="csX24" fmla="*/ 120015 w 822960"/>
                <a:gd name="csY24" fmla="*/ 600075 h 822960"/>
                <a:gd name="csX25" fmla="*/ 120015 w 822960"/>
                <a:gd name="csY25" fmla="*/ 360045 h 822960"/>
                <a:gd name="csX26" fmla="*/ 291465 w 822960"/>
                <a:gd name="csY26" fmla="*/ 360045 h 822960"/>
                <a:gd name="csX27" fmla="*/ 291465 w 822960"/>
                <a:gd name="csY27" fmla="*/ 462915 h 822960"/>
                <a:gd name="csX28" fmla="*/ 120015 w 822960"/>
                <a:gd name="csY28" fmla="*/ 462915 h 822960"/>
                <a:gd name="csX29" fmla="*/ 120015 w 822960"/>
                <a:gd name="csY29" fmla="*/ 360045 h 822960"/>
                <a:gd name="csX30" fmla="*/ 120015 w 822960"/>
                <a:gd name="csY30" fmla="*/ 222885 h 822960"/>
                <a:gd name="csX31" fmla="*/ 291465 w 822960"/>
                <a:gd name="csY31" fmla="*/ 222885 h 822960"/>
                <a:gd name="csX32" fmla="*/ 291465 w 822960"/>
                <a:gd name="csY32" fmla="*/ 325755 h 822960"/>
                <a:gd name="csX33" fmla="*/ 120015 w 822960"/>
                <a:gd name="csY33" fmla="*/ 325755 h 822960"/>
                <a:gd name="csX34" fmla="*/ 120015 w 822960"/>
                <a:gd name="csY34" fmla="*/ 222885 h 822960"/>
                <a:gd name="csX35" fmla="*/ 497205 w 822960"/>
                <a:gd name="csY35" fmla="*/ 360045 h 822960"/>
                <a:gd name="csX36" fmla="*/ 497205 w 822960"/>
                <a:gd name="csY36" fmla="*/ 462915 h 822960"/>
                <a:gd name="csX37" fmla="*/ 325755 w 822960"/>
                <a:gd name="csY37" fmla="*/ 462915 h 822960"/>
                <a:gd name="csX38" fmla="*/ 325755 w 822960"/>
                <a:gd name="csY38" fmla="*/ 360045 h 822960"/>
                <a:gd name="csX39" fmla="*/ 497205 w 822960"/>
                <a:gd name="csY39" fmla="*/ 360045 h 822960"/>
                <a:gd name="csX40" fmla="*/ 497205 w 822960"/>
                <a:gd name="csY40" fmla="*/ 222885 h 822960"/>
                <a:gd name="csX41" fmla="*/ 497205 w 822960"/>
                <a:gd name="csY41" fmla="*/ 325755 h 822960"/>
                <a:gd name="csX42" fmla="*/ 325755 w 822960"/>
                <a:gd name="csY42" fmla="*/ 325755 h 822960"/>
                <a:gd name="csX43" fmla="*/ 325755 w 822960"/>
                <a:gd name="csY43" fmla="*/ 222885 h 822960"/>
                <a:gd name="csX44" fmla="*/ 497205 w 822960"/>
                <a:gd name="csY44" fmla="*/ 222885 h 822960"/>
                <a:gd name="csX45" fmla="*/ 68580 w 822960"/>
                <a:gd name="csY45" fmla="*/ 171450 h 822960"/>
                <a:gd name="csX46" fmla="*/ 68580 w 822960"/>
                <a:gd name="csY46" fmla="*/ 331472 h 822960"/>
                <a:gd name="csX47" fmla="*/ 68580 w 822960"/>
                <a:gd name="csY47" fmla="*/ 491487 h 822960"/>
                <a:gd name="csX48" fmla="*/ 68580 w 822960"/>
                <a:gd name="csY48" fmla="*/ 651510 h 822960"/>
                <a:gd name="csX49" fmla="*/ 240030 w 822960"/>
                <a:gd name="csY49" fmla="*/ 651510 h 822960"/>
                <a:gd name="csX50" fmla="*/ 411480 w 822960"/>
                <a:gd name="csY50" fmla="*/ 651510 h 822960"/>
                <a:gd name="csX51" fmla="*/ 582930 w 822960"/>
                <a:gd name="csY51" fmla="*/ 651510 h 822960"/>
                <a:gd name="csX52" fmla="*/ 754380 w 822960"/>
                <a:gd name="csY52" fmla="*/ 651510 h 822960"/>
                <a:gd name="csX53" fmla="*/ 754380 w 822960"/>
                <a:gd name="csY53" fmla="*/ 491487 h 822960"/>
                <a:gd name="csX54" fmla="*/ 754380 w 822960"/>
                <a:gd name="csY54" fmla="*/ 331472 h 822960"/>
                <a:gd name="csX55" fmla="*/ 754380 w 822960"/>
                <a:gd name="csY55" fmla="*/ 171450 h 822960"/>
                <a:gd name="csX56" fmla="*/ 582930 w 822960"/>
                <a:gd name="csY56" fmla="*/ 171450 h 822960"/>
                <a:gd name="csX57" fmla="*/ 411480 w 822960"/>
                <a:gd name="csY57" fmla="*/ 171450 h 822960"/>
                <a:gd name="csX58" fmla="*/ 240030 w 822960"/>
                <a:gd name="csY58" fmla="*/ 171450 h 822960"/>
                <a:gd name="csX59" fmla="*/ 68580 w 822960"/>
                <a:gd name="csY59" fmla="*/ 17145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</a:cxnLst>
              <a:rect l="l" t="t" r="r" b="b"/>
              <a:pathLst>
                <a:path w="822960" h="822960" extrusionOk="0">
                  <a:moveTo>
                    <a:pt x="702945" y="325755"/>
                  </a:moveTo>
                  <a:cubicBezTo>
                    <a:pt x="634098" y="330944"/>
                    <a:pt x="591718" y="323308"/>
                    <a:pt x="531495" y="325755"/>
                  </a:cubicBezTo>
                  <a:cubicBezTo>
                    <a:pt x="531307" y="289278"/>
                    <a:pt x="543442" y="256433"/>
                    <a:pt x="531495" y="222885"/>
                  </a:cubicBezTo>
                  <a:cubicBezTo>
                    <a:pt x="585857" y="221203"/>
                    <a:pt x="629237" y="231518"/>
                    <a:pt x="702945" y="222885"/>
                  </a:cubicBezTo>
                  <a:cubicBezTo>
                    <a:pt x="707364" y="254744"/>
                    <a:pt x="703941" y="288615"/>
                    <a:pt x="702945" y="325755"/>
                  </a:cubicBezTo>
                  <a:close/>
                  <a:moveTo>
                    <a:pt x="702945" y="462915"/>
                  </a:moveTo>
                  <a:cubicBezTo>
                    <a:pt x="645965" y="445325"/>
                    <a:pt x="594454" y="483144"/>
                    <a:pt x="531495" y="462915"/>
                  </a:cubicBezTo>
                  <a:cubicBezTo>
                    <a:pt x="533229" y="432031"/>
                    <a:pt x="532404" y="388217"/>
                    <a:pt x="531495" y="360045"/>
                  </a:cubicBezTo>
                  <a:cubicBezTo>
                    <a:pt x="582559" y="375359"/>
                    <a:pt x="640575" y="352362"/>
                    <a:pt x="702945" y="360045"/>
                  </a:cubicBezTo>
                  <a:cubicBezTo>
                    <a:pt x="711233" y="395710"/>
                    <a:pt x="694437" y="437256"/>
                    <a:pt x="702945" y="462915"/>
                  </a:cubicBezTo>
                  <a:close/>
                  <a:moveTo>
                    <a:pt x="702945" y="600075"/>
                  </a:moveTo>
                  <a:cubicBezTo>
                    <a:pt x="640535" y="601391"/>
                    <a:pt x="587727" y="592617"/>
                    <a:pt x="531495" y="600075"/>
                  </a:cubicBezTo>
                  <a:cubicBezTo>
                    <a:pt x="539019" y="558630"/>
                    <a:pt x="534533" y="533574"/>
                    <a:pt x="531495" y="497205"/>
                  </a:cubicBezTo>
                  <a:cubicBezTo>
                    <a:pt x="603656" y="489667"/>
                    <a:pt x="650721" y="488981"/>
                    <a:pt x="702945" y="497205"/>
                  </a:cubicBezTo>
                  <a:cubicBezTo>
                    <a:pt x="707109" y="535766"/>
                    <a:pt x="699089" y="573695"/>
                    <a:pt x="702945" y="600075"/>
                  </a:cubicBezTo>
                  <a:close/>
                  <a:moveTo>
                    <a:pt x="325755" y="600075"/>
                  </a:moveTo>
                  <a:cubicBezTo>
                    <a:pt x="319365" y="562980"/>
                    <a:pt x="319296" y="533801"/>
                    <a:pt x="325755" y="497205"/>
                  </a:cubicBezTo>
                  <a:cubicBezTo>
                    <a:pt x="382985" y="491894"/>
                    <a:pt x="443165" y="519907"/>
                    <a:pt x="497205" y="497205"/>
                  </a:cubicBezTo>
                  <a:cubicBezTo>
                    <a:pt x="491193" y="525772"/>
                    <a:pt x="492997" y="563321"/>
                    <a:pt x="497205" y="600075"/>
                  </a:cubicBezTo>
                  <a:cubicBezTo>
                    <a:pt x="430875" y="617335"/>
                    <a:pt x="394021" y="596994"/>
                    <a:pt x="325755" y="600075"/>
                  </a:cubicBezTo>
                  <a:close/>
                  <a:moveTo>
                    <a:pt x="120015" y="600075"/>
                  </a:moveTo>
                  <a:cubicBezTo>
                    <a:pt x="108065" y="571913"/>
                    <a:pt x="125124" y="531829"/>
                    <a:pt x="120015" y="497205"/>
                  </a:cubicBezTo>
                  <a:cubicBezTo>
                    <a:pt x="190393" y="497218"/>
                    <a:pt x="234958" y="497458"/>
                    <a:pt x="291465" y="497205"/>
                  </a:cubicBezTo>
                  <a:cubicBezTo>
                    <a:pt x="291763" y="524458"/>
                    <a:pt x="294090" y="565400"/>
                    <a:pt x="291465" y="600075"/>
                  </a:cubicBezTo>
                  <a:cubicBezTo>
                    <a:pt x="228223" y="602239"/>
                    <a:pt x="186884" y="597581"/>
                    <a:pt x="120015" y="600075"/>
                  </a:cubicBezTo>
                  <a:close/>
                  <a:moveTo>
                    <a:pt x="120015" y="360045"/>
                  </a:moveTo>
                  <a:cubicBezTo>
                    <a:pt x="184567" y="347841"/>
                    <a:pt x="230238" y="375727"/>
                    <a:pt x="291465" y="360045"/>
                  </a:cubicBezTo>
                  <a:cubicBezTo>
                    <a:pt x="299301" y="397771"/>
                    <a:pt x="281501" y="425478"/>
                    <a:pt x="291465" y="462915"/>
                  </a:cubicBezTo>
                  <a:cubicBezTo>
                    <a:pt x="237067" y="448014"/>
                    <a:pt x="181563" y="459757"/>
                    <a:pt x="120015" y="462915"/>
                  </a:cubicBezTo>
                  <a:cubicBezTo>
                    <a:pt x="107594" y="426052"/>
                    <a:pt x="121843" y="384140"/>
                    <a:pt x="120015" y="360045"/>
                  </a:cubicBezTo>
                  <a:close/>
                  <a:moveTo>
                    <a:pt x="120015" y="222885"/>
                  </a:moveTo>
                  <a:cubicBezTo>
                    <a:pt x="162596" y="224558"/>
                    <a:pt x="231058" y="235623"/>
                    <a:pt x="291465" y="222885"/>
                  </a:cubicBezTo>
                  <a:cubicBezTo>
                    <a:pt x="291061" y="254474"/>
                    <a:pt x="297572" y="300057"/>
                    <a:pt x="291465" y="325755"/>
                  </a:cubicBezTo>
                  <a:cubicBezTo>
                    <a:pt x="227361" y="329001"/>
                    <a:pt x="167948" y="330864"/>
                    <a:pt x="120015" y="325755"/>
                  </a:cubicBezTo>
                  <a:cubicBezTo>
                    <a:pt x="125621" y="286634"/>
                    <a:pt x="119598" y="256555"/>
                    <a:pt x="120015" y="222885"/>
                  </a:cubicBezTo>
                  <a:close/>
                  <a:moveTo>
                    <a:pt x="497205" y="360045"/>
                  </a:moveTo>
                  <a:cubicBezTo>
                    <a:pt x="481202" y="396545"/>
                    <a:pt x="494625" y="431249"/>
                    <a:pt x="497205" y="462915"/>
                  </a:cubicBezTo>
                  <a:cubicBezTo>
                    <a:pt x="443382" y="464200"/>
                    <a:pt x="385909" y="450963"/>
                    <a:pt x="325755" y="462915"/>
                  </a:cubicBezTo>
                  <a:cubicBezTo>
                    <a:pt x="320019" y="431143"/>
                    <a:pt x="327666" y="394341"/>
                    <a:pt x="325755" y="360045"/>
                  </a:cubicBezTo>
                  <a:cubicBezTo>
                    <a:pt x="388597" y="357080"/>
                    <a:pt x="438109" y="350575"/>
                    <a:pt x="497205" y="360045"/>
                  </a:cubicBezTo>
                  <a:close/>
                  <a:moveTo>
                    <a:pt x="497205" y="222885"/>
                  </a:moveTo>
                  <a:cubicBezTo>
                    <a:pt x="512055" y="255883"/>
                    <a:pt x="498393" y="293087"/>
                    <a:pt x="497205" y="325755"/>
                  </a:cubicBezTo>
                  <a:cubicBezTo>
                    <a:pt x="430087" y="329069"/>
                    <a:pt x="384079" y="335305"/>
                    <a:pt x="325755" y="325755"/>
                  </a:cubicBezTo>
                  <a:cubicBezTo>
                    <a:pt x="329825" y="288421"/>
                    <a:pt x="326726" y="257157"/>
                    <a:pt x="325755" y="222885"/>
                  </a:cubicBezTo>
                  <a:cubicBezTo>
                    <a:pt x="383345" y="220400"/>
                    <a:pt x="444230" y="217458"/>
                    <a:pt x="497205" y="222885"/>
                  </a:cubicBezTo>
                  <a:close/>
                  <a:moveTo>
                    <a:pt x="68580" y="171450"/>
                  </a:moveTo>
                  <a:cubicBezTo>
                    <a:pt x="65685" y="222283"/>
                    <a:pt x="52981" y="278339"/>
                    <a:pt x="68580" y="331472"/>
                  </a:cubicBezTo>
                  <a:cubicBezTo>
                    <a:pt x="65367" y="375725"/>
                    <a:pt x="69500" y="436025"/>
                    <a:pt x="68580" y="491487"/>
                  </a:cubicBezTo>
                  <a:cubicBezTo>
                    <a:pt x="69444" y="529954"/>
                    <a:pt x="87529" y="595376"/>
                    <a:pt x="68580" y="651510"/>
                  </a:cubicBezTo>
                  <a:cubicBezTo>
                    <a:pt x="120843" y="640078"/>
                    <a:pt x="185589" y="644912"/>
                    <a:pt x="240030" y="651510"/>
                  </a:cubicBezTo>
                  <a:cubicBezTo>
                    <a:pt x="311332" y="658714"/>
                    <a:pt x="355622" y="647968"/>
                    <a:pt x="411480" y="651510"/>
                  </a:cubicBezTo>
                  <a:cubicBezTo>
                    <a:pt x="474196" y="635125"/>
                    <a:pt x="534366" y="665227"/>
                    <a:pt x="582930" y="651510"/>
                  </a:cubicBezTo>
                  <a:cubicBezTo>
                    <a:pt x="628468" y="650235"/>
                    <a:pt x="691704" y="645756"/>
                    <a:pt x="754380" y="651510"/>
                  </a:cubicBezTo>
                  <a:cubicBezTo>
                    <a:pt x="753856" y="591756"/>
                    <a:pt x="761616" y="546137"/>
                    <a:pt x="754380" y="491487"/>
                  </a:cubicBezTo>
                  <a:cubicBezTo>
                    <a:pt x="771954" y="439190"/>
                    <a:pt x="746289" y="384063"/>
                    <a:pt x="754380" y="331472"/>
                  </a:cubicBezTo>
                  <a:cubicBezTo>
                    <a:pt x="753355" y="275707"/>
                    <a:pt x="758059" y="237944"/>
                    <a:pt x="754380" y="171450"/>
                  </a:cubicBezTo>
                  <a:cubicBezTo>
                    <a:pt x="698855" y="179390"/>
                    <a:pt x="635865" y="159516"/>
                    <a:pt x="582930" y="171450"/>
                  </a:cubicBezTo>
                  <a:cubicBezTo>
                    <a:pt x="530851" y="164074"/>
                    <a:pt x="451484" y="177745"/>
                    <a:pt x="411480" y="171450"/>
                  </a:cubicBezTo>
                  <a:cubicBezTo>
                    <a:pt x="365834" y="161583"/>
                    <a:pt x="311110" y="172186"/>
                    <a:pt x="240030" y="171450"/>
                  </a:cubicBezTo>
                  <a:cubicBezTo>
                    <a:pt x="192197" y="179263"/>
                    <a:pt x="135212" y="169227"/>
                    <a:pt x="68580" y="17145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0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82000" y="38000"/>
                          </a:moveTo>
                          <a:cubicBezTo>
                            <a:pt x="75333" y="38140"/>
                            <a:pt x="68667" y="37731"/>
                            <a:pt x="62000" y="38000"/>
                          </a:cubicBezTo>
                          <a:cubicBezTo>
                            <a:pt x="62637" y="34000"/>
                            <a:pt x="62641" y="30000"/>
                            <a:pt x="62000" y="26000"/>
                          </a:cubicBezTo>
                          <a:cubicBezTo>
                            <a:pt x="68667" y="25791"/>
                            <a:pt x="75333" y="26709"/>
                            <a:pt x="82000" y="26000"/>
                          </a:cubicBezTo>
                          <a:cubicBezTo>
                            <a:pt x="81877" y="30000"/>
                            <a:pt x="81999" y="34000"/>
                            <a:pt x="82000" y="38000"/>
                          </a:cubicBezTo>
                          <a:close/>
                          <a:moveTo>
                            <a:pt x="82000" y="54000"/>
                          </a:moveTo>
                          <a:cubicBezTo>
                            <a:pt x="75333" y="53167"/>
                            <a:pt x="68667" y="55115"/>
                            <a:pt x="62000" y="54000"/>
                          </a:cubicBezTo>
                          <a:cubicBezTo>
                            <a:pt x="62327" y="50000"/>
                            <a:pt x="62430" y="46000"/>
                            <a:pt x="62000" y="42000"/>
                          </a:cubicBezTo>
                          <a:cubicBezTo>
                            <a:pt x="68667" y="42972"/>
                            <a:pt x="75333" y="42073"/>
                            <a:pt x="82000" y="42000"/>
                          </a:cubicBezTo>
                          <a:cubicBezTo>
                            <a:pt x="82035" y="46000"/>
                            <a:pt x="81437" y="50000"/>
                            <a:pt x="82000" y="54000"/>
                          </a:cubicBezTo>
                          <a:close/>
                          <a:moveTo>
                            <a:pt x="82000" y="70000"/>
                          </a:moveTo>
                          <a:cubicBezTo>
                            <a:pt x="75333" y="70976"/>
                            <a:pt x="68667" y="70986"/>
                            <a:pt x="62000" y="70000"/>
                          </a:cubicBezTo>
                          <a:cubicBezTo>
                            <a:pt x="62427" y="66000"/>
                            <a:pt x="61539" y="62000"/>
                            <a:pt x="62000" y="58000"/>
                          </a:cubicBezTo>
                          <a:cubicBezTo>
                            <a:pt x="68667" y="57446"/>
                            <a:pt x="75333" y="57613"/>
                            <a:pt x="82000" y="58000"/>
                          </a:cubicBezTo>
                          <a:cubicBezTo>
                            <a:pt x="82251" y="62000"/>
                            <a:pt x="81537" y="66000"/>
                            <a:pt x="82000" y="70000"/>
                          </a:cubicBezTo>
                          <a:close/>
                          <a:moveTo>
                            <a:pt x="38000" y="70000"/>
                          </a:moveTo>
                          <a:cubicBezTo>
                            <a:pt x="37531" y="66000"/>
                            <a:pt x="38233" y="62000"/>
                            <a:pt x="38000" y="58000"/>
                          </a:cubicBezTo>
                          <a:cubicBezTo>
                            <a:pt x="44667" y="57196"/>
                            <a:pt x="51333" y="59078"/>
                            <a:pt x="58000" y="58000"/>
                          </a:cubicBezTo>
                          <a:cubicBezTo>
                            <a:pt x="58079" y="62000"/>
                            <a:pt x="57350" y="66000"/>
                            <a:pt x="58000" y="70000"/>
                          </a:cubicBezTo>
                          <a:cubicBezTo>
                            <a:pt x="51333" y="70326"/>
                            <a:pt x="44667" y="70592"/>
                            <a:pt x="38000" y="70000"/>
                          </a:cubicBezTo>
                          <a:close/>
                          <a:moveTo>
                            <a:pt x="14000" y="70000"/>
                          </a:moveTo>
                          <a:cubicBezTo>
                            <a:pt x="13333" y="66000"/>
                            <a:pt x="13955" y="62000"/>
                            <a:pt x="14000" y="58000"/>
                          </a:cubicBezTo>
                          <a:cubicBezTo>
                            <a:pt x="20667" y="58768"/>
                            <a:pt x="27333" y="57815"/>
                            <a:pt x="34000" y="58000"/>
                          </a:cubicBezTo>
                          <a:cubicBezTo>
                            <a:pt x="34714" y="62000"/>
                            <a:pt x="33415" y="66000"/>
                            <a:pt x="34000" y="70000"/>
                          </a:cubicBezTo>
                          <a:cubicBezTo>
                            <a:pt x="27333" y="69236"/>
                            <a:pt x="20667" y="70043"/>
                            <a:pt x="14000" y="70000"/>
                          </a:cubicBezTo>
                          <a:close/>
                          <a:moveTo>
                            <a:pt x="14000" y="42000"/>
                          </a:moveTo>
                          <a:cubicBezTo>
                            <a:pt x="20667" y="41197"/>
                            <a:pt x="27333" y="42265"/>
                            <a:pt x="34000" y="42000"/>
                          </a:cubicBezTo>
                          <a:cubicBezTo>
                            <a:pt x="34411" y="46000"/>
                            <a:pt x="33477" y="50000"/>
                            <a:pt x="34000" y="54000"/>
                          </a:cubicBezTo>
                          <a:cubicBezTo>
                            <a:pt x="27333" y="52917"/>
                            <a:pt x="20667" y="53576"/>
                            <a:pt x="14000" y="54000"/>
                          </a:cubicBezTo>
                          <a:cubicBezTo>
                            <a:pt x="13294" y="50000"/>
                            <a:pt x="14359" y="46000"/>
                            <a:pt x="14000" y="42000"/>
                          </a:cubicBezTo>
                          <a:close/>
                          <a:moveTo>
                            <a:pt x="14000" y="26000"/>
                          </a:moveTo>
                          <a:cubicBezTo>
                            <a:pt x="20667" y="25505"/>
                            <a:pt x="27333" y="26498"/>
                            <a:pt x="34000" y="26000"/>
                          </a:cubicBezTo>
                          <a:cubicBezTo>
                            <a:pt x="34549" y="30000"/>
                            <a:pt x="34526" y="34000"/>
                            <a:pt x="34000" y="38000"/>
                          </a:cubicBezTo>
                          <a:cubicBezTo>
                            <a:pt x="27333" y="39133"/>
                            <a:pt x="20667" y="37613"/>
                            <a:pt x="14000" y="38000"/>
                          </a:cubicBezTo>
                          <a:cubicBezTo>
                            <a:pt x="13810" y="34000"/>
                            <a:pt x="14568" y="30000"/>
                            <a:pt x="14000" y="26000"/>
                          </a:cubicBezTo>
                          <a:close/>
                          <a:moveTo>
                            <a:pt x="58000" y="42000"/>
                          </a:moveTo>
                          <a:cubicBezTo>
                            <a:pt x="57304" y="46000"/>
                            <a:pt x="58639" y="50000"/>
                            <a:pt x="58000" y="54000"/>
                          </a:cubicBezTo>
                          <a:cubicBezTo>
                            <a:pt x="51333" y="54091"/>
                            <a:pt x="44667" y="53503"/>
                            <a:pt x="38000" y="54000"/>
                          </a:cubicBezTo>
                          <a:cubicBezTo>
                            <a:pt x="38056" y="50000"/>
                            <a:pt x="38045" y="46000"/>
                            <a:pt x="38000" y="42000"/>
                          </a:cubicBezTo>
                          <a:cubicBezTo>
                            <a:pt x="44667" y="42350"/>
                            <a:pt x="51333" y="40892"/>
                            <a:pt x="58000" y="42000"/>
                          </a:cubicBezTo>
                          <a:close/>
                          <a:moveTo>
                            <a:pt x="58000" y="26000"/>
                          </a:moveTo>
                          <a:cubicBezTo>
                            <a:pt x="58605" y="30000"/>
                            <a:pt x="57376" y="34000"/>
                            <a:pt x="58000" y="38000"/>
                          </a:cubicBezTo>
                          <a:cubicBezTo>
                            <a:pt x="51333" y="37721"/>
                            <a:pt x="44667" y="38535"/>
                            <a:pt x="38000" y="38000"/>
                          </a:cubicBezTo>
                          <a:cubicBezTo>
                            <a:pt x="37345" y="34000"/>
                            <a:pt x="37979" y="30000"/>
                            <a:pt x="38000" y="26000"/>
                          </a:cubicBezTo>
                          <a:cubicBezTo>
                            <a:pt x="44667" y="26425"/>
                            <a:pt x="51333" y="25736"/>
                            <a:pt x="58000" y="26000"/>
                          </a:cubicBezTo>
                          <a:close/>
                          <a:moveTo>
                            <a:pt x="8000" y="20000"/>
                          </a:moveTo>
                          <a:cubicBezTo>
                            <a:pt x="8911" y="26222"/>
                            <a:pt x="7591" y="32444"/>
                            <a:pt x="8000" y="38667"/>
                          </a:cubicBezTo>
                          <a:cubicBezTo>
                            <a:pt x="7231" y="44889"/>
                            <a:pt x="7135" y="51111"/>
                            <a:pt x="8000" y="57333"/>
                          </a:cubicBezTo>
                          <a:cubicBezTo>
                            <a:pt x="8296" y="63556"/>
                            <a:pt x="8764" y="69778"/>
                            <a:pt x="8000" y="76000"/>
                          </a:cubicBezTo>
                          <a:cubicBezTo>
                            <a:pt x="14667" y="76080"/>
                            <a:pt x="21333" y="75143"/>
                            <a:pt x="28000" y="76000"/>
                          </a:cubicBezTo>
                          <a:cubicBezTo>
                            <a:pt x="34667" y="76127"/>
                            <a:pt x="41333" y="76007"/>
                            <a:pt x="48000" y="76000"/>
                          </a:cubicBezTo>
                          <a:cubicBezTo>
                            <a:pt x="54667" y="74990"/>
                            <a:pt x="61333" y="76320"/>
                            <a:pt x="68000" y="76000"/>
                          </a:cubicBezTo>
                          <a:cubicBezTo>
                            <a:pt x="74667" y="76160"/>
                            <a:pt x="81333" y="74941"/>
                            <a:pt x="88000" y="76000"/>
                          </a:cubicBezTo>
                          <a:cubicBezTo>
                            <a:pt x="86985" y="69778"/>
                            <a:pt x="88814" y="63556"/>
                            <a:pt x="88000" y="57333"/>
                          </a:cubicBezTo>
                          <a:cubicBezTo>
                            <a:pt x="89062" y="51111"/>
                            <a:pt x="86945" y="44889"/>
                            <a:pt x="88000" y="38667"/>
                          </a:cubicBezTo>
                          <a:cubicBezTo>
                            <a:pt x="88324" y="32444"/>
                            <a:pt x="88865" y="26222"/>
                            <a:pt x="88000" y="20000"/>
                          </a:cubicBezTo>
                          <a:cubicBezTo>
                            <a:pt x="81333" y="21135"/>
                            <a:pt x="74667" y="18910"/>
                            <a:pt x="68000" y="20000"/>
                          </a:cubicBezTo>
                          <a:cubicBezTo>
                            <a:pt x="61333" y="19053"/>
                            <a:pt x="54667" y="20817"/>
                            <a:pt x="48000" y="20000"/>
                          </a:cubicBezTo>
                          <a:cubicBezTo>
                            <a:pt x="41333" y="19716"/>
                            <a:pt x="34667" y="20839"/>
                            <a:pt x="28000" y="20000"/>
                          </a:cubicBezTo>
                          <a:cubicBezTo>
                            <a:pt x="21333" y="20077"/>
                            <a:pt x="14667" y="19099"/>
                            <a:pt x="8000" y="20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4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40 Reports</a:t>
            </a:r>
          </a:p>
        </p:txBody>
      </p:sp>
      <p:sp>
        <p:nvSpPr>
          <p:cNvPr id="105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trail-0117</a:t>
            </a:r>
          </a:p>
        </p:txBody>
      </p:sp>
      <p:cxnSp>
        <p:nvCxnSpPr>
          <p:cNvPr id="106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07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one report at a time</a:t>
            </a:r>
          </a:p>
        </p:txBody>
      </p:sp>
      <p:sp>
        <p:nvSpPr>
          <p:cNvPr id="108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9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0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2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3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4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8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nomic-embed-text</a:t>
            </a:r>
          </a:p>
        </p:txBody>
      </p:sp>
      <p:cxnSp>
        <p:nvCxnSpPr>
          <p:cNvPr id="119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0" name="Request"/>
          <p:cNvSpPr txBox="1"/>
          <p:nvPr/>
        </p:nvSpPr>
        <p:spPr>
          <a:xfrm>
            <a:off x="6675120" y="19385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"classification: " + text</a:t>
            </a:r>
          </a:p>
        </p:txBody>
      </p:sp>
      <p:sp>
        <p:nvSpPr>
          <p:cNvPr id="121" name="Reply"/>
          <p:cNvSpPr txBox="1"/>
          <p:nvPr/>
        </p:nvSpPr>
        <p:spPr>
          <a:xfrm>
            <a:off x="7388352" y="31546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[768 numbers] ×40</a:t>
            </a:r>
          </a:p>
        </p:txBody>
      </p:sp>
      <p:sp>
        <p:nvSpPr>
          <p:cNvPr id="122" name="App line 0"/>
          <p:cNvSpPr txBox="1"/>
          <p:nvPr/>
        </p:nvSpPr>
        <p:spPr>
          <a:xfrm>
            <a:off x="4878638" y="3660922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 = mean(v)</a:t>
            </a:r>
          </a:p>
        </p:txBody>
      </p:sp>
      <p:sp>
        <p:nvSpPr>
          <p:cNvPr id="123" name="App line 1"/>
          <p:cNvSpPr txBox="1"/>
          <p:nvPr/>
        </p:nvSpPr>
        <p:spPr>
          <a:xfrm>
            <a:off x="4878638" y="3962674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 = 1 − v·c</a:t>
            </a:r>
          </a:p>
        </p:txBody>
      </p:sp>
      <p:sp>
        <p:nvSpPr>
          <p:cNvPr id="124" name="App line 2"/>
          <p:cNvSpPr txBox="1"/>
          <p:nvPr/>
        </p:nvSpPr>
        <p:spPr>
          <a:xfrm>
            <a:off x="4878638" y="4264426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 &gt; 0.22: 7 of 40</a:t>
            </a:r>
          </a:p>
        </p:txBody>
      </p:sp>
      <p:sp>
        <p:nvSpPr>
          <p:cNvPr id="125" name="App line 3"/>
          <p:cNvSpPr txBox="1"/>
          <p:nvPr/>
        </p:nvSpPr>
        <p:spPr>
          <a:xfrm>
            <a:off x="4878638" y="4566178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2+ in 14 days</a:t>
            </a:r>
          </a:p>
        </p:txBody>
      </p:sp>
      <p:cxnSp>
        <p:nvCxnSpPr>
          <p:cNvPr id="126" name="App-LowRight"/>
          <p:cNvCxnSpPr/>
          <p:nvPr/>
        </p:nvCxnSpPr>
        <p:spPr>
          <a:xfrm>
            <a:off x="7440610" y="4118267"/>
            <a:ext cx="1640760" cy="72135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</p:cxnSp>
      <p:grpSp>
        <p:nvGrpSpPr>
          <p:cNvPr id="133" name="Alert icon"/>
          <p:cNvGrpSpPr/>
          <p:nvPr/>
        </p:nvGrpSpPr>
        <p:grpSpPr>
          <a:xfrm>
            <a:off x="9261736" y="4505738"/>
            <a:ext cx="731520" cy="731520"/>
            <a:chOff x="0" y="0"/>
            <a:chExt cx="731520" cy="731520"/>
          </a:xfrm>
        </p:grpSpPr>
        <p:sp>
          <p:nvSpPr>
            <p:cNvPr id="134" name="Alert icon backing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Alert icon 1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>
                <a:gd name="csX0" fmla="*/ 175260 w 731520"/>
                <a:gd name="csY0" fmla="*/ 624840 h 731520"/>
                <a:gd name="csX1" fmla="*/ 175260 w 731520"/>
                <a:gd name="csY1" fmla="*/ 495300 h 731520"/>
                <a:gd name="csX2" fmla="*/ 175260 w 731520"/>
                <a:gd name="csY2" fmla="*/ 365760 h 731520"/>
                <a:gd name="csX3" fmla="*/ 175260 w 731520"/>
                <a:gd name="csY3" fmla="*/ 236220 h 731520"/>
                <a:gd name="csX4" fmla="*/ 175260 w 731520"/>
                <a:gd name="csY4" fmla="*/ 106680 h 731520"/>
                <a:gd name="csX5" fmla="*/ 365760 w 731520"/>
                <a:gd name="csY5" fmla="*/ 106680 h 731520"/>
                <a:gd name="csX6" fmla="*/ 365760 w 731520"/>
                <a:gd name="csY6" fmla="*/ 266700 h 731520"/>
                <a:gd name="csX7" fmla="*/ 556260 w 731520"/>
                <a:gd name="csY7" fmla="*/ 266700 h 731520"/>
                <a:gd name="csX8" fmla="*/ 556260 w 731520"/>
                <a:gd name="csY8" fmla="*/ 445770 h 731520"/>
                <a:gd name="csX9" fmla="*/ 556260 w 731520"/>
                <a:gd name="csY9" fmla="*/ 624840 h 731520"/>
                <a:gd name="csX10" fmla="*/ 429257 w 731520"/>
                <a:gd name="csY10" fmla="*/ 624840 h 731520"/>
                <a:gd name="csX11" fmla="*/ 302262 w 731520"/>
                <a:gd name="csY11" fmla="*/ 624840 h 731520"/>
                <a:gd name="csX12" fmla="*/ 175260 w 731520"/>
                <a:gd name="csY12" fmla="*/ 624840 h 731520"/>
                <a:gd name="csX13" fmla="*/ 411480 w 731520"/>
                <a:gd name="csY13" fmla="*/ 125730 h 731520"/>
                <a:gd name="csX14" fmla="*/ 506730 w 731520"/>
                <a:gd name="csY14" fmla="*/ 220980 h 731520"/>
                <a:gd name="csX15" fmla="*/ 411480 w 731520"/>
                <a:gd name="csY15" fmla="*/ 220980 h 731520"/>
                <a:gd name="csX16" fmla="*/ 411480 w 731520"/>
                <a:gd name="csY16" fmla="*/ 125730 h 731520"/>
                <a:gd name="csX17" fmla="*/ 411480 w 731520"/>
                <a:gd name="csY17" fmla="*/ 60960 h 731520"/>
                <a:gd name="csX18" fmla="*/ 270510 w 731520"/>
                <a:gd name="csY18" fmla="*/ 60960 h 731520"/>
                <a:gd name="csX19" fmla="*/ 129540 w 731520"/>
                <a:gd name="csY19" fmla="*/ 60960 h 731520"/>
                <a:gd name="csX20" fmla="*/ 129540 w 731520"/>
                <a:gd name="csY20" fmla="*/ 213360 h 731520"/>
                <a:gd name="csX21" fmla="*/ 129540 w 731520"/>
                <a:gd name="csY21" fmla="*/ 365760 h 731520"/>
                <a:gd name="csX22" fmla="*/ 129540 w 731520"/>
                <a:gd name="csY22" fmla="*/ 518160 h 731520"/>
                <a:gd name="csX23" fmla="*/ 129540 w 731520"/>
                <a:gd name="csY23" fmla="*/ 670560 h 731520"/>
                <a:gd name="csX24" fmla="*/ 287022 w 731520"/>
                <a:gd name="csY24" fmla="*/ 670560 h 731520"/>
                <a:gd name="csX25" fmla="*/ 444497 w 731520"/>
                <a:gd name="csY25" fmla="*/ 670560 h 731520"/>
                <a:gd name="csX26" fmla="*/ 601980 w 731520"/>
                <a:gd name="csY26" fmla="*/ 670560 h 731520"/>
                <a:gd name="csX27" fmla="*/ 601980 w 731520"/>
                <a:gd name="csY27" fmla="*/ 523242 h 731520"/>
                <a:gd name="csX28" fmla="*/ 601980 w 731520"/>
                <a:gd name="csY28" fmla="*/ 375917 h 731520"/>
                <a:gd name="csX29" fmla="*/ 601980 w 731520"/>
                <a:gd name="csY29" fmla="*/ 228600 h 731520"/>
                <a:gd name="csX30" fmla="*/ 506730 w 731520"/>
                <a:gd name="csY30" fmla="*/ 144780 h 731520"/>
                <a:gd name="csX31" fmla="*/ 411480 w 731520"/>
                <a:gd name="csY31" fmla="*/ 60960 h 731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731520" h="731520" extrusionOk="0">
                  <a:moveTo>
                    <a:pt x="175260" y="624840"/>
                  </a:moveTo>
                  <a:cubicBezTo>
                    <a:pt x="166664" y="577518"/>
                    <a:pt x="184796" y="539422"/>
                    <a:pt x="175260" y="495300"/>
                  </a:cubicBezTo>
                  <a:cubicBezTo>
                    <a:pt x="172758" y="441925"/>
                    <a:pt x="169683" y="411671"/>
                    <a:pt x="175260" y="365760"/>
                  </a:cubicBezTo>
                  <a:cubicBezTo>
                    <a:pt x="174079" y="331259"/>
                    <a:pt x="176927" y="267631"/>
                    <a:pt x="175260" y="236220"/>
                  </a:cubicBezTo>
                  <a:cubicBezTo>
                    <a:pt x="172839" y="189801"/>
                    <a:pt x="185686" y="151918"/>
                    <a:pt x="175260" y="106680"/>
                  </a:cubicBezTo>
                  <a:cubicBezTo>
                    <a:pt x="233711" y="92812"/>
                    <a:pt x="297863" y="87391"/>
                    <a:pt x="365760" y="106680"/>
                  </a:cubicBezTo>
                  <a:cubicBezTo>
                    <a:pt x="359606" y="153872"/>
                    <a:pt x="362274" y="221411"/>
                    <a:pt x="365760" y="266700"/>
                  </a:cubicBezTo>
                  <a:cubicBezTo>
                    <a:pt x="430257" y="266502"/>
                    <a:pt x="501233" y="244026"/>
                    <a:pt x="556260" y="266700"/>
                  </a:cubicBezTo>
                  <a:cubicBezTo>
                    <a:pt x="551580" y="328812"/>
                    <a:pt x="547008" y="375471"/>
                    <a:pt x="556260" y="445770"/>
                  </a:cubicBezTo>
                  <a:cubicBezTo>
                    <a:pt x="562307" y="500592"/>
                    <a:pt x="570193" y="558117"/>
                    <a:pt x="556260" y="624840"/>
                  </a:cubicBezTo>
                  <a:cubicBezTo>
                    <a:pt x="511830" y="625866"/>
                    <a:pt x="472915" y="630793"/>
                    <a:pt x="429257" y="624840"/>
                  </a:cubicBezTo>
                  <a:cubicBezTo>
                    <a:pt x="387037" y="623121"/>
                    <a:pt x="340984" y="623175"/>
                    <a:pt x="302262" y="624840"/>
                  </a:cubicBezTo>
                  <a:cubicBezTo>
                    <a:pt x="262375" y="620382"/>
                    <a:pt x="217052" y="622820"/>
                    <a:pt x="175260" y="624840"/>
                  </a:cubicBezTo>
                  <a:close/>
                  <a:moveTo>
                    <a:pt x="411480" y="125730"/>
                  </a:moveTo>
                  <a:cubicBezTo>
                    <a:pt x="437539" y="165168"/>
                    <a:pt x="474742" y="189087"/>
                    <a:pt x="506730" y="220980"/>
                  </a:cubicBezTo>
                  <a:cubicBezTo>
                    <a:pt x="478262" y="221586"/>
                    <a:pt x="443661" y="212431"/>
                    <a:pt x="411480" y="220980"/>
                  </a:cubicBezTo>
                  <a:cubicBezTo>
                    <a:pt x="417772" y="183430"/>
                    <a:pt x="421145" y="156163"/>
                    <a:pt x="411480" y="125730"/>
                  </a:cubicBezTo>
                  <a:close/>
                  <a:moveTo>
                    <a:pt x="411480" y="60960"/>
                  </a:moveTo>
                  <a:cubicBezTo>
                    <a:pt x="368036" y="56894"/>
                    <a:pt x="317419" y="66576"/>
                    <a:pt x="270510" y="60960"/>
                  </a:cubicBezTo>
                  <a:cubicBezTo>
                    <a:pt x="216890" y="61142"/>
                    <a:pt x="180822" y="57224"/>
                    <a:pt x="129540" y="60960"/>
                  </a:cubicBezTo>
                  <a:cubicBezTo>
                    <a:pt x="116152" y="114693"/>
                    <a:pt x="126845" y="155695"/>
                    <a:pt x="129540" y="213360"/>
                  </a:cubicBezTo>
                  <a:cubicBezTo>
                    <a:pt x="127262" y="258551"/>
                    <a:pt x="134858" y="301246"/>
                    <a:pt x="129540" y="365760"/>
                  </a:cubicBezTo>
                  <a:cubicBezTo>
                    <a:pt x="126842" y="428976"/>
                    <a:pt x="136073" y="472798"/>
                    <a:pt x="129540" y="518160"/>
                  </a:cubicBezTo>
                  <a:cubicBezTo>
                    <a:pt x="134907" y="570635"/>
                    <a:pt x="125220" y="617894"/>
                    <a:pt x="129540" y="670560"/>
                  </a:cubicBezTo>
                  <a:cubicBezTo>
                    <a:pt x="176099" y="659278"/>
                    <a:pt x="231643" y="665783"/>
                    <a:pt x="287022" y="670560"/>
                  </a:cubicBezTo>
                  <a:cubicBezTo>
                    <a:pt x="346458" y="657422"/>
                    <a:pt x="390598" y="662358"/>
                    <a:pt x="444497" y="670560"/>
                  </a:cubicBezTo>
                  <a:cubicBezTo>
                    <a:pt x="482860" y="659574"/>
                    <a:pt x="552341" y="659716"/>
                    <a:pt x="601980" y="670560"/>
                  </a:cubicBezTo>
                  <a:cubicBezTo>
                    <a:pt x="602921" y="626819"/>
                    <a:pt x="603563" y="573389"/>
                    <a:pt x="601980" y="523242"/>
                  </a:cubicBezTo>
                  <a:cubicBezTo>
                    <a:pt x="593800" y="477938"/>
                    <a:pt x="600765" y="423154"/>
                    <a:pt x="601980" y="375917"/>
                  </a:cubicBezTo>
                  <a:cubicBezTo>
                    <a:pt x="595927" y="335188"/>
                    <a:pt x="592871" y="272208"/>
                    <a:pt x="601980" y="228600"/>
                  </a:cubicBezTo>
                  <a:cubicBezTo>
                    <a:pt x="578917" y="199879"/>
                    <a:pt x="536904" y="166760"/>
                    <a:pt x="506730" y="144780"/>
                  </a:cubicBezTo>
                  <a:cubicBezTo>
                    <a:pt x="469628" y="117884"/>
                    <a:pt x="444640" y="86912"/>
                    <a:pt x="411480" y="60960"/>
                  </a:cubicBezTo>
                  <a:close/>
                </a:path>
              </a:pathLst>
            </a:custGeom>
            <a:noFill/>
            <a:ln w="19050" cap="rnd">
              <a:solidFill>
                <a:srgbClr val="C00000"/>
              </a:solidFill>
              <a:round/>
              <a:extLst>
                <a:ext uri="{C807C97D-BFC1-408E-A445-0C87EB9F89A2}">
                  <ask:lineSketchStyleProps xmlns:ask="http://schemas.microsoft.com/office/drawing/2018/sketchyshapes" sd="810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2065" y="76333"/>
                            <a:pt x="23942" y="70667"/>
                            <a:pt x="23000" y="65000"/>
                          </a:cubicBezTo>
                          <a:cubicBezTo>
                            <a:pt x="23233" y="59333"/>
                            <a:pt x="23530" y="53667"/>
                            <a:pt x="23000" y="48000"/>
                          </a:cubicBezTo>
                          <a:cubicBezTo>
                            <a:pt x="23230" y="42333"/>
                            <a:pt x="23719" y="36667"/>
                            <a:pt x="23000" y="31000"/>
                          </a:cubicBezTo>
                          <a:cubicBezTo>
                            <a:pt x="23140" y="25333"/>
                            <a:pt x="22735" y="19667"/>
                            <a:pt x="23000" y="14000"/>
                          </a:cubicBezTo>
                          <a:cubicBezTo>
                            <a:pt x="31333" y="13158"/>
                            <a:pt x="39667" y="13649"/>
                            <a:pt x="48000" y="14000"/>
                          </a:cubicBezTo>
                          <a:cubicBezTo>
                            <a:pt x="47317" y="21000"/>
                            <a:pt x="46917" y="28000"/>
                            <a:pt x="48000" y="35000"/>
                          </a:cubicBezTo>
                          <a:cubicBezTo>
                            <a:pt x="56333" y="34076"/>
                            <a:pt x="64667" y="33919"/>
                            <a:pt x="73000" y="35000"/>
                          </a:cubicBezTo>
                          <a:cubicBezTo>
                            <a:pt x="72466" y="42833"/>
                            <a:pt x="71942" y="50667"/>
                            <a:pt x="73000" y="58500"/>
                          </a:cubicBezTo>
                          <a:cubicBezTo>
                            <a:pt x="73670" y="66333"/>
                            <a:pt x="74065" y="74167"/>
                            <a:pt x="73000" y="82000"/>
                          </a:cubicBezTo>
                          <a:cubicBezTo>
                            <a:pt x="67444" y="82173"/>
                            <a:pt x="61889" y="82764"/>
                            <a:pt x="56333" y="82000"/>
                          </a:cubicBezTo>
                          <a:cubicBezTo>
                            <a:pt x="50778" y="82866"/>
                            <a:pt x="45222" y="81593"/>
                            <a:pt x="39667" y="82000"/>
                          </a:cubicBezTo>
                          <a:cubicBezTo>
                            <a:pt x="34111" y="82676"/>
                            <a:pt x="28556" y="81977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7503" y="21330"/>
                            <a:pt x="62424" y="24743"/>
                            <a:pt x="66500" y="29000"/>
                          </a:cubicBezTo>
                          <a:cubicBezTo>
                            <a:pt x="62333" y="29401"/>
                            <a:pt x="58167" y="28698"/>
                            <a:pt x="54000" y="29000"/>
                          </a:cubicBezTo>
                          <a:cubicBezTo>
                            <a:pt x="54006" y="24833"/>
                            <a:pt x="54668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8863"/>
                            <a:pt x="41667" y="9073"/>
                            <a:pt x="35500" y="8000"/>
                          </a:cubicBezTo>
                          <a:cubicBezTo>
                            <a:pt x="29333" y="8747"/>
                            <a:pt x="23167" y="8035"/>
                            <a:pt x="17000" y="8000"/>
                          </a:cubicBezTo>
                          <a:cubicBezTo>
                            <a:pt x="16837" y="14667"/>
                            <a:pt x="16216" y="21333"/>
                            <a:pt x="17000" y="28000"/>
                          </a:cubicBezTo>
                          <a:cubicBezTo>
                            <a:pt x="17144" y="34667"/>
                            <a:pt x="17442" y="41333"/>
                            <a:pt x="17000" y="48000"/>
                          </a:cubicBezTo>
                          <a:cubicBezTo>
                            <a:pt x="15891" y="54667"/>
                            <a:pt x="18071" y="61333"/>
                            <a:pt x="17000" y="68000"/>
                          </a:cubicBezTo>
                          <a:cubicBezTo>
                            <a:pt x="17510" y="74667"/>
                            <a:pt x="16455" y="81333"/>
                            <a:pt x="17000" y="88000"/>
                          </a:cubicBezTo>
                          <a:cubicBezTo>
                            <a:pt x="23889" y="87438"/>
                            <a:pt x="30778" y="87289"/>
                            <a:pt x="37667" y="88000"/>
                          </a:cubicBezTo>
                          <a:cubicBezTo>
                            <a:pt x="44556" y="87119"/>
                            <a:pt x="51444" y="86893"/>
                            <a:pt x="58333" y="88000"/>
                          </a:cubicBezTo>
                          <a:cubicBezTo>
                            <a:pt x="65222" y="87431"/>
                            <a:pt x="72111" y="86856"/>
                            <a:pt x="79000" y="88000"/>
                          </a:cubicBezTo>
                          <a:cubicBezTo>
                            <a:pt x="79943" y="81556"/>
                            <a:pt x="79275" y="75111"/>
                            <a:pt x="79000" y="68667"/>
                          </a:cubicBezTo>
                          <a:cubicBezTo>
                            <a:pt x="78036" y="62222"/>
                            <a:pt x="80131" y="55778"/>
                            <a:pt x="79000" y="49333"/>
                          </a:cubicBezTo>
                          <a:cubicBezTo>
                            <a:pt x="79608" y="42889"/>
                            <a:pt x="79026" y="36444"/>
                            <a:pt x="79000" y="30000"/>
                          </a:cubicBezTo>
                          <a:cubicBezTo>
                            <a:pt x="74717" y="26466"/>
                            <a:pt x="70869" y="22437"/>
                            <a:pt x="66500" y="19000"/>
                          </a:cubicBezTo>
                          <a:cubicBezTo>
                            <a:pt x="62048" y="15658"/>
                            <a:pt x="58278" y="11541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Alert icon 2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>
                <a:gd name="csX0" fmla="*/ 220980 w 731520"/>
                <a:gd name="csY0" fmla="*/ 342900 h 731520"/>
                <a:gd name="csX1" fmla="*/ 365760 w 731520"/>
                <a:gd name="csY1" fmla="*/ 342900 h 731520"/>
                <a:gd name="csX2" fmla="*/ 510540 w 731520"/>
                <a:gd name="csY2" fmla="*/ 342900 h 731520"/>
                <a:gd name="csX3" fmla="*/ 510540 w 731520"/>
                <a:gd name="csY3" fmla="*/ 373380 h 731520"/>
                <a:gd name="csX4" fmla="*/ 365760 w 731520"/>
                <a:gd name="csY4" fmla="*/ 373380 h 731520"/>
                <a:gd name="csX5" fmla="*/ 220980 w 731520"/>
                <a:gd name="csY5" fmla="*/ 373380 h 731520"/>
                <a:gd name="csX6" fmla="*/ 220980 w 731520"/>
                <a:gd name="csY6" fmla="*/ 342900 h 731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31520" h="731520" extrusionOk="0">
                  <a:moveTo>
                    <a:pt x="220980" y="342900"/>
                  </a:moveTo>
                  <a:cubicBezTo>
                    <a:pt x="269285" y="347154"/>
                    <a:pt x="328144" y="336561"/>
                    <a:pt x="365760" y="342900"/>
                  </a:cubicBezTo>
                  <a:cubicBezTo>
                    <a:pt x="418953" y="344032"/>
                    <a:pt x="461823" y="353353"/>
                    <a:pt x="510540" y="342900"/>
                  </a:cubicBezTo>
                  <a:cubicBezTo>
                    <a:pt x="509443" y="352890"/>
                    <a:pt x="506937" y="362603"/>
                    <a:pt x="510540" y="373380"/>
                  </a:cubicBezTo>
                  <a:cubicBezTo>
                    <a:pt x="462873" y="382954"/>
                    <a:pt x="409869" y="363489"/>
                    <a:pt x="365760" y="373380"/>
                  </a:cubicBezTo>
                  <a:cubicBezTo>
                    <a:pt x="306687" y="381518"/>
                    <a:pt x="276883" y="369563"/>
                    <a:pt x="220980" y="373380"/>
                  </a:cubicBezTo>
                  <a:cubicBezTo>
                    <a:pt x="219444" y="362804"/>
                    <a:pt x="223484" y="355597"/>
                    <a:pt x="220980" y="342900"/>
                  </a:cubicBezTo>
                  <a:close/>
                </a:path>
              </a:pathLst>
            </a:custGeom>
            <a:noFill/>
            <a:ln w="19050" cap="rnd">
              <a:solidFill>
                <a:srgbClr val="C00000"/>
              </a:solidFill>
              <a:round/>
              <a:extLst>
                <a:ext uri="{C807C97D-BFC1-408E-A445-0C87EB9F89A2}">
                  <ask:lineSketchStyleProps xmlns:ask="http://schemas.microsoft.com/office/drawing/2018/sketchyshapes" sd="1602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4141"/>
                            <a:pt x="41667" y="44185"/>
                            <a:pt x="48000" y="45000"/>
                          </a:cubicBezTo>
                          <a:cubicBezTo>
                            <a:pt x="54333" y="45515"/>
                            <a:pt x="60667" y="45963"/>
                            <a:pt x="67000" y="45000"/>
                          </a:cubicBezTo>
                          <a:cubicBezTo>
                            <a:pt x="67028" y="46333"/>
                            <a:pt x="66867" y="47667"/>
                            <a:pt x="67000" y="49000"/>
                          </a:cubicBezTo>
                          <a:cubicBezTo>
                            <a:pt x="60667" y="48677"/>
                            <a:pt x="54333" y="48760"/>
                            <a:pt x="48000" y="49000"/>
                          </a:cubicBezTo>
                          <a:cubicBezTo>
                            <a:pt x="41667" y="50030"/>
                            <a:pt x="35333" y="49120"/>
                            <a:pt x="29000" y="49000"/>
                          </a:cubicBezTo>
                          <a:cubicBezTo>
                            <a:pt x="28831" y="47667"/>
                            <a:pt x="29108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Alert icon 3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>
                <a:gd name="csX0" fmla="*/ 220980 w 731520"/>
                <a:gd name="csY0" fmla="*/ 281940 h 731520"/>
                <a:gd name="csX1" fmla="*/ 320040 w 731520"/>
                <a:gd name="csY1" fmla="*/ 281940 h 731520"/>
                <a:gd name="csX2" fmla="*/ 320040 w 731520"/>
                <a:gd name="csY2" fmla="*/ 312420 h 731520"/>
                <a:gd name="csX3" fmla="*/ 220980 w 731520"/>
                <a:gd name="csY3" fmla="*/ 312420 h 731520"/>
                <a:gd name="csX4" fmla="*/ 220980 w 731520"/>
                <a:gd name="csY4" fmla="*/ 281940 h 731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31520" h="731520" extrusionOk="0">
                  <a:moveTo>
                    <a:pt x="220980" y="281940"/>
                  </a:moveTo>
                  <a:cubicBezTo>
                    <a:pt x="251999" y="280035"/>
                    <a:pt x="282607" y="277029"/>
                    <a:pt x="320040" y="281940"/>
                  </a:cubicBezTo>
                  <a:cubicBezTo>
                    <a:pt x="320421" y="292993"/>
                    <a:pt x="319572" y="301878"/>
                    <a:pt x="320040" y="312420"/>
                  </a:cubicBezTo>
                  <a:cubicBezTo>
                    <a:pt x="284819" y="313824"/>
                    <a:pt x="249990" y="311414"/>
                    <a:pt x="220980" y="312420"/>
                  </a:cubicBezTo>
                  <a:cubicBezTo>
                    <a:pt x="219518" y="301897"/>
                    <a:pt x="221535" y="292298"/>
                    <a:pt x="220980" y="281940"/>
                  </a:cubicBezTo>
                  <a:close/>
                </a:path>
              </a:pathLst>
            </a:custGeom>
            <a:noFill/>
            <a:ln w="19050" cap="rnd">
              <a:solidFill>
                <a:srgbClr val="C00000"/>
              </a:solidFill>
              <a:round/>
              <a:extLst>
                <a:ext uri="{C807C97D-BFC1-408E-A445-0C87EB9F89A2}">
                  <ask:lineSketchStyleProps xmlns:ask="http://schemas.microsoft.com/office/drawing/2018/sketchyshapes" sd="2394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428"/>
                            <a:pt x="37667" y="36715"/>
                            <a:pt x="42000" y="37000"/>
                          </a:cubicBezTo>
                          <a:cubicBezTo>
                            <a:pt x="42184" y="38333"/>
                            <a:pt x="41931" y="39667"/>
                            <a:pt x="42000" y="41000"/>
                          </a:cubicBezTo>
                          <a:cubicBezTo>
                            <a:pt x="37667" y="41394"/>
                            <a:pt x="33333" y="40670"/>
                            <a:pt x="29000" y="41000"/>
                          </a:cubicBezTo>
                          <a:cubicBezTo>
                            <a:pt x="28978" y="39667"/>
                            <a:pt x="29086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Alert icon 4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>
                <a:gd name="csX0" fmla="*/ 220980 w 731520"/>
                <a:gd name="csY0" fmla="*/ 403860 h 731520"/>
                <a:gd name="csX1" fmla="*/ 365760 w 731520"/>
                <a:gd name="csY1" fmla="*/ 403860 h 731520"/>
                <a:gd name="csX2" fmla="*/ 510540 w 731520"/>
                <a:gd name="csY2" fmla="*/ 403860 h 731520"/>
                <a:gd name="csX3" fmla="*/ 510540 w 731520"/>
                <a:gd name="csY3" fmla="*/ 434340 h 731520"/>
                <a:gd name="csX4" fmla="*/ 365760 w 731520"/>
                <a:gd name="csY4" fmla="*/ 434340 h 731520"/>
                <a:gd name="csX5" fmla="*/ 220980 w 731520"/>
                <a:gd name="csY5" fmla="*/ 434340 h 731520"/>
                <a:gd name="csX6" fmla="*/ 220980 w 731520"/>
                <a:gd name="csY6" fmla="*/ 403860 h 731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31520" h="731520" extrusionOk="0">
                  <a:moveTo>
                    <a:pt x="220980" y="403860"/>
                  </a:moveTo>
                  <a:cubicBezTo>
                    <a:pt x="271200" y="393376"/>
                    <a:pt x="325013" y="401475"/>
                    <a:pt x="365760" y="403860"/>
                  </a:cubicBezTo>
                  <a:cubicBezTo>
                    <a:pt x="415460" y="404876"/>
                    <a:pt x="454583" y="403118"/>
                    <a:pt x="510540" y="403860"/>
                  </a:cubicBezTo>
                  <a:cubicBezTo>
                    <a:pt x="509577" y="414487"/>
                    <a:pt x="507796" y="424424"/>
                    <a:pt x="510540" y="434340"/>
                  </a:cubicBezTo>
                  <a:cubicBezTo>
                    <a:pt x="462540" y="419011"/>
                    <a:pt x="414980" y="423281"/>
                    <a:pt x="365760" y="434340"/>
                  </a:cubicBezTo>
                  <a:cubicBezTo>
                    <a:pt x="314439" y="432771"/>
                    <a:pt x="280460" y="428073"/>
                    <a:pt x="220980" y="434340"/>
                  </a:cubicBezTo>
                  <a:cubicBezTo>
                    <a:pt x="220490" y="422876"/>
                    <a:pt x="220588" y="414230"/>
                    <a:pt x="220980" y="403860"/>
                  </a:cubicBezTo>
                  <a:close/>
                </a:path>
              </a:pathLst>
            </a:custGeom>
            <a:noFill/>
            <a:ln w="19050" cap="rnd">
              <a:solidFill>
                <a:srgbClr val="C00000"/>
              </a:solidFill>
              <a:round/>
              <a:extLst>
                <a:ext uri="{C807C97D-BFC1-408E-A445-0C87EB9F89A2}">
                  <ask:lineSketchStyleProps xmlns:ask="http://schemas.microsoft.com/office/drawing/2018/sketchyshapes" sd="31864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3215"/>
                            <a:pt x="41667" y="53175"/>
                            <a:pt x="48000" y="53000"/>
                          </a:cubicBezTo>
                          <a:cubicBezTo>
                            <a:pt x="54333" y="52795"/>
                            <a:pt x="60667" y="52868"/>
                            <a:pt x="67000" y="53000"/>
                          </a:cubicBezTo>
                          <a:cubicBezTo>
                            <a:pt x="66778" y="54333"/>
                            <a:pt x="67002" y="55667"/>
                            <a:pt x="67000" y="57000"/>
                          </a:cubicBezTo>
                          <a:cubicBezTo>
                            <a:pt x="60667" y="55920"/>
                            <a:pt x="54333" y="56225"/>
                            <a:pt x="48000" y="57000"/>
                          </a:cubicBezTo>
                          <a:cubicBezTo>
                            <a:pt x="41667" y="57598"/>
                            <a:pt x="35333" y="56550"/>
                            <a:pt x="29000" y="57000"/>
                          </a:cubicBezTo>
                          <a:cubicBezTo>
                            <a:pt x="29160" y="55667"/>
                            <a:pt x="28795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Alert icon 5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>
                <a:gd name="csX0" fmla="*/ 220980 w 731520"/>
                <a:gd name="csY0" fmla="*/ 464820 h 731520"/>
                <a:gd name="csX1" fmla="*/ 365760 w 731520"/>
                <a:gd name="csY1" fmla="*/ 464820 h 731520"/>
                <a:gd name="csX2" fmla="*/ 510540 w 731520"/>
                <a:gd name="csY2" fmla="*/ 464820 h 731520"/>
                <a:gd name="csX3" fmla="*/ 510540 w 731520"/>
                <a:gd name="csY3" fmla="*/ 495300 h 731520"/>
                <a:gd name="csX4" fmla="*/ 365760 w 731520"/>
                <a:gd name="csY4" fmla="*/ 495300 h 731520"/>
                <a:gd name="csX5" fmla="*/ 220980 w 731520"/>
                <a:gd name="csY5" fmla="*/ 495300 h 731520"/>
                <a:gd name="csX6" fmla="*/ 220980 w 731520"/>
                <a:gd name="csY6" fmla="*/ 464820 h 731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31520" h="731520" extrusionOk="0">
                  <a:moveTo>
                    <a:pt x="220980" y="464820"/>
                  </a:moveTo>
                  <a:cubicBezTo>
                    <a:pt x="271371" y="474869"/>
                    <a:pt x="316989" y="451005"/>
                    <a:pt x="365760" y="464820"/>
                  </a:cubicBezTo>
                  <a:cubicBezTo>
                    <a:pt x="412856" y="465726"/>
                    <a:pt x="461647" y="461677"/>
                    <a:pt x="510540" y="464820"/>
                  </a:cubicBezTo>
                  <a:cubicBezTo>
                    <a:pt x="512714" y="476390"/>
                    <a:pt x="510243" y="484933"/>
                    <a:pt x="510540" y="495300"/>
                  </a:cubicBezTo>
                  <a:cubicBezTo>
                    <a:pt x="466068" y="505908"/>
                    <a:pt x="412512" y="497651"/>
                    <a:pt x="365760" y="495300"/>
                  </a:cubicBezTo>
                  <a:cubicBezTo>
                    <a:pt x="320275" y="494264"/>
                    <a:pt x="270576" y="500823"/>
                    <a:pt x="220980" y="495300"/>
                  </a:cubicBezTo>
                  <a:cubicBezTo>
                    <a:pt x="221766" y="487384"/>
                    <a:pt x="220245" y="474992"/>
                    <a:pt x="220980" y="464820"/>
                  </a:cubicBezTo>
                  <a:close/>
                </a:path>
              </a:pathLst>
            </a:custGeom>
            <a:noFill/>
            <a:ln w="19050" cap="rnd">
              <a:solidFill>
                <a:srgbClr val="C00000"/>
              </a:solidFill>
              <a:round/>
              <a:extLst>
                <a:ext uri="{C807C97D-BFC1-408E-A445-0C87EB9F89A2}">
                  <ask:lineSketchStyleProps xmlns:ask="http://schemas.microsoft.com/office/drawing/2018/sketchyshapes" sd="39783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1962"/>
                            <a:pt x="41667" y="59944"/>
                            <a:pt x="48000" y="61000"/>
                          </a:cubicBezTo>
                          <a:cubicBezTo>
                            <a:pt x="54333" y="60710"/>
                            <a:pt x="60667" y="60806"/>
                            <a:pt x="67000" y="61000"/>
                          </a:cubicBezTo>
                          <a:cubicBezTo>
                            <a:pt x="67169" y="62333"/>
                            <a:pt x="66933" y="63667"/>
                            <a:pt x="67000" y="65000"/>
                          </a:cubicBezTo>
                          <a:cubicBezTo>
                            <a:pt x="60667" y="65415"/>
                            <a:pt x="54333" y="65377"/>
                            <a:pt x="48000" y="65000"/>
                          </a:cubicBezTo>
                          <a:cubicBezTo>
                            <a:pt x="41667" y="65151"/>
                            <a:pt x="35333" y="65650"/>
                            <a:pt x="29000" y="65000"/>
                          </a:cubicBezTo>
                          <a:cubicBezTo>
                            <a:pt x="28877" y="63667"/>
                            <a:pt x="29061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Alert icon 6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>
                <a:gd name="csX0" fmla="*/ 220980 w 731520"/>
                <a:gd name="csY0" fmla="*/ 525780 h 731520"/>
                <a:gd name="csX1" fmla="*/ 365760 w 731520"/>
                <a:gd name="csY1" fmla="*/ 525780 h 731520"/>
                <a:gd name="csX2" fmla="*/ 510540 w 731520"/>
                <a:gd name="csY2" fmla="*/ 525780 h 731520"/>
                <a:gd name="csX3" fmla="*/ 510540 w 731520"/>
                <a:gd name="csY3" fmla="*/ 556260 h 731520"/>
                <a:gd name="csX4" fmla="*/ 365760 w 731520"/>
                <a:gd name="csY4" fmla="*/ 556260 h 731520"/>
                <a:gd name="csX5" fmla="*/ 220980 w 731520"/>
                <a:gd name="csY5" fmla="*/ 556260 h 731520"/>
                <a:gd name="csX6" fmla="*/ 220980 w 731520"/>
                <a:gd name="csY6" fmla="*/ 525780 h 731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31520" h="731520" extrusionOk="0">
                  <a:moveTo>
                    <a:pt x="220980" y="525780"/>
                  </a:moveTo>
                  <a:cubicBezTo>
                    <a:pt x="268336" y="535907"/>
                    <a:pt x="318054" y="532506"/>
                    <a:pt x="365760" y="525780"/>
                  </a:cubicBezTo>
                  <a:cubicBezTo>
                    <a:pt x="412823" y="515223"/>
                    <a:pt x="466306" y="518737"/>
                    <a:pt x="510540" y="525780"/>
                  </a:cubicBezTo>
                  <a:cubicBezTo>
                    <a:pt x="508738" y="536278"/>
                    <a:pt x="506982" y="546937"/>
                    <a:pt x="510540" y="556260"/>
                  </a:cubicBezTo>
                  <a:cubicBezTo>
                    <a:pt x="452662" y="556255"/>
                    <a:pt x="417629" y="551812"/>
                    <a:pt x="365760" y="556260"/>
                  </a:cubicBezTo>
                  <a:cubicBezTo>
                    <a:pt x="309745" y="567614"/>
                    <a:pt x="264680" y="566054"/>
                    <a:pt x="220980" y="556260"/>
                  </a:cubicBezTo>
                  <a:cubicBezTo>
                    <a:pt x="220503" y="547026"/>
                    <a:pt x="223306" y="534428"/>
                    <a:pt x="220980" y="525780"/>
                  </a:cubicBezTo>
                  <a:close/>
                </a:path>
              </a:pathLst>
            </a:custGeom>
            <a:noFill/>
            <a:ln w="19050" cap="rnd">
              <a:solidFill>
                <a:srgbClr val="C00000"/>
              </a:solidFill>
              <a:round/>
              <a:extLst>
                <a:ext uri="{C807C97D-BFC1-408E-A445-0C87EB9F89A2}">
                  <ask:lineSketchStyleProps xmlns:ask="http://schemas.microsoft.com/office/drawing/2018/sketchyshapes" sd="47702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8831"/>
                            <a:pt x="41667" y="68723"/>
                            <a:pt x="48000" y="69000"/>
                          </a:cubicBezTo>
                          <a:cubicBezTo>
                            <a:pt x="54333" y="69304"/>
                            <a:pt x="60667" y="68711"/>
                            <a:pt x="67000" y="69000"/>
                          </a:cubicBezTo>
                          <a:cubicBezTo>
                            <a:pt x="66876" y="70333"/>
                            <a:pt x="66831" y="71667"/>
                            <a:pt x="67000" y="73000"/>
                          </a:cubicBezTo>
                          <a:cubicBezTo>
                            <a:pt x="60667" y="73791"/>
                            <a:pt x="54333" y="72433"/>
                            <a:pt x="48000" y="73000"/>
                          </a:cubicBezTo>
                          <a:cubicBezTo>
                            <a:pt x="41667" y="73706"/>
                            <a:pt x="35333" y="72861"/>
                            <a:pt x="29000" y="73000"/>
                          </a:cubicBezTo>
                          <a:cubicBezTo>
                            <a:pt x="28797" y="71667"/>
                            <a:pt x="28972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5" name="Alert label"/>
          <p:cNvSpPr txBox="1"/>
          <p:nvPr/>
        </p:nvSpPr>
        <p:spPr>
          <a:xfrm>
            <a:off x="8713096" y="528297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C00000"/>
                </a:solidFill>
                <a:latin typeface="Ink Free" panose="03080402000500000000" pitchFamily="66" charset="0"/>
              </a:rPr>
              <a:t>Alert</a:t>
            </a:r>
          </a:p>
        </p:txBody>
      </p:sp>
      <p:sp>
        <p:nvSpPr>
          <p:cNvPr id="136" name="Alert detail"/>
          <p:cNvSpPr txBox="1"/>
          <p:nvPr/>
        </p:nvSpPr>
        <p:spPr>
          <a:xfrm>
            <a:off x="8353545" y="5648738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1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 reports, 06-18 → 07-05</a:t>
            </a:r>
          </a:p>
          <a:p>
            <a:pPr algn="ctr">
              <a:lnSpc>
                <a:spcPct val="90000"/>
              </a:lnSpc>
            </a:pPr>
            <a:r>
              <a:rPr lang="en-US" sz="11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bridge washed out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16936"/>
            <a:ext cx="10332720" cy="10149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DEMO</a:t>
            </a:r>
            <a:r>
              <a:rPr sz="6000">
                <a:solidFill>
                  <a:srgbClr val="FFFFFF"/>
                </a:solidFill>
              </a:rPr>
              <a:t> · F08 Anomaly Detection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F08 · Anomaly Detection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/>
              <a:t>When:</a:t>
            </a:r>
            <a:r>
              <a:rPr sz="2800"/>
              <a:t> A stream of routine text where the rare exception is expensive to miss.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F08 · Anomaly Detection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/>
              <a:t>When:</a:t>
            </a:r>
            <a:r>
              <a:rPr sz="2800"/>
              <a:t> A stream of routine text where the rare exception is expensive to miss.</a:t>
            </a:r>
          </a:p>
          <a:p>
            <a:pPr>
              <a:spcAft>
                <a:spcPts val="1400"/>
              </a:spcAft>
            </a:pPr>
            <a:r>
              <a:rPr sz="2800" b="1"/>
              <a:t>Think:</a:t>
            </a:r>
            <a:r>
              <a:rPr sz="2800"/>
              <a:t> "We hear about the washed-out bridge from the first three reports, not from a one-star review a month later."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F08 · Anomaly Detection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/>
              <a:t>When:</a:t>
            </a:r>
            <a:r>
              <a:rPr sz="2800"/>
              <a:t> A stream of routine text where the rare exception is expensive to miss.</a:t>
            </a:r>
          </a:p>
          <a:p>
            <a:pPr>
              <a:spcAft>
                <a:spcPts val="1400"/>
              </a:spcAft>
            </a:pPr>
            <a:r>
              <a:rPr sz="2800" b="1"/>
              <a:t>Think:</a:t>
            </a:r>
            <a:r>
              <a:rPr sz="2800"/>
              <a:t> "We hear about the washed-out bridge from the first three reports, not from a one-star review a month later."</a:t>
            </a:r>
          </a:p>
          <a:p>
            <a:pPr>
              <a:spcAft>
                <a:spcPts val="1400"/>
              </a:spcAft>
            </a:pPr>
            <a:endParaRPr sz="2800"/>
          </a:p>
          <a:p>
            <a:pPr>
              <a:spcAft>
                <a:spcPts val="1400"/>
              </a:spcAft>
            </a:pPr>
            <a:r>
              <a:rPr sz="2800" b="1"/>
              <a:t>Difficulty:</a:t>
            </a:r>
            <a:r>
              <a:rPr sz="2800"/>
              <a:t>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07208" y="4809744"/>
            <a:ext cx="256032" cy="256032"/>
          </a:xfrm>
          <a:prstGeom prst="roundRect">
            <a:avLst>
              <a:gd name="adj" fmla="val 25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154680" y="4608576"/>
            <a:ext cx="256032" cy="457200"/>
          </a:xfrm>
          <a:prstGeom prst="roundRect">
            <a:avLst>
              <a:gd name="adj" fmla="val 25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502152" y="4407408"/>
            <a:ext cx="256032" cy="658368"/>
          </a:xfrm>
          <a:prstGeom prst="roundRect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32888" y="5120640"/>
            <a:ext cx="14996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/>
              <a:t>Medium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1">
                <a:solidFill>
                  <a:srgbClr val="017AB4"/>
                </a:solidFill>
              </a:rPr>
              <a:t>F09 · Human-in-the-Loop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hield-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37160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834640"/>
            <a:ext cx="1033272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/>
              <a:t>The AI drafts; a </a:t>
            </a:r>
            <a:r>
              <a:rPr sz="4000" b="1">
                <a:solidFill>
                  <a:srgbClr val="017AB4"/>
                </a:solidFill>
              </a:rPr>
              <a:t>person approves</a:t>
            </a:r>
            <a:r>
              <a:rPr sz="4000"/>
              <a:t> before anything goes out.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F09 · How It Works</a:t>
            </a:r>
          </a:p>
        </p:txBody>
      </p:sp>
      <p:grpSp>
        <p:nvGrpSpPr>
          <p:cNvPr id="107" name="Routed Inquiry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Routed Inquiry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Routed Inquiry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7408" y="653587"/>
                    <a:pt x="202359" y="603496"/>
                    <a:pt x="197167" y="557212"/>
                  </a:cubicBezTo>
                  <a:cubicBezTo>
                    <a:pt x="193972" y="513059"/>
                    <a:pt x="195826" y="464134"/>
                    <a:pt x="197167" y="411480"/>
                  </a:cubicBezTo>
                  <a:cubicBezTo>
                    <a:pt x="202202" y="374064"/>
                    <a:pt x="196861" y="324483"/>
                    <a:pt x="197167" y="265747"/>
                  </a:cubicBezTo>
                  <a:cubicBezTo>
                    <a:pt x="200454" y="215461"/>
                    <a:pt x="200264" y="158674"/>
                    <a:pt x="197167" y="120015"/>
                  </a:cubicBezTo>
                  <a:cubicBezTo>
                    <a:pt x="269267" y="131561"/>
                    <a:pt x="337504" y="124298"/>
                    <a:pt x="411480" y="120015"/>
                  </a:cubicBezTo>
                  <a:cubicBezTo>
                    <a:pt x="414224" y="188604"/>
                    <a:pt x="402442" y="232174"/>
                    <a:pt x="411480" y="300037"/>
                  </a:cubicBezTo>
                  <a:cubicBezTo>
                    <a:pt x="480050" y="293949"/>
                    <a:pt x="566077" y="307296"/>
                    <a:pt x="625792" y="300037"/>
                  </a:cubicBezTo>
                  <a:cubicBezTo>
                    <a:pt x="636593" y="375800"/>
                    <a:pt x="630290" y="422975"/>
                    <a:pt x="625792" y="501491"/>
                  </a:cubicBezTo>
                  <a:cubicBezTo>
                    <a:pt x="620277" y="558534"/>
                    <a:pt x="623592" y="634435"/>
                    <a:pt x="625792" y="702945"/>
                  </a:cubicBezTo>
                  <a:cubicBezTo>
                    <a:pt x="572825" y="700484"/>
                    <a:pt x="544009" y="707020"/>
                    <a:pt x="482914" y="702945"/>
                  </a:cubicBezTo>
                  <a:cubicBezTo>
                    <a:pt x="437021" y="712046"/>
                    <a:pt x="393921" y="704413"/>
                    <a:pt x="340045" y="702945"/>
                  </a:cubicBezTo>
                  <a:cubicBezTo>
                    <a:pt x="292482" y="697296"/>
                    <a:pt x="254252" y="697544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498278" y="188935"/>
                    <a:pt x="547893" y="211035"/>
                    <a:pt x="570071" y="248602"/>
                  </a:cubicBezTo>
                  <a:cubicBezTo>
                    <a:pt x="537334" y="247533"/>
                    <a:pt x="498076" y="252437"/>
                    <a:pt x="462915" y="248602"/>
                  </a:cubicBezTo>
                  <a:cubicBezTo>
                    <a:pt x="465741" y="221057"/>
                    <a:pt x="471862" y="177359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421175" y="66655"/>
                    <a:pt x="360786" y="73381"/>
                    <a:pt x="304323" y="68580"/>
                  </a:cubicBezTo>
                  <a:cubicBezTo>
                    <a:pt x="257598" y="70303"/>
                    <a:pt x="196824" y="64647"/>
                    <a:pt x="145732" y="68580"/>
                  </a:cubicBezTo>
                  <a:cubicBezTo>
                    <a:pt x="130966" y="110943"/>
                    <a:pt x="141293" y="189379"/>
                    <a:pt x="145732" y="240030"/>
                  </a:cubicBezTo>
                  <a:cubicBezTo>
                    <a:pt x="146354" y="300240"/>
                    <a:pt x="140453" y="355151"/>
                    <a:pt x="145732" y="411480"/>
                  </a:cubicBezTo>
                  <a:cubicBezTo>
                    <a:pt x="130108" y="469557"/>
                    <a:pt x="152723" y="527650"/>
                    <a:pt x="145732" y="582930"/>
                  </a:cubicBezTo>
                  <a:cubicBezTo>
                    <a:pt x="160358" y="651112"/>
                    <a:pt x="141312" y="701340"/>
                    <a:pt x="145732" y="754380"/>
                  </a:cubicBezTo>
                  <a:cubicBezTo>
                    <a:pt x="210411" y="764109"/>
                    <a:pt x="272100" y="756364"/>
                    <a:pt x="322900" y="754380"/>
                  </a:cubicBezTo>
                  <a:cubicBezTo>
                    <a:pt x="397902" y="742060"/>
                    <a:pt x="433919" y="744001"/>
                    <a:pt x="500059" y="754380"/>
                  </a:cubicBezTo>
                  <a:cubicBezTo>
                    <a:pt x="564032" y="759122"/>
                    <a:pt x="625499" y="767598"/>
                    <a:pt x="677227" y="754380"/>
                  </a:cubicBezTo>
                  <a:cubicBezTo>
                    <a:pt x="688478" y="693853"/>
                    <a:pt x="682582" y="643190"/>
                    <a:pt x="677227" y="588647"/>
                  </a:cubicBezTo>
                  <a:cubicBezTo>
                    <a:pt x="680792" y="539180"/>
                    <a:pt x="658075" y="490235"/>
                    <a:pt x="677227" y="422907"/>
                  </a:cubicBezTo>
                  <a:cubicBezTo>
                    <a:pt x="670782" y="370739"/>
                    <a:pt x="679477" y="308933"/>
                    <a:pt x="677227" y="257175"/>
                  </a:cubicBezTo>
                  <a:cubicBezTo>
                    <a:pt x="629263" y="228293"/>
                    <a:pt x="605373" y="197719"/>
                    <a:pt x="570071" y="162877"/>
                  </a:cubicBezTo>
                  <a:cubicBezTo>
                    <a:pt x="541777" y="125335"/>
                    <a:pt x="485541" y="96039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1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3630" y="76333"/>
                            <a:pt x="23775" y="70667"/>
                            <a:pt x="23000" y="65000"/>
                          </a:cubicBezTo>
                          <a:cubicBezTo>
                            <a:pt x="22044" y="59333"/>
                            <a:pt x="22913" y="53667"/>
                            <a:pt x="23000" y="48000"/>
                          </a:cubicBezTo>
                          <a:cubicBezTo>
                            <a:pt x="23291" y="42333"/>
                            <a:pt x="23452" y="36667"/>
                            <a:pt x="23000" y="31000"/>
                          </a:cubicBezTo>
                          <a:cubicBezTo>
                            <a:pt x="23439" y="25333"/>
                            <a:pt x="22111" y="19667"/>
                            <a:pt x="23000" y="14000"/>
                          </a:cubicBezTo>
                          <a:cubicBezTo>
                            <a:pt x="31333" y="13182"/>
                            <a:pt x="39667" y="13736"/>
                            <a:pt x="48000" y="14000"/>
                          </a:cubicBezTo>
                          <a:cubicBezTo>
                            <a:pt x="47534" y="21000"/>
                            <a:pt x="47427" y="28000"/>
                            <a:pt x="48000" y="35000"/>
                          </a:cubicBezTo>
                          <a:cubicBezTo>
                            <a:pt x="56333" y="34559"/>
                            <a:pt x="64667" y="35411"/>
                            <a:pt x="73000" y="35000"/>
                          </a:cubicBezTo>
                          <a:cubicBezTo>
                            <a:pt x="74124" y="42833"/>
                            <a:pt x="72725" y="50667"/>
                            <a:pt x="73000" y="58500"/>
                          </a:cubicBezTo>
                          <a:cubicBezTo>
                            <a:pt x="73387" y="66333"/>
                            <a:pt x="72346" y="74167"/>
                            <a:pt x="73000" y="82000"/>
                          </a:cubicBezTo>
                          <a:cubicBezTo>
                            <a:pt x="67444" y="81523"/>
                            <a:pt x="61889" y="82013"/>
                            <a:pt x="56333" y="82000"/>
                          </a:cubicBezTo>
                          <a:cubicBezTo>
                            <a:pt x="50778" y="82431"/>
                            <a:pt x="45222" y="82392"/>
                            <a:pt x="39667" y="82000"/>
                          </a:cubicBezTo>
                          <a:cubicBezTo>
                            <a:pt x="34111" y="81933"/>
                            <a:pt x="28556" y="81670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7964" y="20869"/>
                            <a:pt x="62962" y="24204"/>
                            <a:pt x="66500" y="29000"/>
                          </a:cubicBezTo>
                          <a:cubicBezTo>
                            <a:pt x="62333" y="28536"/>
                            <a:pt x="58167" y="29525"/>
                            <a:pt x="54000" y="29000"/>
                          </a:cubicBezTo>
                          <a:cubicBezTo>
                            <a:pt x="54420" y="24833"/>
                            <a:pt x="54496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8093"/>
                            <a:pt x="41667" y="7413"/>
                            <a:pt x="35500" y="8000"/>
                          </a:cubicBezTo>
                          <a:cubicBezTo>
                            <a:pt x="29333" y="7526"/>
                            <a:pt x="23167" y="7992"/>
                            <a:pt x="17000" y="8000"/>
                          </a:cubicBezTo>
                          <a:cubicBezTo>
                            <a:pt x="16270" y="14667"/>
                            <a:pt x="17852" y="21333"/>
                            <a:pt x="17000" y="28000"/>
                          </a:cubicBezTo>
                          <a:cubicBezTo>
                            <a:pt x="16620" y="34667"/>
                            <a:pt x="16128" y="41333"/>
                            <a:pt x="17000" y="48000"/>
                          </a:cubicBezTo>
                          <a:cubicBezTo>
                            <a:pt x="16203" y="54667"/>
                            <a:pt x="17391" y="61333"/>
                            <a:pt x="17000" y="68000"/>
                          </a:cubicBezTo>
                          <a:cubicBezTo>
                            <a:pt x="17368" y="74667"/>
                            <a:pt x="16686" y="81333"/>
                            <a:pt x="17000" y="88000"/>
                          </a:cubicBezTo>
                          <a:cubicBezTo>
                            <a:pt x="23889" y="87425"/>
                            <a:pt x="30778" y="87092"/>
                            <a:pt x="37667" y="88000"/>
                          </a:cubicBezTo>
                          <a:cubicBezTo>
                            <a:pt x="44556" y="86981"/>
                            <a:pt x="51444" y="88303"/>
                            <a:pt x="58333" y="88000"/>
                          </a:cubicBezTo>
                          <a:cubicBezTo>
                            <a:pt x="65222" y="89151"/>
                            <a:pt x="72111" y="89010"/>
                            <a:pt x="79000" y="88000"/>
                          </a:cubicBezTo>
                          <a:cubicBezTo>
                            <a:pt x="79698" y="81556"/>
                            <a:pt x="79762" y="75111"/>
                            <a:pt x="79000" y="68667"/>
                          </a:cubicBezTo>
                          <a:cubicBezTo>
                            <a:pt x="79964" y="62222"/>
                            <a:pt x="78070" y="55778"/>
                            <a:pt x="79000" y="49333"/>
                          </a:cubicBezTo>
                          <a:cubicBezTo>
                            <a:pt x="79635" y="42889"/>
                            <a:pt x="78076" y="36444"/>
                            <a:pt x="79000" y="30000"/>
                          </a:cubicBezTo>
                          <a:cubicBezTo>
                            <a:pt x="74496" y="26717"/>
                            <a:pt x="70413" y="22954"/>
                            <a:pt x="66500" y="19000"/>
                          </a:cubicBezTo>
                          <a:cubicBezTo>
                            <a:pt x="62695" y="14922"/>
                            <a:pt x="57777" y="12110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Routed Inquiry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01364" y="383808"/>
                    <a:pt x="359690" y="394661"/>
                    <a:pt x="411480" y="385762"/>
                  </a:cubicBezTo>
                  <a:cubicBezTo>
                    <a:pt x="463384" y="394036"/>
                    <a:pt x="514422" y="397096"/>
                    <a:pt x="574357" y="385762"/>
                  </a:cubicBezTo>
                  <a:cubicBezTo>
                    <a:pt x="575243" y="398581"/>
                    <a:pt x="576752" y="409535"/>
                    <a:pt x="574357" y="420052"/>
                  </a:cubicBezTo>
                  <a:cubicBezTo>
                    <a:pt x="510533" y="414167"/>
                    <a:pt x="463219" y="411247"/>
                    <a:pt x="411480" y="420052"/>
                  </a:cubicBezTo>
                  <a:cubicBezTo>
                    <a:pt x="363449" y="406506"/>
                    <a:pt x="305817" y="435810"/>
                    <a:pt x="248602" y="420052"/>
                  </a:cubicBezTo>
                  <a:cubicBezTo>
                    <a:pt x="248839" y="409456"/>
                    <a:pt x="248350" y="398408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2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4570"/>
                            <a:pt x="41667" y="44433"/>
                            <a:pt x="48000" y="45000"/>
                          </a:cubicBezTo>
                          <a:cubicBezTo>
                            <a:pt x="54333" y="44736"/>
                            <a:pt x="60667" y="45744"/>
                            <a:pt x="67000" y="45000"/>
                          </a:cubicBezTo>
                          <a:cubicBezTo>
                            <a:pt x="67018" y="46333"/>
                            <a:pt x="66964" y="47667"/>
                            <a:pt x="67000" y="49000"/>
                          </a:cubicBezTo>
                          <a:cubicBezTo>
                            <a:pt x="60667" y="48105"/>
                            <a:pt x="54333" y="48517"/>
                            <a:pt x="48000" y="49000"/>
                          </a:cubicBezTo>
                          <a:cubicBezTo>
                            <a:pt x="41667" y="48562"/>
                            <a:pt x="35333" y="50083"/>
                            <a:pt x="29000" y="49000"/>
                          </a:cubicBezTo>
                          <a:cubicBezTo>
                            <a:pt x="28882" y="47667"/>
                            <a:pt x="29219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Routed Inquiry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1437" y="320999"/>
                    <a:pt x="332190" y="325184"/>
                    <a:pt x="360045" y="317182"/>
                  </a:cubicBezTo>
                  <a:cubicBezTo>
                    <a:pt x="361357" y="330325"/>
                    <a:pt x="359436" y="340958"/>
                    <a:pt x="360045" y="351472"/>
                  </a:cubicBezTo>
                  <a:cubicBezTo>
                    <a:pt x="323316" y="342446"/>
                    <a:pt x="288274" y="351754"/>
                    <a:pt x="248602" y="351472"/>
                  </a:cubicBezTo>
                  <a:cubicBezTo>
                    <a:pt x="251018" y="337734"/>
                    <a:pt x="249830" y="331440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94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521"/>
                            <a:pt x="37667" y="37406"/>
                            <a:pt x="42000" y="37000"/>
                          </a:cubicBezTo>
                          <a:cubicBezTo>
                            <a:pt x="42067" y="38333"/>
                            <a:pt x="42167" y="39667"/>
                            <a:pt x="42000" y="41000"/>
                          </a:cubicBezTo>
                          <a:cubicBezTo>
                            <a:pt x="37667" y="40233"/>
                            <a:pt x="33333" y="41373"/>
                            <a:pt x="29000" y="41000"/>
                          </a:cubicBezTo>
                          <a:cubicBezTo>
                            <a:pt x="29010" y="39667"/>
                            <a:pt x="29226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Routed Inquiry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07128" y="449043"/>
                    <a:pt x="367620" y="442338"/>
                    <a:pt x="411480" y="454342"/>
                  </a:cubicBezTo>
                  <a:cubicBezTo>
                    <a:pt x="469982" y="459245"/>
                    <a:pt x="505222" y="455353"/>
                    <a:pt x="574357" y="454342"/>
                  </a:cubicBezTo>
                  <a:cubicBezTo>
                    <a:pt x="573257" y="464246"/>
                    <a:pt x="573208" y="479082"/>
                    <a:pt x="574357" y="488632"/>
                  </a:cubicBezTo>
                  <a:cubicBezTo>
                    <a:pt x="524024" y="508837"/>
                    <a:pt x="470807" y="489198"/>
                    <a:pt x="411480" y="488632"/>
                  </a:cubicBezTo>
                  <a:cubicBezTo>
                    <a:pt x="358762" y="498005"/>
                    <a:pt x="306413" y="486911"/>
                    <a:pt x="248602" y="488632"/>
                  </a:cubicBezTo>
                  <a:cubicBezTo>
                    <a:pt x="249896" y="480045"/>
                    <a:pt x="247484" y="468529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6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2412"/>
                            <a:pt x="41667" y="51894"/>
                            <a:pt x="48000" y="53000"/>
                          </a:cubicBezTo>
                          <a:cubicBezTo>
                            <a:pt x="54333" y="54001"/>
                            <a:pt x="60667" y="52830"/>
                            <a:pt x="67000" y="53000"/>
                          </a:cubicBezTo>
                          <a:cubicBezTo>
                            <a:pt x="67054" y="54333"/>
                            <a:pt x="67173" y="55667"/>
                            <a:pt x="67000" y="57000"/>
                          </a:cubicBezTo>
                          <a:cubicBezTo>
                            <a:pt x="60667" y="57828"/>
                            <a:pt x="54333" y="56380"/>
                            <a:pt x="48000" y="57000"/>
                          </a:cubicBezTo>
                          <a:cubicBezTo>
                            <a:pt x="41667" y="57626"/>
                            <a:pt x="35333" y="56686"/>
                            <a:pt x="29000" y="57000"/>
                          </a:cubicBezTo>
                          <a:cubicBezTo>
                            <a:pt x="29025" y="55667"/>
                            <a:pt x="28872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Routed Inquiry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12533" y="525641"/>
                    <a:pt x="357947" y="527923"/>
                    <a:pt x="411480" y="522922"/>
                  </a:cubicBezTo>
                  <a:cubicBezTo>
                    <a:pt x="464736" y="529080"/>
                    <a:pt x="523363" y="536738"/>
                    <a:pt x="574357" y="522922"/>
                  </a:cubicBezTo>
                  <a:cubicBezTo>
                    <a:pt x="574058" y="534966"/>
                    <a:pt x="573713" y="544928"/>
                    <a:pt x="574357" y="557212"/>
                  </a:cubicBezTo>
                  <a:cubicBezTo>
                    <a:pt x="522565" y="550271"/>
                    <a:pt x="462663" y="536781"/>
                    <a:pt x="411480" y="557212"/>
                  </a:cubicBezTo>
                  <a:cubicBezTo>
                    <a:pt x="356822" y="569492"/>
                    <a:pt x="289028" y="567651"/>
                    <a:pt x="248602" y="557212"/>
                  </a:cubicBezTo>
                  <a:cubicBezTo>
                    <a:pt x="248010" y="543942"/>
                    <a:pt x="247641" y="53562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8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1748"/>
                            <a:pt x="41667" y="61750"/>
                            <a:pt x="48000" y="61000"/>
                          </a:cubicBezTo>
                          <a:cubicBezTo>
                            <a:pt x="54333" y="60584"/>
                            <a:pt x="60667" y="61466"/>
                            <a:pt x="67000" y="61000"/>
                          </a:cubicBezTo>
                          <a:cubicBezTo>
                            <a:pt x="67215" y="62333"/>
                            <a:pt x="67082" y="63667"/>
                            <a:pt x="67000" y="65000"/>
                          </a:cubicBezTo>
                          <a:cubicBezTo>
                            <a:pt x="60667" y="63937"/>
                            <a:pt x="54333" y="64027"/>
                            <a:pt x="48000" y="65000"/>
                          </a:cubicBezTo>
                          <a:cubicBezTo>
                            <a:pt x="41667" y="66133"/>
                            <a:pt x="35333" y="66023"/>
                            <a:pt x="29000" y="65000"/>
                          </a:cubicBezTo>
                          <a:cubicBezTo>
                            <a:pt x="28994" y="63667"/>
                            <a:pt x="28811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Routed Inquiry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304824" y="584309"/>
                    <a:pt x="348144" y="599484"/>
                    <a:pt x="411480" y="591502"/>
                  </a:cubicBezTo>
                  <a:cubicBezTo>
                    <a:pt x="469103" y="595587"/>
                    <a:pt x="531911" y="588571"/>
                    <a:pt x="574357" y="591502"/>
                  </a:cubicBezTo>
                  <a:cubicBezTo>
                    <a:pt x="576005" y="602188"/>
                    <a:pt x="573610" y="614715"/>
                    <a:pt x="574357" y="625792"/>
                  </a:cubicBezTo>
                  <a:cubicBezTo>
                    <a:pt x="529188" y="625624"/>
                    <a:pt x="468785" y="624502"/>
                    <a:pt x="411480" y="625792"/>
                  </a:cubicBezTo>
                  <a:cubicBezTo>
                    <a:pt x="343560" y="616715"/>
                    <a:pt x="307414" y="641980"/>
                    <a:pt x="248602" y="625792"/>
                  </a:cubicBezTo>
                  <a:cubicBezTo>
                    <a:pt x="247979" y="616490"/>
                    <a:pt x="247488" y="603171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70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8375"/>
                            <a:pt x="41667" y="69788"/>
                            <a:pt x="48000" y="69000"/>
                          </a:cubicBezTo>
                          <a:cubicBezTo>
                            <a:pt x="54333" y="69926"/>
                            <a:pt x="60667" y="68602"/>
                            <a:pt x="67000" y="69000"/>
                          </a:cubicBezTo>
                          <a:cubicBezTo>
                            <a:pt x="66822" y="70333"/>
                            <a:pt x="66862" y="71667"/>
                            <a:pt x="67000" y="73000"/>
                          </a:cubicBezTo>
                          <a:cubicBezTo>
                            <a:pt x="60667" y="72719"/>
                            <a:pt x="54333" y="72499"/>
                            <a:pt x="48000" y="73000"/>
                          </a:cubicBezTo>
                          <a:cubicBezTo>
                            <a:pt x="41667" y="72962"/>
                            <a:pt x="35333" y="73871"/>
                            <a:pt x="29000" y="73000"/>
                          </a:cubicBezTo>
                          <a:cubicBezTo>
                            <a:pt x="29034" y="71667"/>
                            <a:pt x="28882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Routed Inquiry</a:t>
            </a:r>
          </a:p>
        </p:txBody>
      </p:sp>
      <p:sp>
        <p:nvSpPr>
          <p:cNvPr id="110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inq-0005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F09 · How It Works</a:t>
            </a:r>
          </a:p>
        </p:txBody>
      </p:sp>
      <p:grpSp>
        <p:nvGrpSpPr>
          <p:cNvPr id="107" name="Routed Inquiry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Routed Inquiry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Routed Inquiry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7408" y="653587"/>
                    <a:pt x="202359" y="603496"/>
                    <a:pt x="197167" y="557212"/>
                  </a:cubicBezTo>
                  <a:cubicBezTo>
                    <a:pt x="193972" y="513059"/>
                    <a:pt x="195826" y="464134"/>
                    <a:pt x="197167" y="411480"/>
                  </a:cubicBezTo>
                  <a:cubicBezTo>
                    <a:pt x="202202" y="374064"/>
                    <a:pt x="196861" y="324483"/>
                    <a:pt x="197167" y="265747"/>
                  </a:cubicBezTo>
                  <a:cubicBezTo>
                    <a:pt x="200454" y="215461"/>
                    <a:pt x="200264" y="158674"/>
                    <a:pt x="197167" y="120015"/>
                  </a:cubicBezTo>
                  <a:cubicBezTo>
                    <a:pt x="269267" y="131561"/>
                    <a:pt x="337504" y="124298"/>
                    <a:pt x="411480" y="120015"/>
                  </a:cubicBezTo>
                  <a:cubicBezTo>
                    <a:pt x="414224" y="188604"/>
                    <a:pt x="402442" y="232174"/>
                    <a:pt x="411480" y="300037"/>
                  </a:cubicBezTo>
                  <a:cubicBezTo>
                    <a:pt x="480050" y="293949"/>
                    <a:pt x="566077" y="307296"/>
                    <a:pt x="625792" y="300037"/>
                  </a:cubicBezTo>
                  <a:cubicBezTo>
                    <a:pt x="636593" y="375800"/>
                    <a:pt x="630290" y="422975"/>
                    <a:pt x="625792" y="501491"/>
                  </a:cubicBezTo>
                  <a:cubicBezTo>
                    <a:pt x="620277" y="558534"/>
                    <a:pt x="623592" y="634435"/>
                    <a:pt x="625792" y="702945"/>
                  </a:cubicBezTo>
                  <a:cubicBezTo>
                    <a:pt x="572825" y="700484"/>
                    <a:pt x="544009" y="707020"/>
                    <a:pt x="482914" y="702945"/>
                  </a:cubicBezTo>
                  <a:cubicBezTo>
                    <a:pt x="437021" y="712046"/>
                    <a:pt x="393921" y="704413"/>
                    <a:pt x="340045" y="702945"/>
                  </a:cubicBezTo>
                  <a:cubicBezTo>
                    <a:pt x="292482" y="697296"/>
                    <a:pt x="254252" y="697544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498278" y="188935"/>
                    <a:pt x="547893" y="211035"/>
                    <a:pt x="570071" y="248602"/>
                  </a:cubicBezTo>
                  <a:cubicBezTo>
                    <a:pt x="537334" y="247533"/>
                    <a:pt x="498076" y="252437"/>
                    <a:pt x="462915" y="248602"/>
                  </a:cubicBezTo>
                  <a:cubicBezTo>
                    <a:pt x="465741" y="221057"/>
                    <a:pt x="471862" y="177359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421175" y="66655"/>
                    <a:pt x="360786" y="73381"/>
                    <a:pt x="304323" y="68580"/>
                  </a:cubicBezTo>
                  <a:cubicBezTo>
                    <a:pt x="257598" y="70303"/>
                    <a:pt x="196824" y="64647"/>
                    <a:pt x="145732" y="68580"/>
                  </a:cubicBezTo>
                  <a:cubicBezTo>
                    <a:pt x="130966" y="110943"/>
                    <a:pt x="141293" y="189379"/>
                    <a:pt x="145732" y="240030"/>
                  </a:cubicBezTo>
                  <a:cubicBezTo>
                    <a:pt x="146354" y="300240"/>
                    <a:pt x="140453" y="355151"/>
                    <a:pt x="145732" y="411480"/>
                  </a:cubicBezTo>
                  <a:cubicBezTo>
                    <a:pt x="130108" y="469557"/>
                    <a:pt x="152723" y="527650"/>
                    <a:pt x="145732" y="582930"/>
                  </a:cubicBezTo>
                  <a:cubicBezTo>
                    <a:pt x="160358" y="651112"/>
                    <a:pt x="141312" y="701340"/>
                    <a:pt x="145732" y="754380"/>
                  </a:cubicBezTo>
                  <a:cubicBezTo>
                    <a:pt x="210411" y="764109"/>
                    <a:pt x="272100" y="756364"/>
                    <a:pt x="322900" y="754380"/>
                  </a:cubicBezTo>
                  <a:cubicBezTo>
                    <a:pt x="397902" y="742060"/>
                    <a:pt x="433919" y="744001"/>
                    <a:pt x="500059" y="754380"/>
                  </a:cubicBezTo>
                  <a:cubicBezTo>
                    <a:pt x="564032" y="759122"/>
                    <a:pt x="625499" y="767598"/>
                    <a:pt x="677227" y="754380"/>
                  </a:cubicBezTo>
                  <a:cubicBezTo>
                    <a:pt x="688478" y="693853"/>
                    <a:pt x="682582" y="643190"/>
                    <a:pt x="677227" y="588647"/>
                  </a:cubicBezTo>
                  <a:cubicBezTo>
                    <a:pt x="680792" y="539180"/>
                    <a:pt x="658075" y="490235"/>
                    <a:pt x="677227" y="422907"/>
                  </a:cubicBezTo>
                  <a:cubicBezTo>
                    <a:pt x="670782" y="370739"/>
                    <a:pt x="679477" y="308933"/>
                    <a:pt x="677227" y="257175"/>
                  </a:cubicBezTo>
                  <a:cubicBezTo>
                    <a:pt x="629263" y="228293"/>
                    <a:pt x="605373" y="197719"/>
                    <a:pt x="570071" y="162877"/>
                  </a:cubicBezTo>
                  <a:cubicBezTo>
                    <a:pt x="541777" y="125335"/>
                    <a:pt x="485541" y="96039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1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3630" y="76333"/>
                            <a:pt x="23775" y="70667"/>
                            <a:pt x="23000" y="65000"/>
                          </a:cubicBezTo>
                          <a:cubicBezTo>
                            <a:pt x="22044" y="59333"/>
                            <a:pt x="22913" y="53667"/>
                            <a:pt x="23000" y="48000"/>
                          </a:cubicBezTo>
                          <a:cubicBezTo>
                            <a:pt x="23291" y="42333"/>
                            <a:pt x="23452" y="36667"/>
                            <a:pt x="23000" y="31000"/>
                          </a:cubicBezTo>
                          <a:cubicBezTo>
                            <a:pt x="23439" y="25333"/>
                            <a:pt x="22111" y="19667"/>
                            <a:pt x="23000" y="14000"/>
                          </a:cubicBezTo>
                          <a:cubicBezTo>
                            <a:pt x="31333" y="13182"/>
                            <a:pt x="39667" y="13736"/>
                            <a:pt x="48000" y="14000"/>
                          </a:cubicBezTo>
                          <a:cubicBezTo>
                            <a:pt x="47534" y="21000"/>
                            <a:pt x="47427" y="28000"/>
                            <a:pt x="48000" y="35000"/>
                          </a:cubicBezTo>
                          <a:cubicBezTo>
                            <a:pt x="56333" y="34559"/>
                            <a:pt x="64667" y="35411"/>
                            <a:pt x="73000" y="35000"/>
                          </a:cubicBezTo>
                          <a:cubicBezTo>
                            <a:pt x="74124" y="42833"/>
                            <a:pt x="72725" y="50667"/>
                            <a:pt x="73000" y="58500"/>
                          </a:cubicBezTo>
                          <a:cubicBezTo>
                            <a:pt x="73387" y="66333"/>
                            <a:pt x="72346" y="74167"/>
                            <a:pt x="73000" y="82000"/>
                          </a:cubicBezTo>
                          <a:cubicBezTo>
                            <a:pt x="67444" y="81523"/>
                            <a:pt x="61889" y="82013"/>
                            <a:pt x="56333" y="82000"/>
                          </a:cubicBezTo>
                          <a:cubicBezTo>
                            <a:pt x="50778" y="82431"/>
                            <a:pt x="45222" y="82392"/>
                            <a:pt x="39667" y="82000"/>
                          </a:cubicBezTo>
                          <a:cubicBezTo>
                            <a:pt x="34111" y="81933"/>
                            <a:pt x="28556" y="81670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7964" y="20869"/>
                            <a:pt x="62962" y="24204"/>
                            <a:pt x="66500" y="29000"/>
                          </a:cubicBezTo>
                          <a:cubicBezTo>
                            <a:pt x="62333" y="28536"/>
                            <a:pt x="58167" y="29525"/>
                            <a:pt x="54000" y="29000"/>
                          </a:cubicBezTo>
                          <a:cubicBezTo>
                            <a:pt x="54420" y="24833"/>
                            <a:pt x="54496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8093"/>
                            <a:pt x="41667" y="7413"/>
                            <a:pt x="35500" y="8000"/>
                          </a:cubicBezTo>
                          <a:cubicBezTo>
                            <a:pt x="29333" y="7526"/>
                            <a:pt x="23167" y="7992"/>
                            <a:pt x="17000" y="8000"/>
                          </a:cubicBezTo>
                          <a:cubicBezTo>
                            <a:pt x="16270" y="14667"/>
                            <a:pt x="17852" y="21333"/>
                            <a:pt x="17000" y="28000"/>
                          </a:cubicBezTo>
                          <a:cubicBezTo>
                            <a:pt x="16620" y="34667"/>
                            <a:pt x="16128" y="41333"/>
                            <a:pt x="17000" y="48000"/>
                          </a:cubicBezTo>
                          <a:cubicBezTo>
                            <a:pt x="16203" y="54667"/>
                            <a:pt x="17391" y="61333"/>
                            <a:pt x="17000" y="68000"/>
                          </a:cubicBezTo>
                          <a:cubicBezTo>
                            <a:pt x="17368" y="74667"/>
                            <a:pt x="16686" y="81333"/>
                            <a:pt x="17000" y="88000"/>
                          </a:cubicBezTo>
                          <a:cubicBezTo>
                            <a:pt x="23889" y="87425"/>
                            <a:pt x="30778" y="87092"/>
                            <a:pt x="37667" y="88000"/>
                          </a:cubicBezTo>
                          <a:cubicBezTo>
                            <a:pt x="44556" y="86981"/>
                            <a:pt x="51444" y="88303"/>
                            <a:pt x="58333" y="88000"/>
                          </a:cubicBezTo>
                          <a:cubicBezTo>
                            <a:pt x="65222" y="89151"/>
                            <a:pt x="72111" y="89010"/>
                            <a:pt x="79000" y="88000"/>
                          </a:cubicBezTo>
                          <a:cubicBezTo>
                            <a:pt x="79698" y="81556"/>
                            <a:pt x="79762" y="75111"/>
                            <a:pt x="79000" y="68667"/>
                          </a:cubicBezTo>
                          <a:cubicBezTo>
                            <a:pt x="79964" y="62222"/>
                            <a:pt x="78070" y="55778"/>
                            <a:pt x="79000" y="49333"/>
                          </a:cubicBezTo>
                          <a:cubicBezTo>
                            <a:pt x="79635" y="42889"/>
                            <a:pt x="78076" y="36444"/>
                            <a:pt x="79000" y="30000"/>
                          </a:cubicBezTo>
                          <a:cubicBezTo>
                            <a:pt x="74496" y="26717"/>
                            <a:pt x="70413" y="22954"/>
                            <a:pt x="66500" y="19000"/>
                          </a:cubicBezTo>
                          <a:cubicBezTo>
                            <a:pt x="62695" y="14922"/>
                            <a:pt x="57777" y="12110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Routed Inquiry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01364" y="383808"/>
                    <a:pt x="359690" y="394661"/>
                    <a:pt x="411480" y="385762"/>
                  </a:cubicBezTo>
                  <a:cubicBezTo>
                    <a:pt x="463384" y="394036"/>
                    <a:pt x="514422" y="397096"/>
                    <a:pt x="574357" y="385762"/>
                  </a:cubicBezTo>
                  <a:cubicBezTo>
                    <a:pt x="575243" y="398581"/>
                    <a:pt x="576752" y="409535"/>
                    <a:pt x="574357" y="420052"/>
                  </a:cubicBezTo>
                  <a:cubicBezTo>
                    <a:pt x="510533" y="414167"/>
                    <a:pt x="463219" y="411247"/>
                    <a:pt x="411480" y="420052"/>
                  </a:cubicBezTo>
                  <a:cubicBezTo>
                    <a:pt x="363449" y="406506"/>
                    <a:pt x="305817" y="435810"/>
                    <a:pt x="248602" y="420052"/>
                  </a:cubicBezTo>
                  <a:cubicBezTo>
                    <a:pt x="248839" y="409456"/>
                    <a:pt x="248350" y="398408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2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4570"/>
                            <a:pt x="41667" y="44433"/>
                            <a:pt x="48000" y="45000"/>
                          </a:cubicBezTo>
                          <a:cubicBezTo>
                            <a:pt x="54333" y="44736"/>
                            <a:pt x="60667" y="45744"/>
                            <a:pt x="67000" y="45000"/>
                          </a:cubicBezTo>
                          <a:cubicBezTo>
                            <a:pt x="67018" y="46333"/>
                            <a:pt x="66964" y="47667"/>
                            <a:pt x="67000" y="49000"/>
                          </a:cubicBezTo>
                          <a:cubicBezTo>
                            <a:pt x="60667" y="48105"/>
                            <a:pt x="54333" y="48517"/>
                            <a:pt x="48000" y="49000"/>
                          </a:cubicBezTo>
                          <a:cubicBezTo>
                            <a:pt x="41667" y="48562"/>
                            <a:pt x="35333" y="50083"/>
                            <a:pt x="29000" y="49000"/>
                          </a:cubicBezTo>
                          <a:cubicBezTo>
                            <a:pt x="28882" y="47667"/>
                            <a:pt x="29219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Routed Inquiry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1437" y="320999"/>
                    <a:pt x="332190" y="325184"/>
                    <a:pt x="360045" y="317182"/>
                  </a:cubicBezTo>
                  <a:cubicBezTo>
                    <a:pt x="361357" y="330325"/>
                    <a:pt x="359436" y="340958"/>
                    <a:pt x="360045" y="351472"/>
                  </a:cubicBezTo>
                  <a:cubicBezTo>
                    <a:pt x="323316" y="342446"/>
                    <a:pt x="288274" y="351754"/>
                    <a:pt x="248602" y="351472"/>
                  </a:cubicBezTo>
                  <a:cubicBezTo>
                    <a:pt x="251018" y="337734"/>
                    <a:pt x="249830" y="331440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94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521"/>
                            <a:pt x="37667" y="37406"/>
                            <a:pt x="42000" y="37000"/>
                          </a:cubicBezTo>
                          <a:cubicBezTo>
                            <a:pt x="42067" y="38333"/>
                            <a:pt x="42167" y="39667"/>
                            <a:pt x="42000" y="41000"/>
                          </a:cubicBezTo>
                          <a:cubicBezTo>
                            <a:pt x="37667" y="40233"/>
                            <a:pt x="33333" y="41373"/>
                            <a:pt x="29000" y="41000"/>
                          </a:cubicBezTo>
                          <a:cubicBezTo>
                            <a:pt x="29010" y="39667"/>
                            <a:pt x="29226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Routed Inquiry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07128" y="449043"/>
                    <a:pt x="367620" y="442338"/>
                    <a:pt x="411480" y="454342"/>
                  </a:cubicBezTo>
                  <a:cubicBezTo>
                    <a:pt x="469982" y="459245"/>
                    <a:pt x="505222" y="455353"/>
                    <a:pt x="574357" y="454342"/>
                  </a:cubicBezTo>
                  <a:cubicBezTo>
                    <a:pt x="573257" y="464246"/>
                    <a:pt x="573208" y="479082"/>
                    <a:pt x="574357" y="488632"/>
                  </a:cubicBezTo>
                  <a:cubicBezTo>
                    <a:pt x="524024" y="508837"/>
                    <a:pt x="470807" y="489198"/>
                    <a:pt x="411480" y="488632"/>
                  </a:cubicBezTo>
                  <a:cubicBezTo>
                    <a:pt x="358762" y="498005"/>
                    <a:pt x="306413" y="486911"/>
                    <a:pt x="248602" y="488632"/>
                  </a:cubicBezTo>
                  <a:cubicBezTo>
                    <a:pt x="249896" y="480045"/>
                    <a:pt x="247484" y="468529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6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2412"/>
                            <a:pt x="41667" y="51894"/>
                            <a:pt x="48000" y="53000"/>
                          </a:cubicBezTo>
                          <a:cubicBezTo>
                            <a:pt x="54333" y="54001"/>
                            <a:pt x="60667" y="52830"/>
                            <a:pt x="67000" y="53000"/>
                          </a:cubicBezTo>
                          <a:cubicBezTo>
                            <a:pt x="67054" y="54333"/>
                            <a:pt x="67173" y="55667"/>
                            <a:pt x="67000" y="57000"/>
                          </a:cubicBezTo>
                          <a:cubicBezTo>
                            <a:pt x="60667" y="57828"/>
                            <a:pt x="54333" y="56380"/>
                            <a:pt x="48000" y="57000"/>
                          </a:cubicBezTo>
                          <a:cubicBezTo>
                            <a:pt x="41667" y="57626"/>
                            <a:pt x="35333" y="56686"/>
                            <a:pt x="29000" y="57000"/>
                          </a:cubicBezTo>
                          <a:cubicBezTo>
                            <a:pt x="29025" y="55667"/>
                            <a:pt x="28872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Routed Inquiry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12533" y="525641"/>
                    <a:pt x="357947" y="527923"/>
                    <a:pt x="411480" y="522922"/>
                  </a:cubicBezTo>
                  <a:cubicBezTo>
                    <a:pt x="464736" y="529080"/>
                    <a:pt x="523363" y="536738"/>
                    <a:pt x="574357" y="522922"/>
                  </a:cubicBezTo>
                  <a:cubicBezTo>
                    <a:pt x="574058" y="534966"/>
                    <a:pt x="573713" y="544928"/>
                    <a:pt x="574357" y="557212"/>
                  </a:cubicBezTo>
                  <a:cubicBezTo>
                    <a:pt x="522565" y="550271"/>
                    <a:pt x="462663" y="536781"/>
                    <a:pt x="411480" y="557212"/>
                  </a:cubicBezTo>
                  <a:cubicBezTo>
                    <a:pt x="356822" y="569492"/>
                    <a:pt x="289028" y="567651"/>
                    <a:pt x="248602" y="557212"/>
                  </a:cubicBezTo>
                  <a:cubicBezTo>
                    <a:pt x="248010" y="543942"/>
                    <a:pt x="247641" y="53562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8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1748"/>
                            <a:pt x="41667" y="61750"/>
                            <a:pt x="48000" y="61000"/>
                          </a:cubicBezTo>
                          <a:cubicBezTo>
                            <a:pt x="54333" y="60584"/>
                            <a:pt x="60667" y="61466"/>
                            <a:pt x="67000" y="61000"/>
                          </a:cubicBezTo>
                          <a:cubicBezTo>
                            <a:pt x="67215" y="62333"/>
                            <a:pt x="67082" y="63667"/>
                            <a:pt x="67000" y="65000"/>
                          </a:cubicBezTo>
                          <a:cubicBezTo>
                            <a:pt x="60667" y="63937"/>
                            <a:pt x="54333" y="64027"/>
                            <a:pt x="48000" y="65000"/>
                          </a:cubicBezTo>
                          <a:cubicBezTo>
                            <a:pt x="41667" y="66133"/>
                            <a:pt x="35333" y="66023"/>
                            <a:pt x="29000" y="65000"/>
                          </a:cubicBezTo>
                          <a:cubicBezTo>
                            <a:pt x="28994" y="63667"/>
                            <a:pt x="28811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Routed Inquiry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304824" y="584309"/>
                    <a:pt x="348144" y="599484"/>
                    <a:pt x="411480" y="591502"/>
                  </a:cubicBezTo>
                  <a:cubicBezTo>
                    <a:pt x="469103" y="595587"/>
                    <a:pt x="531911" y="588571"/>
                    <a:pt x="574357" y="591502"/>
                  </a:cubicBezTo>
                  <a:cubicBezTo>
                    <a:pt x="576005" y="602188"/>
                    <a:pt x="573610" y="614715"/>
                    <a:pt x="574357" y="625792"/>
                  </a:cubicBezTo>
                  <a:cubicBezTo>
                    <a:pt x="529188" y="625624"/>
                    <a:pt x="468785" y="624502"/>
                    <a:pt x="411480" y="625792"/>
                  </a:cubicBezTo>
                  <a:cubicBezTo>
                    <a:pt x="343560" y="616715"/>
                    <a:pt x="307414" y="641980"/>
                    <a:pt x="248602" y="625792"/>
                  </a:cubicBezTo>
                  <a:cubicBezTo>
                    <a:pt x="247979" y="616490"/>
                    <a:pt x="247488" y="603171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70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8375"/>
                            <a:pt x="41667" y="69788"/>
                            <a:pt x="48000" y="69000"/>
                          </a:cubicBezTo>
                          <a:cubicBezTo>
                            <a:pt x="54333" y="69926"/>
                            <a:pt x="60667" y="68602"/>
                            <a:pt x="67000" y="69000"/>
                          </a:cubicBezTo>
                          <a:cubicBezTo>
                            <a:pt x="66822" y="70333"/>
                            <a:pt x="66862" y="71667"/>
                            <a:pt x="67000" y="73000"/>
                          </a:cubicBezTo>
                          <a:cubicBezTo>
                            <a:pt x="60667" y="72719"/>
                            <a:pt x="54333" y="72499"/>
                            <a:pt x="48000" y="73000"/>
                          </a:cubicBezTo>
                          <a:cubicBezTo>
                            <a:pt x="41667" y="72962"/>
                            <a:pt x="35333" y="73871"/>
                            <a:pt x="29000" y="73000"/>
                          </a:cubicBezTo>
                          <a:cubicBezTo>
                            <a:pt x="29034" y="71667"/>
                            <a:pt x="28882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Routed Inquiry</a:t>
            </a:r>
          </a:p>
        </p:txBody>
      </p:sp>
      <p:sp>
        <p:nvSpPr>
          <p:cNvPr id="110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inq-0005</a:t>
            </a:r>
          </a:p>
        </p:txBody>
      </p:sp>
      <p:cxnSp>
        <p:nvCxnSpPr>
          <p:cNvPr id="111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category: conditions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 park doc excerpt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F09 · How It Works</a:t>
            </a:r>
          </a:p>
        </p:txBody>
      </p:sp>
      <p:grpSp>
        <p:nvGrpSpPr>
          <p:cNvPr id="107" name="Routed Inquiry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Routed Inquiry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Routed Inquiry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7408" y="653587"/>
                    <a:pt x="202359" y="603496"/>
                    <a:pt x="197167" y="557212"/>
                  </a:cubicBezTo>
                  <a:cubicBezTo>
                    <a:pt x="193972" y="513059"/>
                    <a:pt x="195826" y="464134"/>
                    <a:pt x="197167" y="411480"/>
                  </a:cubicBezTo>
                  <a:cubicBezTo>
                    <a:pt x="202202" y="374064"/>
                    <a:pt x="196861" y="324483"/>
                    <a:pt x="197167" y="265747"/>
                  </a:cubicBezTo>
                  <a:cubicBezTo>
                    <a:pt x="200454" y="215461"/>
                    <a:pt x="200264" y="158674"/>
                    <a:pt x="197167" y="120015"/>
                  </a:cubicBezTo>
                  <a:cubicBezTo>
                    <a:pt x="269267" y="131561"/>
                    <a:pt x="337504" y="124298"/>
                    <a:pt x="411480" y="120015"/>
                  </a:cubicBezTo>
                  <a:cubicBezTo>
                    <a:pt x="414224" y="188604"/>
                    <a:pt x="402442" y="232174"/>
                    <a:pt x="411480" y="300037"/>
                  </a:cubicBezTo>
                  <a:cubicBezTo>
                    <a:pt x="480050" y="293949"/>
                    <a:pt x="566077" y="307296"/>
                    <a:pt x="625792" y="300037"/>
                  </a:cubicBezTo>
                  <a:cubicBezTo>
                    <a:pt x="636593" y="375800"/>
                    <a:pt x="630290" y="422975"/>
                    <a:pt x="625792" y="501491"/>
                  </a:cubicBezTo>
                  <a:cubicBezTo>
                    <a:pt x="620277" y="558534"/>
                    <a:pt x="623592" y="634435"/>
                    <a:pt x="625792" y="702945"/>
                  </a:cubicBezTo>
                  <a:cubicBezTo>
                    <a:pt x="572825" y="700484"/>
                    <a:pt x="544009" y="707020"/>
                    <a:pt x="482914" y="702945"/>
                  </a:cubicBezTo>
                  <a:cubicBezTo>
                    <a:pt x="437021" y="712046"/>
                    <a:pt x="393921" y="704413"/>
                    <a:pt x="340045" y="702945"/>
                  </a:cubicBezTo>
                  <a:cubicBezTo>
                    <a:pt x="292482" y="697296"/>
                    <a:pt x="254252" y="697544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498278" y="188935"/>
                    <a:pt x="547893" y="211035"/>
                    <a:pt x="570071" y="248602"/>
                  </a:cubicBezTo>
                  <a:cubicBezTo>
                    <a:pt x="537334" y="247533"/>
                    <a:pt x="498076" y="252437"/>
                    <a:pt x="462915" y="248602"/>
                  </a:cubicBezTo>
                  <a:cubicBezTo>
                    <a:pt x="465741" y="221057"/>
                    <a:pt x="471862" y="177359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421175" y="66655"/>
                    <a:pt x="360786" y="73381"/>
                    <a:pt x="304323" y="68580"/>
                  </a:cubicBezTo>
                  <a:cubicBezTo>
                    <a:pt x="257598" y="70303"/>
                    <a:pt x="196824" y="64647"/>
                    <a:pt x="145732" y="68580"/>
                  </a:cubicBezTo>
                  <a:cubicBezTo>
                    <a:pt x="130966" y="110943"/>
                    <a:pt x="141293" y="189379"/>
                    <a:pt x="145732" y="240030"/>
                  </a:cubicBezTo>
                  <a:cubicBezTo>
                    <a:pt x="146354" y="300240"/>
                    <a:pt x="140453" y="355151"/>
                    <a:pt x="145732" y="411480"/>
                  </a:cubicBezTo>
                  <a:cubicBezTo>
                    <a:pt x="130108" y="469557"/>
                    <a:pt x="152723" y="527650"/>
                    <a:pt x="145732" y="582930"/>
                  </a:cubicBezTo>
                  <a:cubicBezTo>
                    <a:pt x="160358" y="651112"/>
                    <a:pt x="141312" y="701340"/>
                    <a:pt x="145732" y="754380"/>
                  </a:cubicBezTo>
                  <a:cubicBezTo>
                    <a:pt x="210411" y="764109"/>
                    <a:pt x="272100" y="756364"/>
                    <a:pt x="322900" y="754380"/>
                  </a:cubicBezTo>
                  <a:cubicBezTo>
                    <a:pt x="397902" y="742060"/>
                    <a:pt x="433919" y="744001"/>
                    <a:pt x="500059" y="754380"/>
                  </a:cubicBezTo>
                  <a:cubicBezTo>
                    <a:pt x="564032" y="759122"/>
                    <a:pt x="625499" y="767598"/>
                    <a:pt x="677227" y="754380"/>
                  </a:cubicBezTo>
                  <a:cubicBezTo>
                    <a:pt x="688478" y="693853"/>
                    <a:pt x="682582" y="643190"/>
                    <a:pt x="677227" y="588647"/>
                  </a:cubicBezTo>
                  <a:cubicBezTo>
                    <a:pt x="680792" y="539180"/>
                    <a:pt x="658075" y="490235"/>
                    <a:pt x="677227" y="422907"/>
                  </a:cubicBezTo>
                  <a:cubicBezTo>
                    <a:pt x="670782" y="370739"/>
                    <a:pt x="679477" y="308933"/>
                    <a:pt x="677227" y="257175"/>
                  </a:cubicBezTo>
                  <a:cubicBezTo>
                    <a:pt x="629263" y="228293"/>
                    <a:pt x="605373" y="197719"/>
                    <a:pt x="570071" y="162877"/>
                  </a:cubicBezTo>
                  <a:cubicBezTo>
                    <a:pt x="541777" y="125335"/>
                    <a:pt x="485541" y="96039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1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3630" y="76333"/>
                            <a:pt x="23775" y="70667"/>
                            <a:pt x="23000" y="65000"/>
                          </a:cubicBezTo>
                          <a:cubicBezTo>
                            <a:pt x="22044" y="59333"/>
                            <a:pt x="22913" y="53667"/>
                            <a:pt x="23000" y="48000"/>
                          </a:cubicBezTo>
                          <a:cubicBezTo>
                            <a:pt x="23291" y="42333"/>
                            <a:pt x="23452" y="36667"/>
                            <a:pt x="23000" y="31000"/>
                          </a:cubicBezTo>
                          <a:cubicBezTo>
                            <a:pt x="23439" y="25333"/>
                            <a:pt x="22111" y="19667"/>
                            <a:pt x="23000" y="14000"/>
                          </a:cubicBezTo>
                          <a:cubicBezTo>
                            <a:pt x="31333" y="13182"/>
                            <a:pt x="39667" y="13736"/>
                            <a:pt x="48000" y="14000"/>
                          </a:cubicBezTo>
                          <a:cubicBezTo>
                            <a:pt x="47534" y="21000"/>
                            <a:pt x="47427" y="28000"/>
                            <a:pt x="48000" y="35000"/>
                          </a:cubicBezTo>
                          <a:cubicBezTo>
                            <a:pt x="56333" y="34559"/>
                            <a:pt x="64667" y="35411"/>
                            <a:pt x="73000" y="35000"/>
                          </a:cubicBezTo>
                          <a:cubicBezTo>
                            <a:pt x="74124" y="42833"/>
                            <a:pt x="72725" y="50667"/>
                            <a:pt x="73000" y="58500"/>
                          </a:cubicBezTo>
                          <a:cubicBezTo>
                            <a:pt x="73387" y="66333"/>
                            <a:pt x="72346" y="74167"/>
                            <a:pt x="73000" y="82000"/>
                          </a:cubicBezTo>
                          <a:cubicBezTo>
                            <a:pt x="67444" y="81523"/>
                            <a:pt x="61889" y="82013"/>
                            <a:pt x="56333" y="82000"/>
                          </a:cubicBezTo>
                          <a:cubicBezTo>
                            <a:pt x="50778" y="82431"/>
                            <a:pt x="45222" y="82392"/>
                            <a:pt x="39667" y="82000"/>
                          </a:cubicBezTo>
                          <a:cubicBezTo>
                            <a:pt x="34111" y="81933"/>
                            <a:pt x="28556" y="81670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7964" y="20869"/>
                            <a:pt x="62962" y="24204"/>
                            <a:pt x="66500" y="29000"/>
                          </a:cubicBezTo>
                          <a:cubicBezTo>
                            <a:pt x="62333" y="28536"/>
                            <a:pt x="58167" y="29525"/>
                            <a:pt x="54000" y="29000"/>
                          </a:cubicBezTo>
                          <a:cubicBezTo>
                            <a:pt x="54420" y="24833"/>
                            <a:pt x="54496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8093"/>
                            <a:pt x="41667" y="7413"/>
                            <a:pt x="35500" y="8000"/>
                          </a:cubicBezTo>
                          <a:cubicBezTo>
                            <a:pt x="29333" y="7526"/>
                            <a:pt x="23167" y="7992"/>
                            <a:pt x="17000" y="8000"/>
                          </a:cubicBezTo>
                          <a:cubicBezTo>
                            <a:pt x="16270" y="14667"/>
                            <a:pt x="17852" y="21333"/>
                            <a:pt x="17000" y="28000"/>
                          </a:cubicBezTo>
                          <a:cubicBezTo>
                            <a:pt x="16620" y="34667"/>
                            <a:pt x="16128" y="41333"/>
                            <a:pt x="17000" y="48000"/>
                          </a:cubicBezTo>
                          <a:cubicBezTo>
                            <a:pt x="16203" y="54667"/>
                            <a:pt x="17391" y="61333"/>
                            <a:pt x="17000" y="68000"/>
                          </a:cubicBezTo>
                          <a:cubicBezTo>
                            <a:pt x="17368" y="74667"/>
                            <a:pt x="16686" y="81333"/>
                            <a:pt x="17000" y="88000"/>
                          </a:cubicBezTo>
                          <a:cubicBezTo>
                            <a:pt x="23889" y="87425"/>
                            <a:pt x="30778" y="87092"/>
                            <a:pt x="37667" y="88000"/>
                          </a:cubicBezTo>
                          <a:cubicBezTo>
                            <a:pt x="44556" y="86981"/>
                            <a:pt x="51444" y="88303"/>
                            <a:pt x="58333" y="88000"/>
                          </a:cubicBezTo>
                          <a:cubicBezTo>
                            <a:pt x="65222" y="89151"/>
                            <a:pt x="72111" y="89010"/>
                            <a:pt x="79000" y="88000"/>
                          </a:cubicBezTo>
                          <a:cubicBezTo>
                            <a:pt x="79698" y="81556"/>
                            <a:pt x="79762" y="75111"/>
                            <a:pt x="79000" y="68667"/>
                          </a:cubicBezTo>
                          <a:cubicBezTo>
                            <a:pt x="79964" y="62222"/>
                            <a:pt x="78070" y="55778"/>
                            <a:pt x="79000" y="49333"/>
                          </a:cubicBezTo>
                          <a:cubicBezTo>
                            <a:pt x="79635" y="42889"/>
                            <a:pt x="78076" y="36444"/>
                            <a:pt x="79000" y="30000"/>
                          </a:cubicBezTo>
                          <a:cubicBezTo>
                            <a:pt x="74496" y="26717"/>
                            <a:pt x="70413" y="22954"/>
                            <a:pt x="66500" y="19000"/>
                          </a:cubicBezTo>
                          <a:cubicBezTo>
                            <a:pt x="62695" y="14922"/>
                            <a:pt x="57777" y="12110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Routed Inquiry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01364" y="383808"/>
                    <a:pt x="359690" y="394661"/>
                    <a:pt x="411480" y="385762"/>
                  </a:cubicBezTo>
                  <a:cubicBezTo>
                    <a:pt x="463384" y="394036"/>
                    <a:pt x="514422" y="397096"/>
                    <a:pt x="574357" y="385762"/>
                  </a:cubicBezTo>
                  <a:cubicBezTo>
                    <a:pt x="575243" y="398581"/>
                    <a:pt x="576752" y="409535"/>
                    <a:pt x="574357" y="420052"/>
                  </a:cubicBezTo>
                  <a:cubicBezTo>
                    <a:pt x="510533" y="414167"/>
                    <a:pt x="463219" y="411247"/>
                    <a:pt x="411480" y="420052"/>
                  </a:cubicBezTo>
                  <a:cubicBezTo>
                    <a:pt x="363449" y="406506"/>
                    <a:pt x="305817" y="435810"/>
                    <a:pt x="248602" y="420052"/>
                  </a:cubicBezTo>
                  <a:cubicBezTo>
                    <a:pt x="248839" y="409456"/>
                    <a:pt x="248350" y="398408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2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4570"/>
                            <a:pt x="41667" y="44433"/>
                            <a:pt x="48000" y="45000"/>
                          </a:cubicBezTo>
                          <a:cubicBezTo>
                            <a:pt x="54333" y="44736"/>
                            <a:pt x="60667" y="45744"/>
                            <a:pt x="67000" y="45000"/>
                          </a:cubicBezTo>
                          <a:cubicBezTo>
                            <a:pt x="67018" y="46333"/>
                            <a:pt x="66964" y="47667"/>
                            <a:pt x="67000" y="49000"/>
                          </a:cubicBezTo>
                          <a:cubicBezTo>
                            <a:pt x="60667" y="48105"/>
                            <a:pt x="54333" y="48517"/>
                            <a:pt x="48000" y="49000"/>
                          </a:cubicBezTo>
                          <a:cubicBezTo>
                            <a:pt x="41667" y="48562"/>
                            <a:pt x="35333" y="50083"/>
                            <a:pt x="29000" y="49000"/>
                          </a:cubicBezTo>
                          <a:cubicBezTo>
                            <a:pt x="28882" y="47667"/>
                            <a:pt x="29219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Routed Inquiry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1437" y="320999"/>
                    <a:pt x="332190" y="325184"/>
                    <a:pt x="360045" y="317182"/>
                  </a:cubicBezTo>
                  <a:cubicBezTo>
                    <a:pt x="361357" y="330325"/>
                    <a:pt x="359436" y="340958"/>
                    <a:pt x="360045" y="351472"/>
                  </a:cubicBezTo>
                  <a:cubicBezTo>
                    <a:pt x="323316" y="342446"/>
                    <a:pt x="288274" y="351754"/>
                    <a:pt x="248602" y="351472"/>
                  </a:cubicBezTo>
                  <a:cubicBezTo>
                    <a:pt x="251018" y="337734"/>
                    <a:pt x="249830" y="331440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94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521"/>
                            <a:pt x="37667" y="37406"/>
                            <a:pt x="42000" y="37000"/>
                          </a:cubicBezTo>
                          <a:cubicBezTo>
                            <a:pt x="42067" y="38333"/>
                            <a:pt x="42167" y="39667"/>
                            <a:pt x="42000" y="41000"/>
                          </a:cubicBezTo>
                          <a:cubicBezTo>
                            <a:pt x="37667" y="40233"/>
                            <a:pt x="33333" y="41373"/>
                            <a:pt x="29000" y="41000"/>
                          </a:cubicBezTo>
                          <a:cubicBezTo>
                            <a:pt x="29010" y="39667"/>
                            <a:pt x="29226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Routed Inquiry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07128" y="449043"/>
                    <a:pt x="367620" y="442338"/>
                    <a:pt x="411480" y="454342"/>
                  </a:cubicBezTo>
                  <a:cubicBezTo>
                    <a:pt x="469982" y="459245"/>
                    <a:pt x="505222" y="455353"/>
                    <a:pt x="574357" y="454342"/>
                  </a:cubicBezTo>
                  <a:cubicBezTo>
                    <a:pt x="573257" y="464246"/>
                    <a:pt x="573208" y="479082"/>
                    <a:pt x="574357" y="488632"/>
                  </a:cubicBezTo>
                  <a:cubicBezTo>
                    <a:pt x="524024" y="508837"/>
                    <a:pt x="470807" y="489198"/>
                    <a:pt x="411480" y="488632"/>
                  </a:cubicBezTo>
                  <a:cubicBezTo>
                    <a:pt x="358762" y="498005"/>
                    <a:pt x="306413" y="486911"/>
                    <a:pt x="248602" y="488632"/>
                  </a:cubicBezTo>
                  <a:cubicBezTo>
                    <a:pt x="249896" y="480045"/>
                    <a:pt x="247484" y="468529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6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2412"/>
                            <a:pt x="41667" y="51894"/>
                            <a:pt x="48000" y="53000"/>
                          </a:cubicBezTo>
                          <a:cubicBezTo>
                            <a:pt x="54333" y="54001"/>
                            <a:pt x="60667" y="52830"/>
                            <a:pt x="67000" y="53000"/>
                          </a:cubicBezTo>
                          <a:cubicBezTo>
                            <a:pt x="67054" y="54333"/>
                            <a:pt x="67173" y="55667"/>
                            <a:pt x="67000" y="57000"/>
                          </a:cubicBezTo>
                          <a:cubicBezTo>
                            <a:pt x="60667" y="57828"/>
                            <a:pt x="54333" y="56380"/>
                            <a:pt x="48000" y="57000"/>
                          </a:cubicBezTo>
                          <a:cubicBezTo>
                            <a:pt x="41667" y="57626"/>
                            <a:pt x="35333" y="56686"/>
                            <a:pt x="29000" y="57000"/>
                          </a:cubicBezTo>
                          <a:cubicBezTo>
                            <a:pt x="29025" y="55667"/>
                            <a:pt x="28872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Routed Inquiry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12533" y="525641"/>
                    <a:pt x="357947" y="527923"/>
                    <a:pt x="411480" y="522922"/>
                  </a:cubicBezTo>
                  <a:cubicBezTo>
                    <a:pt x="464736" y="529080"/>
                    <a:pt x="523363" y="536738"/>
                    <a:pt x="574357" y="522922"/>
                  </a:cubicBezTo>
                  <a:cubicBezTo>
                    <a:pt x="574058" y="534966"/>
                    <a:pt x="573713" y="544928"/>
                    <a:pt x="574357" y="557212"/>
                  </a:cubicBezTo>
                  <a:cubicBezTo>
                    <a:pt x="522565" y="550271"/>
                    <a:pt x="462663" y="536781"/>
                    <a:pt x="411480" y="557212"/>
                  </a:cubicBezTo>
                  <a:cubicBezTo>
                    <a:pt x="356822" y="569492"/>
                    <a:pt x="289028" y="567651"/>
                    <a:pt x="248602" y="557212"/>
                  </a:cubicBezTo>
                  <a:cubicBezTo>
                    <a:pt x="248010" y="543942"/>
                    <a:pt x="247641" y="53562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8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1748"/>
                            <a:pt x="41667" y="61750"/>
                            <a:pt x="48000" y="61000"/>
                          </a:cubicBezTo>
                          <a:cubicBezTo>
                            <a:pt x="54333" y="60584"/>
                            <a:pt x="60667" y="61466"/>
                            <a:pt x="67000" y="61000"/>
                          </a:cubicBezTo>
                          <a:cubicBezTo>
                            <a:pt x="67215" y="62333"/>
                            <a:pt x="67082" y="63667"/>
                            <a:pt x="67000" y="65000"/>
                          </a:cubicBezTo>
                          <a:cubicBezTo>
                            <a:pt x="60667" y="63937"/>
                            <a:pt x="54333" y="64027"/>
                            <a:pt x="48000" y="65000"/>
                          </a:cubicBezTo>
                          <a:cubicBezTo>
                            <a:pt x="41667" y="66133"/>
                            <a:pt x="35333" y="66023"/>
                            <a:pt x="29000" y="65000"/>
                          </a:cubicBezTo>
                          <a:cubicBezTo>
                            <a:pt x="28994" y="63667"/>
                            <a:pt x="28811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Routed Inquiry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304824" y="584309"/>
                    <a:pt x="348144" y="599484"/>
                    <a:pt x="411480" y="591502"/>
                  </a:cubicBezTo>
                  <a:cubicBezTo>
                    <a:pt x="469103" y="595587"/>
                    <a:pt x="531911" y="588571"/>
                    <a:pt x="574357" y="591502"/>
                  </a:cubicBezTo>
                  <a:cubicBezTo>
                    <a:pt x="576005" y="602188"/>
                    <a:pt x="573610" y="614715"/>
                    <a:pt x="574357" y="625792"/>
                  </a:cubicBezTo>
                  <a:cubicBezTo>
                    <a:pt x="529188" y="625624"/>
                    <a:pt x="468785" y="624502"/>
                    <a:pt x="411480" y="625792"/>
                  </a:cubicBezTo>
                  <a:cubicBezTo>
                    <a:pt x="343560" y="616715"/>
                    <a:pt x="307414" y="641980"/>
                    <a:pt x="248602" y="625792"/>
                  </a:cubicBezTo>
                  <a:cubicBezTo>
                    <a:pt x="247979" y="616490"/>
                    <a:pt x="247488" y="603171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70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8375"/>
                            <a:pt x="41667" y="69788"/>
                            <a:pt x="48000" y="69000"/>
                          </a:cubicBezTo>
                          <a:cubicBezTo>
                            <a:pt x="54333" y="69926"/>
                            <a:pt x="60667" y="68602"/>
                            <a:pt x="67000" y="69000"/>
                          </a:cubicBezTo>
                          <a:cubicBezTo>
                            <a:pt x="66822" y="70333"/>
                            <a:pt x="66862" y="71667"/>
                            <a:pt x="67000" y="73000"/>
                          </a:cubicBezTo>
                          <a:cubicBezTo>
                            <a:pt x="60667" y="72719"/>
                            <a:pt x="54333" y="72499"/>
                            <a:pt x="48000" y="73000"/>
                          </a:cubicBezTo>
                          <a:cubicBezTo>
                            <a:pt x="41667" y="72962"/>
                            <a:pt x="35333" y="73871"/>
                            <a:pt x="29000" y="73000"/>
                          </a:cubicBezTo>
                          <a:cubicBezTo>
                            <a:pt x="29034" y="71667"/>
                            <a:pt x="28882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Routed Inquiry</a:t>
            </a:r>
          </a:p>
        </p:txBody>
      </p:sp>
      <p:sp>
        <p:nvSpPr>
          <p:cNvPr id="110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inq-0005</a:t>
            </a:r>
          </a:p>
        </p:txBody>
      </p:sp>
      <p:cxnSp>
        <p:nvCxnSpPr>
          <p:cNvPr id="111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category: conditions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 park doc excerpt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sp>
        <p:nvSpPr>
          <p:cNvPr id="118" name="App line 0"/>
          <p:cNvSpPr txBox="1"/>
          <p:nvPr/>
        </p:nvSpPr>
        <p:spPr>
          <a:xfrm>
            <a:off x="4878638" y="3660922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policy lane:</a:t>
            </a:r>
          </a:p>
        </p:txBody>
      </p:sp>
      <p:sp>
        <p:nvSpPr>
          <p:cNvPr id="119" name="App line 1"/>
          <p:cNvSpPr txBox="1"/>
          <p:nvPr/>
        </p:nvSpPr>
        <p:spPr>
          <a:xfrm>
            <a:off x="4878638" y="3962674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draft → approve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F09 · How It Works</a:t>
            </a:r>
          </a:p>
        </p:txBody>
      </p:sp>
      <p:grpSp>
        <p:nvGrpSpPr>
          <p:cNvPr id="107" name="Routed Inquiry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Routed Inquiry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Routed Inquiry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7408" y="653587"/>
                    <a:pt x="202359" y="603496"/>
                    <a:pt x="197167" y="557212"/>
                  </a:cubicBezTo>
                  <a:cubicBezTo>
                    <a:pt x="193972" y="513059"/>
                    <a:pt x="195826" y="464134"/>
                    <a:pt x="197167" y="411480"/>
                  </a:cubicBezTo>
                  <a:cubicBezTo>
                    <a:pt x="202202" y="374064"/>
                    <a:pt x="196861" y="324483"/>
                    <a:pt x="197167" y="265747"/>
                  </a:cubicBezTo>
                  <a:cubicBezTo>
                    <a:pt x="200454" y="215461"/>
                    <a:pt x="200264" y="158674"/>
                    <a:pt x="197167" y="120015"/>
                  </a:cubicBezTo>
                  <a:cubicBezTo>
                    <a:pt x="269267" y="131561"/>
                    <a:pt x="337504" y="124298"/>
                    <a:pt x="411480" y="120015"/>
                  </a:cubicBezTo>
                  <a:cubicBezTo>
                    <a:pt x="414224" y="188604"/>
                    <a:pt x="402442" y="232174"/>
                    <a:pt x="411480" y="300037"/>
                  </a:cubicBezTo>
                  <a:cubicBezTo>
                    <a:pt x="480050" y="293949"/>
                    <a:pt x="566077" y="307296"/>
                    <a:pt x="625792" y="300037"/>
                  </a:cubicBezTo>
                  <a:cubicBezTo>
                    <a:pt x="636593" y="375800"/>
                    <a:pt x="630290" y="422975"/>
                    <a:pt x="625792" y="501491"/>
                  </a:cubicBezTo>
                  <a:cubicBezTo>
                    <a:pt x="620277" y="558534"/>
                    <a:pt x="623592" y="634435"/>
                    <a:pt x="625792" y="702945"/>
                  </a:cubicBezTo>
                  <a:cubicBezTo>
                    <a:pt x="572825" y="700484"/>
                    <a:pt x="544009" y="707020"/>
                    <a:pt x="482914" y="702945"/>
                  </a:cubicBezTo>
                  <a:cubicBezTo>
                    <a:pt x="437021" y="712046"/>
                    <a:pt x="393921" y="704413"/>
                    <a:pt x="340045" y="702945"/>
                  </a:cubicBezTo>
                  <a:cubicBezTo>
                    <a:pt x="292482" y="697296"/>
                    <a:pt x="254252" y="697544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498278" y="188935"/>
                    <a:pt x="547893" y="211035"/>
                    <a:pt x="570071" y="248602"/>
                  </a:cubicBezTo>
                  <a:cubicBezTo>
                    <a:pt x="537334" y="247533"/>
                    <a:pt x="498076" y="252437"/>
                    <a:pt x="462915" y="248602"/>
                  </a:cubicBezTo>
                  <a:cubicBezTo>
                    <a:pt x="465741" y="221057"/>
                    <a:pt x="471862" y="177359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421175" y="66655"/>
                    <a:pt x="360786" y="73381"/>
                    <a:pt x="304323" y="68580"/>
                  </a:cubicBezTo>
                  <a:cubicBezTo>
                    <a:pt x="257598" y="70303"/>
                    <a:pt x="196824" y="64647"/>
                    <a:pt x="145732" y="68580"/>
                  </a:cubicBezTo>
                  <a:cubicBezTo>
                    <a:pt x="130966" y="110943"/>
                    <a:pt x="141293" y="189379"/>
                    <a:pt x="145732" y="240030"/>
                  </a:cubicBezTo>
                  <a:cubicBezTo>
                    <a:pt x="146354" y="300240"/>
                    <a:pt x="140453" y="355151"/>
                    <a:pt x="145732" y="411480"/>
                  </a:cubicBezTo>
                  <a:cubicBezTo>
                    <a:pt x="130108" y="469557"/>
                    <a:pt x="152723" y="527650"/>
                    <a:pt x="145732" y="582930"/>
                  </a:cubicBezTo>
                  <a:cubicBezTo>
                    <a:pt x="160358" y="651112"/>
                    <a:pt x="141312" y="701340"/>
                    <a:pt x="145732" y="754380"/>
                  </a:cubicBezTo>
                  <a:cubicBezTo>
                    <a:pt x="210411" y="764109"/>
                    <a:pt x="272100" y="756364"/>
                    <a:pt x="322900" y="754380"/>
                  </a:cubicBezTo>
                  <a:cubicBezTo>
                    <a:pt x="397902" y="742060"/>
                    <a:pt x="433919" y="744001"/>
                    <a:pt x="500059" y="754380"/>
                  </a:cubicBezTo>
                  <a:cubicBezTo>
                    <a:pt x="564032" y="759122"/>
                    <a:pt x="625499" y="767598"/>
                    <a:pt x="677227" y="754380"/>
                  </a:cubicBezTo>
                  <a:cubicBezTo>
                    <a:pt x="688478" y="693853"/>
                    <a:pt x="682582" y="643190"/>
                    <a:pt x="677227" y="588647"/>
                  </a:cubicBezTo>
                  <a:cubicBezTo>
                    <a:pt x="680792" y="539180"/>
                    <a:pt x="658075" y="490235"/>
                    <a:pt x="677227" y="422907"/>
                  </a:cubicBezTo>
                  <a:cubicBezTo>
                    <a:pt x="670782" y="370739"/>
                    <a:pt x="679477" y="308933"/>
                    <a:pt x="677227" y="257175"/>
                  </a:cubicBezTo>
                  <a:cubicBezTo>
                    <a:pt x="629263" y="228293"/>
                    <a:pt x="605373" y="197719"/>
                    <a:pt x="570071" y="162877"/>
                  </a:cubicBezTo>
                  <a:cubicBezTo>
                    <a:pt x="541777" y="125335"/>
                    <a:pt x="485541" y="96039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1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3630" y="76333"/>
                            <a:pt x="23775" y="70667"/>
                            <a:pt x="23000" y="65000"/>
                          </a:cubicBezTo>
                          <a:cubicBezTo>
                            <a:pt x="22044" y="59333"/>
                            <a:pt x="22913" y="53667"/>
                            <a:pt x="23000" y="48000"/>
                          </a:cubicBezTo>
                          <a:cubicBezTo>
                            <a:pt x="23291" y="42333"/>
                            <a:pt x="23452" y="36667"/>
                            <a:pt x="23000" y="31000"/>
                          </a:cubicBezTo>
                          <a:cubicBezTo>
                            <a:pt x="23439" y="25333"/>
                            <a:pt x="22111" y="19667"/>
                            <a:pt x="23000" y="14000"/>
                          </a:cubicBezTo>
                          <a:cubicBezTo>
                            <a:pt x="31333" y="13182"/>
                            <a:pt x="39667" y="13736"/>
                            <a:pt x="48000" y="14000"/>
                          </a:cubicBezTo>
                          <a:cubicBezTo>
                            <a:pt x="47534" y="21000"/>
                            <a:pt x="47427" y="28000"/>
                            <a:pt x="48000" y="35000"/>
                          </a:cubicBezTo>
                          <a:cubicBezTo>
                            <a:pt x="56333" y="34559"/>
                            <a:pt x="64667" y="35411"/>
                            <a:pt x="73000" y="35000"/>
                          </a:cubicBezTo>
                          <a:cubicBezTo>
                            <a:pt x="74124" y="42833"/>
                            <a:pt x="72725" y="50667"/>
                            <a:pt x="73000" y="58500"/>
                          </a:cubicBezTo>
                          <a:cubicBezTo>
                            <a:pt x="73387" y="66333"/>
                            <a:pt x="72346" y="74167"/>
                            <a:pt x="73000" y="82000"/>
                          </a:cubicBezTo>
                          <a:cubicBezTo>
                            <a:pt x="67444" y="81523"/>
                            <a:pt x="61889" y="82013"/>
                            <a:pt x="56333" y="82000"/>
                          </a:cubicBezTo>
                          <a:cubicBezTo>
                            <a:pt x="50778" y="82431"/>
                            <a:pt x="45222" y="82392"/>
                            <a:pt x="39667" y="82000"/>
                          </a:cubicBezTo>
                          <a:cubicBezTo>
                            <a:pt x="34111" y="81933"/>
                            <a:pt x="28556" y="81670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7964" y="20869"/>
                            <a:pt x="62962" y="24204"/>
                            <a:pt x="66500" y="29000"/>
                          </a:cubicBezTo>
                          <a:cubicBezTo>
                            <a:pt x="62333" y="28536"/>
                            <a:pt x="58167" y="29525"/>
                            <a:pt x="54000" y="29000"/>
                          </a:cubicBezTo>
                          <a:cubicBezTo>
                            <a:pt x="54420" y="24833"/>
                            <a:pt x="54496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8093"/>
                            <a:pt x="41667" y="7413"/>
                            <a:pt x="35500" y="8000"/>
                          </a:cubicBezTo>
                          <a:cubicBezTo>
                            <a:pt x="29333" y="7526"/>
                            <a:pt x="23167" y="7992"/>
                            <a:pt x="17000" y="8000"/>
                          </a:cubicBezTo>
                          <a:cubicBezTo>
                            <a:pt x="16270" y="14667"/>
                            <a:pt x="17852" y="21333"/>
                            <a:pt x="17000" y="28000"/>
                          </a:cubicBezTo>
                          <a:cubicBezTo>
                            <a:pt x="16620" y="34667"/>
                            <a:pt x="16128" y="41333"/>
                            <a:pt x="17000" y="48000"/>
                          </a:cubicBezTo>
                          <a:cubicBezTo>
                            <a:pt x="16203" y="54667"/>
                            <a:pt x="17391" y="61333"/>
                            <a:pt x="17000" y="68000"/>
                          </a:cubicBezTo>
                          <a:cubicBezTo>
                            <a:pt x="17368" y="74667"/>
                            <a:pt x="16686" y="81333"/>
                            <a:pt x="17000" y="88000"/>
                          </a:cubicBezTo>
                          <a:cubicBezTo>
                            <a:pt x="23889" y="87425"/>
                            <a:pt x="30778" y="87092"/>
                            <a:pt x="37667" y="88000"/>
                          </a:cubicBezTo>
                          <a:cubicBezTo>
                            <a:pt x="44556" y="86981"/>
                            <a:pt x="51444" y="88303"/>
                            <a:pt x="58333" y="88000"/>
                          </a:cubicBezTo>
                          <a:cubicBezTo>
                            <a:pt x="65222" y="89151"/>
                            <a:pt x="72111" y="89010"/>
                            <a:pt x="79000" y="88000"/>
                          </a:cubicBezTo>
                          <a:cubicBezTo>
                            <a:pt x="79698" y="81556"/>
                            <a:pt x="79762" y="75111"/>
                            <a:pt x="79000" y="68667"/>
                          </a:cubicBezTo>
                          <a:cubicBezTo>
                            <a:pt x="79964" y="62222"/>
                            <a:pt x="78070" y="55778"/>
                            <a:pt x="79000" y="49333"/>
                          </a:cubicBezTo>
                          <a:cubicBezTo>
                            <a:pt x="79635" y="42889"/>
                            <a:pt x="78076" y="36444"/>
                            <a:pt x="79000" y="30000"/>
                          </a:cubicBezTo>
                          <a:cubicBezTo>
                            <a:pt x="74496" y="26717"/>
                            <a:pt x="70413" y="22954"/>
                            <a:pt x="66500" y="19000"/>
                          </a:cubicBezTo>
                          <a:cubicBezTo>
                            <a:pt x="62695" y="14922"/>
                            <a:pt x="57777" y="12110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Routed Inquiry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01364" y="383808"/>
                    <a:pt x="359690" y="394661"/>
                    <a:pt x="411480" y="385762"/>
                  </a:cubicBezTo>
                  <a:cubicBezTo>
                    <a:pt x="463384" y="394036"/>
                    <a:pt x="514422" y="397096"/>
                    <a:pt x="574357" y="385762"/>
                  </a:cubicBezTo>
                  <a:cubicBezTo>
                    <a:pt x="575243" y="398581"/>
                    <a:pt x="576752" y="409535"/>
                    <a:pt x="574357" y="420052"/>
                  </a:cubicBezTo>
                  <a:cubicBezTo>
                    <a:pt x="510533" y="414167"/>
                    <a:pt x="463219" y="411247"/>
                    <a:pt x="411480" y="420052"/>
                  </a:cubicBezTo>
                  <a:cubicBezTo>
                    <a:pt x="363449" y="406506"/>
                    <a:pt x="305817" y="435810"/>
                    <a:pt x="248602" y="420052"/>
                  </a:cubicBezTo>
                  <a:cubicBezTo>
                    <a:pt x="248839" y="409456"/>
                    <a:pt x="248350" y="398408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2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4570"/>
                            <a:pt x="41667" y="44433"/>
                            <a:pt x="48000" y="45000"/>
                          </a:cubicBezTo>
                          <a:cubicBezTo>
                            <a:pt x="54333" y="44736"/>
                            <a:pt x="60667" y="45744"/>
                            <a:pt x="67000" y="45000"/>
                          </a:cubicBezTo>
                          <a:cubicBezTo>
                            <a:pt x="67018" y="46333"/>
                            <a:pt x="66964" y="47667"/>
                            <a:pt x="67000" y="49000"/>
                          </a:cubicBezTo>
                          <a:cubicBezTo>
                            <a:pt x="60667" y="48105"/>
                            <a:pt x="54333" y="48517"/>
                            <a:pt x="48000" y="49000"/>
                          </a:cubicBezTo>
                          <a:cubicBezTo>
                            <a:pt x="41667" y="48562"/>
                            <a:pt x="35333" y="50083"/>
                            <a:pt x="29000" y="49000"/>
                          </a:cubicBezTo>
                          <a:cubicBezTo>
                            <a:pt x="28882" y="47667"/>
                            <a:pt x="29219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Routed Inquiry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1437" y="320999"/>
                    <a:pt x="332190" y="325184"/>
                    <a:pt x="360045" y="317182"/>
                  </a:cubicBezTo>
                  <a:cubicBezTo>
                    <a:pt x="361357" y="330325"/>
                    <a:pt x="359436" y="340958"/>
                    <a:pt x="360045" y="351472"/>
                  </a:cubicBezTo>
                  <a:cubicBezTo>
                    <a:pt x="323316" y="342446"/>
                    <a:pt x="288274" y="351754"/>
                    <a:pt x="248602" y="351472"/>
                  </a:cubicBezTo>
                  <a:cubicBezTo>
                    <a:pt x="251018" y="337734"/>
                    <a:pt x="249830" y="331440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94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521"/>
                            <a:pt x="37667" y="37406"/>
                            <a:pt x="42000" y="37000"/>
                          </a:cubicBezTo>
                          <a:cubicBezTo>
                            <a:pt x="42067" y="38333"/>
                            <a:pt x="42167" y="39667"/>
                            <a:pt x="42000" y="41000"/>
                          </a:cubicBezTo>
                          <a:cubicBezTo>
                            <a:pt x="37667" y="40233"/>
                            <a:pt x="33333" y="41373"/>
                            <a:pt x="29000" y="41000"/>
                          </a:cubicBezTo>
                          <a:cubicBezTo>
                            <a:pt x="29010" y="39667"/>
                            <a:pt x="29226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Routed Inquiry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07128" y="449043"/>
                    <a:pt x="367620" y="442338"/>
                    <a:pt x="411480" y="454342"/>
                  </a:cubicBezTo>
                  <a:cubicBezTo>
                    <a:pt x="469982" y="459245"/>
                    <a:pt x="505222" y="455353"/>
                    <a:pt x="574357" y="454342"/>
                  </a:cubicBezTo>
                  <a:cubicBezTo>
                    <a:pt x="573257" y="464246"/>
                    <a:pt x="573208" y="479082"/>
                    <a:pt x="574357" y="488632"/>
                  </a:cubicBezTo>
                  <a:cubicBezTo>
                    <a:pt x="524024" y="508837"/>
                    <a:pt x="470807" y="489198"/>
                    <a:pt x="411480" y="488632"/>
                  </a:cubicBezTo>
                  <a:cubicBezTo>
                    <a:pt x="358762" y="498005"/>
                    <a:pt x="306413" y="486911"/>
                    <a:pt x="248602" y="488632"/>
                  </a:cubicBezTo>
                  <a:cubicBezTo>
                    <a:pt x="249896" y="480045"/>
                    <a:pt x="247484" y="468529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6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2412"/>
                            <a:pt x="41667" y="51894"/>
                            <a:pt x="48000" y="53000"/>
                          </a:cubicBezTo>
                          <a:cubicBezTo>
                            <a:pt x="54333" y="54001"/>
                            <a:pt x="60667" y="52830"/>
                            <a:pt x="67000" y="53000"/>
                          </a:cubicBezTo>
                          <a:cubicBezTo>
                            <a:pt x="67054" y="54333"/>
                            <a:pt x="67173" y="55667"/>
                            <a:pt x="67000" y="57000"/>
                          </a:cubicBezTo>
                          <a:cubicBezTo>
                            <a:pt x="60667" y="57828"/>
                            <a:pt x="54333" y="56380"/>
                            <a:pt x="48000" y="57000"/>
                          </a:cubicBezTo>
                          <a:cubicBezTo>
                            <a:pt x="41667" y="57626"/>
                            <a:pt x="35333" y="56686"/>
                            <a:pt x="29000" y="57000"/>
                          </a:cubicBezTo>
                          <a:cubicBezTo>
                            <a:pt x="29025" y="55667"/>
                            <a:pt x="28872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Routed Inquiry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12533" y="525641"/>
                    <a:pt x="357947" y="527923"/>
                    <a:pt x="411480" y="522922"/>
                  </a:cubicBezTo>
                  <a:cubicBezTo>
                    <a:pt x="464736" y="529080"/>
                    <a:pt x="523363" y="536738"/>
                    <a:pt x="574357" y="522922"/>
                  </a:cubicBezTo>
                  <a:cubicBezTo>
                    <a:pt x="574058" y="534966"/>
                    <a:pt x="573713" y="544928"/>
                    <a:pt x="574357" y="557212"/>
                  </a:cubicBezTo>
                  <a:cubicBezTo>
                    <a:pt x="522565" y="550271"/>
                    <a:pt x="462663" y="536781"/>
                    <a:pt x="411480" y="557212"/>
                  </a:cubicBezTo>
                  <a:cubicBezTo>
                    <a:pt x="356822" y="569492"/>
                    <a:pt x="289028" y="567651"/>
                    <a:pt x="248602" y="557212"/>
                  </a:cubicBezTo>
                  <a:cubicBezTo>
                    <a:pt x="248010" y="543942"/>
                    <a:pt x="247641" y="53562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8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1748"/>
                            <a:pt x="41667" y="61750"/>
                            <a:pt x="48000" y="61000"/>
                          </a:cubicBezTo>
                          <a:cubicBezTo>
                            <a:pt x="54333" y="60584"/>
                            <a:pt x="60667" y="61466"/>
                            <a:pt x="67000" y="61000"/>
                          </a:cubicBezTo>
                          <a:cubicBezTo>
                            <a:pt x="67215" y="62333"/>
                            <a:pt x="67082" y="63667"/>
                            <a:pt x="67000" y="65000"/>
                          </a:cubicBezTo>
                          <a:cubicBezTo>
                            <a:pt x="60667" y="63937"/>
                            <a:pt x="54333" y="64027"/>
                            <a:pt x="48000" y="65000"/>
                          </a:cubicBezTo>
                          <a:cubicBezTo>
                            <a:pt x="41667" y="66133"/>
                            <a:pt x="35333" y="66023"/>
                            <a:pt x="29000" y="65000"/>
                          </a:cubicBezTo>
                          <a:cubicBezTo>
                            <a:pt x="28994" y="63667"/>
                            <a:pt x="28811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Routed Inquiry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304824" y="584309"/>
                    <a:pt x="348144" y="599484"/>
                    <a:pt x="411480" y="591502"/>
                  </a:cubicBezTo>
                  <a:cubicBezTo>
                    <a:pt x="469103" y="595587"/>
                    <a:pt x="531911" y="588571"/>
                    <a:pt x="574357" y="591502"/>
                  </a:cubicBezTo>
                  <a:cubicBezTo>
                    <a:pt x="576005" y="602188"/>
                    <a:pt x="573610" y="614715"/>
                    <a:pt x="574357" y="625792"/>
                  </a:cubicBezTo>
                  <a:cubicBezTo>
                    <a:pt x="529188" y="625624"/>
                    <a:pt x="468785" y="624502"/>
                    <a:pt x="411480" y="625792"/>
                  </a:cubicBezTo>
                  <a:cubicBezTo>
                    <a:pt x="343560" y="616715"/>
                    <a:pt x="307414" y="641980"/>
                    <a:pt x="248602" y="625792"/>
                  </a:cubicBezTo>
                  <a:cubicBezTo>
                    <a:pt x="247979" y="616490"/>
                    <a:pt x="247488" y="603171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70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8375"/>
                            <a:pt x="41667" y="69788"/>
                            <a:pt x="48000" y="69000"/>
                          </a:cubicBezTo>
                          <a:cubicBezTo>
                            <a:pt x="54333" y="69926"/>
                            <a:pt x="60667" y="68602"/>
                            <a:pt x="67000" y="69000"/>
                          </a:cubicBezTo>
                          <a:cubicBezTo>
                            <a:pt x="66822" y="70333"/>
                            <a:pt x="66862" y="71667"/>
                            <a:pt x="67000" y="73000"/>
                          </a:cubicBezTo>
                          <a:cubicBezTo>
                            <a:pt x="60667" y="72719"/>
                            <a:pt x="54333" y="72499"/>
                            <a:pt x="48000" y="73000"/>
                          </a:cubicBezTo>
                          <a:cubicBezTo>
                            <a:pt x="41667" y="72962"/>
                            <a:pt x="35333" y="73871"/>
                            <a:pt x="29000" y="73000"/>
                          </a:cubicBezTo>
                          <a:cubicBezTo>
                            <a:pt x="29034" y="71667"/>
                            <a:pt x="28882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Routed Inquiry</a:t>
            </a:r>
          </a:p>
        </p:txBody>
      </p:sp>
      <p:sp>
        <p:nvSpPr>
          <p:cNvPr id="110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inq-0005</a:t>
            </a:r>
          </a:p>
        </p:txBody>
      </p:sp>
      <p:cxnSp>
        <p:nvCxnSpPr>
          <p:cNvPr id="111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category: conditions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 park doc excerpt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sp>
        <p:nvSpPr>
          <p:cNvPr id="118" name="App line 0"/>
          <p:cNvSpPr txBox="1"/>
          <p:nvPr/>
        </p:nvSpPr>
        <p:spPr>
          <a:xfrm>
            <a:off x="4878638" y="3660922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policy lane:</a:t>
            </a:r>
          </a:p>
        </p:txBody>
      </p:sp>
      <p:sp>
        <p:nvSpPr>
          <p:cNvPr id="119" name="App line 1"/>
          <p:cNvSpPr txBox="1"/>
          <p:nvPr/>
        </p:nvSpPr>
        <p:spPr>
          <a:xfrm>
            <a:off x="4878638" y="3962674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draft → approve</a:t>
            </a:r>
          </a:p>
        </p:txBody>
      </p:sp>
      <p:grpSp>
        <p:nvGrpSpPr>
          <p:cNvPr id="120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21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5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llama3.2</a:t>
            </a:r>
          </a:p>
        </p:txBody>
      </p:sp>
      <p:cxnSp>
        <p:nvCxnSpPr>
          <p:cNvPr id="126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7" name="Request"/>
          <p:cNvSpPr txBox="1"/>
          <p:nvPr/>
        </p:nvSpPr>
        <p:spPr>
          <a:xfrm>
            <a:off x="6675120" y="19385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inquiry + excerpt</a:t>
            </a:r>
          </a:p>
        </p:txBody>
      </p:sp>
      <p:sp>
        <p:nvSpPr>
          <p:cNvPr id="128" name="Reply"/>
          <p:cNvSpPr txBox="1"/>
          <p:nvPr/>
        </p:nvSpPr>
        <p:spPr>
          <a:xfrm>
            <a:off x="7388352" y="306324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"Dear Visitor, the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footbridge… (§4.1)"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F09 · How It Works</a:t>
            </a:r>
          </a:p>
        </p:txBody>
      </p:sp>
      <p:grpSp>
        <p:nvGrpSpPr>
          <p:cNvPr id="107" name="Routed Inquiry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Routed Inquiry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Routed Inquiry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7408" y="653587"/>
                    <a:pt x="202359" y="603496"/>
                    <a:pt x="197167" y="557212"/>
                  </a:cubicBezTo>
                  <a:cubicBezTo>
                    <a:pt x="193972" y="513059"/>
                    <a:pt x="195826" y="464134"/>
                    <a:pt x="197167" y="411480"/>
                  </a:cubicBezTo>
                  <a:cubicBezTo>
                    <a:pt x="202202" y="374064"/>
                    <a:pt x="196861" y="324483"/>
                    <a:pt x="197167" y="265747"/>
                  </a:cubicBezTo>
                  <a:cubicBezTo>
                    <a:pt x="200454" y="215461"/>
                    <a:pt x="200264" y="158674"/>
                    <a:pt x="197167" y="120015"/>
                  </a:cubicBezTo>
                  <a:cubicBezTo>
                    <a:pt x="269267" y="131561"/>
                    <a:pt x="337504" y="124298"/>
                    <a:pt x="411480" y="120015"/>
                  </a:cubicBezTo>
                  <a:cubicBezTo>
                    <a:pt x="414224" y="188604"/>
                    <a:pt x="402442" y="232174"/>
                    <a:pt x="411480" y="300037"/>
                  </a:cubicBezTo>
                  <a:cubicBezTo>
                    <a:pt x="480050" y="293949"/>
                    <a:pt x="566077" y="307296"/>
                    <a:pt x="625792" y="300037"/>
                  </a:cubicBezTo>
                  <a:cubicBezTo>
                    <a:pt x="636593" y="375800"/>
                    <a:pt x="630290" y="422975"/>
                    <a:pt x="625792" y="501491"/>
                  </a:cubicBezTo>
                  <a:cubicBezTo>
                    <a:pt x="620277" y="558534"/>
                    <a:pt x="623592" y="634435"/>
                    <a:pt x="625792" y="702945"/>
                  </a:cubicBezTo>
                  <a:cubicBezTo>
                    <a:pt x="572825" y="700484"/>
                    <a:pt x="544009" y="707020"/>
                    <a:pt x="482914" y="702945"/>
                  </a:cubicBezTo>
                  <a:cubicBezTo>
                    <a:pt x="437021" y="712046"/>
                    <a:pt x="393921" y="704413"/>
                    <a:pt x="340045" y="702945"/>
                  </a:cubicBezTo>
                  <a:cubicBezTo>
                    <a:pt x="292482" y="697296"/>
                    <a:pt x="254252" y="697544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498278" y="188935"/>
                    <a:pt x="547893" y="211035"/>
                    <a:pt x="570071" y="248602"/>
                  </a:cubicBezTo>
                  <a:cubicBezTo>
                    <a:pt x="537334" y="247533"/>
                    <a:pt x="498076" y="252437"/>
                    <a:pt x="462915" y="248602"/>
                  </a:cubicBezTo>
                  <a:cubicBezTo>
                    <a:pt x="465741" y="221057"/>
                    <a:pt x="471862" y="177359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421175" y="66655"/>
                    <a:pt x="360786" y="73381"/>
                    <a:pt x="304323" y="68580"/>
                  </a:cubicBezTo>
                  <a:cubicBezTo>
                    <a:pt x="257598" y="70303"/>
                    <a:pt x="196824" y="64647"/>
                    <a:pt x="145732" y="68580"/>
                  </a:cubicBezTo>
                  <a:cubicBezTo>
                    <a:pt x="130966" y="110943"/>
                    <a:pt x="141293" y="189379"/>
                    <a:pt x="145732" y="240030"/>
                  </a:cubicBezTo>
                  <a:cubicBezTo>
                    <a:pt x="146354" y="300240"/>
                    <a:pt x="140453" y="355151"/>
                    <a:pt x="145732" y="411480"/>
                  </a:cubicBezTo>
                  <a:cubicBezTo>
                    <a:pt x="130108" y="469557"/>
                    <a:pt x="152723" y="527650"/>
                    <a:pt x="145732" y="582930"/>
                  </a:cubicBezTo>
                  <a:cubicBezTo>
                    <a:pt x="160358" y="651112"/>
                    <a:pt x="141312" y="701340"/>
                    <a:pt x="145732" y="754380"/>
                  </a:cubicBezTo>
                  <a:cubicBezTo>
                    <a:pt x="210411" y="764109"/>
                    <a:pt x="272100" y="756364"/>
                    <a:pt x="322900" y="754380"/>
                  </a:cubicBezTo>
                  <a:cubicBezTo>
                    <a:pt x="397902" y="742060"/>
                    <a:pt x="433919" y="744001"/>
                    <a:pt x="500059" y="754380"/>
                  </a:cubicBezTo>
                  <a:cubicBezTo>
                    <a:pt x="564032" y="759122"/>
                    <a:pt x="625499" y="767598"/>
                    <a:pt x="677227" y="754380"/>
                  </a:cubicBezTo>
                  <a:cubicBezTo>
                    <a:pt x="688478" y="693853"/>
                    <a:pt x="682582" y="643190"/>
                    <a:pt x="677227" y="588647"/>
                  </a:cubicBezTo>
                  <a:cubicBezTo>
                    <a:pt x="680792" y="539180"/>
                    <a:pt x="658075" y="490235"/>
                    <a:pt x="677227" y="422907"/>
                  </a:cubicBezTo>
                  <a:cubicBezTo>
                    <a:pt x="670782" y="370739"/>
                    <a:pt x="679477" y="308933"/>
                    <a:pt x="677227" y="257175"/>
                  </a:cubicBezTo>
                  <a:cubicBezTo>
                    <a:pt x="629263" y="228293"/>
                    <a:pt x="605373" y="197719"/>
                    <a:pt x="570071" y="162877"/>
                  </a:cubicBezTo>
                  <a:cubicBezTo>
                    <a:pt x="541777" y="125335"/>
                    <a:pt x="485541" y="96039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1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3630" y="76333"/>
                            <a:pt x="23775" y="70667"/>
                            <a:pt x="23000" y="65000"/>
                          </a:cubicBezTo>
                          <a:cubicBezTo>
                            <a:pt x="22044" y="59333"/>
                            <a:pt x="22913" y="53667"/>
                            <a:pt x="23000" y="48000"/>
                          </a:cubicBezTo>
                          <a:cubicBezTo>
                            <a:pt x="23291" y="42333"/>
                            <a:pt x="23452" y="36667"/>
                            <a:pt x="23000" y="31000"/>
                          </a:cubicBezTo>
                          <a:cubicBezTo>
                            <a:pt x="23439" y="25333"/>
                            <a:pt x="22111" y="19667"/>
                            <a:pt x="23000" y="14000"/>
                          </a:cubicBezTo>
                          <a:cubicBezTo>
                            <a:pt x="31333" y="13182"/>
                            <a:pt x="39667" y="13736"/>
                            <a:pt x="48000" y="14000"/>
                          </a:cubicBezTo>
                          <a:cubicBezTo>
                            <a:pt x="47534" y="21000"/>
                            <a:pt x="47427" y="28000"/>
                            <a:pt x="48000" y="35000"/>
                          </a:cubicBezTo>
                          <a:cubicBezTo>
                            <a:pt x="56333" y="34559"/>
                            <a:pt x="64667" y="35411"/>
                            <a:pt x="73000" y="35000"/>
                          </a:cubicBezTo>
                          <a:cubicBezTo>
                            <a:pt x="74124" y="42833"/>
                            <a:pt x="72725" y="50667"/>
                            <a:pt x="73000" y="58500"/>
                          </a:cubicBezTo>
                          <a:cubicBezTo>
                            <a:pt x="73387" y="66333"/>
                            <a:pt x="72346" y="74167"/>
                            <a:pt x="73000" y="82000"/>
                          </a:cubicBezTo>
                          <a:cubicBezTo>
                            <a:pt x="67444" y="81523"/>
                            <a:pt x="61889" y="82013"/>
                            <a:pt x="56333" y="82000"/>
                          </a:cubicBezTo>
                          <a:cubicBezTo>
                            <a:pt x="50778" y="82431"/>
                            <a:pt x="45222" y="82392"/>
                            <a:pt x="39667" y="82000"/>
                          </a:cubicBezTo>
                          <a:cubicBezTo>
                            <a:pt x="34111" y="81933"/>
                            <a:pt x="28556" y="81670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7964" y="20869"/>
                            <a:pt x="62962" y="24204"/>
                            <a:pt x="66500" y="29000"/>
                          </a:cubicBezTo>
                          <a:cubicBezTo>
                            <a:pt x="62333" y="28536"/>
                            <a:pt x="58167" y="29525"/>
                            <a:pt x="54000" y="29000"/>
                          </a:cubicBezTo>
                          <a:cubicBezTo>
                            <a:pt x="54420" y="24833"/>
                            <a:pt x="54496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8093"/>
                            <a:pt x="41667" y="7413"/>
                            <a:pt x="35500" y="8000"/>
                          </a:cubicBezTo>
                          <a:cubicBezTo>
                            <a:pt x="29333" y="7526"/>
                            <a:pt x="23167" y="7992"/>
                            <a:pt x="17000" y="8000"/>
                          </a:cubicBezTo>
                          <a:cubicBezTo>
                            <a:pt x="16270" y="14667"/>
                            <a:pt x="17852" y="21333"/>
                            <a:pt x="17000" y="28000"/>
                          </a:cubicBezTo>
                          <a:cubicBezTo>
                            <a:pt x="16620" y="34667"/>
                            <a:pt x="16128" y="41333"/>
                            <a:pt x="17000" y="48000"/>
                          </a:cubicBezTo>
                          <a:cubicBezTo>
                            <a:pt x="16203" y="54667"/>
                            <a:pt x="17391" y="61333"/>
                            <a:pt x="17000" y="68000"/>
                          </a:cubicBezTo>
                          <a:cubicBezTo>
                            <a:pt x="17368" y="74667"/>
                            <a:pt x="16686" y="81333"/>
                            <a:pt x="17000" y="88000"/>
                          </a:cubicBezTo>
                          <a:cubicBezTo>
                            <a:pt x="23889" y="87425"/>
                            <a:pt x="30778" y="87092"/>
                            <a:pt x="37667" y="88000"/>
                          </a:cubicBezTo>
                          <a:cubicBezTo>
                            <a:pt x="44556" y="86981"/>
                            <a:pt x="51444" y="88303"/>
                            <a:pt x="58333" y="88000"/>
                          </a:cubicBezTo>
                          <a:cubicBezTo>
                            <a:pt x="65222" y="89151"/>
                            <a:pt x="72111" y="89010"/>
                            <a:pt x="79000" y="88000"/>
                          </a:cubicBezTo>
                          <a:cubicBezTo>
                            <a:pt x="79698" y="81556"/>
                            <a:pt x="79762" y="75111"/>
                            <a:pt x="79000" y="68667"/>
                          </a:cubicBezTo>
                          <a:cubicBezTo>
                            <a:pt x="79964" y="62222"/>
                            <a:pt x="78070" y="55778"/>
                            <a:pt x="79000" y="49333"/>
                          </a:cubicBezTo>
                          <a:cubicBezTo>
                            <a:pt x="79635" y="42889"/>
                            <a:pt x="78076" y="36444"/>
                            <a:pt x="79000" y="30000"/>
                          </a:cubicBezTo>
                          <a:cubicBezTo>
                            <a:pt x="74496" y="26717"/>
                            <a:pt x="70413" y="22954"/>
                            <a:pt x="66500" y="19000"/>
                          </a:cubicBezTo>
                          <a:cubicBezTo>
                            <a:pt x="62695" y="14922"/>
                            <a:pt x="57777" y="12110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Routed Inquiry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01364" y="383808"/>
                    <a:pt x="359690" y="394661"/>
                    <a:pt x="411480" y="385762"/>
                  </a:cubicBezTo>
                  <a:cubicBezTo>
                    <a:pt x="463384" y="394036"/>
                    <a:pt x="514422" y="397096"/>
                    <a:pt x="574357" y="385762"/>
                  </a:cubicBezTo>
                  <a:cubicBezTo>
                    <a:pt x="575243" y="398581"/>
                    <a:pt x="576752" y="409535"/>
                    <a:pt x="574357" y="420052"/>
                  </a:cubicBezTo>
                  <a:cubicBezTo>
                    <a:pt x="510533" y="414167"/>
                    <a:pt x="463219" y="411247"/>
                    <a:pt x="411480" y="420052"/>
                  </a:cubicBezTo>
                  <a:cubicBezTo>
                    <a:pt x="363449" y="406506"/>
                    <a:pt x="305817" y="435810"/>
                    <a:pt x="248602" y="420052"/>
                  </a:cubicBezTo>
                  <a:cubicBezTo>
                    <a:pt x="248839" y="409456"/>
                    <a:pt x="248350" y="398408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2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4570"/>
                            <a:pt x="41667" y="44433"/>
                            <a:pt x="48000" y="45000"/>
                          </a:cubicBezTo>
                          <a:cubicBezTo>
                            <a:pt x="54333" y="44736"/>
                            <a:pt x="60667" y="45744"/>
                            <a:pt x="67000" y="45000"/>
                          </a:cubicBezTo>
                          <a:cubicBezTo>
                            <a:pt x="67018" y="46333"/>
                            <a:pt x="66964" y="47667"/>
                            <a:pt x="67000" y="49000"/>
                          </a:cubicBezTo>
                          <a:cubicBezTo>
                            <a:pt x="60667" y="48105"/>
                            <a:pt x="54333" y="48517"/>
                            <a:pt x="48000" y="49000"/>
                          </a:cubicBezTo>
                          <a:cubicBezTo>
                            <a:pt x="41667" y="48562"/>
                            <a:pt x="35333" y="50083"/>
                            <a:pt x="29000" y="49000"/>
                          </a:cubicBezTo>
                          <a:cubicBezTo>
                            <a:pt x="28882" y="47667"/>
                            <a:pt x="29219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Routed Inquiry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1437" y="320999"/>
                    <a:pt x="332190" y="325184"/>
                    <a:pt x="360045" y="317182"/>
                  </a:cubicBezTo>
                  <a:cubicBezTo>
                    <a:pt x="361357" y="330325"/>
                    <a:pt x="359436" y="340958"/>
                    <a:pt x="360045" y="351472"/>
                  </a:cubicBezTo>
                  <a:cubicBezTo>
                    <a:pt x="323316" y="342446"/>
                    <a:pt x="288274" y="351754"/>
                    <a:pt x="248602" y="351472"/>
                  </a:cubicBezTo>
                  <a:cubicBezTo>
                    <a:pt x="251018" y="337734"/>
                    <a:pt x="249830" y="331440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94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521"/>
                            <a:pt x="37667" y="37406"/>
                            <a:pt x="42000" y="37000"/>
                          </a:cubicBezTo>
                          <a:cubicBezTo>
                            <a:pt x="42067" y="38333"/>
                            <a:pt x="42167" y="39667"/>
                            <a:pt x="42000" y="41000"/>
                          </a:cubicBezTo>
                          <a:cubicBezTo>
                            <a:pt x="37667" y="40233"/>
                            <a:pt x="33333" y="41373"/>
                            <a:pt x="29000" y="41000"/>
                          </a:cubicBezTo>
                          <a:cubicBezTo>
                            <a:pt x="29010" y="39667"/>
                            <a:pt x="29226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Routed Inquiry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07128" y="449043"/>
                    <a:pt x="367620" y="442338"/>
                    <a:pt x="411480" y="454342"/>
                  </a:cubicBezTo>
                  <a:cubicBezTo>
                    <a:pt x="469982" y="459245"/>
                    <a:pt x="505222" y="455353"/>
                    <a:pt x="574357" y="454342"/>
                  </a:cubicBezTo>
                  <a:cubicBezTo>
                    <a:pt x="573257" y="464246"/>
                    <a:pt x="573208" y="479082"/>
                    <a:pt x="574357" y="488632"/>
                  </a:cubicBezTo>
                  <a:cubicBezTo>
                    <a:pt x="524024" y="508837"/>
                    <a:pt x="470807" y="489198"/>
                    <a:pt x="411480" y="488632"/>
                  </a:cubicBezTo>
                  <a:cubicBezTo>
                    <a:pt x="358762" y="498005"/>
                    <a:pt x="306413" y="486911"/>
                    <a:pt x="248602" y="488632"/>
                  </a:cubicBezTo>
                  <a:cubicBezTo>
                    <a:pt x="249896" y="480045"/>
                    <a:pt x="247484" y="468529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6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2412"/>
                            <a:pt x="41667" y="51894"/>
                            <a:pt x="48000" y="53000"/>
                          </a:cubicBezTo>
                          <a:cubicBezTo>
                            <a:pt x="54333" y="54001"/>
                            <a:pt x="60667" y="52830"/>
                            <a:pt x="67000" y="53000"/>
                          </a:cubicBezTo>
                          <a:cubicBezTo>
                            <a:pt x="67054" y="54333"/>
                            <a:pt x="67173" y="55667"/>
                            <a:pt x="67000" y="57000"/>
                          </a:cubicBezTo>
                          <a:cubicBezTo>
                            <a:pt x="60667" y="57828"/>
                            <a:pt x="54333" y="56380"/>
                            <a:pt x="48000" y="57000"/>
                          </a:cubicBezTo>
                          <a:cubicBezTo>
                            <a:pt x="41667" y="57626"/>
                            <a:pt x="35333" y="56686"/>
                            <a:pt x="29000" y="57000"/>
                          </a:cubicBezTo>
                          <a:cubicBezTo>
                            <a:pt x="29025" y="55667"/>
                            <a:pt x="28872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Routed Inquiry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12533" y="525641"/>
                    <a:pt x="357947" y="527923"/>
                    <a:pt x="411480" y="522922"/>
                  </a:cubicBezTo>
                  <a:cubicBezTo>
                    <a:pt x="464736" y="529080"/>
                    <a:pt x="523363" y="536738"/>
                    <a:pt x="574357" y="522922"/>
                  </a:cubicBezTo>
                  <a:cubicBezTo>
                    <a:pt x="574058" y="534966"/>
                    <a:pt x="573713" y="544928"/>
                    <a:pt x="574357" y="557212"/>
                  </a:cubicBezTo>
                  <a:cubicBezTo>
                    <a:pt x="522565" y="550271"/>
                    <a:pt x="462663" y="536781"/>
                    <a:pt x="411480" y="557212"/>
                  </a:cubicBezTo>
                  <a:cubicBezTo>
                    <a:pt x="356822" y="569492"/>
                    <a:pt x="289028" y="567651"/>
                    <a:pt x="248602" y="557212"/>
                  </a:cubicBezTo>
                  <a:cubicBezTo>
                    <a:pt x="248010" y="543942"/>
                    <a:pt x="247641" y="53562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8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1748"/>
                            <a:pt x="41667" y="61750"/>
                            <a:pt x="48000" y="61000"/>
                          </a:cubicBezTo>
                          <a:cubicBezTo>
                            <a:pt x="54333" y="60584"/>
                            <a:pt x="60667" y="61466"/>
                            <a:pt x="67000" y="61000"/>
                          </a:cubicBezTo>
                          <a:cubicBezTo>
                            <a:pt x="67215" y="62333"/>
                            <a:pt x="67082" y="63667"/>
                            <a:pt x="67000" y="65000"/>
                          </a:cubicBezTo>
                          <a:cubicBezTo>
                            <a:pt x="60667" y="63937"/>
                            <a:pt x="54333" y="64027"/>
                            <a:pt x="48000" y="65000"/>
                          </a:cubicBezTo>
                          <a:cubicBezTo>
                            <a:pt x="41667" y="66133"/>
                            <a:pt x="35333" y="66023"/>
                            <a:pt x="29000" y="65000"/>
                          </a:cubicBezTo>
                          <a:cubicBezTo>
                            <a:pt x="28994" y="63667"/>
                            <a:pt x="28811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Routed Inquiry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304824" y="584309"/>
                    <a:pt x="348144" y="599484"/>
                    <a:pt x="411480" y="591502"/>
                  </a:cubicBezTo>
                  <a:cubicBezTo>
                    <a:pt x="469103" y="595587"/>
                    <a:pt x="531911" y="588571"/>
                    <a:pt x="574357" y="591502"/>
                  </a:cubicBezTo>
                  <a:cubicBezTo>
                    <a:pt x="576005" y="602188"/>
                    <a:pt x="573610" y="614715"/>
                    <a:pt x="574357" y="625792"/>
                  </a:cubicBezTo>
                  <a:cubicBezTo>
                    <a:pt x="529188" y="625624"/>
                    <a:pt x="468785" y="624502"/>
                    <a:pt x="411480" y="625792"/>
                  </a:cubicBezTo>
                  <a:cubicBezTo>
                    <a:pt x="343560" y="616715"/>
                    <a:pt x="307414" y="641980"/>
                    <a:pt x="248602" y="625792"/>
                  </a:cubicBezTo>
                  <a:cubicBezTo>
                    <a:pt x="247979" y="616490"/>
                    <a:pt x="247488" y="603171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70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8375"/>
                            <a:pt x="41667" y="69788"/>
                            <a:pt x="48000" y="69000"/>
                          </a:cubicBezTo>
                          <a:cubicBezTo>
                            <a:pt x="54333" y="69926"/>
                            <a:pt x="60667" y="68602"/>
                            <a:pt x="67000" y="69000"/>
                          </a:cubicBezTo>
                          <a:cubicBezTo>
                            <a:pt x="66822" y="70333"/>
                            <a:pt x="66862" y="71667"/>
                            <a:pt x="67000" y="73000"/>
                          </a:cubicBezTo>
                          <a:cubicBezTo>
                            <a:pt x="60667" y="72719"/>
                            <a:pt x="54333" y="72499"/>
                            <a:pt x="48000" y="73000"/>
                          </a:cubicBezTo>
                          <a:cubicBezTo>
                            <a:pt x="41667" y="72962"/>
                            <a:pt x="35333" y="73871"/>
                            <a:pt x="29000" y="73000"/>
                          </a:cubicBezTo>
                          <a:cubicBezTo>
                            <a:pt x="29034" y="71667"/>
                            <a:pt x="28882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Routed Inquiry</a:t>
            </a:r>
          </a:p>
        </p:txBody>
      </p:sp>
      <p:sp>
        <p:nvSpPr>
          <p:cNvPr id="110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inq-0005</a:t>
            </a:r>
          </a:p>
        </p:txBody>
      </p:sp>
      <p:cxnSp>
        <p:nvCxnSpPr>
          <p:cNvPr id="111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category: conditions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 park doc excerpt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sp>
        <p:nvSpPr>
          <p:cNvPr id="118" name="App line 0"/>
          <p:cNvSpPr txBox="1"/>
          <p:nvPr/>
        </p:nvSpPr>
        <p:spPr>
          <a:xfrm>
            <a:off x="4878638" y="3660922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policy lane:</a:t>
            </a:r>
          </a:p>
        </p:txBody>
      </p:sp>
      <p:sp>
        <p:nvSpPr>
          <p:cNvPr id="119" name="App line 1"/>
          <p:cNvSpPr txBox="1"/>
          <p:nvPr/>
        </p:nvSpPr>
        <p:spPr>
          <a:xfrm>
            <a:off x="4878638" y="3962674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draft → approve</a:t>
            </a:r>
          </a:p>
        </p:txBody>
      </p:sp>
      <p:grpSp>
        <p:nvGrpSpPr>
          <p:cNvPr id="120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21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5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llama3.2</a:t>
            </a:r>
          </a:p>
        </p:txBody>
      </p:sp>
      <p:cxnSp>
        <p:nvCxnSpPr>
          <p:cNvPr id="126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7" name="Request"/>
          <p:cNvSpPr txBox="1"/>
          <p:nvPr/>
        </p:nvSpPr>
        <p:spPr>
          <a:xfrm>
            <a:off x="6675120" y="19385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inquiry + excerpt</a:t>
            </a:r>
          </a:p>
        </p:txBody>
      </p:sp>
      <p:sp>
        <p:nvSpPr>
          <p:cNvPr id="128" name="Reply"/>
          <p:cNvSpPr txBox="1"/>
          <p:nvPr/>
        </p:nvSpPr>
        <p:spPr>
          <a:xfrm>
            <a:off x="7388352" y="306324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"Dear Visitor, the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footbridge… (§4.1)"</a:t>
            </a:r>
          </a:p>
        </p:txBody>
      </p:sp>
      <p:cxnSp>
        <p:nvCxnSpPr>
          <p:cNvPr id="129" name="App-LowRight"/>
          <p:cNvCxnSpPr/>
          <p:nvPr/>
        </p:nvCxnSpPr>
        <p:spPr>
          <a:xfrm>
            <a:off x="7440610" y="4118267"/>
            <a:ext cx="1640760" cy="721354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grpSp>
        <p:nvGrpSpPr>
          <p:cNvPr id="132" name="Ranger icon"/>
          <p:cNvGrpSpPr/>
          <p:nvPr/>
        </p:nvGrpSpPr>
        <p:grpSpPr>
          <a:xfrm>
            <a:off x="9170296" y="4460018"/>
            <a:ext cx="868680" cy="868680"/>
            <a:chOff x="0" y="0"/>
            <a:chExt cx="868680" cy="868680"/>
          </a:xfrm>
        </p:grpSpPr>
        <p:sp>
          <p:nvSpPr>
            <p:cNvPr id="133" name="Ranger icon backing"/>
            <p:cNvSpPr/>
            <p:nvPr/>
          </p:nvSpPr>
          <p:spPr>
            <a:xfrm>
              <a:off x="0" y="0"/>
              <a:ext cx="868680" cy="86868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18000" y="84000"/>
                  </a:moveTo>
                  <a:cubicBezTo>
                    <a:pt x="18000" y="64000"/>
                    <a:pt x="31000" y="52000"/>
                    <a:pt x="48000" y="52000"/>
                  </a:cubicBezTo>
                  <a:cubicBezTo>
                    <a:pt x="65000" y="52000"/>
                    <a:pt x="78000" y="64000"/>
                    <a:pt x="78000" y="84000"/>
                  </a:cubicBezTo>
                  <a:cubicBezTo>
                    <a:pt x="58000" y="84000"/>
                    <a:pt x="38000" y="84000"/>
                    <a:pt x="18000" y="84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Ranger icon 1"/>
            <p:cNvSpPr/>
            <p:nvPr/>
          </p:nvSpPr>
          <p:spPr>
            <a:xfrm>
              <a:off x="0" y="0"/>
              <a:ext cx="868680" cy="868680"/>
            </a:xfrm>
            <a:custGeom>
              <a:avLst/>
              <a:gdLst>
                <a:gd name="csX0" fmla="*/ 434340 w 868680"/>
                <a:gd name="csY0" fmla="*/ 126682 h 868680"/>
                <a:gd name="csX1" fmla="*/ 561022 w 868680"/>
                <a:gd name="csY1" fmla="*/ 253365 h 868680"/>
                <a:gd name="csX2" fmla="*/ 434340 w 868680"/>
                <a:gd name="csY2" fmla="*/ 380047 h 868680"/>
                <a:gd name="csX3" fmla="*/ 307657 w 868680"/>
                <a:gd name="csY3" fmla="*/ 253365 h 868680"/>
                <a:gd name="csX4" fmla="*/ 434340 w 868680"/>
                <a:gd name="csY4" fmla="*/ 126682 h 868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68680" h="868680" extrusionOk="0">
                  <a:moveTo>
                    <a:pt x="434340" y="126682"/>
                  </a:moveTo>
                  <a:cubicBezTo>
                    <a:pt x="493967" y="131506"/>
                    <a:pt x="560603" y="178608"/>
                    <a:pt x="561022" y="253365"/>
                  </a:cubicBezTo>
                  <a:cubicBezTo>
                    <a:pt x="570135" y="310004"/>
                    <a:pt x="507378" y="386845"/>
                    <a:pt x="434340" y="380047"/>
                  </a:cubicBezTo>
                  <a:cubicBezTo>
                    <a:pt x="369033" y="380441"/>
                    <a:pt x="288558" y="317187"/>
                    <a:pt x="307657" y="253365"/>
                  </a:cubicBezTo>
                  <a:cubicBezTo>
                    <a:pt x="301834" y="189736"/>
                    <a:pt x="377930" y="116597"/>
                    <a:pt x="434340" y="1266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14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48000" y="14000"/>
                          </a:moveTo>
                          <a:cubicBezTo>
                            <a:pt x="55567" y="14479"/>
                            <a:pt x="61827" y="20184"/>
                            <a:pt x="62000" y="28000"/>
                          </a:cubicBezTo>
                          <a:cubicBezTo>
                            <a:pt x="61657" y="35388"/>
                            <a:pt x="56211" y="42525"/>
                            <a:pt x="48000" y="42000"/>
                          </a:cubicBezTo>
                          <a:cubicBezTo>
                            <a:pt x="40773" y="41840"/>
                            <a:pt x="33538" y="35127"/>
                            <a:pt x="34000" y="28000"/>
                          </a:cubicBezTo>
                          <a:cubicBezTo>
                            <a:pt x="33566" y="20163"/>
                            <a:pt x="40688" y="13605"/>
                            <a:pt x="48000" y="14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Ranger icon 2"/>
            <p:cNvSpPr/>
            <p:nvPr/>
          </p:nvSpPr>
          <p:spPr>
            <a:xfrm>
              <a:off x="0" y="0"/>
              <a:ext cx="868680" cy="868680"/>
            </a:xfrm>
            <a:custGeom>
              <a:avLst/>
              <a:gdLst>
                <a:gd name="csX0" fmla="*/ 162877 w 868680"/>
                <a:gd name="csY0" fmla="*/ 760095 h 868680"/>
                <a:gd name="csX1" fmla="*/ 434340 w 868680"/>
                <a:gd name="csY1" fmla="*/ 470535 h 868680"/>
                <a:gd name="csX2" fmla="*/ 705802 w 868680"/>
                <a:gd name="csY2" fmla="*/ 760095 h 868680"/>
                <a:gd name="csX3" fmla="*/ 524827 w 868680"/>
                <a:gd name="csY3" fmla="*/ 760095 h 868680"/>
                <a:gd name="csX4" fmla="*/ 343852 w 868680"/>
                <a:gd name="csY4" fmla="*/ 760095 h 868680"/>
                <a:gd name="csX5" fmla="*/ 162877 w 868680"/>
                <a:gd name="csY5" fmla="*/ 760095 h 868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68680" h="868680" extrusionOk="0">
                  <a:moveTo>
                    <a:pt x="162877" y="760095"/>
                  </a:moveTo>
                  <a:cubicBezTo>
                    <a:pt x="188876" y="603773"/>
                    <a:pt x="264066" y="458869"/>
                    <a:pt x="434340" y="470535"/>
                  </a:cubicBezTo>
                  <a:cubicBezTo>
                    <a:pt x="583695" y="427176"/>
                    <a:pt x="734470" y="554428"/>
                    <a:pt x="705802" y="760095"/>
                  </a:cubicBezTo>
                  <a:cubicBezTo>
                    <a:pt x="639407" y="763282"/>
                    <a:pt x="583504" y="758930"/>
                    <a:pt x="524827" y="760095"/>
                  </a:cubicBezTo>
                  <a:cubicBezTo>
                    <a:pt x="466705" y="784107"/>
                    <a:pt x="400881" y="755507"/>
                    <a:pt x="343852" y="760095"/>
                  </a:cubicBezTo>
                  <a:cubicBezTo>
                    <a:pt x="292454" y="758492"/>
                    <a:pt x="223658" y="780204"/>
                    <a:pt x="162877" y="760095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33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18000" y="84000"/>
                          </a:moveTo>
                          <a:cubicBezTo>
                            <a:pt x="18481" y="64163"/>
                            <a:pt x="31574" y="51433"/>
                            <a:pt x="48000" y="52000"/>
                          </a:cubicBezTo>
                          <a:cubicBezTo>
                            <a:pt x="65125" y="51762"/>
                            <a:pt x="78191" y="63679"/>
                            <a:pt x="78000" y="84000"/>
                          </a:cubicBezTo>
                          <a:cubicBezTo>
                            <a:pt x="71333" y="83970"/>
                            <a:pt x="64667" y="83855"/>
                            <a:pt x="58000" y="84000"/>
                          </a:cubicBezTo>
                          <a:cubicBezTo>
                            <a:pt x="51333" y="85004"/>
                            <a:pt x="44667" y="83429"/>
                            <a:pt x="38000" y="84000"/>
                          </a:cubicBezTo>
                          <a:cubicBezTo>
                            <a:pt x="31333" y="83426"/>
                            <a:pt x="24667" y="85039"/>
                            <a:pt x="18000" y="84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4" name="Ranger label"/>
          <p:cNvSpPr txBox="1"/>
          <p:nvPr/>
        </p:nvSpPr>
        <p:spPr>
          <a:xfrm>
            <a:off x="8621656" y="5346986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Ranger</a:t>
            </a:r>
          </a:p>
        </p:txBody>
      </p:sp>
      <p:sp>
        <p:nvSpPr>
          <p:cNvPr id="135" name="Decisions"/>
          <p:cNvSpPr txBox="1"/>
          <p:nvPr/>
        </p:nvSpPr>
        <p:spPr>
          <a:xfrm>
            <a:off x="8353545" y="571274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approve · edit · reject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F09 · How It Works</a:t>
            </a:r>
          </a:p>
        </p:txBody>
      </p:sp>
      <p:grpSp>
        <p:nvGrpSpPr>
          <p:cNvPr id="107" name="Routed Inquiry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Routed Inquiry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Routed Inquiry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7408" y="653587"/>
                    <a:pt x="202359" y="603496"/>
                    <a:pt x="197167" y="557212"/>
                  </a:cubicBezTo>
                  <a:cubicBezTo>
                    <a:pt x="193972" y="513059"/>
                    <a:pt x="195826" y="464134"/>
                    <a:pt x="197167" y="411480"/>
                  </a:cubicBezTo>
                  <a:cubicBezTo>
                    <a:pt x="202202" y="374064"/>
                    <a:pt x="196861" y="324483"/>
                    <a:pt x="197167" y="265747"/>
                  </a:cubicBezTo>
                  <a:cubicBezTo>
                    <a:pt x="200454" y="215461"/>
                    <a:pt x="200264" y="158674"/>
                    <a:pt x="197167" y="120015"/>
                  </a:cubicBezTo>
                  <a:cubicBezTo>
                    <a:pt x="269267" y="131561"/>
                    <a:pt x="337504" y="124298"/>
                    <a:pt x="411480" y="120015"/>
                  </a:cubicBezTo>
                  <a:cubicBezTo>
                    <a:pt x="414224" y="188604"/>
                    <a:pt x="402442" y="232174"/>
                    <a:pt x="411480" y="300037"/>
                  </a:cubicBezTo>
                  <a:cubicBezTo>
                    <a:pt x="480050" y="293949"/>
                    <a:pt x="566077" y="307296"/>
                    <a:pt x="625792" y="300037"/>
                  </a:cubicBezTo>
                  <a:cubicBezTo>
                    <a:pt x="636593" y="375800"/>
                    <a:pt x="630290" y="422975"/>
                    <a:pt x="625792" y="501491"/>
                  </a:cubicBezTo>
                  <a:cubicBezTo>
                    <a:pt x="620277" y="558534"/>
                    <a:pt x="623592" y="634435"/>
                    <a:pt x="625792" y="702945"/>
                  </a:cubicBezTo>
                  <a:cubicBezTo>
                    <a:pt x="572825" y="700484"/>
                    <a:pt x="544009" y="707020"/>
                    <a:pt x="482914" y="702945"/>
                  </a:cubicBezTo>
                  <a:cubicBezTo>
                    <a:pt x="437021" y="712046"/>
                    <a:pt x="393921" y="704413"/>
                    <a:pt x="340045" y="702945"/>
                  </a:cubicBezTo>
                  <a:cubicBezTo>
                    <a:pt x="292482" y="697296"/>
                    <a:pt x="254252" y="697544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498278" y="188935"/>
                    <a:pt x="547893" y="211035"/>
                    <a:pt x="570071" y="248602"/>
                  </a:cubicBezTo>
                  <a:cubicBezTo>
                    <a:pt x="537334" y="247533"/>
                    <a:pt x="498076" y="252437"/>
                    <a:pt x="462915" y="248602"/>
                  </a:cubicBezTo>
                  <a:cubicBezTo>
                    <a:pt x="465741" y="221057"/>
                    <a:pt x="471862" y="177359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421175" y="66655"/>
                    <a:pt x="360786" y="73381"/>
                    <a:pt x="304323" y="68580"/>
                  </a:cubicBezTo>
                  <a:cubicBezTo>
                    <a:pt x="257598" y="70303"/>
                    <a:pt x="196824" y="64647"/>
                    <a:pt x="145732" y="68580"/>
                  </a:cubicBezTo>
                  <a:cubicBezTo>
                    <a:pt x="130966" y="110943"/>
                    <a:pt x="141293" y="189379"/>
                    <a:pt x="145732" y="240030"/>
                  </a:cubicBezTo>
                  <a:cubicBezTo>
                    <a:pt x="146354" y="300240"/>
                    <a:pt x="140453" y="355151"/>
                    <a:pt x="145732" y="411480"/>
                  </a:cubicBezTo>
                  <a:cubicBezTo>
                    <a:pt x="130108" y="469557"/>
                    <a:pt x="152723" y="527650"/>
                    <a:pt x="145732" y="582930"/>
                  </a:cubicBezTo>
                  <a:cubicBezTo>
                    <a:pt x="160358" y="651112"/>
                    <a:pt x="141312" y="701340"/>
                    <a:pt x="145732" y="754380"/>
                  </a:cubicBezTo>
                  <a:cubicBezTo>
                    <a:pt x="210411" y="764109"/>
                    <a:pt x="272100" y="756364"/>
                    <a:pt x="322900" y="754380"/>
                  </a:cubicBezTo>
                  <a:cubicBezTo>
                    <a:pt x="397902" y="742060"/>
                    <a:pt x="433919" y="744001"/>
                    <a:pt x="500059" y="754380"/>
                  </a:cubicBezTo>
                  <a:cubicBezTo>
                    <a:pt x="564032" y="759122"/>
                    <a:pt x="625499" y="767598"/>
                    <a:pt x="677227" y="754380"/>
                  </a:cubicBezTo>
                  <a:cubicBezTo>
                    <a:pt x="688478" y="693853"/>
                    <a:pt x="682582" y="643190"/>
                    <a:pt x="677227" y="588647"/>
                  </a:cubicBezTo>
                  <a:cubicBezTo>
                    <a:pt x="680792" y="539180"/>
                    <a:pt x="658075" y="490235"/>
                    <a:pt x="677227" y="422907"/>
                  </a:cubicBezTo>
                  <a:cubicBezTo>
                    <a:pt x="670782" y="370739"/>
                    <a:pt x="679477" y="308933"/>
                    <a:pt x="677227" y="257175"/>
                  </a:cubicBezTo>
                  <a:cubicBezTo>
                    <a:pt x="629263" y="228293"/>
                    <a:pt x="605373" y="197719"/>
                    <a:pt x="570071" y="162877"/>
                  </a:cubicBezTo>
                  <a:cubicBezTo>
                    <a:pt x="541777" y="125335"/>
                    <a:pt x="485541" y="96039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1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3630" y="76333"/>
                            <a:pt x="23775" y="70667"/>
                            <a:pt x="23000" y="65000"/>
                          </a:cubicBezTo>
                          <a:cubicBezTo>
                            <a:pt x="22044" y="59333"/>
                            <a:pt x="22913" y="53667"/>
                            <a:pt x="23000" y="48000"/>
                          </a:cubicBezTo>
                          <a:cubicBezTo>
                            <a:pt x="23291" y="42333"/>
                            <a:pt x="23452" y="36667"/>
                            <a:pt x="23000" y="31000"/>
                          </a:cubicBezTo>
                          <a:cubicBezTo>
                            <a:pt x="23439" y="25333"/>
                            <a:pt x="22111" y="19667"/>
                            <a:pt x="23000" y="14000"/>
                          </a:cubicBezTo>
                          <a:cubicBezTo>
                            <a:pt x="31333" y="13182"/>
                            <a:pt x="39667" y="13736"/>
                            <a:pt x="48000" y="14000"/>
                          </a:cubicBezTo>
                          <a:cubicBezTo>
                            <a:pt x="47534" y="21000"/>
                            <a:pt x="47427" y="28000"/>
                            <a:pt x="48000" y="35000"/>
                          </a:cubicBezTo>
                          <a:cubicBezTo>
                            <a:pt x="56333" y="34559"/>
                            <a:pt x="64667" y="35411"/>
                            <a:pt x="73000" y="35000"/>
                          </a:cubicBezTo>
                          <a:cubicBezTo>
                            <a:pt x="74124" y="42833"/>
                            <a:pt x="72725" y="50667"/>
                            <a:pt x="73000" y="58500"/>
                          </a:cubicBezTo>
                          <a:cubicBezTo>
                            <a:pt x="73387" y="66333"/>
                            <a:pt x="72346" y="74167"/>
                            <a:pt x="73000" y="82000"/>
                          </a:cubicBezTo>
                          <a:cubicBezTo>
                            <a:pt x="67444" y="81523"/>
                            <a:pt x="61889" y="82013"/>
                            <a:pt x="56333" y="82000"/>
                          </a:cubicBezTo>
                          <a:cubicBezTo>
                            <a:pt x="50778" y="82431"/>
                            <a:pt x="45222" y="82392"/>
                            <a:pt x="39667" y="82000"/>
                          </a:cubicBezTo>
                          <a:cubicBezTo>
                            <a:pt x="34111" y="81933"/>
                            <a:pt x="28556" y="81670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7964" y="20869"/>
                            <a:pt x="62962" y="24204"/>
                            <a:pt x="66500" y="29000"/>
                          </a:cubicBezTo>
                          <a:cubicBezTo>
                            <a:pt x="62333" y="28536"/>
                            <a:pt x="58167" y="29525"/>
                            <a:pt x="54000" y="29000"/>
                          </a:cubicBezTo>
                          <a:cubicBezTo>
                            <a:pt x="54420" y="24833"/>
                            <a:pt x="54496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8093"/>
                            <a:pt x="41667" y="7413"/>
                            <a:pt x="35500" y="8000"/>
                          </a:cubicBezTo>
                          <a:cubicBezTo>
                            <a:pt x="29333" y="7526"/>
                            <a:pt x="23167" y="7992"/>
                            <a:pt x="17000" y="8000"/>
                          </a:cubicBezTo>
                          <a:cubicBezTo>
                            <a:pt x="16270" y="14667"/>
                            <a:pt x="17852" y="21333"/>
                            <a:pt x="17000" y="28000"/>
                          </a:cubicBezTo>
                          <a:cubicBezTo>
                            <a:pt x="16620" y="34667"/>
                            <a:pt x="16128" y="41333"/>
                            <a:pt x="17000" y="48000"/>
                          </a:cubicBezTo>
                          <a:cubicBezTo>
                            <a:pt x="16203" y="54667"/>
                            <a:pt x="17391" y="61333"/>
                            <a:pt x="17000" y="68000"/>
                          </a:cubicBezTo>
                          <a:cubicBezTo>
                            <a:pt x="17368" y="74667"/>
                            <a:pt x="16686" y="81333"/>
                            <a:pt x="17000" y="88000"/>
                          </a:cubicBezTo>
                          <a:cubicBezTo>
                            <a:pt x="23889" y="87425"/>
                            <a:pt x="30778" y="87092"/>
                            <a:pt x="37667" y="88000"/>
                          </a:cubicBezTo>
                          <a:cubicBezTo>
                            <a:pt x="44556" y="86981"/>
                            <a:pt x="51444" y="88303"/>
                            <a:pt x="58333" y="88000"/>
                          </a:cubicBezTo>
                          <a:cubicBezTo>
                            <a:pt x="65222" y="89151"/>
                            <a:pt x="72111" y="89010"/>
                            <a:pt x="79000" y="88000"/>
                          </a:cubicBezTo>
                          <a:cubicBezTo>
                            <a:pt x="79698" y="81556"/>
                            <a:pt x="79762" y="75111"/>
                            <a:pt x="79000" y="68667"/>
                          </a:cubicBezTo>
                          <a:cubicBezTo>
                            <a:pt x="79964" y="62222"/>
                            <a:pt x="78070" y="55778"/>
                            <a:pt x="79000" y="49333"/>
                          </a:cubicBezTo>
                          <a:cubicBezTo>
                            <a:pt x="79635" y="42889"/>
                            <a:pt x="78076" y="36444"/>
                            <a:pt x="79000" y="30000"/>
                          </a:cubicBezTo>
                          <a:cubicBezTo>
                            <a:pt x="74496" y="26717"/>
                            <a:pt x="70413" y="22954"/>
                            <a:pt x="66500" y="19000"/>
                          </a:cubicBezTo>
                          <a:cubicBezTo>
                            <a:pt x="62695" y="14922"/>
                            <a:pt x="57777" y="12110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Routed Inquiry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01364" y="383808"/>
                    <a:pt x="359690" y="394661"/>
                    <a:pt x="411480" y="385762"/>
                  </a:cubicBezTo>
                  <a:cubicBezTo>
                    <a:pt x="463384" y="394036"/>
                    <a:pt x="514422" y="397096"/>
                    <a:pt x="574357" y="385762"/>
                  </a:cubicBezTo>
                  <a:cubicBezTo>
                    <a:pt x="575243" y="398581"/>
                    <a:pt x="576752" y="409535"/>
                    <a:pt x="574357" y="420052"/>
                  </a:cubicBezTo>
                  <a:cubicBezTo>
                    <a:pt x="510533" y="414167"/>
                    <a:pt x="463219" y="411247"/>
                    <a:pt x="411480" y="420052"/>
                  </a:cubicBezTo>
                  <a:cubicBezTo>
                    <a:pt x="363449" y="406506"/>
                    <a:pt x="305817" y="435810"/>
                    <a:pt x="248602" y="420052"/>
                  </a:cubicBezTo>
                  <a:cubicBezTo>
                    <a:pt x="248839" y="409456"/>
                    <a:pt x="248350" y="398408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2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4570"/>
                            <a:pt x="41667" y="44433"/>
                            <a:pt x="48000" y="45000"/>
                          </a:cubicBezTo>
                          <a:cubicBezTo>
                            <a:pt x="54333" y="44736"/>
                            <a:pt x="60667" y="45744"/>
                            <a:pt x="67000" y="45000"/>
                          </a:cubicBezTo>
                          <a:cubicBezTo>
                            <a:pt x="67018" y="46333"/>
                            <a:pt x="66964" y="47667"/>
                            <a:pt x="67000" y="49000"/>
                          </a:cubicBezTo>
                          <a:cubicBezTo>
                            <a:pt x="60667" y="48105"/>
                            <a:pt x="54333" y="48517"/>
                            <a:pt x="48000" y="49000"/>
                          </a:cubicBezTo>
                          <a:cubicBezTo>
                            <a:pt x="41667" y="48562"/>
                            <a:pt x="35333" y="50083"/>
                            <a:pt x="29000" y="49000"/>
                          </a:cubicBezTo>
                          <a:cubicBezTo>
                            <a:pt x="28882" y="47667"/>
                            <a:pt x="29219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Routed Inquiry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1437" y="320999"/>
                    <a:pt x="332190" y="325184"/>
                    <a:pt x="360045" y="317182"/>
                  </a:cubicBezTo>
                  <a:cubicBezTo>
                    <a:pt x="361357" y="330325"/>
                    <a:pt x="359436" y="340958"/>
                    <a:pt x="360045" y="351472"/>
                  </a:cubicBezTo>
                  <a:cubicBezTo>
                    <a:pt x="323316" y="342446"/>
                    <a:pt x="288274" y="351754"/>
                    <a:pt x="248602" y="351472"/>
                  </a:cubicBezTo>
                  <a:cubicBezTo>
                    <a:pt x="251018" y="337734"/>
                    <a:pt x="249830" y="331440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94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521"/>
                            <a:pt x="37667" y="37406"/>
                            <a:pt x="42000" y="37000"/>
                          </a:cubicBezTo>
                          <a:cubicBezTo>
                            <a:pt x="42067" y="38333"/>
                            <a:pt x="42167" y="39667"/>
                            <a:pt x="42000" y="41000"/>
                          </a:cubicBezTo>
                          <a:cubicBezTo>
                            <a:pt x="37667" y="40233"/>
                            <a:pt x="33333" y="41373"/>
                            <a:pt x="29000" y="41000"/>
                          </a:cubicBezTo>
                          <a:cubicBezTo>
                            <a:pt x="29010" y="39667"/>
                            <a:pt x="29226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Routed Inquiry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07128" y="449043"/>
                    <a:pt x="367620" y="442338"/>
                    <a:pt x="411480" y="454342"/>
                  </a:cubicBezTo>
                  <a:cubicBezTo>
                    <a:pt x="469982" y="459245"/>
                    <a:pt x="505222" y="455353"/>
                    <a:pt x="574357" y="454342"/>
                  </a:cubicBezTo>
                  <a:cubicBezTo>
                    <a:pt x="573257" y="464246"/>
                    <a:pt x="573208" y="479082"/>
                    <a:pt x="574357" y="488632"/>
                  </a:cubicBezTo>
                  <a:cubicBezTo>
                    <a:pt x="524024" y="508837"/>
                    <a:pt x="470807" y="489198"/>
                    <a:pt x="411480" y="488632"/>
                  </a:cubicBezTo>
                  <a:cubicBezTo>
                    <a:pt x="358762" y="498005"/>
                    <a:pt x="306413" y="486911"/>
                    <a:pt x="248602" y="488632"/>
                  </a:cubicBezTo>
                  <a:cubicBezTo>
                    <a:pt x="249896" y="480045"/>
                    <a:pt x="247484" y="468529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6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2412"/>
                            <a:pt x="41667" y="51894"/>
                            <a:pt x="48000" y="53000"/>
                          </a:cubicBezTo>
                          <a:cubicBezTo>
                            <a:pt x="54333" y="54001"/>
                            <a:pt x="60667" y="52830"/>
                            <a:pt x="67000" y="53000"/>
                          </a:cubicBezTo>
                          <a:cubicBezTo>
                            <a:pt x="67054" y="54333"/>
                            <a:pt x="67173" y="55667"/>
                            <a:pt x="67000" y="57000"/>
                          </a:cubicBezTo>
                          <a:cubicBezTo>
                            <a:pt x="60667" y="57828"/>
                            <a:pt x="54333" y="56380"/>
                            <a:pt x="48000" y="57000"/>
                          </a:cubicBezTo>
                          <a:cubicBezTo>
                            <a:pt x="41667" y="57626"/>
                            <a:pt x="35333" y="56686"/>
                            <a:pt x="29000" y="57000"/>
                          </a:cubicBezTo>
                          <a:cubicBezTo>
                            <a:pt x="29025" y="55667"/>
                            <a:pt x="28872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Routed Inquiry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12533" y="525641"/>
                    <a:pt x="357947" y="527923"/>
                    <a:pt x="411480" y="522922"/>
                  </a:cubicBezTo>
                  <a:cubicBezTo>
                    <a:pt x="464736" y="529080"/>
                    <a:pt x="523363" y="536738"/>
                    <a:pt x="574357" y="522922"/>
                  </a:cubicBezTo>
                  <a:cubicBezTo>
                    <a:pt x="574058" y="534966"/>
                    <a:pt x="573713" y="544928"/>
                    <a:pt x="574357" y="557212"/>
                  </a:cubicBezTo>
                  <a:cubicBezTo>
                    <a:pt x="522565" y="550271"/>
                    <a:pt x="462663" y="536781"/>
                    <a:pt x="411480" y="557212"/>
                  </a:cubicBezTo>
                  <a:cubicBezTo>
                    <a:pt x="356822" y="569492"/>
                    <a:pt x="289028" y="567651"/>
                    <a:pt x="248602" y="557212"/>
                  </a:cubicBezTo>
                  <a:cubicBezTo>
                    <a:pt x="248010" y="543942"/>
                    <a:pt x="247641" y="53562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8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1748"/>
                            <a:pt x="41667" y="61750"/>
                            <a:pt x="48000" y="61000"/>
                          </a:cubicBezTo>
                          <a:cubicBezTo>
                            <a:pt x="54333" y="60584"/>
                            <a:pt x="60667" y="61466"/>
                            <a:pt x="67000" y="61000"/>
                          </a:cubicBezTo>
                          <a:cubicBezTo>
                            <a:pt x="67215" y="62333"/>
                            <a:pt x="67082" y="63667"/>
                            <a:pt x="67000" y="65000"/>
                          </a:cubicBezTo>
                          <a:cubicBezTo>
                            <a:pt x="60667" y="63937"/>
                            <a:pt x="54333" y="64027"/>
                            <a:pt x="48000" y="65000"/>
                          </a:cubicBezTo>
                          <a:cubicBezTo>
                            <a:pt x="41667" y="66133"/>
                            <a:pt x="35333" y="66023"/>
                            <a:pt x="29000" y="65000"/>
                          </a:cubicBezTo>
                          <a:cubicBezTo>
                            <a:pt x="28994" y="63667"/>
                            <a:pt x="28811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Routed Inquiry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304824" y="584309"/>
                    <a:pt x="348144" y="599484"/>
                    <a:pt x="411480" y="591502"/>
                  </a:cubicBezTo>
                  <a:cubicBezTo>
                    <a:pt x="469103" y="595587"/>
                    <a:pt x="531911" y="588571"/>
                    <a:pt x="574357" y="591502"/>
                  </a:cubicBezTo>
                  <a:cubicBezTo>
                    <a:pt x="576005" y="602188"/>
                    <a:pt x="573610" y="614715"/>
                    <a:pt x="574357" y="625792"/>
                  </a:cubicBezTo>
                  <a:cubicBezTo>
                    <a:pt x="529188" y="625624"/>
                    <a:pt x="468785" y="624502"/>
                    <a:pt x="411480" y="625792"/>
                  </a:cubicBezTo>
                  <a:cubicBezTo>
                    <a:pt x="343560" y="616715"/>
                    <a:pt x="307414" y="641980"/>
                    <a:pt x="248602" y="625792"/>
                  </a:cubicBezTo>
                  <a:cubicBezTo>
                    <a:pt x="247979" y="616490"/>
                    <a:pt x="247488" y="603171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70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8375"/>
                            <a:pt x="41667" y="69788"/>
                            <a:pt x="48000" y="69000"/>
                          </a:cubicBezTo>
                          <a:cubicBezTo>
                            <a:pt x="54333" y="69926"/>
                            <a:pt x="60667" y="68602"/>
                            <a:pt x="67000" y="69000"/>
                          </a:cubicBezTo>
                          <a:cubicBezTo>
                            <a:pt x="66822" y="70333"/>
                            <a:pt x="66862" y="71667"/>
                            <a:pt x="67000" y="73000"/>
                          </a:cubicBezTo>
                          <a:cubicBezTo>
                            <a:pt x="60667" y="72719"/>
                            <a:pt x="54333" y="72499"/>
                            <a:pt x="48000" y="73000"/>
                          </a:cubicBezTo>
                          <a:cubicBezTo>
                            <a:pt x="41667" y="72962"/>
                            <a:pt x="35333" y="73871"/>
                            <a:pt x="29000" y="73000"/>
                          </a:cubicBezTo>
                          <a:cubicBezTo>
                            <a:pt x="29034" y="71667"/>
                            <a:pt x="28882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Routed Inquiry</a:t>
            </a:r>
          </a:p>
        </p:txBody>
      </p:sp>
      <p:sp>
        <p:nvSpPr>
          <p:cNvPr id="110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inq-0005</a:t>
            </a:r>
          </a:p>
        </p:txBody>
      </p:sp>
      <p:cxnSp>
        <p:nvCxnSpPr>
          <p:cNvPr id="111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category: conditions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 park doc excerpt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sp>
        <p:nvSpPr>
          <p:cNvPr id="118" name="App line 0"/>
          <p:cNvSpPr txBox="1"/>
          <p:nvPr/>
        </p:nvSpPr>
        <p:spPr>
          <a:xfrm>
            <a:off x="4878638" y="3660922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policy lane:</a:t>
            </a:r>
          </a:p>
        </p:txBody>
      </p:sp>
      <p:sp>
        <p:nvSpPr>
          <p:cNvPr id="119" name="App line 1"/>
          <p:cNvSpPr txBox="1"/>
          <p:nvPr/>
        </p:nvSpPr>
        <p:spPr>
          <a:xfrm>
            <a:off x="4878638" y="3962674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draft → approve</a:t>
            </a:r>
          </a:p>
        </p:txBody>
      </p:sp>
      <p:grpSp>
        <p:nvGrpSpPr>
          <p:cNvPr id="120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21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5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llama3.2</a:t>
            </a:r>
          </a:p>
        </p:txBody>
      </p:sp>
      <p:cxnSp>
        <p:nvCxnSpPr>
          <p:cNvPr id="126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7" name="Request"/>
          <p:cNvSpPr txBox="1"/>
          <p:nvPr/>
        </p:nvSpPr>
        <p:spPr>
          <a:xfrm>
            <a:off x="6675120" y="19385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inquiry + excerpt</a:t>
            </a:r>
          </a:p>
        </p:txBody>
      </p:sp>
      <p:sp>
        <p:nvSpPr>
          <p:cNvPr id="128" name="Reply"/>
          <p:cNvSpPr txBox="1"/>
          <p:nvPr/>
        </p:nvSpPr>
        <p:spPr>
          <a:xfrm>
            <a:off x="7388352" y="306324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"Dear Visitor, the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footbridge… (§4.1)"</a:t>
            </a:r>
          </a:p>
        </p:txBody>
      </p:sp>
      <p:cxnSp>
        <p:nvCxnSpPr>
          <p:cNvPr id="129" name="App-LowRight"/>
          <p:cNvCxnSpPr/>
          <p:nvPr/>
        </p:nvCxnSpPr>
        <p:spPr>
          <a:xfrm>
            <a:off x="7440610" y="4118267"/>
            <a:ext cx="1640760" cy="721354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grpSp>
        <p:nvGrpSpPr>
          <p:cNvPr id="132" name="Ranger icon"/>
          <p:cNvGrpSpPr/>
          <p:nvPr/>
        </p:nvGrpSpPr>
        <p:grpSpPr>
          <a:xfrm>
            <a:off x="9170296" y="4460018"/>
            <a:ext cx="868680" cy="868680"/>
            <a:chOff x="0" y="0"/>
            <a:chExt cx="868680" cy="868680"/>
          </a:xfrm>
        </p:grpSpPr>
        <p:sp>
          <p:nvSpPr>
            <p:cNvPr id="133" name="Ranger icon backing"/>
            <p:cNvSpPr/>
            <p:nvPr/>
          </p:nvSpPr>
          <p:spPr>
            <a:xfrm>
              <a:off x="0" y="0"/>
              <a:ext cx="868680" cy="86868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18000" y="84000"/>
                  </a:moveTo>
                  <a:cubicBezTo>
                    <a:pt x="18000" y="64000"/>
                    <a:pt x="31000" y="52000"/>
                    <a:pt x="48000" y="52000"/>
                  </a:cubicBezTo>
                  <a:cubicBezTo>
                    <a:pt x="65000" y="52000"/>
                    <a:pt x="78000" y="64000"/>
                    <a:pt x="78000" y="84000"/>
                  </a:cubicBezTo>
                  <a:cubicBezTo>
                    <a:pt x="58000" y="84000"/>
                    <a:pt x="38000" y="84000"/>
                    <a:pt x="18000" y="84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Ranger icon 1"/>
            <p:cNvSpPr/>
            <p:nvPr/>
          </p:nvSpPr>
          <p:spPr>
            <a:xfrm>
              <a:off x="0" y="0"/>
              <a:ext cx="868680" cy="868680"/>
            </a:xfrm>
            <a:custGeom>
              <a:avLst/>
              <a:gdLst>
                <a:gd name="csX0" fmla="*/ 434340 w 868680"/>
                <a:gd name="csY0" fmla="*/ 126682 h 868680"/>
                <a:gd name="csX1" fmla="*/ 561022 w 868680"/>
                <a:gd name="csY1" fmla="*/ 253365 h 868680"/>
                <a:gd name="csX2" fmla="*/ 434340 w 868680"/>
                <a:gd name="csY2" fmla="*/ 380047 h 868680"/>
                <a:gd name="csX3" fmla="*/ 307657 w 868680"/>
                <a:gd name="csY3" fmla="*/ 253365 h 868680"/>
                <a:gd name="csX4" fmla="*/ 434340 w 868680"/>
                <a:gd name="csY4" fmla="*/ 126682 h 868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68680" h="868680" extrusionOk="0">
                  <a:moveTo>
                    <a:pt x="434340" y="126682"/>
                  </a:moveTo>
                  <a:cubicBezTo>
                    <a:pt x="493967" y="131506"/>
                    <a:pt x="560603" y="178608"/>
                    <a:pt x="561022" y="253365"/>
                  </a:cubicBezTo>
                  <a:cubicBezTo>
                    <a:pt x="570135" y="310004"/>
                    <a:pt x="507378" y="386845"/>
                    <a:pt x="434340" y="380047"/>
                  </a:cubicBezTo>
                  <a:cubicBezTo>
                    <a:pt x="369033" y="380441"/>
                    <a:pt x="288558" y="317187"/>
                    <a:pt x="307657" y="253365"/>
                  </a:cubicBezTo>
                  <a:cubicBezTo>
                    <a:pt x="301834" y="189736"/>
                    <a:pt x="377930" y="116597"/>
                    <a:pt x="434340" y="1266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14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48000" y="14000"/>
                          </a:moveTo>
                          <a:cubicBezTo>
                            <a:pt x="55567" y="14479"/>
                            <a:pt x="61827" y="20184"/>
                            <a:pt x="62000" y="28000"/>
                          </a:cubicBezTo>
                          <a:cubicBezTo>
                            <a:pt x="61657" y="35388"/>
                            <a:pt x="56211" y="42525"/>
                            <a:pt x="48000" y="42000"/>
                          </a:cubicBezTo>
                          <a:cubicBezTo>
                            <a:pt x="40773" y="41840"/>
                            <a:pt x="33538" y="35127"/>
                            <a:pt x="34000" y="28000"/>
                          </a:cubicBezTo>
                          <a:cubicBezTo>
                            <a:pt x="33566" y="20163"/>
                            <a:pt x="40688" y="13605"/>
                            <a:pt x="48000" y="14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Ranger icon 2"/>
            <p:cNvSpPr/>
            <p:nvPr/>
          </p:nvSpPr>
          <p:spPr>
            <a:xfrm>
              <a:off x="0" y="0"/>
              <a:ext cx="868680" cy="868680"/>
            </a:xfrm>
            <a:custGeom>
              <a:avLst/>
              <a:gdLst>
                <a:gd name="csX0" fmla="*/ 162877 w 868680"/>
                <a:gd name="csY0" fmla="*/ 760095 h 868680"/>
                <a:gd name="csX1" fmla="*/ 434340 w 868680"/>
                <a:gd name="csY1" fmla="*/ 470535 h 868680"/>
                <a:gd name="csX2" fmla="*/ 705802 w 868680"/>
                <a:gd name="csY2" fmla="*/ 760095 h 868680"/>
                <a:gd name="csX3" fmla="*/ 524827 w 868680"/>
                <a:gd name="csY3" fmla="*/ 760095 h 868680"/>
                <a:gd name="csX4" fmla="*/ 343852 w 868680"/>
                <a:gd name="csY4" fmla="*/ 760095 h 868680"/>
                <a:gd name="csX5" fmla="*/ 162877 w 868680"/>
                <a:gd name="csY5" fmla="*/ 760095 h 868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68680" h="868680" extrusionOk="0">
                  <a:moveTo>
                    <a:pt x="162877" y="760095"/>
                  </a:moveTo>
                  <a:cubicBezTo>
                    <a:pt x="188876" y="603773"/>
                    <a:pt x="264066" y="458869"/>
                    <a:pt x="434340" y="470535"/>
                  </a:cubicBezTo>
                  <a:cubicBezTo>
                    <a:pt x="583695" y="427176"/>
                    <a:pt x="734470" y="554428"/>
                    <a:pt x="705802" y="760095"/>
                  </a:cubicBezTo>
                  <a:cubicBezTo>
                    <a:pt x="639407" y="763282"/>
                    <a:pt x="583504" y="758930"/>
                    <a:pt x="524827" y="760095"/>
                  </a:cubicBezTo>
                  <a:cubicBezTo>
                    <a:pt x="466705" y="784107"/>
                    <a:pt x="400881" y="755507"/>
                    <a:pt x="343852" y="760095"/>
                  </a:cubicBezTo>
                  <a:cubicBezTo>
                    <a:pt x="292454" y="758492"/>
                    <a:pt x="223658" y="780204"/>
                    <a:pt x="162877" y="760095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33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18000" y="84000"/>
                          </a:moveTo>
                          <a:cubicBezTo>
                            <a:pt x="18481" y="64163"/>
                            <a:pt x="31574" y="51433"/>
                            <a:pt x="48000" y="52000"/>
                          </a:cubicBezTo>
                          <a:cubicBezTo>
                            <a:pt x="65125" y="51762"/>
                            <a:pt x="78191" y="63679"/>
                            <a:pt x="78000" y="84000"/>
                          </a:cubicBezTo>
                          <a:cubicBezTo>
                            <a:pt x="71333" y="83970"/>
                            <a:pt x="64667" y="83855"/>
                            <a:pt x="58000" y="84000"/>
                          </a:cubicBezTo>
                          <a:cubicBezTo>
                            <a:pt x="51333" y="85004"/>
                            <a:pt x="44667" y="83429"/>
                            <a:pt x="38000" y="84000"/>
                          </a:cubicBezTo>
                          <a:cubicBezTo>
                            <a:pt x="31333" y="83426"/>
                            <a:pt x="24667" y="85039"/>
                            <a:pt x="18000" y="84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4" name="Ranger label"/>
          <p:cNvSpPr txBox="1"/>
          <p:nvPr/>
        </p:nvSpPr>
        <p:spPr>
          <a:xfrm>
            <a:off x="8621656" y="5346986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Ranger</a:t>
            </a:r>
          </a:p>
        </p:txBody>
      </p:sp>
      <p:sp>
        <p:nvSpPr>
          <p:cNvPr id="135" name="Decisions"/>
          <p:cNvSpPr txBox="1"/>
          <p:nvPr/>
        </p:nvSpPr>
        <p:spPr>
          <a:xfrm>
            <a:off x="8353545" y="571274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approve · edit · reject</a:t>
            </a:r>
          </a:p>
        </p:txBody>
      </p:sp>
      <p:cxnSp>
        <p:nvCxnSpPr>
          <p:cNvPr id="136" name="App-BottomLeft"/>
          <p:cNvCxnSpPr/>
          <p:nvPr/>
        </p:nvCxnSpPr>
        <p:spPr>
          <a:xfrm flipH="1">
            <a:off x="2624328" y="4611021"/>
            <a:ext cx="2162870" cy="783939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grpSp>
        <p:nvGrpSpPr>
          <p:cNvPr id="143" name="Outbox icon"/>
          <p:cNvGrpSpPr/>
          <p:nvPr/>
        </p:nvGrpSpPr>
        <p:grpSpPr>
          <a:xfrm>
            <a:off x="1874520" y="5074920"/>
            <a:ext cx="640080" cy="640080"/>
            <a:chOff x="0" y="0"/>
            <a:chExt cx="640080" cy="640080"/>
          </a:xfrm>
        </p:grpSpPr>
        <p:sp>
          <p:nvSpPr>
            <p:cNvPr id="144" name="Outbox icon backing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Outbox icon 1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53352 w 640080"/>
                <a:gd name="csY0" fmla="*/ 546735 h 640080"/>
                <a:gd name="csX1" fmla="*/ 153352 w 640080"/>
                <a:gd name="csY1" fmla="*/ 433387 h 640080"/>
                <a:gd name="csX2" fmla="*/ 153352 w 640080"/>
                <a:gd name="csY2" fmla="*/ 320040 h 640080"/>
                <a:gd name="csX3" fmla="*/ 153352 w 640080"/>
                <a:gd name="csY3" fmla="*/ 206692 h 640080"/>
                <a:gd name="csX4" fmla="*/ 153352 w 640080"/>
                <a:gd name="csY4" fmla="*/ 93345 h 640080"/>
                <a:gd name="csX5" fmla="*/ 320040 w 640080"/>
                <a:gd name="csY5" fmla="*/ 93345 h 640080"/>
                <a:gd name="csX6" fmla="*/ 320040 w 640080"/>
                <a:gd name="csY6" fmla="*/ 233362 h 640080"/>
                <a:gd name="csX7" fmla="*/ 486727 w 640080"/>
                <a:gd name="csY7" fmla="*/ 233362 h 640080"/>
                <a:gd name="csX8" fmla="*/ 486727 w 640080"/>
                <a:gd name="csY8" fmla="*/ 390048 h 640080"/>
                <a:gd name="csX9" fmla="*/ 486727 w 640080"/>
                <a:gd name="csY9" fmla="*/ 546735 h 640080"/>
                <a:gd name="csX10" fmla="*/ 375600 w 640080"/>
                <a:gd name="csY10" fmla="*/ 546735 h 640080"/>
                <a:gd name="csX11" fmla="*/ 264479 w 640080"/>
                <a:gd name="csY11" fmla="*/ 546735 h 640080"/>
                <a:gd name="csX12" fmla="*/ 153352 w 640080"/>
                <a:gd name="csY12" fmla="*/ 546735 h 640080"/>
                <a:gd name="csX13" fmla="*/ 360045 w 640080"/>
                <a:gd name="csY13" fmla="*/ 110013 h 640080"/>
                <a:gd name="csX14" fmla="*/ 443388 w 640080"/>
                <a:gd name="csY14" fmla="*/ 193357 h 640080"/>
                <a:gd name="csX15" fmla="*/ 360045 w 640080"/>
                <a:gd name="csY15" fmla="*/ 193357 h 640080"/>
                <a:gd name="csX16" fmla="*/ 360045 w 640080"/>
                <a:gd name="csY16" fmla="*/ 110013 h 640080"/>
                <a:gd name="csX17" fmla="*/ 360045 w 640080"/>
                <a:gd name="csY17" fmla="*/ 53340 h 640080"/>
                <a:gd name="csX18" fmla="*/ 236696 w 640080"/>
                <a:gd name="csY18" fmla="*/ 53340 h 640080"/>
                <a:gd name="csX19" fmla="*/ 113347 w 640080"/>
                <a:gd name="csY19" fmla="*/ 53340 h 640080"/>
                <a:gd name="csX20" fmla="*/ 113347 w 640080"/>
                <a:gd name="csY20" fmla="*/ 186690 h 640080"/>
                <a:gd name="csX21" fmla="*/ 113347 w 640080"/>
                <a:gd name="csY21" fmla="*/ 320040 h 640080"/>
                <a:gd name="csX22" fmla="*/ 113347 w 640080"/>
                <a:gd name="csY22" fmla="*/ 453390 h 640080"/>
                <a:gd name="csX23" fmla="*/ 113347 w 640080"/>
                <a:gd name="csY23" fmla="*/ 586740 h 640080"/>
                <a:gd name="csX24" fmla="*/ 251144 w 640080"/>
                <a:gd name="csY24" fmla="*/ 586740 h 640080"/>
                <a:gd name="csX25" fmla="*/ 388935 w 640080"/>
                <a:gd name="csY25" fmla="*/ 586740 h 640080"/>
                <a:gd name="csX26" fmla="*/ 526732 w 640080"/>
                <a:gd name="csY26" fmla="*/ 586740 h 640080"/>
                <a:gd name="csX27" fmla="*/ 526732 w 640080"/>
                <a:gd name="csY27" fmla="*/ 457837 h 640080"/>
                <a:gd name="csX28" fmla="*/ 526732 w 640080"/>
                <a:gd name="csY28" fmla="*/ 328927 h 640080"/>
                <a:gd name="csX29" fmla="*/ 526732 w 640080"/>
                <a:gd name="csY29" fmla="*/ 200025 h 640080"/>
                <a:gd name="csX30" fmla="*/ 443388 w 640080"/>
                <a:gd name="csY30" fmla="*/ 126682 h 640080"/>
                <a:gd name="csX31" fmla="*/ 360045 w 640080"/>
                <a:gd name="csY31" fmla="*/ 53340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640080" h="640080" extrusionOk="0">
                  <a:moveTo>
                    <a:pt x="153352" y="546735"/>
                  </a:moveTo>
                  <a:cubicBezTo>
                    <a:pt x="155914" y="516385"/>
                    <a:pt x="155522" y="470211"/>
                    <a:pt x="153352" y="433387"/>
                  </a:cubicBezTo>
                  <a:cubicBezTo>
                    <a:pt x="162437" y="395521"/>
                    <a:pt x="156134" y="359426"/>
                    <a:pt x="153352" y="320040"/>
                  </a:cubicBezTo>
                  <a:cubicBezTo>
                    <a:pt x="165952" y="283079"/>
                    <a:pt x="157191" y="245841"/>
                    <a:pt x="153352" y="206692"/>
                  </a:cubicBezTo>
                  <a:cubicBezTo>
                    <a:pt x="153603" y="171813"/>
                    <a:pt x="146831" y="133627"/>
                    <a:pt x="153352" y="93345"/>
                  </a:cubicBezTo>
                  <a:cubicBezTo>
                    <a:pt x="201810" y="90412"/>
                    <a:pt x="265049" y="98477"/>
                    <a:pt x="320040" y="93345"/>
                  </a:cubicBezTo>
                  <a:cubicBezTo>
                    <a:pt x="306291" y="140783"/>
                    <a:pt x="316719" y="184834"/>
                    <a:pt x="320040" y="233362"/>
                  </a:cubicBezTo>
                  <a:cubicBezTo>
                    <a:pt x="373323" y="233940"/>
                    <a:pt x="435334" y="221715"/>
                    <a:pt x="486727" y="233362"/>
                  </a:cubicBezTo>
                  <a:cubicBezTo>
                    <a:pt x="475804" y="291923"/>
                    <a:pt x="491943" y="344768"/>
                    <a:pt x="486727" y="390048"/>
                  </a:cubicBezTo>
                  <a:cubicBezTo>
                    <a:pt x="488963" y="434261"/>
                    <a:pt x="495991" y="498857"/>
                    <a:pt x="486727" y="546735"/>
                  </a:cubicBezTo>
                  <a:cubicBezTo>
                    <a:pt x="455258" y="535596"/>
                    <a:pt x="416049" y="543474"/>
                    <a:pt x="375600" y="546735"/>
                  </a:cubicBezTo>
                  <a:cubicBezTo>
                    <a:pt x="338210" y="548185"/>
                    <a:pt x="303020" y="543235"/>
                    <a:pt x="264479" y="546735"/>
                  </a:cubicBezTo>
                  <a:cubicBezTo>
                    <a:pt x="228473" y="554938"/>
                    <a:pt x="198317" y="550468"/>
                    <a:pt x="153352" y="546735"/>
                  </a:cubicBezTo>
                  <a:close/>
                  <a:moveTo>
                    <a:pt x="360045" y="110013"/>
                  </a:moveTo>
                  <a:cubicBezTo>
                    <a:pt x="381363" y="135868"/>
                    <a:pt x="414621" y="174621"/>
                    <a:pt x="443388" y="193357"/>
                  </a:cubicBezTo>
                  <a:cubicBezTo>
                    <a:pt x="416137" y="192671"/>
                    <a:pt x="386798" y="187924"/>
                    <a:pt x="360045" y="193357"/>
                  </a:cubicBezTo>
                  <a:cubicBezTo>
                    <a:pt x="350585" y="162497"/>
                    <a:pt x="354564" y="138142"/>
                    <a:pt x="360045" y="110013"/>
                  </a:cubicBezTo>
                  <a:close/>
                  <a:moveTo>
                    <a:pt x="360045" y="53340"/>
                  </a:moveTo>
                  <a:cubicBezTo>
                    <a:pt x="319819" y="48797"/>
                    <a:pt x="284370" y="56690"/>
                    <a:pt x="236696" y="53340"/>
                  </a:cubicBezTo>
                  <a:cubicBezTo>
                    <a:pt x="193070" y="64190"/>
                    <a:pt x="158281" y="62627"/>
                    <a:pt x="113347" y="53340"/>
                  </a:cubicBezTo>
                  <a:cubicBezTo>
                    <a:pt x="115608" y="95826"/>
                    <a:pt x="100089" y="148337"/>
                    <a:pt x="113347" y="186690"/>
                  </a:cubicBezTo>
                  <a:cubicBezTo>
                    <a:pt x="100547" y="225479"/>
                    <a:pt x="102823" y="274440"/>
                    <a:pt x="113347" y="320040"/>
                  </a:cubicBezTo>
                  <a:cubicBezTo>
                    <a:pt x="116414" y="359227"/>
                    <a:pt x="103401" y="408113"/>
                    <a:pt x="113347" y="453390"/>
                  </a:cubicBezTo>
                  <a:cubicBezTo>
                    <a:pt x="98994" y="490847"/>
                    <a:pt x="106412" y="538715"/>
                    <a:pt x="113347" y="586740"/>
                  </a:cubicBezTo>
                  <a:cubicBezTo>
                    <a:pt x="163289" y="587955"/>
                    <a:pt x="209254" y="588763"/>
                    <a:pt x="251144" y="586740"/>
                  </a:cubicBezTo>
                  <a:cubicBezTo>
                    <a:pt x="303361" y="574149"/>
                    <a:pt x="333879" y="586038"/>
                    <a:pt x="388935" y="586740"/>
                  </a:cubicBezTo>
                  <a:cubicBezTo>
                    <a:pt x="432612" y="579789"/>
                    <a:pt x="476143" y="591324"/>
                    <a:pt x="526732" y="586740"/>
                  </a:cubicBezTo>
                  <a:cubicBezTo>
                    <a:pt x="532619" y="545083"/>
                    <a:pt x="514452" y="507057"/>
                    <a:pt x="526732" y="457837"/>
                  </a:cubicBezTo>
                  <a:cubicBezTo>
                    <a:pt x="520766" y="419009"/>
                    <a:pt x="529768" y="374919"/>
                    <a:pt x="526732" y="328927"/>
                  </a:cubicBezTo>
                  <a:cubicBezTo>
                    <a:pt x="520329" y="278891"/>
                    <a:pt x="524779" y="247656"/>
                    <a:pt x="526732" y="200025"/>
                  </a:cubicBezTo>
                  <a:cubicBezTo>
                    <a:pt x="499523" y="177474"/>
                    <a:pt x="474913" y="152282"/>
                    <a:pt x="443388" y="126682"/>
                  </a:cubicBezTo>
                  <a:cubicBezTo>
                    <a:pt x="413281" y="111345"/>
                    <a:pt x="386977" y="85318"/>
                    <a:pt x="360045" y="5334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1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2177" y="76333"/>
                            <a:pt x="23307" y="70667"/>
                            <a:pt x="23000" y="65000"/>
                          </a:cubicBezTo>
                          <a:cubicBezTo>
                            <a:pt x="23422" y="59333"/>
                            <a:pt x="23155" y="53667"/>
                            <a:pt x="23000" y="48000"/>
                          </a:cubicBezTo>
                          <a:cubicBezTo>
                            <a:pt x="23265" y="42333"/>
                            <a:pt x="23345" y="36667"/>
                            <a:pt x="23000" y="31000"/>
                          </a:cubicBezTo>
                          <a:cubicBezTo>
                            <a:pt x="22654" y="25333"/>
                            <a:pt x="22619" y="19667"/>
                            <a:pt x="23000" y="14000"/>
                          </a:cubicBezTo>
                          <a:cubicBezTo>
                            <a:pt x="31333" y="13805"/>
                            <a:pt x="39667" y="14950"/>
                            <a:pt x="48000" y="14000"/>
                          </a:cubicBezTo>
                          <a:cubicBezTo>
                            <a:pt x="47005" y="21000"/>
                            <a:pt x="48328" y="28000"/>
                            <a:pt x="48000" y="35000"/>
                          </a:cubicBezTo>
                          <a:cubicBezTo>
                            <a:pt x="56333" y="34838"/>
                            <a:pt x="64667" y="34402"/>
                            <a:pt x="73000" y="35000"/>
                          </a:cubicBezTo>
                          <a:cubicBezTo>
                            <a:pt x="72135" y="42833"/>
                            <a:pt x="72350" y="50667"/>
                            <a:pt x="73000" y="58500"/>
                          </a:cubicBezTo>
                          <a:cubicBezTo>
                            <a:pt x="73696" y="66333"/>
                            <a:pt x="73191" y="74167"/>
                            <a:pt x="73000" y="82000"/>
                          </a:cubicBezTo>
                          <a:cubicBezTo>
                            <a:pt x="67444" y="81703"/>
                            <a:pt x="61889" y="82008"/>
                            <a:pt x="56333" y="82000"/>
                          </a:cubicBezTo>
                          <a:cubicBezTo>
                            <a:pt x="50778" y="82104"/>
                            <a:pt x="45222" y="81543"/>
                            <a:pt x="39667" y="82000"/>
                          </a:cubicBezTo>
                          <a:cubicBezTo>
                            <a:pt x="34111" y="82512"/>
                            <a:pt x="28556" y="82479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8029" y="20804"/>
                            <a:pt x="62381" y="24785"/>
                            <a:pt x="66500" y="29000"/>
                          </a:cubicBezTo>
                          <a:cubicBezTo>
                            <a:pt x="62333" y="29000"/>
                            <a:pt x="58167" y="28659"/>
                            <a:pt x="54000" y="29000"/>
                          </a:cubicBezTo>
                          <a:cubicBezTo>
                            <a:pt x="53746" y="24833"/>
                            <a:pt x="53295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7240"/>
                            <a:pt x="41667" y="7296"/>
                            <a:pt x="35500" y="8000"/>
                          </a:cubicBezTo>
                          <a:cubicBezTo>
                            <a:pt x="29333" y="9081"/>
                            <a:pt x="23167" y="8960"/>
                            <a:pt x="17000" y="8000"/>
                          </a:cubicBezTo>
                          <a:cubicBezTo>
                            <a:pt x="17557" y="14667"/>
                            <a:pt x="16179" y="21333"/>
                            <a:pt x="17000" y="28000"/>
                          </a:cubicBezTo>
                          <a:cubicBezTo>
                            <a:pt x="15970" y="34667"/>
                            <a:pt x="16475" y="41333"/>
                            <a:pt x="17000" y="48000"/>
                          </a:cubicBezTo>
                          <a:cubicBezTo>
                            <a:pt x="16160" y="54667"/>
                            <a:pt x="16893" y="61333"/>
                            <a:pt x="17000" y="68000"/>
                          </a:cubicBezTo>
                          <a:cubicBezTo>
                            <a:pt x="16434" y="74667"/>
                            <a:pt x="16869" y="81333"/>
                            <a:pt x="17000" y="88000"/>
                          </a:cubicBezTo>
                          <a:cubicBezTo>
                            <a:pt x="23889" y="87318"/>
                            <a:pt x="30778" y="87295"/>
                            <a:pt x="37667" y="88000"/>
                          </a:cubicBezTo>
                          <a:cubicBezTo>
                            <a:pt x="44556" y="87915"/>
                            <a:pt x="51444" y="89122"/>
                            <a:pt x="58333" y="88000"/>
                          </a:cubicBezTo>
                          <a:cubicBezTo>
                            <a:pt x="65222" y="87051"/>
                            <a:pt x="72111" y="87682"/>
                            <a:pt x="79000" y="88000"/>
                          </a:cubicBezTo>
                          <a:cubicBezTo>
                            <a:pt x="79760" y="81556"/>
                            <a:pt x="78029" y="75111"/>
                            <a:pt x="79000" y="68667"/>
                          </a:cubicBezTo>
                          <a:cubicBezTo>
                            <a:pt x="78630" y="62222"/>
                            <a:pt x="79026" y="55778"/>
                            <a:pt x="79000" y="49333"/>
                          </a:cubicBezTo>
                          <a:cubicBezTo>
                            <a:pt x="78286" y="42889"/>
                            <a:pt x="78939" y="36444"/>
                            <a:pt x="79000" y="30000"/>
                          </a:cubicBezTo>
                          <a:cubicBezTo>
                            <a:pt x="74369" y="26862"/>
                            <a:pt x="70265" y="23123"/>
                            <a:pt x="66500" y="19000"/>
                          </a:cubicBezTo>
                          <a:cubicBezTo>
                            <a:pt x="61896" y="15831"/>
                            <a:pt x="58512" y="11274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Outbox icon 2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300037 h 640080"/>
                <a:gd name="csX1" fmla="*/ 320040 w 640080"/>
                <a:gd name="csY1" fmla="*/ 300037 h 640080"/>
                <a:gd name="csX2" fmla="*/ 446722 w 640080"/>
                <a:gd name="csY2" fmla="*/ 300037 h 640080"/>
                <a:gd name="csX3" fmla="*/ 446722 w 640080"/>
                <a:gd name="csY3" fmla="*/ 326707 h 640080"/>
                <a:gd name="csX4" fmla="*/ 320040 w 640080"/>
                <a:gd name="csY4" fmla="*/ 326707 h 640080"/>
                <a:gd name="csX5" fmla="*/ 193357 w 640080"/>
                <a:gd name="csY5" fmla="*/ 326707 h 640080"/>
                <a:gd name="csX6" fmla="*/ 193357 w 640080"/>
                <a:gd name="csY6" fmla="*/ 300037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40080" h="640080" extrusionOk="0">
                  <a:moveTo>
                    <a:pt x="193357" y="300037"/>
                  </a:moveTo>
                  <a:cubicBezTo>
                    <a:pt x="235604" y="298081"/>
                    <a:pt x="281646" y="294889"/>
                    <a:pt x="320040" y="300037"/>
                  </a:cubicBezTo>
                  <a:cubicBezTo>
                    <a:pt x="369215" y="311657"/>
                    <a:pt x="400725" y="306779"/>
                    <a:pt x="446722" y="300037"/>
                  </a:cubicBezTo>
                  <a:cubicBezTo>
                    <a:pt x="444726" y="307755"/>
                    <a:pt x="446676" y="318296"/>
                    <a:pt x="446722" y="326707"/>
                  </a:cubicBezTo>
                  <a:cubicBezTo>
                    <a:pt x="405000" y="326272"/>
                    <a:pt x="358975" y="324296"/>
                    <a:pt x="320040" y="326707"/>
                  </a:cubicBezTo>
                  <a:cubicBezTo>
                    <a:pt x="277838" y="326211"/>
                    <a:pt x="236545" y="324647"/>
                    <a:pt x="193357" y="326707"/>
                  </a:cubicBezTo>
                  <a:cubicBezTo>
                    <a:pt x="192264" y="319489"/>
                    <a:pt x="192776" y="306389"/>
                    <a:pt x="193357" y="300037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34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4410"/>
                            <a:pt x="41667" y="45754"/>
                            <a:pt x="48000" y="45000"/>
                          </a:cubicBezTo>
                          <a:cubicBezTo>
                            <a:pt x="54333" y="45159"/>
                            <a:pt x="60667" y="45996"/>
                            <a:pt x="67000" y="45000"/>
                          </a:cubicBezTo>
                          <a:cubicBezTo>
                            <a:pt x="66764" y="46333"/>
                            <a:pt x="66824" y="47667"/>
                            <a:pt x="67000" y="49000"/>
                          </a:cubicBezTo>
                          <a:cubicBezTo>
                            <a:pt x="60667" y="48690"/>
                            <a:pt x="54333" y="48540"/>
                            <a:pt x="48000" y="49000"/>
                          </a:cubicBezTo>
                          <a:cubicBezTo>
                            <a:pt x="41667" y="48375"/>
                            <a:pt x="35333" y="49153"/>
                            <a:pt x="29000" y="49000"/>
                          </a:cubicBezTo>
                          <a:cubicBezTo>
                            <a:pt x="28974" y="47667"/>
                            <a:pt x="28896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Outbox icon 3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246697 h 640080"/>
                <a:gd name="csX1" fmla="*/ 280035 w 640080"/>
                <a:gd name="csY1" fmla="*/ 246697 h 640080"/>
                <a:gd name="csX2" fmla="*/ 280035 w 640080"/>
                <a:gd name="csY2" fmla="*/ 273367 h 640080"/>
                <a:gd name="csX3" fmla="*/ 193357 w 640080"/>
                <a:gd name="csY3" fmla="*/ 273367 h 640080"/>
                <a:gd name="csX4" fmla="*/ 193357 w 640080"/>
                <a:gd name="csY4" fmla="*/ 246697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40080" h="640080" extrusionOk="0">
                  <a:moveTo>
                    <a:pt x="193357" y="246697"/>
                  </a:moveTo>
                  <a:cubicBezTo>
                    <a:pt x="220700" y="250123"/>
                    <a:pt x="251600" y="250364"/>
                    <a:pt x="280035" y="246697"/>
                  </a:cubicBezTo>
                  <a:cubicBezTo>
                    <a:pt x="278404" y="254282"/>
                    <a:pt x="280592" y="264951"/>
                    <a:pt x="280035" y="273367"/>
                  </a:cubicBezTo>
                  <a:cubicBezTo>
                    <a:pt x="255130" y="279191"/>
                    <a:pt x="220208" y="269809"/>
                    <a:pt x="193357" y="273367"/>
                  </a:cubicBezTo>
                  <a:cubicBezTo>
                    <a:pt x="191932" y="264855"/>
                    <a:pt x="192410" y="255841"/>
                    <a:pt x="193357" y="246697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953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972"/>
                            <a:pt x="37667" y="37649"/>
                            <a:pt x="42000" y="37000"/>
                          </a:cubicBezTo>
                          <a:cubicBezTo>
                            <a:pt x="41815" y="38333"/>
                            <a:pt x="42065" y="39667"/>
                            <a:pt x="42000" y="41000"/>
                          </a:cubicBezTo>
                          <a:cubicBezTo>
                            <a:pt x="37667" y="41380"/>
                            <a:pt x="33333" y="40607"/>
                            <a:pt x="29000" y="41000"/>
                          </a:cubicBezTo>
                          <a:cubicBezTo>
                            <a:pt x="28862" y="39667"/>
                            <a:pt x="29140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Outbox icon 4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353377 h 640080"/>
                <a:gd name="csX1" fmla="*/ 320040 w 640080"/>
                <a:gd name="csY1" fmla="*/ 353377 h 640080"/>
                <a:gd name="csX2" fmla="*/ 446722 w 640080"/>
                <a:gd name="csY2" fmla="*/ 353377 h 640080"/>
                <a:gd name="csX3" fmla="*/ 446722 w 640080"/>
                <a:gd name="csY3" fmla="*/ 380047 h 640080"/>
                <a:gd name="csX4" fmla="*/ 320040 w 640080"/>
                <a:gd name="csY4" fmla="*/ 380047 h 640080"/>
                <a:gd name="csX5" fmla="*/ 193357 w 640080"/>
                <a:gd name="csY5" fmla="*/ 380047 h 640080"/>
                <a:gd name="csX6" fmla="*/ 193357 w 640080"/>
                <a:gd name="csY6" fmla="*/ 353377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40080" h="640080" extrusionOk="0">
                  <a:moveTo>
                    <a:pt x="193357" y="353377"/>
                  </a:moveTo>
                  <a:cubicBezTo>
                    <a:pt x="228826" y="358649"/>
                    <a:pt x="287970" y="343726"/>
                    <a:pt x="320040" y="353377"/>
                  </a:cubicBezTo>
                  <a:cubicBezTo>
                    <a:pt x="366389" y="350540"/>
                    <a:pt x="403500" y="352717"/>
                    <a:pt x="446722" y="353377"/>
                  </a:cubicBezTo>
                  <a:cubicBezTo>
                    <a:pt x="446702" y="362112"/>
                    <a:pt x="447620" y="371297"/>
                    <a:pt x="446722" y="380047"/>
                  </a:cubicBezTo>
                  <a:cubicBezTo>
                    <a:pt x="406457" y="376472"/>
                    <a:pt x="367158" y="367512"/>
                    <a:pt x="320040" y="380047"/>
                  </a:cubicBezTo>
                  <a:cubicBezTo>
                    <a:pt x="277080" y="384826"/>
                    <a:pt x="235294" y="374432"/>
                    <a:pt x="193357" y="380047"/>
                  </a:cubicBezTo>
                  <a:cubicBezTo>
                    <a:pt x="192896" y="370841"/>
                    <a:pt x="192206" y="364736"/>
                    <a:pt x="193357" y="353377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72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2561"/>
                            <a:pt x="41667" y="52504"/>
                            <a:pt x="48000" y="53000"/>
                          </a:cubicBezTo>
                          <a:cubicBezTo>
                            <a:pt x="54333" y="53417"/>
                            <a:pt x="60667" y="52781"/>
                            <a:pt x="67000" y="53000"/>
                          </a:cubicBezTo>
                          <a:cubicBezTo>
                            <a:pt x="66966" y="54333"/>
                            <a:pt x="67093" y="55667"/>
                            <a:pt x="67000" y="57000"/>
                          </a:cubicBezTo>
                          <a:cubicBezTo>
                            <a:pt x="60667" y="56372"/>
                            <a:pt x="54333" y="55940"/>
                            <a:pt x="48000" y="57000"/>
                          </a:cubicBezTo>
                          <a:cubicBezTo>
                            <a:pt x="41667" y="57154"/>
                            <a:pt x="35333" y="56012"/>
                            <a:pt x="29000" y="57000"/>
                          </a:cubicBezTo>
                          <a:cubicBezTo>
                            <a:pt x="28818" y="55667"/>
                            <a:pt x="28891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Outbox icon 5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406717 h 640080"/>
                <a:gd name="csX1" fmla="*/ 320040 w 640080"/>
                <a:gd name="csY1" fmla="*/ 406717 h 640080"/>
                <a:gd name="csX2" fmla="*/ 446722 w 640080"/>
                <a:gd name="csY2" fmla="*/ 406717 h 640080"/>
                <a:gd name="csX3" fmla="*/ 446722 w 640080"/>
                <a:gd name="csY3" fmla="*/ 433387 h 640080"/>
                <a:gd name="csX4" fmla="*/ 320040 w 640080"/>
                <a:gd name="csY4" fmla="*/ 433387 h 640080"/>
                <a:gd name="csX5" fmla="*/ 193357 w 640080"/>
                <a:gd name="csY5" fmla="*/ 433387 h 640080"/>
                <a:gd name="csX6" fmla="*/ 193357 w 640080"/>
                <a:gd name="csY6" fmla="*/ 406717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40080" h="640080" extrusionOk="0">
                  <a:moveTo>
                    <a:pt x="193357" y="406717"/>
                  </a:moveTo>
                  <a:cubicBezTo>
                    <a:pt x="237406" y="407605"/>
                    <a:pt x="274192" y="414809"/>
                    <a:pt x="320040" y="406717"/>
                  </a:cubicBezTo>
                  <a:cubicBezTo>
                    <a:pt x="358872" y="408524"/>
                    <a:pt x="409646" y="404801"/>
                    <a:pt x="446722" y="406717"/>
                  </a:cubicBezTo>
                  <a:cubicBezTo>
                    <a:pt x="447699" y="417440"/>
                    <a:pt x="444539" y="425483"/>
                    <a:pt x="446722" y="433387"/>
                  </a:cubicBezTo>
                  <a:cubicBezTo>
                    <a:pt x="408613" y="425113"/>
                    <a:pt x="362924" y="421105"/>
                    <a:pt x="320040" y="433387"/>
                  </a:cubicBezTo>
                  <a:cubicBezTo>
                    <a:pt x="270932" y="430648"/>
                    <a:pt x="227364" y="435723"/>
                    <a:pt x="193357" y="433387"/>
                  </a:cubicBezTo>
                  <a:cubicBezTo>
                    <a:pt x="195814" y="425207"/>
                    <a:pt x="193043" y="414712"/>
                    <a:pt x="193357" y="406717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91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1279"/>
                            <a:pt x="41667" y="61779"/>
                            <a:pt x="48000" y="61000"/>
                          </a:cubicBezTo>
                          <a:cubicBezTo>
                            <a:pt x="54333" y="61809"/>
                            <a:pt x="60667" y="61584"/>
                            <a:pt x="67000" y="61000"/>
                          </a:cubicBezTo>
                          <a:cubicBezTo>
                            <a:pt x="67176" y="62333"/>
                            <a:pt x="66772" y="63667"/>
                            <a:pt x="67000" y="65000"/>
                          </a:cubicBezTo>
                          <a:cubicBezTo>
                            <a:pt x="60667" y="64265"/>
                            <a:pt x="54333" y="63982"/>
                            <a:pt x="48000" y="65000"/>
                          </a:cubicBezTo>
                          <a:cubicBezTo>
                            <a:pt x="41667" y="64415"/>
                            <a:pt x="35333" y="65773"/>
                            <a:pt x="29000" y="65000"/>
                          </a:cubicBezTo>
                          <a:cubicBezTo>
                            <a:pt x="28994" y="63667"/>
                            <a:pt x="29224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Outbox icon 6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460057 h 640080"/>
                <a:gd name="csX1" fmla="*/ 320040 w 640080"/>
                <a:gd name="csY1" fmla="*/ 460057 h 640080"/>
                <a:gd name="csX2" fmla="*/ 446722 w 640080"/>
                <a:gd name="csY2" fmla="*/ 460057 h 640080"/>
                <a:gd name="csX3" fmla="*/ 446722 w 640080"/>
                <a:gd name="csY3" fmla="*/ 486727 h 640080"/>
                <a:gd name="csX4" fmla="*/ 320040 w 640080"/>
                <a:gd name="csY4" fmla="*/ 486727 h 640080"/>
                <a:gd name="csX5" fmla="*/ 193357 w 640080"/>
                <a:gd name="csY5" fmla="*/ 486727 h 640080"/>
                <a:gd name="csX6" fmla="*/ 193357 w 640080"/>
                <a:gd name="csY6" fmla="*/ 460057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40080" h="640080" extrusionOk="0">
                  <a:moveTo>
                    <a:pt x="193357" y="460057"/>
                  </a:moveTo>
                  <a:cubicBezTo>
                    <a:pt x="236549" y="454763"/>
                    <a:pt x="274941" y="469666"/>
                    <a:pt x="320040" y="460057"/>
                  </a:cubicBezTo>
                  <a:cubicBezTo>
                    <a:pt x="360898" y="465116"/>
                    <a:pt x="409985" y="450171"/>
                    <a:pt x="446722" y="460057"/>
                  </a:cubicBezTo>
                  <a:cubicBezTo>
                    <a:pt x="445280" y="468102"/>
                    <a:pt x="449132" y="476866"/>
                    <a:pt x="446722" y="486727"/>
                  </a:cubicBezTo>
                  <a:cubicBezTo>
                    <a:pt x="407256" y="468896"/>
                    <a:pt x="371063" y="474727"/>
                    <a:pt x="320040" y="486727"/>
                  </a:cubicBezTo>
                  <a:cubicBezTo>
                    <a:pt x="270335" y="493507"/>
                    <a:pt x="227059" y="476914"/>
                    <a:pt x="193357" y="486727"/>
                  </a:cubicBezTo>
                  <a:cubicBezTo>
                    <a:pt x="195819" y="477314"/>
                    <a:pt x="193682" y="471466"/>
                    <a:pt x="193357" y="460057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71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8979"/>
                            <a:pt x="41667" y="68969"/>
                            <a:pt x="48000" y="69000"/>
                          </a:cubicBezTo>
                          <a:cubicBezTo>
                            <a:pt x="54333" y="68426"/>
                            <a:pt x="60667" y="68525"/>
                            <a:pt x="67000" y="69000"/>
                          </a:cubicBezTo>
                          <a:cubicBezTo>
                            <a:pt x="66858" y="70333"/>
                            <a:pt x="67208" y="71667"/>
                            <a:pt x="67000" y="73000"/>
                          </a:cubicBezTo>
                          <a:cubicBezTo>
                            <a:pt x="60667" y="72073"/>
                            <a:pt x="54333" y="72251"/>
                            <a:pt x="48000" y="73000"/>
                          </a:cubicBezTo>
                          <a:cubicBezTo>
                            <a:pt x="41667" y="73726"/>
                            <a:pt x="35333" y="72089"/>
                            <a:pt x="29000" y="73000"/>
                          </a:cubicBezTo>
                          <a:cubicBezTo>
                            <a:pt x="29082" y="71667"/>
                            <a:pt x="28941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45" name="BL label"/>
          <p:cNvSpPr txBox="1"/>
          <p:nvPr/>
        </p:nvSpPr>
        <p:spPr>
          <a:xfrm>
            <a:off x="1280160" y="57607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Outbox</a:t>
            </a:r>
          </a:p>
        </p:txBody>
      </p:sp>
      <p:sp>
        <p:nvSpPr>
          <p:cNvPr id="146" name="BL sub"/>
          <p:cNvSpPr txBox="1"/>
          <p:nvPr/>
        </p:nvSpPr>
        <p:spPr>
          <a:xfrm>
            <a:off x="914400" y="61264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approved text only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F09 · How It Works</a:t>
            </a:r>
          </a:p>
        </p:txBody>
      </p:sp>
      <p:grpSp>
        <p:nvGrpSpPr>
          <p:cNvPr id="107" name="Routed Inquiry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Routed Inquiry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Routed Inquiry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7408" y="653587"/>
                    <a:pt x="202359" y="603496"/>
                    <a:pt x="197167" y="557212"/>
                  </a:cubicBezTo>
                  <a:cubicBezTo>
                    <a:pt x="193972" y="513059"/>
                    <a:pt x="195826" y="464134"/>
                    <a:pt x="197167" y="411480"/>
                  </a:cubicBezTo>
                  <a:cubicBezTo>
                    <a:pt x="202202" y="374064"/>
                    <a:pt x="196861" y="324483"/>
                    <a:pt x="197167" y="265747"/>
                  </a:cubicBezTo>
                  <a:cubicBezTo>
                    <a:pt x="200454" y="215461"/>
                    <a:pt x="200264" y="158674"/>
                    <a:pt x="197167" y="120015"/>
                  </a:cubicBezTo>
                  <a:cubicBezTo>
                    <a:pt x="269267" y="131561"/>
                    <a:pt x="337504" y="124298"/>
                    <a:pt x="411480" y="120015"/>
                  </a:cubicBezTo>
                  <a:cubicBezTo>
                    <a:pt x="414224" y="188604"/>
                    <a:pt x="402442" y="232174"/>
                    <a:pt x="411480" y="300037"/>
                  </a:cubicBezTo>
                  <a:cubicBezTo>
                    <a:pt x="480050" y="293949"/>
                    <a:pt x="566077" y="307296"/>
                    <a:pt x="625792" y="300037"/>
                  </a:cubicBezTo>
                  <a:cubicBezTo>
                    <a:pt x="636593" y="375800"/>
                    <a:pt x="630290" y="422975"/>
                    <a:pt x="625792" y="501491"/>
                  </a:cubicBezTo>
                  <a:cubicBezTo>
                    <a:pt x="620277" y="558534"/>
                    <a:pt x="623592" y="634435"/>
                    <a:pt x="625792" y="702945"/>
                  </a:cubicBezTo>
                  <a:cubicBezTo>
                    <a:pt x="572825" y="700484"/>
                    <a:pt x="544009" y="707020"/>
                    <a:pt x="482914" y="702945"/>
                  </a:cubicBezTo>
                  <a:cubicBezTo>
                    <a:pt x="437021" y="712046"/>
                    <a:pt x="393921" y="704413"/>
                    <a:pt x="340045" y="702945"/>
                  </a:cubicBezTo>
                  <a:cubicBezTo>
                    <a:pt x="292482" y="697296"/>
                    <a:pt x="254252" y="697544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498278" y="188935"/>
                    <a:pt x="547893" y="211035"/>
                    <a:pt x="570071" y="248602"/>
                  </a:cubicBezTo>
                  <a:cubicBezTo>
                    <a:pt x="537334" y="247533"/>
                    <a:pt x="498076" y="252437"/>
                    <a:pt x="462915" y="248602"/>
                  </a:cubicBezTo>
                  <a:cubicBezTo>
                    <a:pt x="465741" y="221057"/>
                    <a:pt x="471862" y="177359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421175" y="66655"/>
                    <a:pt x="360786" y="73381"/>
                    <a:pt x="304323" y="68580"/>
                  </a:cubicBezTo>
                  <a:cubicBezTo>
                    <a:pt x="257598" y="70303"/>
                    <a:pt x="196824" y="64647"/>
                    <a:pt x="145732" y="68580"/>
                  </a:cubicBezTo>
                  <a:cubicBezTo>
                    <a:pt x="130966" y="110943"/>
                    <a:pt x="141293" y="189379"/>
                    <a:pt x="145732" y="240030"/>
                  </a:cubicBezTo>
                  <a:cubicBezTo>
                    <a:pt x="146354" y="300240"/>
                    <a:pt x="140453" y="355151"/>
                    <a:pt x="145732" y="411480"/>
                  </a:cubicBezTo>
                  <a:cubicBezTo>
                    <a:pt x="130108" y="469557"/>
                    <a:pt x="152723" y="527650"/>
                    <a:pt x="145732" y="582930"/>
                  </a:cubicBezTo>
                  <a:cubicBezTo>
                    <a:pt x="160358" y="651112"/>
                    <a:pt x="141312" y="701340"/>
                    <a:pt x="145732" y="754380"/>
                  </a:cubicBezTo>
                  <a:cubicBezTo>
                    <a:pt x="210411" y="764109"/>
                    <a:pt x="272100" y="756364"/>
                    <a:pt x="322900" y="754380"/>
                  </a:cubicBezTo>
                  <a:cubicBezTo>
                    <a:pt x="397902" y="742060"/>
                    <a:pt x="433919" y="744001"/>
                    <a:pt x="500059" y="754380"/>
                  </a:cubicBezTo>
                  <a:cubicBezTo>
                    <a:pt x="564032" y="759122"/>
                    <a:pt x="625499" y="767598"/>
                    <a:pt x="677227" y="754380"/>
                  </a:cubicBezTo>
                  <a:cubicBezTo>
                    <a:pt x="688478" y="693853"/>
                    <a:pt x="682582" y="643190"/>
                    <a:pt x="677227" y="588647"/>
                  </a:cubicBezTo>
                  <a:cubicBezTo>
                    <a:pt x="680792" y="539180"/>
                    <a:pt x="658075" y="490235"/>
                    <a:pt x="677227" y="422907"/>
                  </a:cubicBezTo>
                  <a:cubicBezTo>
                    <a:pt x="670782" y="370739"/>
                    <a:pt x="679477" y="308933"/>
                    <a:pt x="677227" y="257175"/>
                  </a:cubicBezTo>
                  <a:cubicBezTo>
                    <a:pt x="629263" y="228293"/>
                    <a:pt x="605373" y="197719"/>
                    <a:pt x="570071" y="162877"/>
                  </a:cubicBezTo>
                  <a:cubicBezTo>
                    <a:pt x="541777" y="125335"/>
                    <a:pt x="485541" y="96039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1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3630" y="76333"/>
                            <a:pt x="23775" y="70667"/>
                            <a:pt x="23000" y="65000"/>
                          </a:cubicBezTo>
                          <a:cubicBezTo>
                            <a:pt x="22044" y="59333"/>
                            <a:pt x="22913" y="53667"/>
                            <a:pt x="23000" y="48000"/>
                          </a:cubicBezTo>
                          <a:cubicBezTo>
                            <a:pt x="23291" y="42333"/>
                            <a:pt x="23452" y="36667"/>
                            <a:pt x="23000" y="31000"/>
                          </a:cubicBezTo>
                          <a:cubicBezTo>
                            <a:pt x="23439" y="25333"/>
                            <a:pt x="22111" y="19667"/>
                            <a:pt x="23000" y="14000"/>
                          </a:cubicBezTo>
                          <a:cubicBezTo>
                            <a:pt x="31333" y="13182"/>
                            <a:pt x="39667" y="13736"/>
                            <a:pt x="48000" y="14000"/>
                          </a:cubicBezTo>
                          <a:cubicBezTo>
                            <a:pt x="47534" y="21000"/>
                            <a:pt x="47427" y="28000"/>
                            <a:pt x="48000" y="35000"/>
                          </a:cubicBezTo>
                          <a:cubicBezTo>
                            <a:pt x="56333" y="34559"/>
                            <a:pt x="64667" y="35411"/>
                            <a:pt x="73000" y="35000"/>
                          </a:cubicBezTo>
                          <a:cubicBezTo>
                            <a:pt x="74124" y="42833"/>
                            <a:pt x="72725" y="50667"/>
                            <a:pt x="73000" y="58500"/>
                          </a:cubicBezTo>
                          <a:cubicBezTo>
                            <a:pt x="73387" y="66333"/>
                            <a:pt x="72346" y="74167"/>
                            <a:pt x="73000" y="82000"/>
                          </a:cubicBezTo>
                          <a:cubicBezTo>
                            <a:pt x="67444" y="81523"/>
                            <a:pt x="61889" y="82013"/>
                            <a:pt x="56333" y="82000"/>
                          </a:cubicBezTo>
                          <a:cubicBezTo>
                            <a:pt x="50778" y="82431"/>
                            <a:pt x="45222" y="82392"/>
                            <a:pt x="39667" y="82000"/>
                          </a:cubicBezTo>
                          <a:cubicBezTo>
                            <a:pt x="34111" y="81933"/>
                            <a:pt x="28556" y="81670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7964" y="20869"/>
                            <a:pt x="62962" y="24204"/>
                            <a:pt x="66500" y="29000"/>
                          </a:cubicBezTo>
                          <a:cubicBezTo>
                            <a:pt x="62333" y="28536"/>
                            <a:pt x="58167" y="29525"/>
                            <a:pt x="54000" y="29000"/>
                          </a:cubicBezTo>
                          <a:cubicBezTo>
                            <a:pt x="54420" y="24833"/>
                            <a:pt x="54496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8093"/>
                            <a:pt x="41667" y="7413"/>
                            <a:pt x="35500" y="8000"/>
                          </a:cubicBezTo>
                          <a:cubicBezTo>
                            <a:pt x="29333" y="7526"/>
                            <a:pt x="23167" y="7992"/>
                            <a:pt x="17000" y="8000"/>
                          </a:cubicBezTo>
                          <a:cubicBezTo>
                            <a:pt x="16270" y="14667"/>
                            <a:pt x="17852" y="21333"/>
                            <a:pt x="17000" y="28000"/>
                          </a:cubicBezTo>
                          <a:cubicBezTo>
                            <a:pt x="16620" y="34667"/>
                            <a:pt x="16128" y="41333"/>
                            <a:pt x="17000" y="48000"/>
                          </a:cubicBezTo>
                          <a:cubicBezTo>
                            <a:pt x="16203" y="54667"/>
                            <a:pt x="17391" y="61333"/>
                            <a:pt x="17000" y="68000"/>
                          </a:cubicBezTo>
                          <a:cubicBezTo>
                            <a:pt x="17368" y="74667"/>
                            <a:pt x="16686" y="81333"/>
                            <a:pt x="17000" y="88000"/>
                          </a:cubicBezTo>
                          <a:cubicBezTo>
                            <a:pt x="23889" y="87425"/>
                            <a:pt x="30778" y="87092"/>
                            <a:pt x="37667" y="88000"/>
                          </a:cubicBezTo>
                          <a:cubicBezTo>
                            <a:pt x="44556" y="86981"/>
                            <a:pt x="51444" y="88303"/>
                            <a:pt x="58333" y="88000"/>
                          </a:cubicBezTo>
                          <a:cubicBezTo>
                            <a:pt x="65222" y="89151"/>
                            <a:pt x="72111" y="89010"/>
                            <a:pt x="79000" y="88000"/>
                          </a:cubicBezTo>
                          <a:cubicBezTo>
                            <a:pt x="79698" y="81556"/>
                            <a:pt x="79762" y="75111"/>
                            <a:pt x="79000" y="68667"/>
                          </a:cubicBezTo>
                          <a:cubicBezTo>
                            <a:pt x="79964" y="62222"/>
                            <a:pt x="78070" y="55778"/>
                            <a:pt x="79000" y="49333"/>
                          </a:cubicBezTo>
                          <a:cubicBezTo>
                            <a:pt x="79635" y="42889"/>
                            <a:pt x="78076" y="36444"/>
                            <a:pt x="79000" y="30000"/>
                          </a:cubicBezTo>
                          <a:cubicBezTo>
                            <a:pt x="74496" y="26717"/>
                            <a:pt x="70413" y="22954"/>
                            <a:pt x="66500" y="19000"/>
                          </a:cubicBezTo>
                          <a:cubicBezTo>
                            <a:pt x="62695" y="14922"/>
                            <a:pt x="57777" y="12110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Routed Inquiry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01364" y="383808"/>
                    <a:pt x="359690" y="394661"/>
                    <a:pt x="411480" y="385762"/>
                  </a:cubicBezTo>
                  <a:cubicBezTo>
                    <a:pt x="463384" y="394036"/>
                    <a:pt x="514422" y="397096"/>
                    <a:pt x="574357" y="385762"/>
                  </a:cubicBezTo>
                  <a:cubicBezTo>
                    <a:pt x="575243" y="398581"/>
                    <a:pt x="576752" y="409535"/>
                    <a:pt x="574357" y="420052"/>
                  </a:cubicBezTo>
                  <a:cubicBezTo>
                    <a:pt x="510533" y="414167"/>
                    <a:pt x="463219" y="411247"/>
                    <a:pt x="411480" y="420052"/>
                  </a:cubicBezTo>
                  <a:cubicBezTo>
                    <a:pt x="363449" y="406506"/>
                    <a:pt x="305817" y="435810"/>
                    <a:pt x="248602" y="420052"/>
                  </a:cubicBezTo>
                  <a:cubicBezTo>
                    <a:pt x="248839" y="409456"/>
                    <a:pt x="248350" y="398408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2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4570"/>
                            <a:pt x="41667" y="44433"/>
                            <a:pt x="48000" y="45000"/>
                          </a:cubicBezTo>
                          <a:cubicBezTo>
                            <a:pt x="54333" y="44736"/>
                            <a:pt x="60667" y="45744"/>
                            <a:pt x="67000" y="45000"/>
                          </a:cubicBezTo>
                          <a:cubicBezTo>
                            <a:pt x="67018" y="46333"/>
                            <a:pt x="66964" y="47667"/>
                            <a:pt x="67000" y="49000"/>
                          </a:cubicBezTo>
                          <a:cubicBezTo>
                            <a:pt x="60667" y="48105"/>
                            <a:pt x="54333" y="48517"/>
                            <a:pt x="48000" y="49000"/>
                          </a:cubicBezTo>
                          <a:cubicBezTo>
                            <a:pt x="41667" y="48562"/>
                            <a:pt x="35333" y="50083"/>
                            <a:pt x="29000" y="49000"/>
                          </a:cubicBezTo>
                          <a:cubicBezTo>
                            <a:pt x="28882" y="47667"/>
                            <a:pt x="29219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Routed Inquiry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1437" y="320999"/>
                    <a:pt x="332190" y="325184"/>
                    <a:pt x="360045" y="317182"/>
                  </a:cubicBezTo>
                  <a:cubicBezTo>
                    <a:pt x="361357" y="330325"/>
                    <a:pt x="359436" y="340958"/>
                    <a:pt x="360045" y="351472"/>
                  </a:cubicBezTo>
                  <a:cubicBezTo>
                    <a:pt x="323316" y="342446"/>
                    <a:pt x="288274" y="351754"/>
                    <a:pt x="248602" y="351472"/>
                  </a:cubicBezTo>
                  <a:cubicBezTo>
                    <a:pt x="251018" y="337734"/>
                    <a:pt x="249830" y="331440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94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521"/>
                            <a:pt x="37667" y="37406"/>
                            <a:pt x="42000" y="37000"/>
                          </a:cubicBezTo>
                          <a:cubicBezTo>
                            <a:pt x="42067" y="38333"/>
                            <a:pt x="42167" y="39667"/>
                            <a:pt x="42000" y="41000"/>
                          </a:cubicBezTo>
                          <a:cubicBezTo>
                            <a:pt x="37667" y="40233"/>
                            <a:pt x="33333" y="41373"/>
                            <a:pt x="29000" y="41000"/>
                          </a:cubicBezTo>
                          <a:cubicBezTo>
                            <a:pt x="29010" y="39667"/>
                            <a:pt x="29226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Routed Inquiry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07128" y="449043"/>
                    <a:pt x="367620" y="442338"/>
                    <a:pt x="411480" y="454342"/>
                  </a:cubicBezTo>
                  <a:cubicBezTo>
                    <a:pt x="469982" y="459245"/>
                    <a:pt x="505222" y="455353"/>
                    <a:pt x="574357" y="454342"/>
                  </a:cubicBezTo>
                  <a:cubicBezTo>
                    <a:pt x="573257" y="464246"/>
                    <a:pt x="573208" y="479082"/>
                    <a:pt x="574357" y="488632"/>
                  </a:cubicBezTo>
                  <a:cubicBezTo>
                    <a:pt x="524024" y="508837"/>
                    <a:pt x="470807" y="489198"/>
                    <a:pt x="411480" y="488632"/>
                  </a:cubicBezTo>
                  <a:cubicBezTo>
                    <a:pt x="358762" y="498005"/>
                    <a:pt x="306413" y="486911"/>
                    <a:pt x="248602" y="488632"/>
                  </a:cubicBezTo>
                  <a:cubicBezTo>
                    <a:pt x="249896" y="480045"/>
                    <a:pt x="247484" y="468529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6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2412"/>
                            <a:pt x="41667" y="51894"/>
                            <a:pt x="48000" y="53000"/>
                          </a:cubicBezTo>
                          <a:cubicBezTo>
                            <a:pt x="54333" y="54001"/>
                            <a:pt x="60667" y="52830"/>
                            <a:pt x="67000" y="53000"/>
                          </a:cubicBezTo>
                          <a:cubicBezTo>
                            <a:pt x="67054" y="54333"/>
                            <a:pt x="67173" y="55667"/>
                            <a:pt x="67000" y="57000"/>
                          </a:cubicBezTo>
                          <a:cubicBezTo>
                            <a:pt x="60667" y="57828"/>
                            <a:pt x="54333" y="56380"/>
                            <a:pt x="48000" y="57000"/>
                          </a:cubicBezTo>
                          <a:cubicBezTo>
                            <a:pt x="41667" y="57626"/>
                            <a:pt x="35333" y="56686"/>
                            <a:pt x="29000" y="57000"/>
                          </a:cubicBezTo>
                          <a:cubicBezTo>
                            <a:pt x="29025" y="55667"/>
                            <a:pt x="28872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Routed Inquiry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12533" y="525641"/>
                    <a:pt x="357947" y="527923"/>
                    <a:pt x="411480" y="522922"/>
                  </a:cubicBezTo>
                  <a:cubicBezTo>
                    <a:pt x="464736" y="529080"/>
                    <a:pt x="523363" y="536738"/>
                    <a:pt x="574357" y="522922"/>
                  </a:cubicBezTo>
                  <a:cubicBezTo>
                    <a:pt x="574058" y="534966"/>
                    <a:pt x="573713" y="544928"/>
                    <a:pt x="574357" y="557212"/>
                  </a:cubicBezTo>
                  <a:cubicBezTo>
                    <a:pt x="522565" y="550271"/>
                    <a:pt x="462663" y="536781"/>
                    <a:pt x="411480" y="557212"/>
                  </a:cubicBezTo>
                  <a:cubicBezTo>
                    <a:pt x="356822" y="569492"/>
                    <a:pt x="289028" y="567651"/>
                    <a:pt x="248602" y="557212"/>
                  </a:cubicBezTo>
                  <a:cubicBezTo>
                    <a:pt x="248010" y="543942"/>
                    <a:pt x="247641" y="53562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8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1748"/>
                            <a:pt x="41667" y="61750"/>
                            <a:pt x="48000" y="61000"/>
                          </a:cubicBezTo>
                          <a:cubicBezTo>
                            <a:pt x="54333" y="60584"/>
                            <a:pt x="60667" y="61466"/>
                            <a:pt x="67000" y="61000"/>
                          </a:cubicBezTo>
                          <a:cubicBezTo>
                            <a:pt x="67215" y="62333"/>
                            <a:pt x="67082" y="63667"/>
                            <a:pt x="67000" y="65000"/>
                          </a:cubicBezTo>
                          <a:cubicBezTo>
                            <a:pt x="60667" y="63937"/>
                            <a:pt x="54333" y="64027"/>
                            <a:pt x="48000" y="65000"/>
                          </a:cubicBezTo>
                          <a:cubicBezTo>
                            <a:pt x="41667" y="66133"/>
                            <a:pt x="35333" y="66023"/>
                            <a:pt x="29000" y="65000"/>
                          </a:cubicBezTo>
                          <a:cubicBezTo>
                            <a:pt x="28994" y="63667"/>
                            <a:pt x="28811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Routed Inquiry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304824" y="584309"/>
                    <a:pt x="348144" y="599484"/>
                    <a:pt x="411480" y="591502"/>
                  </a:cubicBezTo>
                  <a:cubicBezTo>
                    <a:pt x="469103" y="595587"/>
                    <a:pt x="531911" y="588571"/>
                    <a:pt x="574357" y="591502"/>
                  </a:cubicBezTo>
                  <a:cubicBezTo>
                    <a:pt x="576005" y="602188"/>
                    <a:pt x="573610" y="614715"/>
                    <a:pt x="574357" y="625792"/>
                  </a:cubicBezTo>
                  <a:cubicBezTo>
                    <a:pt x="529188" y="625624"/>
                    <a:pt x="468785" y="624502"/>
                    <a:pt x="411480" y="625792"/>
                  </a:cubicBezTo>
                  <a:cubicBezTo>
                    <a:pt x="343560" y="616715"/>
                    <a:pt x="307414" y="641980"/>
                    <a:pt x="248602" y="625792"/>
                  </a:cubicBezTo>
                  <a:cubicBezTo>
                    <a:pt x="247979" y="616490"/>
                    <a:pt x="247488" y="603171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70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8375"/>
                            <a:pt x="41667" y="69788"/>
                            <a:pt x="48000" y="69000"/>
                          </a:cubicBezTo>
                          <a:cubicBezTo>
                            <a:pt x="54333" y="69926"/>
                            <a:pt x="60667" y="68602"/>
                            <a:pt x="67000" y="69000"/>
                          </a:cubicBezTo>
                          <a:cubicBezTo>
                            <a:pt x="66822" y="70333"/>
                            <a:pt x="66862" y="71667"/>
                            <a:pt x="67000" y="73000"/>
                          </a:cubicBezTo>
                          <a:cubicBezTo>
                            <a:pt x="60667" y="72719"/>
                            <a:pt x="54333" y="72499"/>
                            <a:pt x="48000" y="73000"/>
                          </a:cubicBezTo>
                          <a:cubicBezTo>
                            <a:pt x="41667" y="72962"/>
                            <a:pt x="35333" y="73871"/>
                            <a:pt x="29000" y="73000"/>
                          </a:cubicBezTo>
                          <a:cubicBezTo>
                            <a:pt x="29034" y="71667"/>
                            <a:pt x="28882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Routed Inquiry</a:t>
            </a:r>
          </a:p>
        </p:txBody>
      </p:sp>
      <p:sp>
        <p:nvSpPr>
          <p:cNvPr id="110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inq-0005</a:t>
            </a:r>
          </a:p>
        </p:txBody>
      </p:sp>
      <p:cxnSp>
        <p:nvCxnSpPr>
          <p:cNvPr id="111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category: conditions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 park doc excerpt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sp>
        <p:nvSpPr>
          <p:cNvPr id="118" name="App line 0"/>
          <p:cNvSpPr txBox="1"/>
          <p:nvPr/>
        </p:nvSpPr>
        <p:spPr>
          <a:xfrm>
            <a:off x="4878638" y="3660922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policy lane:</a:t>
            </a:r>
          </a:p>
        </p:txBody>
      </p:sp>
      <p:sp>
        <p:nvSpPr>
          <p:cNvPr id="119" name="App line 1"/>
          <p:cNvSpPr txBox="1"/>
          <p:nvPr/>
        </p:nvSpPr>
        <p:spPr>
          <a:xfrm>
            <a:off x="4878638" y="3962674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draft → approve</a:t>
            </a:r>
          </a:p>
        </p:txBody>
      </p:sp>
      <p:grpSp>
        <p:nvGrpSpPr>
          <p:cNvPr id="120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21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5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llama3.2</a:t>
            </a:r>
          </a:p>
        </p:txBody>
      </p:sp>
      <p:cxnSp>
        <p:nvCxnSpPr>
          <p:cNvPr id="126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7" name="Request"/>
          <p:cNvSpPr txBox="1"/>
          <p:nvPr/>
        </p:nvSpPr>
        <p:spPr>
          <a:xfrm>
            <a:off x="6675120" y="19385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inquiry + excerpt</a:t>
            </a:r>
          </a:p>
        </p:txBody>
      </p:sp>
      <p:sp>
        <p:nvSpPr>
          <p:cNvPr id="128" name="Reply"/>
          <p:cNvSpPr txBox="1"/>
          <p:nvPr/>
        </p:nvSpPr>
        <p:spPr>
          <a:xfrm>
            <a:off x="7388352" y="306324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"Dear Visitor, the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footbridge… (§4.1)"</a:t>
            </a:r>
          </a:p>
        </p:txBody>
      </p:sp>
      <p:cxnSp>
        <p:nvCxnSpPr>
          <p:cNvPr id="129" name="App-LowRight"/>
          <p:cNvCxnSpPr/>
          <p:nvPr/>
        </p:nvCxnSpPr>
        <p:spPr>
          <a:xfrm>
            <a:off x="7440610" y="4118267"/>
            <a:ext cx="1640760" cy="721354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grpSp>
        <p:nvGrpSpPr>
          <p:cNvPr id="132" name="Ranger icon"/>
          <p:cNvGrpSpPr/>
          <p:nvPr/>
        </p:nvGrpSpPr>
        <p:grpSpPr>
          <a:xfrm>
            <a:off x="9170296" y="4460018"/>
            <a:ext cx="868680" cy="868680"/>
            <a:chOff x="0" y="0"/>
            <a:chExt cx="868680" cy="868680"/>
          </a:xfrm>
        </p:grpSpPr>
        <p:sp>
          <p:nvSpPr>
            <p:cNvPr id="133" name="Ranger icon backing"/>
            <p:cNvSpPr/>
            <p:nvPr/>
          </p:nvSpPr>
          <p:spPr>
            <a:xfrm>
              <a:off x="0" y="0"/>
              <a:ext cx="868680" cy="86868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18000" y="84000"/>
                  </a:moveTo>
                  <a:cubicBezTo>
                    <a:pt x="18000" y="64000"/>
                    <a:pt x="31000" y="52000"/>
                    <a:pt x="48000" y="52000"/>
                  </a:cubicBezTo>
                  <a:cubicBezTo>
                    <a:pt x="65000" y="52000"/>
                    <a:pt x="78000" y="64000"/>
                    <a:pt x="78000" y="84000"/>
                  </a:cubicBezTo>
                  <a:cubicBezTo>
                    <a:pt x="58000" y="84000"/>
                    <a:pt x="38000" y="84000"/>
                    <a:pt x="18000" y="84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Ranger icon 1"/>
            <p:cNvSpPr/>
            <p:nvPr/>
          </p:nvSpPr>
          <p:spPr>
            <a:xfrm>
              <a:off x="0" y="0"/>
              <a:ext cx="868680" cy="868680"/>
            </a:xfrm>
            <a:custGeom>
              <a:avLst/>
              <a:gdLst>
                <a:gd name="csX0" fmla="*/ 434340 w 868680"/>
                <a:gd name="csY0" fmla="*/ 126682 h 868680"/>
                <a:gd name="csX1" fmla="*/ 561022 w 868680"/>
                <a:gd name="csY1" fmla="*/ 253365 h 868680"/>
                <a:gd name="csX2" fmla="*/ 434340 w 868680"/>
                <a:gd name="csY2" fmla="*/ 380047 h 868680"/>
                <a:gd name="csX3" fmla="*/ 307657 w 868680"/>
                <a:gd name="csY3" fmla="*/ 253365 h 868680"/>
                <a:gd name="csX4" fmla="*/ 434340 w 868680"/>
                <a:gd name="csY4" fmla="*/ 126682 h 868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68680" h="868680" extrusionOk="0">
                  <a:moveTo>
                    <a:pt x="434340" y="126682"/>
                  </a:moveTo>
                  <a:cubicBezTo>
                    <a:pt x="493967" y="131506"/>
                    <a:pt x="560603" y="178608"/>
                    <a:pt x="561022" y="253365"/>
                  </a:cubicBezTo>
                  <a:cubicBezTo>
                    <a:pt x="570135" y="310004"/>
                    <a:pt x="507378" y="386845"/>
                    <a:pt x="434340" y="380047"/>
                  </a:cubicBezTo>
                  <a:cubicBezTo>
                    <a:pt x="369033" y="380441"/>
                    <a:pt x="288558" y="317187"/>
                    <a:pt x="307657" y="253365"/>
                  </a:cubicBezTo>
                  <a:cubicBezTo>
                    <a:pt x="301834" y="189736"/>
                    <a:pt x="377930" y="116597"/>
                    <a:pt x="434340" y="1266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14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48000" y="14000"/>
                          </a:moveTo>
                          <a:cubicBezTo>
                            <a:pt x="55567" y="14479"/>
                            <a:pt x="61827" y="20184"/>
                            <a:pt x="62000" y="28000"/>
                          </a:cubicBezTo>
                          <a:cubicBezTo>
                            <a:pt x="61657" y="35388"/>
                            <a:pt x="56211" y="42525"/>
                            <a:pt x="48000" y="42000"/>
                          </a:cubicBezTo>
                          <a:cubicBezTo>
                            <a:pt x="40773" y="41840"/>
                            <a:pt x="33538" y="35127"/>
                            <a:pt x="34000" y="28000"/>
                          </a:cubicBezTo>
                          <a:cubicBezTo>
                            <a:pt x="33566" y="20163"/>
                            <a:pt x="40688" y="13605"/>
                            <a:pt x="48000" y="14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Ranger icon 2"/>
            <p:cNvSpPr/>
            <p:nvPr/>
          </p:nvSpPr>
          <p:spPr>
            <a:xfrm>
              <a:off x="0" y="0"/>
              <a:ext cx="868680" cy="868680"/>
            </a:xfrm>
            <a:custGeom>
              <a:avLst/>
              <a:gdLst>
                <a:gd name="csX0" fmla="*/ 162877 w 868680"/>
                <a:gd name="csY0" fmla="*/ 760095 h 868680"/>
                <a:gd name="csX1" fmla="*/ 434340 w 868680"/>
                <a:gd name="csY1" fmla="*/ 470535 h 868680"/>
                <a:gd name="csX2" fmla="*/ 705802 w 868680"/>
                <a:gd name="csY2" fmla="*/ 760095 h 868680"/>
                <a:gd name="csX3" fmla="*/ 524827 w 868680"/>
                <a:gd name="csY3" fmla="*/ 760095 h 868680"/>
                <a:gd name="csX4" fmla="*/ 343852 w 868680"/>
                <a:gd name="csY4" fmla="*/ 760095 h 868680"/>
                <a:gd name="csX5" fmla="*/ 162877 w 868680"/>
                <a:gd name="csY5" fmla="*/ 760095 h 868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68680" h="868680" extrusionOk="0">
                  <a:moveTo>
                    <a:pt x="162877" y="760095"/>
                  </a:moveTo>
                  <a:cubicBezTo>
                    <a:pt x="188876" y="603773"/>
                    <a:pt x="264066" y="458869"/>
                    <a:pt x="434340" y="470535"/>
                  </a:cubicBezTo>
                  <a:cubicBezTo>
                    <a:pt x="583695" y="427176"/>
                    <a:pt x="734470" y="554428"/>
                    <a:pt x="705802" y="760095"/>
                  </a:cubicBezTo>
                  <a:cubicBezTo>
                    <a:pt x="639407" y="763282"/>
                    <a:pt x="583504" y="758930"/>
                    <a:pt x="524827" y="760095"/>
                  </a:cubicBezTo>
                  <a:cubicBezTo>
                    <a:pt x="466705" y="784107"/>
                    <a:pt x="400881" y="755507"/>
                    <a:pt x="343852" y="760095"/>
                  </a:cubicBezTo>
                  <a:cubicBezTo>
                    <a:pt x="292454" y="758492"/>
                    <a:pt x="223658" y="780204"/>
                    <a:pt x="162877" y="760095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33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18000" y="84000"/>
                          </a:moveTo>
                          <a:cubicBezTo>
                            <a:pt x="18481" y="64163"/>
                            <a:pt x="31574" y="51433"/>
                            <a:pt x="48000" y="52000"/>
                          </a:cubicBezTo>
                          <a:cubicBezTo>
                            <a:pt x="65125" y="51762"/>
                            <a:pt x="78191" y="63679"/>
                            <a:pt x="78000" y="84000"/>
                          </a:cubicBezTo>
                          <a:cubicBezTo>
                            <a:pt x="71333" y="83970"/>
                            <a:pt x="64667" y="83855"/>
                            <a:pt x="58000" y="84000"/>
                          </a:cubicBezTo>
                          <a:cubicBezTo>
                            <a:pt x="51333" y="85004"/>
                            <a:pt x="44667" y="83429"/>
                            <a:pt x="38000" y="84000"/>
                          </a:cubicBezTo>
                          <a:cubicBezTo>
                            <a:pt x="31333" y="83426"/>
                            <a:pt x="24667" y="85039"/>
                            <a:pt x="18000" y="84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4" name="Ranger label"/>
          <p:cNvSpPr txBox="1"/>
          <p:nvPr/>
        </p:nvSpPr>
        <p:spPr>
          <a:xfrm>
            <a:off x="8621656" y="5346986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Ranger</a:t>
            </a:r>
          </a:p>
        </p:txBody>
      </p:sp>
      <p:sp>
        <p:nvSpPr>
          <p:cNvPr id="135" name="Decisions"/>
          <p:cNvSpPr txBox="1"/>
          <p:nvPr/>
        </p:nvSpPr>
        <p:spPr>
          <a:xfrm>
            <a:off x="8353545" y="571274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approve · edit · reject</a:t>
            </a:r>
          </a:p>
        </p:txBody>
      </p:sp>
      <p:cxnSp>
        <p:nvCxnSpPr>
          <p:cNvPr id="136" name="App-BottomLeft"/>
          <p:cNvCxnSpPr/>
          <p:nvPr/>
        </p:nvCxnSpPr>
        <p:spPr>
          <a:xfrm flipH="1">
            <a:off x="2624328" y="4611021"/>
            <a:ext cx="2162870" cy="783939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grpSp>
        <p:nvGrpSpPr>
          <p:cNvPr id="143" name="Outbox icon"/>
          <p:cNvGrpSpPr/>
          <p:nvPr/>
        </p:nvGrpSpPr>
        <p:grpSpPr>
          <a:xfrm>
            <a:off x="1874520" y="5074920"/>
            <a:ext cx="640080" cy="640080"/>
            <a:chOff x="0" y="0"/>
            <a:chExt cx="640080" cy="640080"/>
          </a:xfrm>
        </p:grpSpPr>
        <p:sp>
          <p:nvSpPr>
            <p:cNvPr id="144" name="Outbox icon backing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Outbox icon 1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53352 w 640080"/>
                <a:gd name="csY0" fmla="*/ 546735 h 640080"/>
                <a:gd name="csX1" fmla="*/ 153352 w 640080"/>
                <a:gd name="csY1" fmla="*/ 433387 h 640080"/>
                <a:gd name="csX2" fmla="*/ 153352 w 640080"/>
                <a:gd name="csY2" fmla="*/ 320040 h 640080"/>
                <a:gd name="csX3" fmla="*/ 153352 w 640080"/>
                <a:gd name="csY3" fmla="*/ 206692 h 640080"/>
                <a:gd name="csX4" fmla="*/ 153352 w 640080"/>
                <a:gd name="csY4" fmla="*/ 93345 h 640080"/>
                <a:gd name="csX5" fmla="*/ 320040 w 640080"/>
                <a:gd name="csY5" fmla="*/ 93345 h 640080"/>
                <a:gd name="csX6" fmla="*/ 320040 w 640080"/>
                <a:gd name="csY6" fmla="*/ 233362 h 640080"/>
                <a:gd name="csX7" fmla="*/ 486727 w 640080"/>
                <a:gd name="csY7" fmla="*/ 233362 h 640080"/>
                <a:gd name="csX8" fmla="*/ 486727 w 640080"/>
                <a:gd name="csY8" fmla="*/ 390048 h 640080"/>
                <a:gd name="csX9" fmla="*/ 486727 w 640080"/>
                <a:gd name="csY9" fmla="*/ 546735 h 640080"/>
                <a:gd name="csX10" fmla="*/ 375600 w 640080"/>
                <a:gd name="csY10" fmla="*/ 546735 h 640080"/>
                <a:gd name="csX11" fmla="*/ 264479 w 640080"/>
                <a:gd name="csY11" fmla="*/ 546735 h 640080"/>
                <a:gd name="csX12" fmla="*/ 153352 w 640080"/>
                <a:gd name="csY12" fmla="*/ 546735 h 640080"/>
                <a:gd name="csX13" fmla="*/ 360045 w 640080"/>
                <a:gd name="csY13" fmla="*/ 110013 h 640080"/>
                <a:gd name="csX14" fmla="*/ 443388 w 640080"/>
                <a:gd name="csY14" fmla="*/ 193357 h 640080"/>
                <a:gd name="csX15" fmla="*/ 360045 w 640080"/>
                <a:gd name="csY15" fmla="*/ 193357 h 640080"/>
                <a:gd name="csX16" fmla="*/ 360045 w 640080"/>
                <a:gd name="csY16" fmla="*/ 110013 h 640080"/>
                <a:gd name="csX17" fmla="*/ 360045 w 640080"/>
                <a:gd name="csY17" fmla="*/ 53340 h 640080"/>
                <a:gd name="csX18" fmla="*/ 236696 w 640080"/>
                <a:gd name="csY18" fmla="*/ 53340 h 640080"/>
                <a:gd name="csX19" fmla="*/ 113347 w 640080"/>
                <a:gd name="csY19" fmla="*/ 53340 h 640080"/>
                <a:gd name="csX20" fmla="*/ 113347 w 640080"/>
                <a:gd name="csY20" fmla="*/ 186690 h 640080"/>
                <a:gd name="csX21" fmla="*/ 113347 w 640080"/>
                <a:gd name="csY21" fmla="*/ 320040 h 640080"/>
                <a:gd name="csX22" fmla="*/ 113347 w 640080"/>
                <a:gd name="csY22" fmla="*/ 453390 h 640080"/>
                <a:gd name="csX23" fmla="*/ 113347 w 640080"/>
                <a:gd name="csY23" fmla="*/ 586740 h 640080"/>
                <a:gd name="csX24" fmla="*/ 251144 w 640080"/>
                <a:gd name="csY24" fmla="*/ 586740 h 640080"/>
                <a:gd name="csX25" fmla="*/ 388935 w 640080"/>
                <a:gd name="csY25" fmla="*/ 586740 h 640080"/>
                <a:gd name="csX26" fmla="*/ 526732 w 640080"/>
                <a:gd name="csY26" fmla="*/ 586740 h 640080"/>
                <a:gd name="csX27" fmla="*/ 526732 w 640080"/>
                <a:gd name="csY27" fmla="*/ 457837 h 640080"/>
                <a:gd name="csX28" fmla="*/ 526732 w 640080"/>
                <a:gd name="csY28" fmla="*/ 328927 h 640080"/>
                <a:gd name="csX29" fmla="*/ 526732 w 640080"/>
                <a:gd name="csY29" fmla="*/ 200025 h 640080"/>
                <a:gd name="csX30" fmla="*/ 443388 w 640080"/>
                <a:gd name="csY30" fmla="*/ 126682 h 640080"/>
                <a:gd name="csX31" fmla="*/ 360045 w 640080"/>
                <a:gd name="csY31" fmla="*/ 53340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640080" h="640080" extrusionOk="0">
                  <a:moveTo>
                    <a:pt x="153352" y="546735"/>
                  </a:moveTo>
                  <a:cubicBezTo>
                    <a:pt x="155914" y="516385"/>
                    <a:pt x="155522" y="470211"/>
                    <a:pt x="153352" y="433387"/>
                  </a:cubicBezTo>
                  <a:cubicBezTo>
                    <a:pt x="162437" y="395521"/>
                    <a:pt x="156134" y="359426"/>
                    <a:pt x="153352" y="320040"/>
                  </a:cubicBezTo>
                  <a:cubicBezTo>
                    <a:pt x="165952" y="283079"/>
                    <a:pt x="157191" y="245841"/>
                    <a:pt x="153352" y="206692"/>
                  </a:cubicBezTo>
                  <a:cubicBezTo>
                    <a:pt x="153603" y="171813"/>
                    <a:pt x="146831" y="133627"/>
                    <a:pt x="153352" y="93345"/>
                  </a:cubicBezTo>
                  <a:cubicBezTo>
                    <a:pt x="201810" y="90412"/>
                    <a:pt x="265049" y="98477"/>
                    <a:pt x="320040" y="93345"/>
                  </a:cubicBezTo>
                  <a:cubicBezTo>
                    <a:pt x="306291" y="140783"/>
                    <a:pt x="316719" y="184834"/>
                    <a:pt x="320040" y="233362"/>
                  </a:cubicBezTo>
                  <a:cubicBezTo>
                    <a:pt x="373323" y="233940"/>
                    <a:pt x="435334" y="221715"/>
                    <a:pt x="486727" y="233362"/>
                  </a:cubicBezTo>
                  <a:cubicBezTo>
                    <a:pt x="475804" y="291923"/>
                    <a:pt x="491943" y="344768"/>
                    <a:pt x="486727" y="390048"/>
                  </a:cubicBezTo>
                  <a:cubicBezTo>
                    <a:pt x="488963" y="434261"/>
                    <a:pt x="495991" y="498857"/>
                    <a:pt x="486727" y="546735"/>
                  </a:cubicBezTo>
                  <a:cubicBezTo>
                    <a:pt x="455258" y="535596"/>
                    <a:pt x="416049" y="543474"/>
                    <a:pt x="375600" y="546735"/>
                  </a:cubicBezTo>
                  <a:cubicBezTo>
                    <a:pt x="338210" y="548185"/>
                    <a:pt x="303020" y="543235"/>
                    <a:pt x="264479" y="546735"/>
                  </a:cubicBezTo>
                  <a:cubicBezTo>
                    <a:pt x="228473" y="554938"/>
                    <a:pt x="198317" y="550468"/>
                    <a:pt x="153352" y="546735"/>
                  </a:cubicBezTo>
                  <a:close/>
                  <a:moveTo>
                    <a:pt x="360045" y="110013"/>
                  </a:moveTo>
                  <a:cubicBezTo>
                    <a:pt x="381363" y="135868"/>
                    <a:pt x="414621" y="174621"/>
                    <a:pt x="443388" y="193357"/>
                  </a:cubicBezTo>
                  <a:cubicBezTo>
                    <a:pt x="416137" y="192671"/>
                    <a:pt x="386798" y="187924"/>
                    <a:pt x="360045" y="193357"/>
                  </a:cubicBezTo>
                  <a:cubicBezTo>
                    <a:pt x="350585" y="162497"/>
                    <a:pt x="354564" y="138142"/>
                    <a:pt x="360045" y="110013"/>
                  </a:cubicBezTo>
                  <a:close/>
                  <a:moveTo>
                    <a:pt x="360045" y="53340"/>
                  </a:moveTo>
                  <a:cubicBezTo>
                    <a:pt x="319819" y="48797"/>
                    <a:pt x="284370" y="56690"/>
                    <a:pt x="236696" y="53340"/>
                  </a:cubicBezTo>
                  <a:cubicBezTo>
                    <a:pt x="193070" y="64190"/>
                    <a:pt x="158281" y="62627"/>
                    <a:pt x="113347" y="53340"/>
                  </a:cubicBezTo>
                  <a:cubicBezTo>
                    <a:pt x="115608" y="95826"/>
                    <a:pt x="100089" y="148337"/>
                    <a:pt x="113347" y="186690"/>
                  </a:cubicBezTo>
                  <a:cubicBezTo>
                    <a:pt x="100547" y="225479"/>
                    <a:pt x="102823" y="274440"/>
                    <a:pt x="113347" y="320040"/>
                  </a:cubicBezTo>
                  <a:cubicBezTo>
                    <a:pt x="116414" y="359227"/>
                    <a:pt x="103401" y="408113"/>
                    <a:pt x="113347" y="453390"/>
                  </a:cubicBezTo>
                  <a:cubicBezTo>
                    <a:pt x="98994" y="490847"/>
                    <a:pt x="106412" y="538715"/>
                    <a:pt x="113347" y="586740"/>
                  </a:cubicBezTo>
                  <a:cubicBezTo>
                    <a:pt x="163289" y="587955"/>
                    <a:pt x="209254" y="588763"/>
                    <a:pt x="251144" y="586740"/>
                  </a:cubicBezTo>
                  <a:cubicBezTo>
                    <a:pt x="303361" y="574149"/>
                    <a:pt x="333879" y="586038"/>
                    <a:pt x="388935" y="586740"/>
                  </a:cubicBezTo>
                  <a:cubicBezTo>
                    <a:pt x="432612" y="579789"/>
                    <a:pt x="476143" y="591324"/>
                    <a:pt x="526732" y="586740"/>
                  </a:cubicBezTo>
                  <a:cubicBezTo>
                    <a:pt x="532619" y="545083"/>
                    <a:pt x="514452" y="507057"/>
                    <a:pt x="526732" y="457837"/>
                  </a:cubicBezTo>
                  <a:cubicBezTo>
                    <a:pt x="520766" y="419009"/>
                    <a:pt x="529768" y="374919"/>
                    <a:pt x="526732" y="328927"/>
                  </a:cubicBezTo>
                  <a:cubicBezTo>
                    <a:pt x="520329" y="278891"/>
                    <a:pt x="524779" y="247656"/>
                    <a:pt x="526732" y="200025"/>
                  </a:cubicBezTo>
                  <a:cubicBezTo>
                    <a:pt x="499523" y="177474"/>
                    <a:pt x="474913" y="152282"/>
                    <a:pt x="443388" y="126682"/>
                  </a:cubicBezTo>
                  <a:cubicBezTo>
                    <a:pt x="413281" y="111345"/>
                    <a:pt x="386977" y="85318"/>
                    <a:pt x="360045" y="5334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1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2177" y="76333"/>
                            <a:pt x="23307" y="70667"/>
                            <a:pt x="23000" y="65000"/>
                          </a:cubicBezTo>
                          <a:cubicBezTo>
                            <a:pt x="23422" y="59333"/>
                            <a:pt x="23155" y="53667"/>
                            <a:pt x="23000" y="48000"/>
                          </a:cubicBezTo>
                          <a:cubicBezTo>
                            <a:pt x="23265" y="42333"/>
                            <a:pt x="23345" y="36667"/>
                            <a:pt x="23000" y="31000"/>
                          </a:cubicBezTo>
                          <a:cubicBezTo>
                            <a:pt x="22654" y="25333"/>
                            <a:pt x="22619" y="19667"/>
                            <a:pt x="23000" y="14000"/>
                          </a:cubicBezTo>
                          <a:cubicBezTo>
                            <a:pt x="31333" y="13805"/>
                            <a:pt x="39667" y="14950"/>
                            <a:pt x="48000" y="14000"/>
                          </a:cubicBezTo>
                          <a:cubicBezTo>
                            <a:pt x="47005" y="21000"/>
                            <a:pt x="48328" y="28000"/>
                            <a:pt x="48000" y="35000"/>
                          </a:cubicBezTo>
                          <a:cubicBezTo>
                            <a:pt x="56333" y="34838"/>
                            <a:pt x="64667" y="34402"/>
                            <a:pt x="73000" y="35000"/>
                          </a:cubicBezTo>
                          <a:cubicBezTo>
                            <a:pt x="72135" y="42833"/>
                            <a:pt x="72350" y="50667"/>
                            <a:pt x="73000" y="58500"/>
                          </a:cubicBezTo>
                          <a:cubicBezTo>
                            <a:pt x="73696" y="66333"/>
                            <a:pt x="73191" y="74167"/>
                            <a:pt x="73000" y="82000"/>
                          </a:cubicBezTo>
                          <a:cubicBezTo>
                            <a:pt x="67444" y="81703"/>
                            <a:pt x="61889" y="82008"/>
                            <a:pt x="56333" y="82000"/>
                          </a:cubicBezTo>
                          <a:cubicBezTo>
                            <a:pt x="50778" y="82104"/>
                            <a:pt x="45222" y="81543"/>
                            <a:pt x="39667" y="82000"/>
                          </a:cubicBezTo>
                          <a:cubicBezTo>
                            <a:pt x="34111" y="82512"/>
                            <a:pt x="28556" y="82479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8029" y="20804"/>
                            <a:pt x="62381" y="24785"/>
                            <a:pt x="66500" y="29000"/>
                          </a:cubicBezTo>
                          <a:cubicBezTo>
                            <a:pt x="62333" y="29000"/>
                            <a:pt x="58167" y="28659"/>
                            <a:pt x="54000" y="29000"/>
                          </a:cubicBezTo>
                          <a:cubicBezTo>
                            <a:pt x="53746" y="24833"/>
                            <a:pt x="53295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7240"/>
                            <a:pt x="41667" y="7296"/>
                            <a:pt x="35500" y="8000"/>
                          </a:cubicBezTo>
                          <a:cubicBezTo>
                            <a:pt x="29333" y="9081"/>
                            <a:pt x="23167" y="8960"/>
                            <a:pt x="17000" y="8000"/>
                          </a:cubicBezTo>
                          <a:cubicBezTo>
                            <a:pt x="17557" y="14667"/>
                            <a:pt x="16179" y="21333"/>
                            <a:pt x="17000" y="28000"/>
                          </a:cubicBezTo>
                          <a:cubicBezTo>
                            <a:pt x="15970" y="34667"/>
                            <a:pt x="16475" y="41333"/>
                            <a:pt x="17000" y="48000"/>
                          </a:cubicBezTo>
                          <a:cubicBezTo>
                            <a:pt x="16160" y="54667"/>
                            <a:pt x="16893" y="61333"/>
                            <a:pt x="17000" y="68000"/>
                          </a:cubicBezTo>
                          <a:cubicBezTo>
                            <a:pt x="16434" y="74667"/>
                            <a:pt x="16869" y="81333"/>
                            <a:pt x="17000" y="88000"/>
                          </a:cubicBezTo>
                          <a:cubicBezTo>
                            <a:pt x="23889" y="87318"/>
                            <a:pt x="30778" y="87295"/>
                            <a:pt x="37667" y="88000"/>
                          </a:cubicBezTo>
                          <a:cubicBezTo>
                            <a:pt x="44556" y="87915"/>
                            <a:pt x="51444" y="89122"/>
                            <a:pt x="58333" y="88000"/>
                          </a:cubicBezTo>
                          <a:cubicBezTo>
                            <a:pt x="65222" y="87051"/>
                            <a:pt x="72111" y="87682"/>
                            <a:pt x="79000" y="88000"/>
                          </a:cubicBezTo>
                          <a:cubicBezTo>
                            <a:pt x="79760" y="81556"/>
                            <a:pt x="78029" y="75111"/>
                            <a:pt x="79000" y="68667"/>
                          </a:cubicBezTo>
                          <a:cubicBezTo>
                            <a:pt x="78630" y="62222"/>
                            <a:pt x="79026" y="55778"/>
                            <a:pt x="79000" y="49333"/>
                          </a:cubicBezTo>
                          <a:cubicBezTo>
                            <a:pt x="78286" y="42889"/>
                            <a:pt x="78939" y="36444"/>
                            <a:pt x="79000" y="30000"/>
                          </a:cubicBezTo>
                          <a:cubicBezTo>
                            <a:pt x="74369" y="26862"/>
                            <a:pt x="70265" y="23123"/>
                            <a:pt x="66500" y="19000"/>
                          </a:cubicBezTo>
                          <a:cubicBezTo>
                            <a:pt x="61896" y="15831"/>
                            <a:pt x="58512" y="11274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Outbox icon 2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300037 h 640080"/>
                <a:gd name="csX1" fmla="*/ 320040 w 640080"/>
                <a:gd name="csY1" fmla="*/ 300037 h 640080"/>
                <a:gd name="csX2" fmla="*/ 446722 w 640080"/>
                <a:gd name="csY2" fmla="*/ 300037 h 640080"/>
                <a:gd name="csX3" fmla="*/ 446722 w 640080"/>
                <a:gd name="csY3" fmla="*/ 326707 h 640080"/>
                <a:gd name="csX4" fmla="*/ 320040 w 640080"/>
                <a:gd name="csY4" fmla="*/ 326707 h 640080"/>
                <a:gd name="csX5" fmla="*/ 193357 w 640080"/>
                <a:gd name="csY5" fmla="*/ 326707 h 640080"/>
                <a:gd name="csX6" fmla="*/ 193357 w 640080"/>
                <a:gd name="csY6" fmla="*/ 300037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40080" h="640080" extrusionOk="0">
                  <a:moveTo>
                    <a:pt x="193357" y="300037"/>
                  </a:moveTo>
                  <a:cubicBezTo>
                    <a:pt x="235604" y="298081"/>
                    <a:pt x="281646" y="294889"/>
                    <a:pt x="320040" y="300037"/>
                  </a:cubicBezTo>
                  <a:cubicBezTo>
                    <a:pt x="369215" y="311657"/>
                    <a:pt x="400725" y="306779"/>
                    <a:pt x="446722" y="300037"/>
                  </a:cubicBezTo>
                  <a:cubicBezTo>
                    <a:pt x="444726" y="307755"/>
                    <a:pt x="446676" y="318296"/>
                    <a:pt x="446722" y="326707"/>
                  </a:cubicBezTo>
                  <a:cubicBezTo>
                    <a:pt x="405000" y="326272"/>
                    <a:pt x="358975" y="324296"/>
                    <a:pt x="320040" y="326707"/>
                  </a:cubicBezTo>
                  <a:cubicBezTo>
                    <a:pt x="277838" y="326211"/>
                    <a:pt x="236545" y="324647"/>
                    <a:pt x="193357" y="326707"/>
                  </a:cubicBezTo>
                  <a:cubicBezTo>
                    <a:pt x="192264" y="319489"/>
                    <a:pt x="192776" y="306389"/>
                    <a:pt x="193357" y="300037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34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4410"/>
                            <a:pt x="41667" y="45754"/>
                            <a:pt x="48000" y="45000"/>
                          </a:cubicBezTo>
                          <a:cubicBezTo>
                            <a:pt x="54333" y="45159"/>
                            <a:pt x="60667" y="45996"/>
                            <a:pt x="67000" y="45000"/>
                          </a:cubicBezTo>
                          <a:cubicBezTo>
                            <a:pt x="66764" y="46333"/>
                            <a:pt x="66824" y="47667"/>
                            <a:pt x="67000" y="49000"/>
                          </a:cubicBezTo>
                          <a:cubicBezTo>
                            <a:pt x="60667" y="48690"/>
                            <a:pt x="54333" y="48540"/>
                            <a:pt x="48000" y="49000"/>
                          </a:cubicBezTo>
                          <a:cubicBezTo>
                            <a:pt x="41667" y="48375"/>
                            <a:pt x="35333" y="49153"/>
                            <a:pt x="29000" y="49000"/>
                          </a:cubicBezTo>
                          <a:cubicBezTo>
                            <a:pt x="28974" y="47667"/>
                            <a:pt x="28896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Outbox icon 3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246697 h 640080"/>
                <a:gd name="csX1" fmla="*/ 280035 w 640080"/>
                <a:gd name="csY1" fmla="*/ 246697 h 640080"/>
                <a:gd name="csX2" fmla="*/ 280035 w 640080"/>
                <a:gd name="csY2" fmla="*/ 273367 h 640080"/>
                <a:gd name="csX3" fmla="*/ 193357 w 640080"/>
                <a:gd name="csY3" fmla="*/ 273367 h 640080"/>
                <a:gd name="csX4" fmla="*/ 193357 w 640080"/>
                <a:gd name="csY4" fmla="*/ 246697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40080" h="640080" extrusionOk="0">
                  <a:moveTo>
                    <a:pt x="193357" y="246697"/>
                  </a:moveTo>
                  <a:cubicBezTo>
                    <a:pt x="220700" y="250123"/>
                    <a:pt x="251600" y="250364"/>
                    <a:pt x="280035" y="246697"/>
                  </a:cubicBezTo>
                  <a:cubicBezTo>
                    <a:pt x="278404" y="254282"/>
                    <a:pt x="280592" y="264951"/>
                    <a:pt x="280035" y="273367"/>
                  </a:cubicBezTo>
                  <a:cubicBezTo>
                    <a:pt x="255130" y="279191"/>
                    <a:pt x="220208" y="269809"/>
                    <a:pt x="193357" y="273367"/>
                  </a:cubicBezTo>
                  <a:cubicBezTo>
                    <a:pt x="191932" y="264855"/>
                    <a:pt x="192410" y="255841"/>
                    <a:pt x="193357" y="246697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953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972"/>
                            <a:pt x="37667" y="37649"/>
                            <a:pt x="42000" y="37000"/>
                          </a:cubicBezTo>
                          <a:cubicBezTo>
                            <a:pt x="41815" y="38333"/>
                            <a:pt x="42065" y="39667"/>
                            <a:pt x="42000" y="41000"/>
                          </a:cubicBezTo>
                          <a:cubicBezTo>
                            <a:pt x="37667" y="41380"/>
                            <a:pt x="33333" y="40607"/>
                            <a:pt x="29000" y="41000"/>
                          </a:cubicBezTo>
                          <a:cubicBezTo>
                            <a:pt x="28862" y="39667"/>
                            <a:pt x="29140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Outbox icon 4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353377 h 640080"/>
                <a:gd name="csX1" fmla="*/ 320040 w 640080"/>
                <a:gd name="csY1" fmla="*/ 353377 h 640080"/>
                <a:gd name="csX2" fmla="*/ 446722 w 640080"/>
                <a:gd name="csY2" fmla="*/ 353377 h 640080"/>
                <a:gd name="csX3" fmla="*/ 446722 w 640080"/>
                <a:gd name="csY3" fmla="*/ 380047 h 640080"/>
                <a:gd name="csX4" fmla="*/ 320040 w 640080"/>
                <a:gd name="csY4" fmla="*/ 380047 h 640080"/>
                <a:gd name="csX5" fmla="*/ 193357 w 640080"/>
                <a:gd name="csY5" fmla="*/ 380047 h 640080"/>
                <a:gd name="csX6" fmla="*/ 193357 w 640080"/>
                <a:gd name="csY6" fmla="*/ 353377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40080" h="640080" extrusionOk="0">
                  <a:moveTo>
                    <a:pt x="193357" y="353377"/>
                  </a:moveTo>
                  <a:cubicBezTo>
                    <a:pt x="228826" y="358649"/>
                    <a:pt x="287970" y="343726"/>
                    <a:pt x="320040" y="353377"/>
                  </a:cubicBezTo>
                  <a:cubicBezTo>
                    <a:pt x="366389" y="350540"/>
                    <a:pt x="403500" y="352717"/>
                    <a:pt x="446722" y="353377"/>
                  </a:cubicBezTo>
                  <a:cubicBezTo>
                    <a:pt x="446702" y="362112"/>
                    <a:pt x="447620" y="371297"/>
                    <a:pt x="446722" y="380047"/>
                  </a:cubicBezTo>
                  <a:cubicBezTo>
                    <a:pt x="406457" y="376472"/>
                    <a:pt x="367158" y="367512"/>
                    <a:pt x="320040" y="380047"/>
                  </a:cubicBezTo>
                  <a:cubicBezTo>
                    <a:pt x="277080" y="384826"/>
                    <a:pt x="235294" y="374432"/>
                    <a:pt x="193357" y="380047"/>
                  </a:cubicBezTo>
                  <a:cubicBezTo>
                    <a:pt x="192896" y="370841"/>
                    <a:pt x="192206" y="364736"/>
                    <a:pt x="193357" y="353377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72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2561"/>
                            <a:pt x="41667" y="52504"/>
                            <a:pt x="48000" y="53000"/>
                          </a:cubicBezTo>
                          <a:cubicBezTo>
                            <a:pt x="54333" y="53417"/>
                            <a:pt x="60667" y="52781"/>
                            <a:pt x="67000" y="53000"/>
                          </a:cubicBezTo>
                          <a:cubicBezTo>
                            <a:pt x="66966" y="54333"/>
                            <a:pt x="67093" y="55667"/>
                            <a:pt x="67000" y="57000"/>
                          </a:cubicBezTo>
                          <a:cubicBezTo>
                            <a:pt x="60667" y="56372"/>
                            <a:pt x="54333" y="55940"/>
                            <a:pt x="48000" y="57000"/>
                          </a:cubicBezTo>
                          <a:cubicBezTo>
                            <a:pt x="41667" y="57154"/>
                            <a:pt x="35333" y="56012"/>
                            <a:pt x="29000" y="57000"/>
                          </a:cubicBezTo>
                          <a:cubicBezTo>
                            <a:pt x="28818" y="55667"/>
                            <a:pt x="28891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Outbox icon 5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406717 h 640080"/>
                <a:gd name="csX1" fmla="*/ 320040 w 640080"/>
                <a:gd name="csY1" fmla="*/ 406717 h 640080"/>
                <a:gd name="csX2" fmla="*/ 446722 w 640080"/>
                <a:gd name="csY2" fmla="*/ 406717 h 640080"/>
                <a:gd name="csX3" fmla="*/ 446722 w 640080"/>
                <a:gd name="csY3" fmla="*/ 433387 h 640080"/>
                <a:gd name="csX4" fmla="*/ 320040 w 640080"/>
                <a:gd name="csY4" fmla="*/ 433387 h 640080"/>
                <a:gd name="csX5" fmla="*/ 193357 w 640080"/>
                <a:gd name="csY5" fmla="*/ 433387 h 640080"/>
                <a:gd name="csX6" fmla="*/ 193357 w 640080"/>
                <a:gd name="csY6" fmla="*/ 406717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40080" h="640080" extrusionOk="0">
                  <a:moveTo>
                    <a:pt x="193357" y="406717"/>
                  </a:moveTo>
                  <a:cubicBezTo>
                    <a:pt x="237406" y="407605"/>
                    <a:pt x="274192" y="414809"/>
                    <a:pt x="320040" y="406717"/>
                  </a:cubicBezTo>
                  <a:cubicBezTo>
                    <a:pt x="358872" y="408524"/>
                    <a:pt x="409646" y="404801"/>
                    <a:pt x="446722" y="406717"/>
                  </a:cubicBezTo>
                  <a:cubicBezTo>
                    <a:pt x="447699" y="417440"/>
                    <a:pt x="444539" y="425483"/>
                    <a:pt x="446722" y="433387"/>
                  </a:cubicBezTo>
                  <a:cubicBezTo>
                    <a:pt x="408613" y="425113"/>
                    <a:pt x="362924" y="421105"/>
                    <a:pt x="320040" y="433387"/>
                  </a:cubicBezTo>
                  <a:cubicBezTo>
                    <a:pt x="270932" y="430648"/>
                    <a:pt x="227364" y="435723"/>
                    <a:pt x="193357" y="433387"/>
                  </a:cubicBezTo>
                  <a:cubicBezTo>
                    <a:pt x="195814" y="425207"/>
                    <a:pt x="193043" y="414712"/>
                    <a:pt x="193357" y="406717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91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1279"/>
                            <a:pt x="41667" y="61779"/>
                            <a:pt x="48000" y="61000"/>
                          </a:cubicBezTo>
                          <a:cubicBezTo>
                            <a:pt x="54333" y="61809"/>
                            <a:pt x="60667" y="61584"/>
                            <a:pt x="67000" y="61000"/>
                          </a:cubicBezTo>
                          <a:cubicBezTo>
                            <a:pt x="67176" y="62333"/>
                            <a:pt x="66772" y="63667"/>
                            <a:pt x="67000" y="65000"/>
                          </a:cubicBezTo>
                          <a:cubicBezTo>
                            <a:pt x="60667" y="64265"/>
                            <a:pt x="54333" y="63982"/>
                            <a:pt x="48000" y="65000"/>
                          </a:cubicBezTo>
                          <a:cubicBezTo>
                            <a:pt x="41667" y="64415"/>
                            <a:pt x="35333" y="65773"/>
                            <a:pt x="29000" y="65000"/>
                          </a:cubicBezTo>
                          <a:cubicBezTo>
                            <a:pt x="28994" y="63667"/>
                            <a:pt x="29224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Outbox icon 6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460057 h 640080"/>
                <a:gd name="csX1" fmla="*/ 320040 w 640080"/>
                <a:gd name="csY1" fmla="*/ 460057 h 640080"/>
                <a:gd name="csX2" fmla="*/ 446722 w 640080"/>
                <a:gd name="csY2" fmla="*/ 460057 h 640080"/>
                <a:gd name="csX3" fmla="*/ 446722 w 640080"/>
                <a:gd name="csY3" fmla="*/ 486727 h 640080"/>
                <a:gd name="csX4" fmla="*/ 320040 w 640080"/>
                <a:gd name="csY4" fmla="*/ 486727 h 640080"/>
                <a:gd name="csX5" fmla="*/ 193357 w 640080"/>
                <a:gd name="csY5" fmla="*/ 486727 h 640080"/>
                <a:gd name="csX6" fmla="*/ 193357 w 640080"/>
                <a:gd name="csY6" fmla="*/ 460057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40080" h="640080" extrusionOk="0">
                  <a:moveTo>
                    <a:pt x="193357" y="460057"/>
                  </a:moveTo>
                  <a:cubicBezTo>
                    <a:pt x="236549" y="454763"/>
                    <a:pt x="274941" y="469666"/>
                    <a:pt x="320040" y="460057"/>
                  </a:cubicBezTo>
                  <a:cubicBezTo>
                    <a:pt x="360898" y="465116"/>
                    <a:pt x="409985" y="450171"/>
                    <a:pt x="446722" y="460057"/>
                  </a:cubicBezTo>
                  <a:cubicBezTo>
                    <a:pt x="445280" y="468102"/>
                    <a:pt x="449132" y="476866"/>
                    <a:pt x="446722" y="486727"/>
                  </a:cubicBezTo>
                  <a:cubicBezTo>
                    <a:pt x="407256" y="468896"/>
                    <a:pt x="371063" y="474727"/>
                    <a:pt x="320040" y="486727"/>
                  </a:cubicBezTo>
                  <a:cubicBezTo>
                    <a:pt x="270335" y="493507"/>
                    <a:pt x="227059" y="476914"/>
                    <a:pt x="193357" y="486727"/>
                  </a:cubicBezTo>
                  <a:cubicBezTo>
                    <a:pt x="195819" y="477314"/>
                    <a:pt x="193682" y="471466"/>
                    <a:pt x="193357" y="460057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71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8979"/>
                            <a:pt x="41667" y="68969"/>
                            <a:pt x="48000" y="69000"/>
                          </a:cubicBezTo>
                          <a:cubicBezTo>
                            <a:pt x="54333" y="68426"/>
                            <a:pt x="60667" y="68525"/>
                            <a:pt x="67000" y="69000"/>
                          </a:cubicBezTo>
                          <a:cubicBezTo>
                            <a:pt x="66858" y="70333"/>
                            <a:pt x="67208" y="71667"/>
                            <a:pt x="67000" y="73000"/>
                          </a:cubicBezTo>
                          <a:cubicBezTo>
                            <a:pt x="60667" y="72073"/>
                            <a:pt x="54333" y="72251"/>
                            <a:pt x="48000" y="73000"/>
                          </a:cubicBezTo>
                          <a:cubicBezTo>
                            <a:pt x="41667" y="73726"/>
                            <a:pt x="35333" y="72089"/>
                            <a:pt x="29000" y="73000"/>
                          </a:cubicBezTo>
                          <a:cubicBezTo>
                            <a:pt x="29082" y="71667"/>
                            <a:pt x="28941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45" name="BL label"/>
          <p:cNvSpPr txBox="1"/>
          <p:nvPr/>
        </p:nvSpPr>
        <p:spPr>
          <a:xfrm>
            <a:off x="1280160" y="57607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Outbox</a:t>
            </a:r>
          </a:p>
        </p:txBody>
      </p:sp>
      <p:sp>
        <p:nvSpPr>
          <p:cNvPr id="146" name="BL sub"/>
          <p:cNvSpPr txBox="1"/>
          <p:nvPr/>
        </p:nvSpPr>
        <p:spPr>
          <a:xfrm>
            <a:off x="914400" y="61264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approved text only</a:t>
            </a:r>
          </a:p>
        </p:txBody>
      </p:sp>
      <p:cxnSp>
        <p:nvCxnSpPr>
          <p:cNvPr id="147" name="App-Log"/>
          <p:cNvCxnSpPr/>
          <p:nvPr/>
        </p:nvCxnSpPr>
        <p:spPr>
          <a:xfrm flipH="1" flipV="1">
            <a:off x="2167128" y="2103120"/>
            <a:ext cx="2601782" cy="643402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grpSp>
        <p:nvGrpSpPr>
          <p:cNvPr id="157" name="Audit log icon"/>
          <p:cNvGrpSpPr/>
          <p:nvPr/>
        </p:nvGrpSpPr>
        <p:grpSpPr>
          <a:xfrm>
            <a:off x="1417320" y="1783080"/>
            <a:ext cx="640080" cy="640080"/>
            <a:chOff x="0" y="0"/>
            <a:chExt cx="640080" cy="640080"/>
          </a:xfrm>
        </p:grpSpPr>
        <p:sp>
          <p:nvSpPr>
            <p:cNvPr id="158" name="Audit log icon backing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17000" y="18000"/>
                  </a:moveTo>
                  <a:cubicBezTo>
                    <a:pt x="17000" y="40000"/>
                    <a:pt x="17000" y="62000"/>
                    <a:pt x="17000" y="84000"/>
                  </a:cubicBezTo>
                  <a:cubicBezTo>
                    <a:pt x="17000" y="86200"/>
                    <a:pt x="18800" y="88000"/>
                    <a:pt x="21000" y="88000"/>
                  </a:cubicBezTo>
                  <a:cubicBezTo>
                    <a:pt x="39000" y="88000"/>
                    <a:pt x="57000" y="88000"/>
                    <a:pt x="75000" y="88000"/>
                  </a:cubicBezTo>
                  <a:cubicBezTo>
                    <a:pt x="77200" y="88000"/>
                    <a:pt x="79000" y="86200"/>
                    <a:pt x="79000" y="84000"/>
                  </a:cubicBezTo>
                  <a:cubicBezTo>
                    <a:pt x="79000" y="62000"/>
                    <a:pt x="79000" y="40000"/>
                    <a:pt x="79000" y="18000"/>
                  </a:cubicBezTo>
                  <a:cubicBezTo>
                    <a:pt x="79000" y="15800"/>
                    <a:pt x="77200" y="14000"/>
                    <a:pt x="75000" y="14000"/>
                  </a:cubicBezTo>
                  <a:cubicBezTo>
                    <a:pt x="69333" y="14000"/>
                    <a:pt x="63667" y="14000"/>
                    <a:pt x="58000" y="14000"/>
                  </a:cubicBezTo>
                  <a:cubicBezTo>
                    <a:pt x="58000" y="13333"/>
                    <a:pt x="58000" y="12667"/>
                    <a:pt x="58000" y="12000"/>
                  </a:cubicBezTo>
                  <a:cubicBezTo>
                    <a:pt x="58000" y="9800"/>
                    <a:pt x="56200" y="8000"/>
                    <a:pt x="54000" y="8000"/>
                  </a:cubicBezTo>
                  <a:cubicBezTo>
                    <a:pt x="50000" y="8000"/>
                    <a:pt x="46000" y="8000"/>
                    <a:pt x="42000" y="8000"/>
                  </a:cubicBezTo>
                  <a:cubicBezTo>
                    <a:pt x="39800" y="8000"/>
                    <a:pt x="38000" y="9800"/>
                    <a:pt x="38000" y="12000"/>
                  </a:cubicBezTo>
                  <a:cubicBezTo>
                    <a:pt x="38000" y="12667"/>
                    <a:pt x="38000" y="13333"/>
                    <a:pt x="38000" y="14000"/>
                  </a:cubicBezTo>
                  <a:cubicBezTo>
                    <a:pt x="32333" y="14000"/>
                    <a:pt x="26667" y="14000"/>
                    <a:pt x="21000" y="14000"/>
                  </a:cubicBezTo>
                  <a:cubicBezTo>
                    <a:pt x="18800" y="14000"/>
                    <a:pt x="17000" y="15800"/>
                    <a:pt x="17000" y="1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Audit log icon 1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53352 w 640080"/>
                <a:gd name="csY0" fmla="*/ 133350 h 640080"/>
                <a:gd name="csX1" fmla="*/ 226695 w 640080"/>
                <a:gd name="csY1" fmla="*/ 133350 h 640080"/>
                <a:gd name="csX2" fmla="*/ 226695 w 640080"/>
                <a:gd name="csY2" fmla="*/ 173355 h 640080"/>
                <a:gd name="csX3" fmla="*/ 413385 w 640080"/>
                <a:gd name="csY3" fmla="*/ 173355 h 640080"/>
                <a:gd name="csX4" fmla="*/ 413385 w 640080"/>
                <a:gd name="csY4" fmla="*/ 133350 h 640080"/>
                <a:gd name="csX5" fmla="*/ 486727 w 640080"/>
                <a:gd name="csY5" fmla="*/ 133350 h 640080"/>
                <a:gd name="csX6" fmla="*/ 486727 w 640080"/>
                <a:gd name="csY6" fmla="*/ 271147 h 640080"/>
                <a:gd name="csX7" fmla="*/ 486727 w 640080"/>
                <a:gd name="csY7" fmla="*/ 408937 h 640080"/>
                <a:gd name="csX8" fmla="*/ 486727 w 640080"/>
                <a:gd name="csY8" fmla="*/ 546735 h 640080"/>
                <a:gd name="csX9" fmla="*/ 375600 w 640080"/>
                <a:gd name="csY9" fmla="*/ 546735 h 640080"/>
                <a:gd name="csX10" fmla="*/ 264479 w 640080"/>
                <a:gd name="csY10" fmla="*/ 546735 h 640080"/>
                <a:gd name="csX11" fmla="*/ 153352 w 640080"/>
                <a:gd name="csY11" fmla="*/ 546735 h 640080"/>
                <a:gd name="csX12" fmla="*/ 153352 w 640080"/>
                <a:gd name="csY12" fmla="*/ 408937 h 640080"/>
                <a:gd name="csX13" fmla="*/ 153352 w 640080"/>
                <a:gd name="csY13" fmla="*/ 271147 h 640080"/>
                <a:gd name="csX14" fmla="*/ 153352 w 640080"/>
                <a:gd name="csY14" fmla="*/ 133350 h 640080"/>
                <a:gd name="csX15" fmla="*/ 320706 w 640080"/>
                <a:gd name="csY15" fmla="*/ 80010 h 640080"/>
                <a:gd name="csX16" fmla="*/ 340042 w 640080"/>
                <a:gd name="csY16" fmla="*/ 100012 h 640080"/>
                <a:gd name="csX17" fmla="*/ 320040 w 640080"/>
                <a:gd name="csY17" fmla="*/ 120015 h 640080"/>
                <a:gd name="csX18" fmla="*/ 300037 w 640080"/>
                <a:gd name="csY18" fmla="*/ 100012 h 640080"/>
                <a:gd name="csX19" fmla="*/ 320706 w 640080"/>
                <a:gd name="csY19" fmla="*/ 80010 h 640080"/>
                <a:gd name="csX20" fmla="*/ 113347 w 640080"/>
                <a:gd name="csY20" fmla="*/ 120015 h 640080"/>
                <a:gd name="csX21" fmla="*/ 113347 w 640080"/>
                <a:gd name="csY21" fmla="*/ 266700 h 640080"/>
                <a:gd name="csX22" fmla="*/ 113347 w 640080"/>
                <a:gd name="csY22" fmla="*/ 413385 h 640080"/>
                <a:gd name="csX23" fmla="*/ 113347 w 640080"/>
                <a:gd name="csY23" fmla="*/ 560070 h 640080"/>
                <a:gd name="csX24" fmla="*/ 140017 w 640080"/>
                <a:gd name="csY24" fmla="*/ 586740 h 640080"/>
                <a:gd name="csX25" fmla="*/ 260032 w 640080"/>
                <a:gd name="csY25" fmla="*/ 586740 h 640080"/>
                <a:gd name="csX26" fmla="*/ 380047 w 640080"/>
                <a:gd name="csY26" fmla="*/ 586740 h 640080"/>
                <a:gd name="csX27" fmla="*/ 500062 w 640080"/>
                <a:gd name="csY27" fmla="*/ 586740 h 640080"/>
                <a:gd name="csX28" fmla="*/ 526732 w 640080"/>
                <a:gd name="csY28" fmla="*/ 560070 h 640080"/>
                <a:gd name="csX29" fmla="*/ 526732 w 640080"/>
                <a:gd name="csY29" fmla="*/ 413385 h 640080"/>
                <a:gd name="csX30" fmla="*/ 526732 w 640080"/>
                <a:gd name="csY30" fmla="*/ 266700 h 640080"/>
                <a:gd name="csX31" fmla="*/ 526732 w 640080"/>
                <a:gd name="csY31" fmla="*/ 120015 h 640080"/>
                <a:gd name="csX32" fmla="*/ 500062 w 640080"/>
                <a:gd name="csY32" fmla="*/ 93345 h 640080"/>
                <a:gd name="csX33" fmla="*/ 386715 w 640080"/>
                <a:gd name="csY33" fmla="*/ 93345 h 640080"/>
                <a:gd name="csX34" fmla="*/ 386715 w 640080"/>
                <a:gd name="csY34" fmla="*/ 80010 h 640080"/>
                <a:gd name="csX35" fmla="*/ 360045 w 640080"/>
                <a:gd name="csY35" fmla="*/ 53340 h 640080"/>
                <a:gd name="csX36" fmla="*/ 280035 w 640080"/>
                <a:gd name="csY36" fmla="*/ 53340 h 640080"/>
                <a:gd name="csX37" fmla="*/ 253365 w 640080"/>
                <a:gd name="csY37" fmla="*/ 80010 h 640080"/>
                <a:gd name="csX38" fmla="*/ 253365 w 640080"/>
                <a:gd name="csY38" fmla="*/ 93345 h 640080"/>
                <a:gd name="csX39" fmla="*/ 140017 w 640080"/>
                <a:gd name="csY39" fmla="*/ 93345 h 640080"/>
                <a:gd name="csX40" fmla="*/ 113347 w 640080"/>
                <a:gd name="csY40" fmla="*/ 120015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640080" h="640080" extrusionOk="0">
                  <a:moveTo>
                    <a:pt x="153352" y="133350"/>
                  </a:moveTo>
                  <a:cubicBezTo>
                    <a:pt x="178245" y="131159"/>
                    <a:pt x="195828" y="133506"/>
                    <a:pt x="226695" y="133350"/>
                  </a:cubicBezTo>
                  <a:cubicBezTo>
                    <a:pt x="222401" y="145366"/>
                    <a:pt x="228176" y="162844"/>
                    <a:pt x="226695" y="173355"/>
                  </a:cubicBezTo>
                  <a:cubicBezTo>
                    <a:pt x="287171" y="178725"/>
                    <a:pt x="348511" y="176201"/>
                    <a:pt x="413385" y="173355"/>
                  </a:cubicBezTo>
                  <a:cubicBezTo>
                    <a:pt x="417664" y="160254"/>
                    <a:pt x="413421" y="144807"/>
                    <a:pt x="413385" y="133350"/>
                  </a:cubicBezTo>
                  <a:cubicBezTo>
                    <a:pt x="436983" y="131189"/>
                    <a:pt x="458091" y="139079"/>
                    <a:pt x="486727" y="133350"/>
                  </a:cubicBezTo>
                  <a:cubicBezTo>
                    <a:pt x="481779" y="178634"/>
                    <a:pt x="488079" y="212317"/>
                    <a:pt x="486727" y="271147"/>
                  </a:cubicBezTo>
                  <a:cubicBezTo>
                    <a:pt x="489655" y="312143"/>
                    <a:pt x="489621" y="358020"/>
                    <a:pt x="486727" y="408937"/>
                  </a:cubicBezTo>
                  <a:cubicBezTo>
                    <a:pt x="472320" y="463756"/>
                    <a:pt x="482625" y="503654"/>
                    <a:pt x="486727" y="546735"/>
                  </a:cubicBezTo>
                  <a:cubicBezTo>
                    <a:pt x="443994" y="547736"/>
                    <a:pt x="414194" y="549779"/>
                    <a:pt x="375600" y="546735"/>
                  </a:cubicBezTo>
                  <a:cubicBezTo>
                    <a:pt x="337266" y="550695"/>
                    <a:pt x="302245" y="548116"/>
                    <a:pt x="264479" y="546735"/>
                  </a:cubicBezTo>
                  <a:cubicBezTo>
                    <a:pt x="222149" y="541561"/>
                    <a:pt x="186279" y="557081"/>
                    <a:pt x="153352" y="546735"/>
                  </a:cubicBezTo>
                  <a:cubicBezTo>
                    <a:pt x="157385" y="508384"/>
                    <a:pt x="156319" y="466398"/>
                    <a:pt x="153352" y="408937"/>
                  </a:cubicBezTo>
                  <a:cubicBezTo>
                    <a:pt x="163687" y="357713"/>
                    <a:pt x="147513" y="306866"/>
                    <a:pt x="153352" y="271147"/>
                  </a:cubicBezTo>
                  <a:cubicBezTo>
                    <a:pt x="167850" y="215411"/>
                    <a:pt x="140676" y="176936"/>
                    <a:pt x="153352" y="133350"/>
                  </a:cubicBezTo>
                  <a:close/>
                  <a:moveTo>
                    <a:pt x="320706" y="80010"/>
                  </a:moveTo>
                  <a:cubicBezTo>
                    <a:pt x="334269" y="76139"/>
                    <a:pt x="342647" y="89046"/>
                    <a:pt x="340042" y="100012"/>
                  </a:cubicBezTo>
                  <a:cubicBezTo>
                    <a:pt x="337049" y="109736"/>
                    <a:pt x="329165" y="117278"/>
                    <a:pt x="320040" y="120015"/>
                  </a:cubicBezTo>
                  <a:cubicBezTo>
                    <a:pt x="308219" y="121218"/>
                    <a:pt x="302548" y="113204"/>
                    <a:pt x="300037" y="100012"/>
                  </a:cubicBezTo>
                  <a:cubicBezTo>
                    <a:pt x="299811" y="87805"/>
                    <a:pt x="312335" y="78956"/>
                    <a:pt x="320706" y="80010"/>
                  </a:cubicBezTo>
                  <a:close/>
                  <a:moveTo>
                    <a:pt x="113347" y="120015"/>
                  </a:moveTo>
                  <a:cubicBezTo>
                    <a:pt x="124579" y="170066"/>
                    <a:pt x="108544" y="231279"/>
                    <a:pt x="113347" y="266700"/>
                  </a:cubicBezTo>
                  <a:cubicBezTo>
                    <a:pt x="108970" y="315512"/>
                    <a:pt x="118470" y="361270"/>
                    <a:pt x="113347" y="413385"/>
                  </a:cubicBezTo>
                  <a:cubicBezTo>
                    <a:pt x="106114" y="465079"/>
                    <a:pt x="120653" y="511483"/>
                    <a:pt x="113347" y="560070"/>
                  </a:cubicBezTo>
                  <a:cubicBezTo>
                    <a:pt x="109433" y="578178"/>
                    <a:pt x="131181" y="584575"/>
                    <a:pt x="140017" y="586740"/>
                  </a:cubicBezTo>
                  <a:cubicBezTo>
                    <a:pt x="180087" y="582503"/>
                    <a:pt x="224927" y="588088"/>
                    <a:pt x="260032" y="586740"/>
                  </a:cubicBezTo>
                  <a:cubicBezTo>
                    <a:pt x="295286" y="593459"/>
                    <a:pt x="345826" y="582337"/>
                    <a:pt x="380047" y="586740"/>
                  </a:cubicBezTo>
                  <a:cubicBezTo>
                    <a:pt x="416514" y="582822"/>
                    <a:pt x="459484" y="583249"/>
                    <a:pt x="500062" y="586740"/>
                  </a:cubicBezTo>
                  <a:cubicBezTo>
                    <a:pt x="509944" y="584562"/>
                    <a:pt x="528025" y="571576"/>
                    <a:pt x="526732" y="560070"/>
                  </a:cubicBezTo>
                  <a:cubicBezTo>
                    <a:pt x="526896" y="501497"/>
                    <a:pt x="517602" y="463820"/>
                    <a:pt x="526732" y="413385"/>
                  </a:cubicBezTo>
                  <a:cubicBezTo>
                    <a:pt x="537357" y="356281"/>
                    <a:pt x="518584" y="315407"/>
                    <a:pt x="526732" y="266700"/>
                  </a:cubicBezTo>
                  <a:cubicBezTo>
                    <a:pt x="528609" y="207997"/>
                    <a:pt x="524948" y="173809"/>
                    <a:pt x="526732" y="120015"/>
                  </a:cubicBezTo>
                  <a:cubicBezTo>
                    <a:pt x="529045" y="104013"/>
                    <a:pt x="511253" y="94181"/>
                    <a:pt x="500062" y="93345"/>
                  </a:cubicBezTo>
                  <a:cubicBezTo>
                    <a:pt x="462864" y="94990"/>
                    <a:pt x="433186" y="100895"/>
                    <a:pt x="386715" y="93345"/>
                  </a:cubicBezTo>
                  <a:cubicBezTo>
                    <a:pt x="387929" y="88940"/>
                    <a:pt x="386885" y="84420"/>
                    <a:pt x="386715" y="80010"/>
                  </a:cubicBezTo>
                  <a:cubicBezTo>
                    <a:pt x="384461" y="71168"/>
                    <a:pt x="370708" y="50505"/>
                    <a:pt x="360045" y="53340"/>
                  </a:cubicBezTo>
                  <a:cubicBezTo>
                    <a:pt x="336330" y="58171"/>
                    <a:pt x="301479" y="47647"/>
                    <a:pt x="280035" y="53340"/>
                  </a:cubicBezTo>
                  <a:cubicBezTo>
                    <a:pt x="269469" y="52151"/>
                    <a:pt x="255780" y="69153"/>
                    <a:pt x="253365" y="80010"/>
                  </a:cubicBezTo>
                  <a:cubicBezTo>
                    <a:pt x="252524" y="83531"/>
                    <a:pt x="253837" y="88698"/>
                    <a:pt x="253365" y="93345"/>
                  </a:cubicBezTo>
                  <a:cubicBezTo>
                    <a:pt x="211992" y="104826"/>
                    <a:pt x="180452" y="105872"/>
                    <a:pt x="140017" y="93345"/>
                  </a:cubicBezTo>
                  <a:cubicBezTo>
                    <a:pt x="129268" y="92441"/>
                    <a:pt x="110765" y="100905"/>
                    <a:pt x="113347" y="120015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1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20000"/>
                          </a:moveTo>
                          <a:cubicBezTo>
                            <a:pt x="26667" y="19558"/>
                            <a:pt x="30333" y="20486"/>
                            <a:pt x="34000" y="20000"/>
                          </a:cubicBezTo>
                          <a:cubicBezTo>
                            <a:pt x="33906" y="22000"/>
                            <a:pt x="33952" y="24000"/>
                            <a:pt x="34000" y="26000"/>
                          </a:cubicBezTo>
                          <a:cubicBezTo>
                            <a:pt x="43333" y="25772"/>
                            <a:pt x="52667" y="26611"/>
                            <a:pt x="62000" y="26000"/>
                          </a:cubicBezTo>
                          <a:cubicBezTo>
                            <a:pt x="62211" y="24000"/>
                            <a:pt x="62337" y="22000"/>
                            <a:pt x="62000" y="20000"/>
                          </a:cubicBezTo>
                          <a:cubicBezTo>
                            <a:pt x="65667" y="19483"/>
                            <a:pt x="69333" y="19960"/>
                            <a:pt x="73000" y="20000"/>
                          </a:cubicBezTo>
                          <a:cubicBezTo>
                            <a:pt x="72092" y="26889"/>
                            <a:pt x="73034" y="33778"/>
                            <a:pt x="73000" y="40667"/>
                          </a:cubicBezTo>
                          <a:cubicBezTo>
                            <a:pt x="73569" y="47556"/>
                            <a:pt x="72668" y="54444"/>
                            <a:pt x="73000" y="61333"/>
                          </a:cubicBezTo>
                          <a:cubicBezTo>
                            <a:pt x="72247" y="68222"/>
                            <a:pt x="72689" y="75111"/>
                            <a:pt x="73000" y="82000"/>
                          </a:cubicBezTo>
                          <a:cubicBezTo>
                            <a:pt x="67444" y="82568"/>
                            <a:pt x="61889" y="81058"/>
                            <a:pt x="56333" y="82000"/>
                          </a:cubicBezTo>
                          <a:cubicBezTo>
                            <a:pt x="50778" y="82653"/>
                            <a:pt x="45222" y="81645"/>
                            <a:pt x="39667" y="82000"/>
                          </a:cubicBezTo>
                          <a:cubicBezTo>
                            <a:pt x="34111" y="81912"/>
                            <a:pt x="28556" y="82389"/>
                            <a:pt x="23000" y="82000"/>
                          </a:cubicBezTo>
                          <a:cubicBezTo>
                            <a:pt x="23391" y="75111"/>
                            <a:pt x="23056" y="68222"/>
                            <a:pt x="23000" y="61333"/>
                          </a:cubicBezTo>
                          <a:cubicBezTo>
                            <a:pt x="23746" y="54444"/>
                            <a:pt x="22084" y="47556"/>
                            <a:pt x="23000" y="40667"/>
                          </a:cubicBezTo>
                          <a:cubicBezTo>
                            <a:pt x="24094" y="33778"/>
                            <a:pt x="22586" y="26889"/>
                            <a:pt x="23000" y="20000"/>
                          </a:cubicBezTo>
                          <a:close/>
                          <a:moveTo>
                            <a:pt x="48100" y="12000"/>
                          </a:moveTo>
                          <a:cubicBezTo>
                            <a:pt x="49991" y="11517"/>
                            <a:pt x="51116" y="13451"/>
                            <a:pt x="51000" y="15000"/>
                          </a:cubicBezTo>
                          <a:cubicBezTo>
                            <a:pt x="50524" y="16339"/>
                            <a:pt x="49586" y="17970"/>
                            <a:pt x="48000" y="18000"/>
                          </a:cubicBezTo>
                          <a:cubicBezTo>
                            <a:pt x="46557" y="18571"/>
                            <a:pt x="45091" y="17268"/>
                            <a:pt x="45000" y="15000"/>
                          </a:cubicBezTo>
                          <a:cubicBezTo>
                            <a:pt x="44887" y="13391"/>
                            <a:pt x="46719" y="12186"/>
                            <a:pt x="48100" y="12000"/>
                          </a:cubicBezTo>
                          <a:close/>
                          <a:moveTo>
                            <a:pt x="17000" y="18000"/>
                          </a:moveTo>
                          <a:cubicBezTo>
                            <a:pt x="17831" y="25333"/>
                            <a:pt x="16209" y="32667"/>
                            <a:pt x="17000" y="40000"/>
                          </a:cubicBezTo>
                          <a:cubicBezTo>
                            <a:pt x="17572" y="47333"/>
                            <a:pt x="17875" y="54667"/>
                            <a:pt x="17000" y="62000"/>
                          </a:cubicBezTo>
                          <a:cubicBezTo>
                            <a:pt x="15994" y="69333"/>
                            <a:pt x="16962" y="76667"/>
                            <a:pt x="17000" y="84000"/>
                          </a:cubicBezTo>
                          <a:cubicBezTo>
                            <a:pt x="16562" y="86429"/>
                            <a:pt x="19372" y="87946"/>
                            <a:pt x="21000" y="88000"/>
                          </a:cubicBezTo>
                          <a:cubicBezTo>
                            <a:pt x="27000" y="88079"/>
                            <a:pt x="33000" y="87992"/>
                            <a:pt x="39000" y="88000"/>
                          </a:cubicBezTo>
                          <a:cubicBezTo>
                            <a:pt x="45000" y="88050"/>
                            <a:pt x="51000" y="88329"/>
                            <a:pt x="57000" y="88000"/>
                          </a:cubicBezTo>
                          <a:cubicBezTo>
                            <a:pt x="63000" y="87718"/>
                            <a:pt x="69000" y="88868"/>
                            <a:pt x="75000" y="88000"/>
                          </a:cubicBezTo>
                          <a:cubicBezTo>
                            <a:pt x="76735" y="87794"/>
                            <a:pt x="78737" y="86163"/>
                            <a:pt x="79000" y="84000"/>
                          </a:cubicBezTo>
                          <a:cubicBezTo>
                            <a:pt x="80126" y="76667"/>
                            <a:pt x="78824" y="69333"/>
                            <a:pt x="79000" y="62000"/>
                          </a:cubicBezTo>
                          <a:cubicBezTo>
                            <a:pt x="79432" y="54667"/>
                            <a:pt x="77988" y="47333"/>
                            <a:pt x="79000" y="40000"/>
                          </a:cubicBezTo>
                          <a:cubicBezTo>
                            <a:pt x="78163" y="32667"/>
                            <a:pt x="79783" y="25333"/>
                            <a:pt x="79000" y="18000"/>
                          </a:cubicBezTo>
                          <a:cubicBezTo>
                            <a:pt x="79021" y="15677"/>
                            <a:pt x="77144" y="14131"/>
                            <a:pt x="75000" y="14000"/>
                          </a:cubicBezTo>
                          <a:cubicBezTo>
                            <a:pt x="69333" y="12987"/>
                            <a:pt x="63667" y="14580"/>
                            <a:pt x="58000" y="14000"/>
                          </a:cubicBezTo>
                          <a:cubicBezTo>
                            <a:pt x="57980" y="13333"/>
                            <a:pt x="58118" y="12667"/>
                            <a:pt x="58000" y="12000"/>
                          </a:cubicBezTo>
                          <a:cubicBezTo>
                            <a:pt x="57574" y="10209"/>
                            <a:pt x="55648" y="7677"/>
                            <a:pt x="54000" y="8000"/>
                          </a:cubicBezTo>
                          <a:cubicBezTo>
                            <a:pt x="50000" y="8372"/>
                            <a:pt x="46000" y="7342"/>
                            <a:pt x="42000" y="8000"/>
                          </a:cubicBezTo>
                          <a:cubicBezTo>
                            <a:pt x="40307" y="7487"/>
                            <a:pt x="38405" y="10192"/>
                            <a:pt x="38000" y="12000"/>
                          </a:cubicBezTo>
                          <a:cubicBezTo>
                            <a:pt x="37995" y="12667"/>
                            <a:pt x="38003" y="13333"/>
                            <a:pt x="38000" y="14000"/>
                          </a:cubicBezTo>
                          <a:cubicBezTo>
                            <a:pt x="32333" y="14386"/>
                            <a:pt x="26667" y="14815"/>
                            <a:pt x="21000" y="14000"/>
                          </a:cubicBezTo>
                          <a:cubicBezTo>
                            <a:pt x="18759" y="13841"/>
                            <a:pt x="16940" y="15656"/>
                            <a:pt x="17000" y="1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Audit log icon 2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226695 h 640080"/>
                <a:gd name="csX1" fmla="*/ 306705 w 640080"/>
                <a:gd name="csY1" fmla="*/ 226695 h 640080"/>
                <a:gd name="csX2" fmla="*/ 306705 w 640080"/>
                <a:gd name="csY2" fmla="*/ 253365 h 640080"/>
                <a:gd name="csX3" fmla="*/ 193357 w 640080"/>
                <a:gd name="csY3" fmla="*/ 253365 h 640080"/>
                <a:gd name="csX4" fmla="*/ 193357 w 640080"/>
                <a:gd name="csY4" fmla="*/ 226695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40080" h="640080" extrusionOk="0">
                  <a:moveTo>
                    <a:pt x="193357" y="226695"/>
                  </a:moveTo>
                  <a:cubicBezTo>
                    <a:pt x="228367" y="229135"/>
                    <a:pt x="274075" y="223522"/>
                    <a:pt x="306705" y="226695"/>
                  </a:cubicBezTo>
                  <a:cubicBezTo>
                    <a:pt x="309542" y="234859"/>
                    <a:pt x="307583" y="244218"/>
                    <a:pt x="306705" y="253365"/>
                  </a:cubicBezTo>
                  <a:cubicBezTo>
                    <a:pt x="273513" y="247494"/>
                    <a:pt x="235716" y="254942"/>
                    <a:pt x="193357" y="253365"/>
                  </a:cubicBezTo>
                  <a:cubicBezTo>
                    <a:pt x="194155" y="244199"/>
                    <a:pt x="195820" y="237331"/>
                    <a:pt x="193357" y="226695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3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4000"/>
                          </a:moveTo>
                          <a:cubicBezTo>
                            <a:pt x="34667" y="34465"/>
                            <a:pt x="40333" y="34375"/>
                            <a:pt x="46000" y="34000"/>
                          </a:cubicBezTo>
                          <a:cubicBezTo>
                            <a:pt x="46079" y="35333"/>
                            <a:pt x="45855" y="36667"/>
                            <a:pt x="46000" y="38000"/>
                          </a:cubicBezTo>
                          <a:cubicBezTo>
                            <a:pt x="40333" y="37499"/>
                            <a:pt x="34667" y="38465"/>
                            <a:pt x="29000" y="38000"/>
                          </a:cubicBezTo>
                          <a:cubicBezTo>
                            <a:pt x="29132" y="36667"/>
                            <a:pt x="29174" y="35333"/>
                            <a:pt x="29000" y="34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Audit log icon 3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306705 h 640080"/>
                <a:gd name="csX1" fmla="*/ 306705 w 640080"/>
                <a:gd name="csY1" fmla="*/ 306705 h 640080"/>
                <a:gd name="csX2" fmla="*/ 306705 w 640080"/>
                <a:gd name="csY2" fmla="*/ 333375 h 640080"/>
                <a:gd name="csX3" fmla="*/ 193357 w 640080"/>
                <a:gd name="csY3" fmla="*/ 333375 h 640080"/>
                <a:gd name="csX4" fmla="*/ 193357 w 640080"/>
                <a:gd name="csY4" fmla="*/ 306705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40080" h="640080" extrusionOk="0">
                  <a:moveTo>
                    <a:pt x="193357" y="306705"/>
                  </a:moveTo>
                  <a:cubicBezTo>
                    <a:pt x="231209" y="299300"/>
                    <a:pt x="269865" y="302560"/>
                    <a:pt x="306705" y="306705"/>
                  </a:cubicBezTo>
                  <a:cubicBezTo>
                    <a:pt x="303976" y="314472"/>
                    <a:pt x="308706" y="322209"/>
                    <a:pt x="306705" y="333375"/>
                  </a:cubicBezTo>
                  <a:cubicBezTo>
                    <a:pt x="276013" y="326187"/>
                    <a:pt x="232123" y="339312"/>
                    <a:pt x="193357" y="333375"/>
                  </a:cubicBezTo>
                  <a:cubicBezTo>
                    <a:pt x="195542" y="325768"/>
                    <a:pt x="193529" y="314944"/>
                    <a:pt x="193357" y="306705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954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6000"/>
                          </a:moveTo>
                          <a:cubicBezTo>
                            <a:pt x="34667" y="45592"/>
                            <a:pt x="40333" y="45585"/>
                            <a:pt x="46000" y="46000"/>
                          </a:cubicBezTo>
                          <a:cubicBezTo>
                            <a:pt x="45822" y="47333"/>
                            <a:pt x="46223" y="48667"/>
                            <a:pt x="46000" y="50000"/>
                          </a:cubicBezTo>
                          <a:cubicBezTo>
                            <a:pt x="40333" y="49948"/>
                            <a:pt x="34667" y="50363"/>
                            <a:pt x="29000" y="50000"/>
                          </a:cubicBezTo>
                          <a:cubicBezTo>
                            <a:pt x="29067" y="48667"/>
                            <a:pt x="28848" y="47333"/>
                            <a:pt x="29000" y="46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Audit log icon 4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386715 h 640080"/>
                <a:gd name="csX1" fmla="*/ 306705 w 640080"/>
                <a:gd name="csY1" fmla="*/ 386715 h 640080"/>
                <a:gd name="csX2" fmla="*/ 306705 w 640080"/>
                <a:gd name="csY2" fmla="*/ 413385 h 640080"/>
                <a:gd name="csX3" fmla="*/ 193357 w 640080"/>
                <a:gd name="csY3" fmla="*/ 413385 h 640080"/>
                <a:gd name="csX4" fmla="*/ 193357 w 640080"/>
                <a:gd name="csY4" fmla="*/ 386715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40080" h="640080" extrusionOk="0">
                  <a:moveTo>
                    <a:pt x="193357" y="386715"/>
                  </a:moveTo>
                  <a:cubicBezTo>
                    <a:pt x="220443" y="385913"/>
                    <a:pt x="268138" y="393080"/>
                    <a:pt x="306705" y="386715"/>
                  </a:cubicBezTo>
                  <a:cubicBezTo>
                    <a:pt x="308414" y="393573"/>
                    <a:pt x="308869" y="403569"/>
                    <a:pt x="306705" y="413385"/>
                  </a:cubicBezTo>
                  <a:cubicBezTo>
                    <a:pt x="275780" y="419814"/>
                    <a:pt x="229659" y="416412"/>
                    <a:pt x="193357" y="413385"/>
                  </a:cubicBezTo>
                  <a:cubicBezTo>
                    <a:pt x="191411" y="402676"/>
                    <a:pt x="194478" y="394216"/>
                    <a:pt x="193357" y="386715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73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8000"/>
                          </a:moveTo>
                          <a:cubicBezTo>
                            <a:pt x="34667" y="57742"/>
                            <a:pt x="40333" y="58660"/>
                            <a:pt x="46000" y="58000"/>
                          </a:cubicBezTo>
                          <a:cubicBezTo>
                            <a:pt x="46122" y="59333"/>
                            <a:pt x="46140" y="60667"/>
                            <a:pt x="46000" y="62000"/>
                          </a:cubicBezTo>
                          <a:cubicBezTo>
                            <a:pt x="40333" y="62858"/>
                            <a:pt x="34667" y="61992"/>
                            <a:pt x="29000" y="62000"/>
                          </a:cubicBezTo>
                          <a:cubicBezTo>
                            <a:pt x="28798" y="60667"/>
                            <a:pt x="29038" y="59333"/>
                            <a:pt x="29000" y="5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Audit log icon 5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466725 h 640080"/>
                <a:gd name="csX1" fmla="*/ 306705 w 640080"/>
                <a:gd name="csY1" fmla="*/ 466725 h 640080"/>
                <a:gd name="csX2" fmla="*/ 306705 w 640080"/>
                <a:gd name="csY2" fmla="*/ 493395 h 640080"/>
                <a:gd name="csX3" fmla="*/ 193357 w 640080"/>
                <a:gd name="csY3" fmla="*/ 493395 h 640080"/>
                <a:gd name="csX4" fmla="*/ 193357 w 640080"/>
                <a:gd name="csY4" fmla="*/ 466725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40080" h="640080" extrusionOk="0">
                  <a:moveTo>
                    <a:pt x="193357" y="466725"/>
                  </a:moveTo>
                  <a:cubicBezTo>
                    <a:pt x="229839" y="462069"/>
                    <a:pt x="278723" y="465027"/>
                    <a:pt x="306705" y="466725"/>
                  </a:cubicBezTo>
                  <a:cubicBezTo>
                    <a:pt x="306477" y="474203"/>
                    <a:pt x="305100" y="486680"/>
                    <a:pt x="306705" y="493395"/>
                  </a:cubicBezTo>
                  <a:cubicBezTo>
                    <a:pt x="270546" y="505408"/>
                    <a:pt x="226627" y="489338"/>
                    <a:pt x="193357" y="493395"/>
                  </a:cubicBezTo>
                  <a:cubicBezTo>
                    <a:pt x="192539" y="484397"/>
                    <a:pt x="193203" y="474497"/>
                    <a:pt x="193357" y="466725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92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70000"/>
                          </a:moveTo>
                          <a:cubicBezTo>
                            <a:pt x="34667" y="70057"/>
                            <a:pt x="40333" y="69517"/>
                            <a:pt x="46000" y="70000"/>
                          </a:cubicBezTo>
                          <a:cubicBezTo>
                            <a:pt x="46198" y="71333"/>
                            <a:pt x="45838" y="72667"/>
                            <a:pt x="46000" y="74000"/>
                          </a:cubicBezTo>
                          <a:cubicBezTo>
                            <a:pt x="40333" y="74343"/>
                            <a:pt x="34667" y="74510"/>
                            <a:pt x="29000" y="74000"/>
                          </a:cubicBezTo>
                          <a:cubicBezTo>
                            <a:pt x="28935" y="72667"/>
                            <a:pt x="29073" y="71333"/>
                            <a:pt x="29000" y="70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Audit log icon 6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352710 w 640080"/>
                <a:gd name="csY0" fmla="*/ 238696 h 640080"/>
                <a:gd name="csX1" fmla="*/ 366712 w 640080"/>
                <a:gd name="csY1" fmla="*/ 224694 h 640080"/>
                <a:gd name="csX2" fmla="*/ 384048 w 640080"/>
                <a:gd name="csY2" fmla="*/ 242030 h 640080"/>
                <a:gd name="csX3" fmla="*/ 428053 w 640080"/>
                <a:gd name="csY3" fmla="*/ 198024 h 640080"/>
                <a:gd name="csX4" fmla="*/ 442055 w 640080"/>
                <a:gd name="csY4" fmla="*/ 212026 h 640080"/>
                <a:gd name="csX5" fmla="*/ 384048 w 640080"/>
                <a:gd name="csY5" fmla="*/ 270033 h 640080"/>
                <a:gd name="csX6" fmla="*/ 352710 w 640080"/>
                <a:gd name="csY6" fmla="*/ 238696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40080" h="640080" extrusionOk="0">
                  <a:moveTo>
                    <a:pt x="352710" y="238696"/>
                  </a:moveTo>
                  <a:cubicBezTo>
                    <a:pt x="356822" y="233219"/>
                    <a:pt x="362834" y="229407"/>
                    <a:pt x="366712" y="224694"/>
                  </a:cubicBezTo>
                  <a:cubicBezTo>
                    <a:pt x="370936" y="230710"/>
                    <a:pt x="378012" y="233771"/>
                    <a:pt x="384048" y="242030"/>
                  </a:cubicBezTo>
                  <a:cubicBezTo>
                    <a:pt x="401824" y="232209"/>
                    <a:pt x="414752" y="215814"/>
                    <a:pt x="428053" y="198024"/>
                  </a:cubicBezTo>
                  <a:cubicBezTo>
                    <a:pt x="433425" y="200746"/>
                    <a:pt x="438729" y="206442"/>
                    <a:pt x="442055" y="212026"/>
                  </a:cubicBezTo>
                  <a:cubicBezTo>
                    <a:pt x="422642" y="227772"/>
                    <a:pt x="406246" y="246044"/>
                    <a:pt x="384048" y="270033"/>
                  </a:cubicBezTo>
                  <a:cubicBezTo>
                    <a:pt x="370399" y="260168"/>
                    <a:pt x="363063" y="247671"/>
                    <a:pt x="352710" y="238696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711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52900" y="35800"/>
                          </a:moveTo>
                          <a:cubicBezTo>
                            <a:pt x="53541" y="35041"/>
                            <a:pt x="54349" y="34449"/>
                            <a:pt x="55000" y="33700"/>
                          </a:cubicBezTo>
                          <a:cubicBezTo>
                            <a:pt x="55880" y="34554"/>
                            <a:pt x="56742" y="35424"/>
                            <a:pt x="57600" y="36300"/>
                          </a:cubicBezTo>
                          <a:cubicBezTo>
                            <a:pt x="59933" y="34233"/>
                            <a:pt x="62363" y="32263"/>
                            <a:pt x="64200" y="29700"/>
                          </a:cubicBezTo>
                          <a:cubicBezTo>
                            <a:pt x="64985" y="30315"/>
                            <a:pt x="65617" y="31083"/>
                            <a:pt x="66300" y="31800"/>
                          </a:cubicBezTo>
                          <a:cubicBezTo>
                            <a:pt x="63581" y="34881"/>
                            <a:pt x="60253" y="37353"/>
                            <a:pt x="57600" y="40500"/>
                          </a:cubicBezTo>
                          <a:cubicBezTo>
                            <a:pt x="55878" y="39089"/>
                            <a:pt x="54421" y="37412"/>
                            <a:pt x="52900" y="35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Audit log icon 7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352710 w 640080"/>
                <a:gd name="csY0" fmla="*/ 318706 h 640080"/>
                <a:gd name="csX1" fmla="*/ 366712 w 640080"/>
                <a:gd name="csY1" fmla="*/ 304704 h 640080"/>
                <a:gd name="csX2" fmla="*/ 384048 w 640080"/>
                <a:gd name="csY2" fmla="*/ 322040 h 640080"/>
                <a:gd name="csX3" fmla="*/ 428053 w 640080"/>
                <a:gd name="csY3" fmla="*/ 278034 h 640080"/>
                <a:gd name="csX4" fmla="*/ 442055 w 640080"/>
                <a:gd name="csY4" fmla="*/ 292036 h 640080"/>
                <a:gd name="csX5" fmla="*/ 384048 w 640080"/>
                <a:gd name="csY5" fmla="*/ 350043 h 640080"/>
                <a:gd name="csX6" fmla="*/ 352710 w 640080"/>
                <a:gd name="csY6" fmla="*/ 318706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40080" h="640080" extrusionOk="0">
                  <a:moveTo>
                    <a:pt x="352710" y="318706"/>
                  </a:moveTo>
                  <a:cubicBezTo>
                    <a:pt x="358479" y="316295"/>
                    <a:pt x="361246" y="309319"/>
                    <a:pt x="366712" y="304704"/>
                  </a:cubicBezTo>
                  <a:cubicBezTo>
                    <a:pt x="371936" y="312896"/>
                    <a:pt x="380413" y="316651"/>
                    <a:pt x="384048" y="322040"/>
                  </a:cubicBezTo>
                  <a:cubicBezTo>
                    <a:pt x="396876" y="306273"/>
                    <a:pt x="416270" y="289969"/>
                    <a:pt x="428053" y="278034"/>
                  </a:cubicBezTo>
                  <a:cubicBezTo>
                    <a:pt x="431095" y="282252"/>
                    <a:pt x="437422" y="286073"/>
                    <a:pt x="442055" y="292036"/>
                  </a:cubicBezTo>
                  <a:cubicBezTo>
                    <a:pt x="426740" y="311030"/>
                    <a:pt x="403438" y="330607"/>
                    <a:pt x="384048" y="350043"/>
                  </a:cubicBezTo>
                  <a:cubicBezTo>
                    <a:pt x="371344" y="344285"/>
                    <a:pt x="362244" y="329234"/>
                    <a:pt x="352710" y="318706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5563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52900" y="47800"/>
                          </a:moveTo>
                          <a:cubicBezTo>
                            <a:pt x="53664" y="47164"/>
                            <a:pt x="54368" y="46468"/>
                            <a:pt x="55000" y="45700"/>
                          </a:cubicBezTo>
                          <a:cubicBezTo>
                            <a:pt x="55756" y="46677"/>
                            <a:pt x="56761" y="47406"/>
                            <a:pt x="57600" y="48300"/>
                          </a:cubicBezTo>
                          <a:cubicBezTo>
                            <a:pt x="59975" y="46275"/>
                            <a:pt x="62001" y="43901"/>
                            <a:pt x="64200" y="41700"/>
                          </a:cubicBezTo>
                          <a:cubicBezTo>
                            <a:pt x="64775" y="42525"/>
                            <a:pt x="65706" y="42994"/>
                            <a:pt x="66300" y="43800"/>
                          </a:cubicBezTo>
                          <a:cubicBezTo>
                            <a:pt x="63619" y="46919"/>
                            <a:pt x="60609" y="49709"/>
                            <a:pt x="57600" y="52500"/>
                          </a:cubicBezTo>
                          <a:cubicBezTo>
                            <a:pt x="55911" y="51056"/>
                            <a:pt x="54302" y="49532"/>
                            <a:pt x="52900" y="47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Audit log icon 8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352710 w 640080"/>
                <a:gd name="csY0" fmla="*/ 398716 h 640080"/>
                <a:gd name="csX1" fmla="*/ 366712 w 640080"/>
                <a:gd name="csY1" fmla="*/ 384714 h 640080"/>
                <a:gd name="csX2" fmla="*/ 384048 w 640080"/>
                <a:gd name="csY2" fmla="*/ 402050 h 640080"/>
                <a:gd name="csX3" fmla="*/ 428053 w 640080"/>
                <a:gd name="csY3" fmla="*/ 358044 h 640080"/>
                <a:gd name="csX4" fmla="*/ 442055 w 640080"/>
                <a:gd name="csY4" fmla="*/ 372046 h 640080"/>
                <a:gd name="csX5" fmla="*/ 384048 w 640080"/>
                <a:gd name="csY5" fmla="*/ 430053 h 640080"/>
                <a:gd name="csX6" fmla="*/ 352710 w 640080"/>
                <a:gd name="csY6" fmla="*/ 398716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40080" h="640080" extrusionOk="0">
                  <a:moveTo>
                    <a:pt x="352710" y="398716"/>
                  </a:moveTo>
                  <a:cubicBezTo>
                    <a:pt x="357703" y="394227"/>
                    <a:pt x="361390" y="389041"/>
                    <a:pt x="366712" y="384714"/>
                  </a:cubicBezTo>
                  <a:cubicBezTo>
                    <a:pt x="372561" y="390495"/>
                    <a:pt x="379314" y="398362"/>
                    <a:pt x="384048" y="402050"/>
                  </a:cubicBezTo>
                  <a:cubicBezTo>
                    <a:pt x="397611" y="385835"/>
                    <a:pt x="414846" y="369214"/>
                    <a:pt x="428053" y="358044"/>
                  </a:cubicBezTo>
                  <a:cubicBezTo>
                    <a:pt x="433509" y="361599"/>
                    <a:pt x="437111" y="365254"/>
                    <a:pt x="442055" y="372046"/>
                  </a:cubicBezTo>
                  <a:cubicBezTo>
                    <a:pt x="419591" y="389999"/>
                    <a:pt x="407808" y="411737"/>
                    <a:pt x="384048" y="430053"/>
                  </a:cubicBezTo>
                  <a:cubicBezTo>
                    <a:pt x="377394" y="420146"/>
                    <a:pt x="362913" y="410010"/>
                    <a:pt x="352710" y="398716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6354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52900" y="59800"/>
                          </a:moveTo>
                          <a:cubicBezTo>
                            <a:pt x="53683" y="59183"/>
                            <a:pt x="54302" y="58402"/>
                            <a:pt x="55000" y="57700"/>
                          </a:cubicBezTo>
                          <a:cubicBezTo>
                            <a:pt x="55977" y="58456"/>
                            <a:pt x="56761" y="59406"/>
                            <a:pt x="57600" y="60300"/>
                          </a:cubicBezTo>
                          <a:cubicBezTo>
                            <a:pt x="59832" y="58132"/>
                            <a:pt x="61655" y="55555"/>
                            <a:pt x="64200" y="53700"/>
                          </a:cubicBezTo>
                          <a:cubicBezTo>
                            <a:pt x="64931" y="54369"/>
                            <a:pt x="65709" y="54991"/>
                            <a:pt x="66300" y="55800"/>
                          </a:cubicBezTo>
                          <a:cubicBezTo>
                            <a:pt x="63069" y="58369"/>
                            <a:pt x="60694" y="61794"/>
                            <a:pt x="57600" y="64500"/>
                          </a:cubicBezTo>
                          <a:cubicBezTo>
                            <a:pt x="56089" y="62877"/>
                            <a:pt x="54566" y="61267"/>
                            <a:pt x="52900" y="59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Audit log icon 9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352710 w 640080"/>
                <a:gd name="csY0" fmla="*/ 478726 h 640080"/>
                <a:gd name="csX1" fmla="*/ 366712 w 640080"/>
                <a:gd name="csY1" fmla="*/ 464724 h 640080"/>
                <a:gd name="csX2" fmla="*/ 384048 w 640080"/>
                <a:gd name="csY2" fmla="*/ 482060 h 640080"/>
                <a:gd name="csX3" fmla="*/ 428053 w 640080"/>
                <a:gd name="csY3" fmla="*/ 438054 h 640080"/>
                <a:gd name="csX4" fmla="*/ 442055 w 640080"/>
                <a:gd name="csY4" fmla="*/ 452056 h 640080"/>
                <a:gd name="csX5" fmla="*/ 384048 w 640080"/>
                <a:gd name="csY5" fmla="*/ 510063 h 640080"/>
                <a:gd name="csX6" fmla="*/ 352710 w 640080"/>
                <a:gd name="csY6" fmla="*/ 478726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40080" h="640080" extrusionOk="0">
                  <a:moveTo>
                    <a:pt x="352710" y="478726"/>
                  </a:moveTo>
                  <a:cubicBezTo>
                    <a:pt x="357313" y="472908"/>
                    <a:pt x="361086" y="468802"/>
                    <a:pt x="366712" y="464724"/>
                  </a:cubicBezTo>
                  <a:cubicBezTo>
                    <a:pt x="372414" y="468497"/>
                    <a:pt x="381299" y="475596"/>
                    <a:pt x="384048" y="482060"/>
                  </a:cubicBezTo>
                  <a:cubicBezTo>
                    <a:pt x="401964" y="467848"/>
                    <a:pt x="413719" y="450218"/>
                    <a:pt x="428053" y="438054"/>
                  </a:cubicBezTo>
                  <a:cubicBezTo>
                    <a:pt x="432721" y="442446"/>
                    <a:pt x="437292" y="445554"/>
                    <a:pt x="442055" y="452056"/>
                  </a:cubicBezTo>
                  <a:cubicBezTo>
                    <a:pt x="421604" y="468672"/>
                    <a:pt x="397566" y="487011"/>
                    <a:pt x="384048" y="510063"/>
                  </a:cubicBezTo>
                  <a:cubicBezTo>
                    <a:pt x="374184" y="497662"/>
                    <a:pt x="362147" y="488116"/>
                    <a:pt x="352710" y="478726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7146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52900" y="71800"/>
                          </a:moveTo>
                          <a:cubicBezTo>
                            <a:pt x="53512" y="71012"/>
                            <a:pt x="54196" y="70296"/>
                            <a:pt x="55000" y="69700"/>
                          </a:cubicBezTo>
                          <a:cubicBezTo>
                            <a:pt x="55913" y="70520"/>
                            <a:pt x="56872" y="71294"/>
                            <a:pt x="57600" y="72300"/>
                          </a:cubicBezTo>
                          <a:cubicBezTo>
                            <a:pt x="59959" y="70259"/>
                            <a:pt x="61656" y="67556"/>
                            <a:pt x="64200" y="65700"/>
                          </a:cubicBezTo>
                          <a:cubicBezTo>
                            <a:pt x="64962" y="66338"/>
                            <a:pt x="65658" y="67042"/>
                            <a:pt x="66300" y="67800"/>
                          </a:cubicBezTo>
                          <a:cubicBezTo>
                            <a:pt x="63222" y="70522"/>
                            <a:pt x="60034" y="73134"/>
                            <a:pt x="57600" y="76500"/>
                          </a:cubicBezTo>
                          <a:cubicBezTo>
                            <a:pt x="56170" y="74796"/>
                            <a:pt x="54453" y="73380"/>
                            <a:pt x="52900" y="71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59" name="Log label"/>
          <p:cNvSpPr txBox="1"/>
          <p:nvPr/>
        </p:nvSpPr>
        <p:spPr>
          <a:xfrm>
            <a:off x="868680" y="2441448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Audit Log</a:t>
            </a:r>
          </a:p>
        </p:txBody>
      </p:sp>
      <p:sp>
        <p:nvSpPr>
          <p:cNvPr id="160" name="Log file"/>
          <p:cNvSpPr txBox="1"/>
          <p:nvPr/>
        </p:nvSpPr>
        <p:spPr>
          <a:xfrm>
            <a:off x="868680" y="276148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decisions.jsonl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F09 · How It Works</a:t>
            </a:r>
          </a:p>
        </p:txBody>
      </p:sp>
      <p:grpSp>
        <p:nvGrpSpPr>
          <p:cNvPr id="107" name="Routed Inquiry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Routed Inquiry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Routed Inquiry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7408" y="653587"/>
                    <a:pt x="202359" y="603496"/>
                    <a:pt x="197167" y="557212"/>
                  </a:cubicBezTo>
                  <a:cubicBezTo>
                    <a:pt x="193972" y="513059"/>
                    <a:pt x="195826" y="464134"/>
                    <a:pt x="197167" y="411480"/>
                  </a:cubicBezTo>
                  <a:cubicBezTo>
                    <a:pt x="202202" y="374064"/>
                    <a:pt x="196861" y="324483"/>
                    <a:pt x="197167" y="265747"/>
                  </a:cubicBezTo>
                  <a:cubicBezTo>
                    <a:pt x="200454" y="215461"/>
                    <a:pt x="200264" y="158674"/>
                    <a:pt x="197167" y="120015"/>
                  </a:cubicBezTo>
                  <a:cubicBezTo>
                    <a:pt x="269267" y="131561"/>
                    <a:pt x="337504" y="124298"/>
                    <a:pt x="411480" y="120015"/>
                  </a:cubicBezTo>
                  <a:cubicBezTo>
                    <a:pt x="414224" y="188604"/>
                    <a:pt x="402442" y="232174"/>
                    <a:pt x="411480" y="300037"/>
                  </a:cubicBezTo>
                  <a:cubicBezTo>
                    <a:pt x="480050" y="293949"/>
                    <a:pt x="566077" y="307296"/>
                    <a:pt x="625792" y="300037"/>
                  </a:cubicBezTo>
                  <a:cubicBezTo>
                    <a:pt x="636593" y="375800"/>
                    <a:pt x="630290" y="422975"/>
                    <a:pt x="625792" y="501491"/>
                  </a:cubicBezTo>
                  <a:cubicBezTo>
                    <a:pt x="620277" y="558534"/>
                    <a:pt x="623592" y="634435"/>
                    <a:pt x="625792" y="702945"/>
                  </a:cubicBezTo>
                  <a:cubicBezTo>
                    <a:pt x="572825" y="700484"/>
                    <a:pt x="544009" y="707020"/>
                    <a:pt x="482914" y="702945"/>
                  </a:cubicBezTo>
                  <a:cubicBezTo>
                    <a:pt x="437021" y="712046"/>
                    <a:pt x="393921" y="704413"/>
                    <a:pt x="340045" y="702945"/>
                  </a:cubicBezTo>
                  <a:cubicBezTo>
                    <a:pt x="292482" y="697296"/>
                    <a:pt x="254252" y="697544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498278" y="188935"/>
                    <a:pt x="547893" y="211035"/>
                    <a:pt x="570071" y="248602"/>
                  </a:cubicBezTo>
                  <a:cubicBezTo>
                    <a:pt x="537334" y="247533"/>
                    <a:pt x="498076" y="252437"/>
                    <a:pt x="462915" y="248602"/>
                  </a:cubicBezTo>
                  <a:cubicBezTo>
                    <a:pt x="465741" y="221057"/>
                    <a:pt x="471862" y="177359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421175" y="66655"/>
                    <a:pt x="360786" y="73381"/>
                    <a:pt x="304323" y="68580"/>
                  </a:cubicBezTo>
                  <a:cubicBezTo>
                    <a:pt x="257598" y="70303"/>
                    <a:pt x="196824" y="64647"/>
                    <a:pt x="145732" y="68580"/>
                  </a:cubicBezTo>
                  <a:cubicBezTo>
                    <a:pt x="130966" y="110943"/>
                    <a:pt x="141293" y="189379"/>
                    <a:pt x="145732" y="240030"/>
                  </a:cubicBezTo>
                  <a:cubicBezTo>
                    <a:pt x="146354" y="300240"/>
                    <a:pt x="140453" y="355151"/>
                    <a:pt x="145732" y="411480"/>
                  </a:cubicBezTo>
                  <a:cubicBezTo>
                    <a:pt x="130108" y="469557"/>
                    <a:pt x="152723" y="527650"/>
                    <a:pt x="145732" y="582930"/>
                  </a:cubicBezTo>
                  <a:cubicBezTo>
                    <a:pt x="160358" y="651112"/>
                    <a:pt x="141312" y="701340"/>
                    <a:pt x="145732" y="754380"/>
                  </a:cubicBezTo>
                  <a:cubicBezTo>
                    <a:pt x="210411" y="764109"/>
                    <a:pt x="272100" y="756364"/>
                    <a:pt x="322900" y="754380"/>
                  </a:cubicBezTo>
                  <a:cubicBezTo>
                    <a:pt x="397902" y="742060"/>
                    <a:pt x="433919" y="744001"/>
                    <a:pt x="500059" y="754380"/>
                  </a:cubicBezTo>
                  <a:cubicBezTo>
                    <a:pt x="564032" y="759122"/>
                    <a:pt x="625499" y="767598"/>
                    <a:pt x="677227" y="754380"/>
                  </a:cubicBezTo>
                  <a:cubicBezTo>
                    <a:pt x="688478" y="693853"/>
                    <a:pt x="682582" y="643190"/>
                    <a:pt x="677227" y="588647"/>
                  </a:cubicBezTo>
                  <a:cubicBezTo>
                    <a:pt x="680792" y="539180"/>
                    <a:pt x="658075" y="490235"/>
                    <a:pt x="677227" y="422907"/>
                  </a:cubicBezTo>
                  <a:cubicBezTo>
                    <a:pt x="670782" y="370739"/>
                    <a:pt x="679477" y="308933"/>
                    <a:pt x="677227" y="257175"/>
                  </a:cubicBezTo>
                  <a:cubicBezTo>
                    <a:pt x="629263" y="228293"/>
                    <a:pt x="605373" y="197719"/>
                    <a:pt x="570071" y="162877"/>
                  </a:cubicBezTo>
                  <a:cubicBezTo>
                    <a:pt x="541777" y="125335"/>
                    <a:pt x="485541" y="96039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1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3630" y="76333"/>
                            <a:pt x="23775" y="70667"/>
                            <a:pt x="23000" y="65000"/>
                          </a:cubicBezTo>
                          <a:cubicBezTo>
                            <a:pt x="22044" y="59333"/>
                            <a:pt x="22913" y="53667"/>
                            <a:pt x="23000" y="48000"/>
                          </a:cubicBezTo>
                          <a:cubicBezTo>
                            <a:pt x="23291" y="42333"/>
                            <a:pt x="23452" y="36667"/>
                            <a:pt x="23000" y="31000"/>
                          </a:cubicBezTo>
                          <a:cubicBezTo>
                            <a:pt x="23439" y="25333"/>
                            <a:pt x="22111" y="19667"/>
                            <a:pt x="23000" y="14000"/>
                          </a:cubicBezTo>
                          <a:cubicBezTo>
                            <a:pt x="31333" y="13182"/>
                            <a:pt x="39667" y="13736"/>
                            <a:pt x="48000" y="14000"/>
                          </a:cubicBezTo>
                          <a:cubicBezTo>
                            <a:pt x="47534" y="21000"/>
                            <a:pt x="47427" y="28000"/>
                            <a:pt x="48000" y="35000"/>
                          </a:cubicBezTo>
                          <a:cubicBezTo>
                            <a:pt x="56333" y="34559"/>
                            <a:pt x="64667" y="35411"/>
                            <a:pt x="73000" y="35000"/>
                          </a:cubicBezTo>
                          <a:cubicBezTo>
                            <a:pt x="74124" y="42833"/>
                            <a:pt x="72725" y="50667"/>
                            <a:pt x="73000" y="58500"/>
                          </a:cubicBezTo>
                          <a:cubicBezTo>
                            <a:pt x="73387" y="66333"/>
                            <a:pt x="72346" y="74167"/>
                            <a:pt x="73000" y="82000"/>
                          </a:cubicBezTo>
                          <a:cubicBezTo>
                            <a:pt x="67444" y="81523"/>
                            <a:pt x="61889" y="82013"/>
                            <a:pt x="56333" y="82000"/>
                          </a:cubicBezTo>
                          <a:cubicBezTo>
                            <a:pt x="50778" y="82431"/>
                            <a:pt x="45222" y="82392"/>
                            <a:pt x="39667" y="82000"/>
                          </a:cubicBezTo>
                          <a:cubicBezTo>
                            <a:pt x="34111" y="81933"/>
                            <a:pt x="28556" y="81670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7964" y="20869"/>
                            <a:pt x="62962" y="24204"/>
                            <a:pt x="66500" y="29000"/>
                          </a:cubicBezTo>
                          <a:cubicBezTo>
                            <a:pt x="62333" y="28536"/>
                            <a:pt x="58167" y="29525"/>
                            <a:pt x="54000" y="29000"/>
                          </a:cubicBezTo>
                          <a:cubicBezTo>
                            <a:pt x="54420" y="24833"/>
                            <a:pt x="54496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8093"/>
                            <a:pt x="41667" y="7413"/>
                            <a:pt x="35500" y="8000"/>
                          </a:cubicBezTo>
                          <a:cubicBezTo>
                            <a:pt x="29333" y="7526"/>
                            <a:pt x="23167" y="7992"/>
                            <a:pt x="17000" y="8000"/>
                          </a:cubicBezTo>
                          <a:cubicBezTo>
                            <a:pt x="16270" y="14667"/>
                            <a:pt x="17852" y="21333"/>
                            <a:pt x="17000" y="28000"/>
                          </a:cubicBezTo>
                          <a:cubicBezTo>
                            <a:pt x="16620" y="34667"/>
                            <a:pt x="16128" y="41333"/>
                            <a:pt x="17000" y="48000"/>
                          </a:cubicBezTo>
                          <a:cubicBezTo>
                            <a:pt x="16203" y="54667"/>
                            <a:pt x="17391" y="61333"/>
                            <a:pt x="17000" y="68000"/>
                          </a:cubicBezTo>
                          <a:cubicBezTo>
                            <a:pt x="17368" y="74667"/>
                            <a:pt x="16686" y="81333"/>
                            <a:pt x="17000" y="88000"/>
                          </a:cubicBezTo>
                          <a:cubicBezTo>
                            <a:pt x="23889" y="87425"/>
                            <a:pt x="30778" y="87092"/>
                            <a:pt x="37667" y="88000"/>
                          </a:cubicBezTo>
                          <a:cubicBezTo>
                            <a:pt x="44556" y="86981"/>
                            <a:pt x="51444" y="88303"/>
                            <a:pt x="58333" y="88000"/>
                          </a:cubicBezTo>
                          <a:cubicBezTo>
                            <a:pt x="65222" y="89151"/>
                            <a:pt x="72111" y="89010"/>
                            <a:pt x="79000" y="88000"/>
                          </a:cubicBezTo>
                          <a:cubicBezTo>
                            <a:pt x="79698" y="81556"/>
                            <a:pt x="79762" y="75111"/>
                            <a:pt x="79000" y="68667"/>
                          </a:cubicBezTo>
                          <a:cubicBezTo>
                            <a:pt x="79964" y="62222"/>
                            <a:pt x="78070" y="55778"/>
                            <a:pt x="79000" y="49333"/>
                          </a:cubicBezTo>
                          <a:cubicBezTo>
                            <a:pt x="79635" y="42889"/>
                            <a:pt x="78076" y="36444"/>
                            <a:pt x="79000" y="30000"/>
                          </a:cubicBezTo>
                          <a:cubicBezTo>
                            <a:pt x="74496" y="26717"/>
                            <a:pt x="70413" y="22954"/>
                            <a:pt x="66500" y="19000"/>
                          </a:cubicBezTo>
                          <a:cubicBezTo>
                            <a:pt x="62695" y="14922"/>
                            <a:pt x="57777" y="12110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Routed Inquiry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01364" y="383808"/>
                    <a:pt x="359690" y="394661"/>
                    <a:pt x="411480" y="385762"/>
                  </a:cubicBezTo>
                  <a:cubicBezTo>
                    <a:pt x="463384" y="394036"/>
                    <a:pt x="514422" y="397096"/>
                    <a:pt x="574357" y="385762"/>
                  </a:cubicBezTo>
                  <a:cubicBezTo>
                    <a:pt x="575243" y="398581"/>
                    <a:pt x="576752" y="409535"/>
                    <a:pt x="574357" y="420052"/>
                  </a:cubicBezTo>
                  <a:cubicBezTo>
                    <a:pt x="510533" y="414167"/>
                    <a:pt x="463219" y="411247"/>
                    <a:pt x="411480" y="420052"/>
                  </a:cubicBezTo>
                  <a:cubicBezTo>
                    <a:pt x="363449" y="406506"/>
                    <a:pt x="305817" y="435810"/>
                    <a:pt x="248602" y="420052"/>
                  </a:cubicBezTo>
                  <a:cubicBezTo>
                    <a:pt x="248839" y="409456"/>
                    <a:pt x="248350" y="398408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2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4570"/>
                            <a:pt x="41667" y="44433"/>
                            <a:pt x="48000" y="45000"/>
                          </a:cubicBezTo>
                          <a:cubicBezTo>
                            <a:pt x="54333" y="44736"/>
                            <a:pt x="60667" y="45744"/>
                            <a:pt x="67000" y="45000"/>
                          </a:cubicBezTo>
                          <a:cubicBezTo>
                            <a:pt x="67018" y="46333"/>
                            <a:pt x="66964" y="47667"/>
                            <a:pt x="67000" y="49000"/>
                          </a:cubicBezTo>
                          <a:cubicBezTo>
                            <a:pt x="60667" y="48105"/>
                            <a:pt x="54333" y="48517"/>
                            <a:pt x="48000" y="49000"/>
                          </a:cubicBezTo>
                          <a:cubicBezTo>
                            <a:pt x="41667" y="48562"/>
                            <a:pt x="35333" y="50083"/>
                            <a:pt x="29000" y="49000"/>
                          </a:cubicBezTo>
                          <a:cubicBezTo>
                            <a:pt x="28882" y="47667"/>
                            <a:pt x="29219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Routed Inquiry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1437" y="320999"/>
                    <a:pt x="332190" y="325184"/>
                    <a:pt x="360045" y="317182"/>
                  </a:cubicBezTo>
                  <a:cubicBezTo>
                    <a:pt x="361357" y="330325"/>
                    <a:pt x="359436" y="340958"/>
                    <a:pt x="360045" y="351472"/>
                  </a:cubicBezTo>
                  <a:cubicBezTo>
                    <a:pt x="323316" y="342446"/>
                    <a:pt x="288274" y="351754"/>
                    <a:pt x="248602" y="351472"/>
                  </a:cubicBezTo>
                  <a:cubicBezTo>
                    <a:pt x="251018" y="337734"/>
                    <a:pt x="249830" y="331440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94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521"/>
                            <a:pt x="37667" y="37406"/>
                            <a:pt x="42000" y="37000"/>
                          </a:cubicBezTo>
                          <a:cubicBezTo>
                            <a:pt x="42067" y="38333"/>
                            <a:pt x="42167" y="39667"/>
                            <a:pt x="42000" y="41000"/>
                          </a:cubicBezTo>
                          <a:cubicBezTo>
                            <a:pt x="37667" y="40233"/>
                            <a:pt x="33333" y="41373"/>
                            <a:pt x="29000" y="41000"/>
                          </a:cubicBezTo>
                          <a:cubicBezTo>
                            <a:pt x="29010" y="39667"/>
                            <a:pt x="29226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Routed Inquiry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07128" y="449043"/>
                    <a:pt x="367620" y="442338"/>
                    <a:pt x="411480" y="454342"/>
                  </a:cubicBezTo>
                  <a:cubicBezTo>
                    <a:pt x="469982" y="459245"/>
                    <a:pt x="505222" y="455353"/>
                    <a:pt x="574357" y="454342"/>
                  </a:cubicBezTo>
                  <a:cubicBezTo>
                    <a:pt x="573257" y="464246"/>
                    <a:pt x="573208" y="479082"/>
                    <a:pt x="574357" y="488632"/>
                  </a:cubicBezTo>
                  <a:cubicBezTo>
                    <a:pt x="524024" y="508837"/>
                    <a:pt x="470807" y="489198"/>
                    <a:pt x="411480" y="488632"/>
                  </a:cubicBezTo>
                  <a:cubicBezTo>
                    <a:pt x="358762" y="498005"/>
                    <a:pt x="306413" y="486911"/>
                    <a:pt x="248602" y="488632"/>
                  </a:cubicBezTo>
                  <a:cubicBezTo>
                    <a:pt x="249896" y="480045"/>
                    <a:pt x="247484" y="468529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6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2412"/>
                            <a:pt x="41667" y="51894"/>
                            <a:pt x="48000" y="53000"/>
                          </a:cubicBezTo>
                          <a:cubicBezTo>
                            <a:pt x="54333" y="54001"/>
                            <a:pt x="60667" y="52830"/>
                            <a:pt x="67000" y="53000"/>
                          </a:cubicBezTo>
                          <a:cubicBezTo>
                            <a:pt x="67054" y="54333"/>
                            <a:pt x="67173" y="55667"/>
                            <a:pt x="67000" y="57000"/>
                          </a:cubicBezTo>
                          <a:cubicBezTo>
                            <a:pt x="60667" y="57828"/>
                            <a:pt x="54333" y="56380"/>
                            <a:pt x="48000" y="57000"/>
                          </a:cubicBezTo>
                          <a:cubicBezTo>
                            <a:pt x="41667" y="57626"/>
                            <a:pt x="35333" y="56686"/>
                            <a:pt x="29000" y="57000"/>
                          </a:cubicBezTo>
                          <a:cubicBezTo>
                            <a:pt x="29025" y="55667"/>
                            <a:pt x="28872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Routed Inquiry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12533" y="525641"/>
                    <a:pt x="357947" y="527923"/>
                    <a:pt x="411480" y="522922"/>
                  </a:cubicBezTo>
                  <a:cubicBezTo>
                    <a:pt x="464736" y="529080"/>
                    <a:pt x="523363" y="536738"/>
                    <a:pt x="574357" y="522922"/>
                  </a:cubicBezTo>
                  <a:cubicBezTo>
                    <a:pt x="574058" y="534966"/>
                    <a:pt x="573713" y="544928"/>
                    <a:pt x="574357" y="557212"/>
                  </a:cubicBezTo>
                  <a:cubicBezTo>
                    <a:pt x="522565" y="550271"/>
                    <a:pt x="462663" y="536781"/>
                    <a:pt x="411480" y="557212"/>
                  </a:cubicBezTo>
                  <a:cubicBezTo>
                    <a:pt x="356822" y="569492"/>
                    <a:pt x="289028" y="567651"/>
                    <a:pt x="248602" y="557212"/>
                  </a:cubicBezTo>
                  <a:cubicBezTo>
                    <a:pt x="248010" y="543942"/>
                    <a:pt x="247641" y="53562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8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1748"/>
                            <a:pt x="41667" y="61750"/>
                            <a:pt x="48000" y="61000"/>
                          </a:cubicBezTo>
                          <a:cubicBezTo>
                            <a:pt x="54333" y="60584"/>
                            <a:pt x="60667" y="61466"/>
                            <a:pt x="67000" y="61000"/>
                          </a:cubicBezTo>
                          <a:cubicBezTo>
                            <a:pt x="67215" y="62333"/>
                            <a:pt x="67082" y="63667"/>
                            <a:pt x="67000" y="65000"/>
                          </a:cubicBezTo>
                          <a:cubicBezTo>
                            <a:pt x="60667" y="63937"/>
                            <a:pt x="54333" y="64027"/>
                            <a:pt x="48000" y="65000"/>
                          </a:cubicBezTo>
                          <a:cubicBezTo>
                            <a:pt x="41667" y="66133"/>
                            <a:pt x="35333" y="66023"/>
                            <a:pt x="29000" y="65000"/>
                          </a:cubicBezTo>
                          <a:cubicBezTo>
                            <a:pt x="28994" y="63667"/>
                            <a:pt x="28811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Routed Inquiry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304824" y="584309"/>
                    <a:pt x="348144" y="599484"/>
                    <a:pt x="411480" y="591502"/>
                  </a:cubicBezTo>
                  <a:cubicBezTo>
                    <a:pt x="469103" y="595587"/>
                    <a:pt x="531911" y="588571"/>
                    <a:pt x="574357" y="591502"/>
                  </a:cubicBezTo>
                  <a:cubicBezTo>
                    <a:pt x="576005" y="602188"/>
                    <a:pt x="573610" y="614715"/>
                    <a:pt x="574357" y="625792"/>
                  </a:cubicBezTo>
                  <a:cubicBezTo>
                    <a:pt x="529188" y="625624"/>
                    <a:pt x="468785" y="624502"/>
                    <a:pt x="411480" y="625792"/>
                  </a:cubicBezTo>
                  <a:cubicBezTo>
                    <a:pt x="343560" y="616715"/>
                    <a:pt x="307414" y="641980"/>
                    <a:pt x="248602" y="625792"/>
                  </a:cubicBezTo>
                  <a:cubicBezTo>
                    <a:pt x="247979" y="616490"/>
                    <a:pt x="247488" y="603171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70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8375"/>
                            <a:pt x="41667" y="69788"/>
                            <a:pt x="48000" y="69000"/>
                          </a:cubicBezTo>
                          <a:cubicBezTo>
                            <a:pt x="54333" y="69926"/>
                            <a:pt x="60667" y="68602"/>
                            <a:pt x="67000" y="69000"/>
                          </a:cubicBezTo>
                          <a:cubicBezTo>
                            <a:pt x="66822" y="70333"/>
                            <a:pt x="66862" y="71667"/>
                            <a:pt x="67000" y="73000"/>
                          </a:cubicBezTo>
                          <a:cubicBezTo>
                            <a:pt x="60667" y="72719"/>
                            <a:pt x="54333" y="72499"/>
                            <a:pt x="48000" y="73000"/>
                          </a:cubicBezTo>
                          <a:cubicBezTo>
                            <a:pt x="41667" y="72962"/>
                            <a:pt x="35333" y="73871"/>
                            <a:pt x="29000" y="73000"/>
                          </a:cubicBezTo>
                          <a:cubicBezTo>
                            <a:pt x="29034" y="71667"/>
                            <a:pt x="28882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Routed Inquiry</a:t>
            </a:r>
          </a:p>
        </p:txBody>
      </p:sp>
      <p:sp>
        <p:nvSpPr>
          <p:cNvPr id="110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inq-0005</a:t>
            </a:r>
          </a:p>
        </p:txBody>
      </p:sp>
      <p:cxnSp>
        <p:nvCxnSpPr>
          <p:cNvPr id="111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category: conditions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 park doc excerpt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sp>
        <p:nvSpPr>
          <p:cNvPr id="118" name="App line 0"/>
          <p:cNvSpPr txBox="1"/>
          <p:nvPr/>
        </p:nvSpPr>
        <p:spPr>
          <a:xfrm>
            <a:off x="4878638" y="3660922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policy lane:</a:t>
            </a:r>
          </a:p>
        </p:txBody>
      </p:sp>
      <p:sp>
        <p:nvSpPr>
          <p:cNvPr id="119" name="App line 1"/>
          <p:cNvSpPr txBox="1"/>
          <p:nvPr/>
        </p:nvSpPr>
        <p:spPr>
          <a:xfrm>
            <a:off x="4878638" y="3962674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draft → approve</a:t>
            </a:r>
          </a:p>
        </p:txBody>
      </p:sp>
      <p:grpSp>
        <p:nvGrpSpPr>
          <p:cNvPr id="120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21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5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llama3.2</a:t>
            </a:r>
          </a:p>
        </p:txBody>
      </p:sp>
      <p:cxnSp>
        <p:nvCxnSpPr>
          <p:cNvPr id="126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7" name="Request"/>
          <p:cNvSpPr txBox="1"/>
          <p:nvPr/>
        </p:nvSpPr>
        <p:spPr>
          <a:xfrm>
            <a:off x="6675120" y="19385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inquiry + excerpt</a:t>
            </a:r>
          </a:p>
        </p:txBody>
      </p:sp>
      <p:sp>
        <p:nvSpPr>
          <p:cNvPr id="128" name="Reply"/>
          <p:cNvSpPr txBox="1"/>
          <p:nvPr/>
        </p:nvSpPr>
        <p:spPr>
          <a:xfrm>
            <a:off x="7388352" y="306324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"Dear Visitor, the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footbridge… (§4.1)"</a:t>
            </a:r>
          </a:p>
        </p:txBody>
      </p:sp>
      <p:cxnSp>
        <p:nvCxnSpPr>
          <p:cNvPr id="129" name="App-LowRight"/>
          <p:cNvCxnSpPr/>
          <p:nvPr/>
        </p:nvCxnSpPr>
        <p:spPr>
          <a:xfrm>
            <a:off x="7440610" y="4118267"/>
            <a:ext cx="1640760" cy="721354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grpSp>
        <p:nvGrpSpPr>
          <p:cNvPr id="132" name="Ranger icon"/>
          <p:cNvGrpSpPr/>
          <p:nvPr/>
        </p:nvGrpSpPr>
        <p:grpSpPr>
          <a:xfrm>
            <a:off x="9170296" y="4460018"/>
            <a:ext cx="868680" cy="868680"/>
            <a:chOff x="0" y="0"/>
            <a:chExt cx="868680" cy="868680"/>
          </a:xfrm>
        </p:grpSpPr>
        <p:sp>
          <p:nvSpPr>
            <p:cNvPr id="133" name="Ranger icon backing"/>
            <p:cNvSpPr/>
            <p:nvPr/>
          </p:nvSpPr>
          <p:spPr>
            <a:xfrm>
              <a:off x="0" y="0"/>
              <a:ext cx="868680" cy="86868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18000" y="84000"/>
                  </a:moveTo>
                  <a:cubicBezTo>
                    <a:pt x="18000" y="64000"/>
                    <a:pt x="31000" y="52000"/>
                    <a:pt x="48000" y="52000"/>
                  </a:cubicBezTo>
                  <a:cubicBezTo>
                    <a:pt x="65000" y="52000"/>
                    <a:pt x="78000" y="64000"/>
                    <a:pt x="78000" y="84000"/>
                  </a:cubicBezTo>
                  <a:cubicBezTo>
                    <a:pt x="58000" y="84000"/>
                    <a:pt x="38000" y="84000"/>
                    <a:pt x="18000" y="84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Ranger icon 1"/>
            <p:cNvSpPr/>
            <p:nvPr/>
          </p:nvSpPr>
          <p:spPr>
            <a:xfrm>
              <a:off x="0" y="0"/>
              <a:ext cx="868680" cy="868680"/>
            </a:xfrm>
            <a:custGeom>
              <a:avLst/>
              <a:gdLst>
                <a:gd name="csX0" fmla="*/ 434340 w 868680"/>
                <a:gd name="csY0" fmla="*/ 126682 h 868680"/>
                <a:gd name="csX1" fmla="*/ 561022 w 868680"/>
                <a:gd name="csY1" fmla="*/ 253365 h 868680"/>
                <a:gd name="csX2" fmla="*/ 434340 w 868680"/>
                <a:gd name="csY2" fmla="*/ 380047 h 868680"/>
                <a:gd name="csX3" fmla="*/ 307657 w 868680"/>
                <a:gd name="csY3" fmla="*/ 253365 h 868680"/>
                <a:gd name="csX4" fmla="*/ 434340 w 868680"/>
                <a:gd name="csY4" fmla="*/ 126682 h 868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68680" h="868680" extrusionOk="0">
                  <a:moveTo>
                    <a:pt x="434340" y="126682"/>
                  </a:moveTo>
                  <a:cubicBezTo>
                    <a:pt x="493967" y="131506"/>
                    <a:pt x="560603" y="178608"/>
                    <a:pt x="561022" y="253365"/>
                  </a:cubicBezTo>
                  <a:cubicBezTo>
                    <a:pt x="570135" y="310004"/>
                    <a:pt x="507378" y="386845"/>
                    <a:pt x="434340" y="380047"/>
                  </a:cubicBezTo>
                  <a:cubicBezTo>
                    <a:pt x="369033" y="380441"/>
                    <a:pt x="288558" y="317187"/>
                    <a:pt x="307657" y="253365"/>
                  </a:cubicBezTo>
                  <a:cubicBezTo>
                    <a:pt x="301834" y="189736"/>
                    <a:pt x="377930" y="116597"/>
                    <a:pt x="434340" y="1266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14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48000" y="14000"/>
                          </a:moveTo>
                          <a:cubicBezTo>
                            <a:pt x="55567" y="14479"/>
                            <a:pt x="61827" y="20184"/>
                            <a:pt x="62000" y="28000"/>
                          </a:cubicBezTo>
                          <a:cubicBezTo>
                            <a:pt x="61657" y="35388"/>
                            <a:pt x="56211" y="42525"/>
                            <a:pt x="48000" y="42000"/>
                          </a:cubicBezTo>
                          <a:cubicBezTo>
                            <a:pt x="40773" y="41840"/>
                            <a:pt x="33538" y="35127"/>
                            <a:pt x="34000" y="28000"/>
                          </a:cubicBezTo>
                          <a:cubicBezTo>
                            <a:pt x="33566" y="20163"/>
                            <a:pt x="40688" y="13605"/>
                            <a:pt x="48000" y="14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Ranger icon 2"/>
            <p:cNvSpPr/>
            <p:nvPr/>
          </p:nvSpPr>
          <p:spPr>
            <a:xfrm>
              <a:off x="0" y="0"/>
              <a:ext cx="868680" cy="868680"/>
            </a:xfrm>
            <a:custGeom>
              <a:avLst/>
              <a:gdLst>
                <a:gd name="csX0" fmla="*/ 162877 w 868680"/>
                <a:gd name="csY0" fmla="*/ 760095 h 868680"/>
                <a:gd name="csX1" fmla="*/ 434340 w 868680"/>
                <a:gd name="csY1" fmla="*/ 470535 h 868680"/>
                <a:gd name="csX2" fmla="*/ 705802 w 868680"/>
                <a:gd name="csY2" fmla="*/ 760095 h 868680"/>
                <a:gd name="csX3" fmla="*/ 524827 w 868680"/>
                <a:gd name="csY3" fmla="*/ 760095 h 868680"/>
                <a:gd name="csX4" fmla="*/ 343852 w 868680"/>
                <a:gd name="csY4" fmla="*/ 760095 h 868680"/>
                <a:gd name="csX5" fmla="*/ 162877 w 868680"/>
                <a:gd name="csY5" fmla="*/ 760095 h 868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68680" h="868680" extrusionOk="0">
                  <a:moveTo>
                    <a:pt x="162877" y="760095"/>
                  </a:moveTo>
                  <a:cubicBezTo>
                    <a:pt x="188876" y="603773"/>
                    <a:pt x="264066" y="458869"/>
                    <a:pt x="434340" y="470535"/>
                  </a:cubicBezTo>
                  <a:cubicBezTo>
                    <a:pt x="583695" y="427176"/>
                    <a:pt x="734470" y="554428"/>
                    <a:pt x="705802" y="760095"/>
                  </a:cubicBezTo>
                  <a:cubicBezTo>
                    <a:pt x="639407" y="763282"/>
                    <a:pt x="583504" y="758930"/>
                    <a:pt x="524827" y="760095"/>
                  </a:cubicBezTo>
                  <a:cubicBezTo>
                    <a:pt x="466705" y="784107"/>
                    <a:pt x="400881" y="755507"/>
                    <a:pt x="343852" y="760095"/>
                  </a:cubicBezTo>
                  <a:cubicBezTo>
                    <a:pt x="292454" y="758492"/>
                    <a:pt x="223658" y="780204"/>
                    <a:pt x="162877" y="760095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33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18000" y="84000"/>
                          </a:moveTo>
                          <a:cubicBezTo>
                            <a:pt x="18481" y="64163"/>
                            <a:pt x="31574" y="51433"/>
                            <a:pt x="48000" y="52000"/>
                          </a:cubicBezTo>
                          <a:cubicBezTo>
                            <a:pt x="65125" y="51762"/>
                            <a:pt x="78191" y="63679"/>
                            <a:pt x="78000" y="84000"/>
                          </a:cubicBezTo>
                          <a:cubicBezTo>
                            <a:pt x="71333" y="83970"/>
                            <a:pt x="64667" y="83855"/>
                            <a:pt x="58000" y="84000"/>
                          </a:cubicBezTo>
                          <a:cubicBezTo>
                            <a:pt x="51333" y="85004"/>
                            <a:pt x="44667" y="83429"/>
                            <a:pt x="38000" y="84000"/>
                          </a:cubicBezTo>
                          <a:cubicBezTo>
                            <a:pt x="31333" y="83426"/>
                            <a:pt x="24667" y="85039"/>
                            <a:pt x="18000" y="84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4" name="Ranger label"/>
          <p:cNvSpPr txBox="1"/>
          <p:nvPr/>
        </p:nvSpPr>
        <p:spPr>
          <a:xfrm>
            <a:off x="8621656" y="5346986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Ranger</a:t>
            </a:r>
          </a:p>
        </p:txBody>
      </p:sp>
      <p:sp>
        <p:nvSpPr>
          <p:cNvPr id="135" name="Decisions"/>
          <p:cNvSpPr txBox="1"/>
          <p:nvPr/>
        </p:nvSpPr>
        <p:spPr>
          <a:xfrm>
            <a:off x="8353545" y="571274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approve · edit · reject</a:t>
            </a:r>
          </a:p>
        </p:txBody>
      </p:sp>
      <p:cxnSp>
        <p:nvCxnSpPr>
          <p:cNvPr id="136" name="App-BottomLeft"/>
          <p:cNvCxnSpPr/>
          <p:nvPr/>
        </p:nvCxnSpPr>
        <p:spPr>
          <a:xfrm flipH="1">
            <a:off x="2624328" y="4611021"/>
            <a:ext cx="2162870" cy="783939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grpSp>
        <p:nvGrpSpPr>
          <p:cNvPr id="143" name="Outbox icon"/>
          <p:cNvGrpSpPr/>
          <p:nvPr/>
        </p:nvGrpSpPr>
        <p:grpSpPr>
          <a:xfrm>
            <a:off x="1874520" y="5074920"/>
            <a:ext cx="640080" cy="640080"/>
            <a:chOff x="0" y="0"/>
            <a:chExt cx="640080" cy="640080"/>
          </a:xfrm>
        </p:grpSpPr>
        <p:sp>
          <p:nvSpPr>
            <p:cNvPr id="144" name="Outbox icon backing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Outbox icon 1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53352 w 640080"/>
                <a:gd name="csY0" fmla="*/ 546735 h 640080"/>
                <a:gd name="csX1" fmla="*/ 153352 w 640080"/>
                <a:gd name="csY1" fmla="*/ 433387 h 640080"/>
                <a:gd name="csX2" fmla="*/ 153352 w 640080"/>
                <a:gd name="csY2" fmla="*/ 320040 h 640080"/>
                <a:gd name="csX3" fmla="*/ 153352 w 640080"/>
                <a:gd name="csY3" fmla="*/ 206692 h 640080"/>
                <a:gd name="csX4" fmla="*/ 153352 w 640080"/>
                <a:gd name="csY4" fmla="*/ 93345 h 640080"/>
                <a:gd name="csX5" fmla="*/ 320040 w 640080"/>
                <a:gd name="csY5" fmla="*/ 93345 h 640080"/>
                <a:gd name="csX6" fmla="*/ 320040 w 640080"/>
                <a:gd name="csY6" fmla="*/ 233362 h 640080"/>
                <a:gd name="csX7" fmla="*/ 486727 w 640080"/>
                <a:gd name="csY7" fmla="*/ 233362 h 640080"/>
                <a:gd name="csX8" fmla="*/ 486727 w 640080"/>
                <a:gd name="csY8" fmla="*/ 390048 h 640080"/>
                <a:gd name="csX9" fmla="*/ 486727 w 640080"/>
                <a:gd name="csY9" fmla="*/ 546735 h 640080"/>
                <a:gd name="csX10" fmla="*/ 375600 w 640080"/>
                <a:gd name="csY10" fmla="*/ 546735 h 640080"/>
                <a:gd name="csX11" fmla="*/ 264479 w 640080"/>
                <a:gd name="csY11" fmla="*/ 546735 h 640080"/>
                <a:gd name="csX12" fmla="*/ 153352 w 640080"/>
                <a:gd name="csY12" fmla="*/ 546735 h 640080"/>
                <a:gd name="csX13" fmla="*/ 360045 w 640080"/>
                <a:gd name="csY13" fmla="*/ 110013 h 640080"/>
                <a:gd name="csX14" fmla="*/ 443388 w 640080"/>
                <a:gd name="csY14" fmla="*/ 193357 h 640080"/>
                <a:gd name="csX15" fmla="*/ 360045 w 640080"/>
                <a:gd name="csY15" fmla="*/ 193357 h 640080"/>
                <a:gd name="csX16" fmla="*/ 360045 w 640080"/>
                <a:gd name="csY16" fmla="*/ 110013 h 640080"/>
                <a:gd name="csX17" fmla="*/ 360045 w 640080"/>
                <a:gd name="csY17" fmla="*/ 53340 h 640080"/>
                <a:gd name="csX18" fmla="*/ 236696 w 640080"/>
                <a:gd name="csY18" fmla="*/ 53340 h 640080"/>
                <a:gd name="csX19" fmla="*/ 113347 w 640080"/>
                <a:gd name="csY19" fmla="*/ 53340 h 640080"/>
                <a:gd name="csX20" fmla="*/ 113347 w 640080"/>
                <a:gd name="csY20" fmla="*/ 186690 h 640080"/>
                <a:gd name="csX21" fmla="*/ 113347 w 640080"/>
                <a:gd name="csY21" fmla="*/ 320040 h 640080"/>
                <a:gd name="csX22" fmla="*/ 113347 w 640080"/>
                <a:gd name="csY22" fmla="*/ 453390 h 640080"/>
                <a:gd name="csX23" fmla="*/ 113347 w 640080"/>
                <a:gd name="csY23" fmla="*/ 586740 h 640080"/>
                <a:gd name="csX24" fmla="*/ 251144 w 640080"/>
                <a:gd name="csY24" fmla="*/ 586740 h 640080"/>
                <a:gd name="csX25" fmla="*/ 388935 w 640080"/>
                <a:gd name="csY25" fmla="*/ 586740 h 640080"/>
                <a:gd name="csX26" fmla="*/ 526732 w 640080"/>
                <a:gd name="csY26" fmla="*/ 586740 h 640080"/>
                <a:gd name="csX27" fmla="*/ 526732 w 640080"/>
                <a:gd name="csY27" fmla="*/ 457837 h 640080"/>
                <a:gd name="csX28" fmla="*/ 526732 w 640080"/>
                <a:gd name="csY28" fmla="*/ 328927 h 640080"/>
                <a:gd name="csX29" fmla="*/ 526732 w 640080"/>
                <a:gd name="csY29" fmla="*/ 200025 h 640080"/>
                <a:gd name="csX30" fmla="*/ 443388 w 640080"/>
                <a:gd name="csY30" fmla="*/ 126682 h 640080"/>
                <a:gd name="csX31" fmla="*/ 360045 w 640080"/>
                <a:gd name="csY31" fmla="*/ 53340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640080" h="640080" extrusionOk="0">
                  <a:moveTo>
                    <a:pt x="153352" y="546735"/>
                  </a:moveTo>
                  <a:cubicBezTo>
                    <a:pt x="155914" y="516385"/>
                    <a:pt x="155522" y="470211"/>
                    <a:pt x="153352" y="433387"/>
                  </a:cubicBezTo>
                  <a:cubicBezTo>
                    <a:pt x="162437" y="395521"/>
                    <a:pt x="156134" y="359426"/>
                    <a:pt x="153352" y="320040"/>
                  </a:cubicBezTo>
                  <a:cubicBezTo>
                    <a:pt x="165952" y="283079"/>
                    <a:pt x="157191" y="245841"/>
                    <a:pt x="153352" y="206692"/>
                  </a:cubicBezTo>
                  <a:cubicBezTo>
                    <a:pt x="153603" y="171813"/>
                    <a:pt x="146831" y="133627"/>
                    <a:pt x="153352" y="93345"/>
                  </a:cubicBezTo>
                  <a:cubicBezTo>
                    <a:pt x="201810" y="90412"/>
                    <a:pt x="265049" y="98477"/>
                    <a:pt x="320040" y="93345"/>
                  </a:cubicBezTo>
                  <a:cubicBezTo>
                    <a:pt x="306291" y="140783"/>
                    <a:pt x="316719" y="184834"/>
                    <a:pt x="320040" y="233362"/>
                  </a:cubicBezTo>
                  <a:cubicBezTo>
                    <a:pt x="373323" y="233940"/>
                    <a:pt x="435334" y="221715"/>
                    <a:pt x="486727" y="233362"/>
                  </a:cubicBezTo>
                  <a:cubicBezTo>
                    <a:pt x="475804" y="291923"/>
                    <a:pt x="491943" y="344768"/>
                    <a:pt x="486727" y="390048"/>
                  </a:cubicBezTo>
                  <a:cubicBezTo>
                    <a:pt x="488963" y="434261"/>
                    <a:pt x="495991" y="498857"/>
                    <a:pt x="486727" y="546735"/>
                  </a:cubicBezTo>
                  <a:cubicBezTo>
                    <a:pt x="455258" y="535596"/>
                    <a:pt x="416049" y="543474"/>
                    <a:pt x="375600" y="546735"/>
                  </a:cubicBezTo>
                  <a:cubicBezTo>
                    <a:pt x="338210" y="548185"/>
                    <a:pt x="303020" y="543235"/>
                    <a:pt x="264479" y="546735"/>
                  </a:cubicBezTo>
                  <a:cubicBezTo>
                    <a:pt x="228473" y="554938"/>
                    <a:pt x="198317" y="550468"/>
                    <a:pt x="153352" y="546735"/>
                  </a:cubicBezTo>
                  <a:close/>
                  <a:moveTo>
                    <a:pt x="360045" y="110013"/>
                  </a:moveTo>
                  <a:cubicBezTo>
                    <a:pt x="381363" y="135868"/>
                    <a:pt x="414621" y="174621"/>
                    <a:pt x="443388" y="193357"/>
                  </a:cubicBezTo>
                  <a:cubicBezTo>
                    <a:pt x="416137" y="192671"/>
                    <a:pt x="386798" y="187924"/>
                    <a:pt x="360045" y="193357"/>
                  </a:cubicBezTo>
                  <a:cubicBezTo>
                    <a:pt x="350585" y="162497"/>
                    <a:pt x="354564" y="138142"/>
                    <a:pt x="360045" y="110013"/>
                  </a:cubicBezTo>
                  <a:close/>
                  <a:moveTo>
                    <a:pt x="360045" y="53340"/>
                  </a:moveTo>
                  <a:cubicBezTo>
                    <a:pt x="319819" y="48797"/>
                    <a:pt x="284370" y="56690"/>
                    <a:pt x="236696" y="53340"/>
                  </a:cubicBezTo>
                  <a:cubicBezTo>
                    <a:pt x="193070" y="64190"/>
                    <a:pt x="158281" y="62627"/>
                    <a:pt x="113347" y="53340"/>
                  </a:cubicBezTo>
                  <a:cubicBezTo>
                    <a:pt x="115608" y="95826"/>
                    <a:pt x="100089" y="148337"/>
                    <a:pt x="113347" y="186690"/>
                  </a:cubicBezTo>
                  <a:cubicBezTo>
                    <a:pt x="100547" y="225479"/>
                    <a:pt x="102823" y="274440"/>
                    <a:pt x="113347" y="320040"/>
                  </a:cubicBezTo>
                  <a:cubicBezTo>
                    <a:pt x="116414" y="359227"/>
                    <a:pt x="103401" y="408113"/>
                    <a:pt x="113347" y="453390"/>
                  </a:cubicBezTo>
                  <a:cubicBezTo>
                    <a:pt x="98994" y="490847"/>
                    <a:pt x="106412" y="538715"/>
                    <a:pt x="113347" y="586740"/>
                  </a:cubicBezTo>
                  <a:cubicBezTo>
                    <a:pt x="163289" y="587955"/>
                    <a:pt x="209254" y="588763"/>
                    <a:pt x="251144" y="586740"/>
                  </a:cubicBezTo>
                  <a:cubicBezTo>
                    <a:pt x="303361" y="574149"/>
                    <a:pt x="333879" y="586038"/>
                    <a:pt x="388935" y="586740"/>
                  </a:cubicBezTo>
                  <a:cubicBezTo>
                    <a:pt x="432612" y="579789"/>
                    <a:pt x="476143" y="591324"/>
                    <a:pt x="526732" y="586740"/>
                  </a:cubicBezTo>
                  <a:cubicBezTo>
                    <a:pt x="532619" y="545083"/>
                    <a:pt x="514452" y="507057"/>
                    <a:pt x="526732" y="457837"/>
                  </a:cubicBezTo>
                  <a:cubicBezTo>
                    <a:pt x="520766" y="419009"/>
                    <a:pt x="529768" y="374919"/>
                    <a:pt x="526732" y="328927"/>
                  </a:cubicBezTo>
                  <a:cubicBezTo>
                    <a:pt x="520329" y="278891"/>
                    <a:pt x="524779" y="247656"/>
                    <a:pt x="526732" y="200025"/>
                  </a:cubicBezTo>
                  <a:cubicBezTo>
                    <a:pt x="499523" y="177474"/>
                    <a:pt x="474913" y="152282"/>
                    <a:pt x="443388" y="126682"/>
                  </a:cubicBezTo>
                  <a:cubicBezTo>
                    <a:pt x="413281" y="111345"/>
                    <a:pt x="386977" y="85318"/>
                    <a:pt x="360045" y="5334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1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2177" y="76333"/>
                            <a:pt x="23307" y="70667"/>
                            <a:pt x="23000" y="65000"/>
                          </a:cubicBezTo>
                          <a:cubicBezTo>
                            <a:pt x="23422" y="59333"/>
                            <a:pt x="23155" y="53667"/>
                            <a:pt x="23000" y="48000"/>
                          </a:cubicBezTo>
                          <a:cubicBezTo>
                            <a:pt x="23265" y="42333"/>
                            <a:pt x="23345" y="36667"/>
                            <a:pt x="23000" y="31000"/>
                          </a:cubicBezTo>
                          <a:cubicBezTo>
                            <a:pt x="22654" y="25333"/>
                            <a:pt x="22619" y="19667"/>
                            <a:pt x="23000" y="14000"/>
                          </a:cubicBezTo>
                          <a:cubicBezTo>
                            <a:pt x="31333" y="13805"/>
                            <a:pt x="39667" y="14950"/>
                            <a:pt x="48000" y="14000"/>
                          </a:cubicBezTo>
                          <a:cubicBezTo>
                            <a:pt x="47005" y="21000"/>
                            <a:pt x="48328" y="28000"/>
                            <a:pt x="48000" y="35000"/>
                          </a:cubicBezTo>
                          <a:cubicBezTo>
                            <a:pt x="56333" y="34838"/>
                            <a:pt x="64667" y="34402"/>
                            <a:pt x="73000" y="35000"/>
                          </a:cubicBezTo>
                          <a:cubicBezTo>
                            <a:pt x="72135" y="42833"/>
                            <a:pt x="72350" y="50667"/>
                            <a:pt x="73000" y="58500"/>
                          </a:cubicBezTo>
                          <a:cubicBezTo>
                            <a:pt x="73696" y="66333"/>
                            <a:pt x="73191" y="74167"/>
                            <a:pt x="73000" y="82000"/>
                          </a:cubicBezTo>
                          <a:cubicBezTo>
                            <a:pt x="67444" y="81703"/>
                            <a:pt x="61889" y="82008"/>
                            <a:pt x="56333" y="82000"/>
                          </a:cubicBezTo>
                          <a:cubicBezTo>
                            <a:pt x="50778" y="82104"/>
                            <a:pt x="45222" y="81543"/>
                            <a:pt x="39667" y="82000"/>
                          </a:cubicBezTo>
                          <a:cubicBezTo>
                            <a:pt x="34111" y="82512"/>
                            <a:pt x="28556" y="82479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8029" y="20804"/>
                            <a:pt x="62381" y="24785"/>
                            <a:pt x="66500" y="29000"/>
                          </a:cubicBezTo>
                          <a:cubicBezTo>
                            <a:pt x="62333" y="29000"/>
                            <a:pt x="58167" y="28659"/>
                            <a:pt x="54000" y="29000"/>
                          </a:cubicBezTo>
                          <a:cubicBezTo>
                            <a:pt x="53746" y="24833"/>
                            <a:pt x="53295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7240"/>
                            <a:pt x="41667" y="7296"/>
                            <a:pt x="35500" y="8000"/>
                          </a:cubicBezTo>
                          <a:cubicBezTo>
                            <a:pt x="29333" y="9081"/>
                            <a:pt x="23167" y="8960"/>
                            <a:pt x="17000" y="8000"/>
                          </a:cubicBezTo>
                          <a:cubicBezTo>
                            <a:pt x="17557" y="14667"/>
                            <a:pt x="16179" y="21333"/>
                            <a:pt x="17000" y="28000"/>
                          </a:cubicBezTo>
                          <a:cubicBezTo>
                            <a:pt x="15970" y="34667"/>
                            <a:pt x="16475" y="41333"/>
                            <a:pt x="17000" y="48000"/>
                          </a:cubicBezTo>
                          <a:cubicBezTo>
                            <a:pt x="16160" y="54667"/>
                            <a:pt x="16893" y="61333"/>
                            <a:pt x="17000" y="68000"/>
                          </a:cubicBezTo>
                          <a:cubicBezTo>
                            <a:pt x="16434" y="74667"/>
                            <a:pt x="16869" y="81333"/>
                            <a:pt x="17000" y="88000"/>
                          </a:cubicBezTo>
                          <a:cubicBezTo>
                            <a:pt x="23889" y="87318"/>
                            <a:pt x="30778" y="87295"/>
                            <a:pt x="37667" y="88000"/>
                          </a:cubicBezTo>
                          <a:cubicBezTo>
                            <a:pt x="44556" y="87915"/>
                            <a:pt x="51444" y="89122"/>
                            <a:pt x="58333" y="88000"/>
                          </a:cubicBezTo>
                          <a:cubicBezTo>
                            <a:pt x="65222" y="87051"/>
                            <a:pt x="72111" y="87682"/>
                            <a:pt x="79000" y="88000"/>
                          </a:cubicBezTo>
                          <a:cubicBezTo>
                            <a:pt x="79760" y="81556"/>
                            <a:pt x="78029" y="75111"/>
                            <a:pt x="79000" y="68667"/>
                          </a:cubicBezTo>
                          <a:cubicBezTo>
                            <a:pt x="78630" y="62222"/>
                            <a:pt x="79026" y="55778"/>
                            <a:pt x="79000" y="49333"/>
                          </a:cubicBezTo>
                          <a:cubicBezTo>
                            <a:pt x="78286" y="42889"/>
                            <a:pt x="78939" y="36444"/>
                            <a:pt x="79000" y="30000"/>
                          </a:cubicBezTo>
                          <a:cubicBezTo>
                            <a:pt x="74369" y="26862"/>
                            <a:pt x="70265" y="23123"/>
                            <a:pt x="66500" y="19000"/>
                          </a:cubicBezTo>
                          <a:cubicBezTo>
                            <a:pt x="61896" y="15831"/>
                            <a:pt x="58512" y="11274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Outbox icon 2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300037 h 640080"/>
                <a:gd name="csX1" fmla="*/ 320040 w 640080"/>
                <a:gd name="csY1" fmla="*/ 300037 h 640080"/>
                <a:gd name="csX2" fmla="*/ 446722 w 640080"/>
                <a:gd name="csY2" fmla="*/ 300037 h 640080"/>
                <a:gd name="csX3" fmla="*/ 446722 w 640080"/>
                <a:gd name="csY3" fmla="*/ 326707 h 640080"/>
                <a:gd name="csX4" fmla="*/ 320040 w 640080"/>
                <a:gd name="csY4" fmla="*/ 326707 h 640080"/>
                <a:gd name="csX5" fmla="*/ 193357 w 640080"/>
                <a:gd name="csY5" fmla="*/ 326707 h 640080"/>
                <a:gd name="csX6" fmla="*/ 193357 w 640080"/>
                <a:gd name="csY6" fmla="*/ 300037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40080" h="640080" extrusionOk="0">
                  <a:moveTo>
                    <a:pt x="193357" y="300037"/>
                  </a:moveTo>
                  <a:cubicBezTo>
                    <a:pt x="235604" y="298081"/>
                    <a:pt x="281646" y="294889"/>
                    <a:pt x="320040" y="300037"/>
                  </a:cubicBezTo>
                  <a:cubicBezTo>
                    <a:pt x="369215" y="311657"/>
                    <a:pt x="400725" y="306779"/>
                    <a:pt x="446722" y="300037"/>
                  </a:cubicBezTo>
                  <a:cubicBezTo>
                    <a:pt x="444726" y="307755"/>
                    <a:pt x="446676" y="318296"/>
                    <a:pt x="446722" y="326707"/>
                  </a:cubicBezTo>
                  <a:cubicBezTo>
                    <a:pt x="405000" y="326272"/>
                    <a:pt x="358975" y="324296"/>
                    <a:pt x="320040" y="326707"/>
                  </a:cubicBezTo>
                  <a:cubicBezTo>
                    <a:pt x="277838" y="326211"/>
                    <a:pt x="236545" y="324647"/>
                    <a:pt x="193357" y="326707"/>
                  </a:cubicBezTo>
                  <a:cubicBezTo>
                    <a:pt x="192264" y="319489"/>
                    <a:pt x="192776" y="306389"/>
                    <a:pt x="193357" y="300037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34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4410"/>
                            <a:pt x="41667" y="45754"/>
                            <a:pt x="48000" y="45000"/>
                          </a:cubicBezTo>
                          <a:cubicBezTo>
                            <a:pt x="54333" y="45159"/>
                            <a:pt x="60667" y="45996"/>
                            <a:pt x="67000" y="45000"/>
                          </a:cubicBezTo>
                          <a:cubicBezTo>
                            <a:pt x="66764" y="46333"/>
                            <a:pt x="66824" y="47667"/>
                            <a:pt x="67000" y="49000"/>
                          </a:cubicBezTo>
                          <a:cubicBezTo>
                            <a:pt x="60667" y="48690"/>
                            <a:pt x="54333" y="48540"/>
                            <a:pt x="48000" y="49000"/>
                          </a:cubicBezTo>
                          <a:cubicBezTo>
                            <a:pt x="41667" y="48375"/>
                            <a:pt x="35333" y="49153"/>
                            <a:pt x="29000" y="49000"/>
                          </a:cubicBezTo>
                          <a:cubicBezTo>
                            <a:pt x="28974" y="47667"/>
                            <a:pt x="28896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Outbox icon 3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246697 h 640080"/>
                <a:gd name="csX1" fmla="*/ 280035 w 640080"/>
                <a:gd name="csY1" fmla="*/ 246697 h 640080"/>
                <a:gd name="csX2" fmla="*/ 280035 w 640080"/>
                <a:gd name="csY2" fmla="*/ 273367 h 640080"/>
                <a:gd name="csX3" fmla="*/ 193357 w 640080"/>
                <a:gd name="csY3" fmla="*/ 273367 h 640080"/>
                <a:gd name="csX4" fmla="*/ 193357 w 640080"/>
                <a:gd name="csY4" fmla="*/ 246697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40080" h="640080" extrusionOk="0">
                  <a:moveTo>
                    <a:pt x="193357" y="246697"/>
                  </a:moveTo>
                  <a:cubicBezTo>
                    <a:pt x="220700" y="250123"/>
                    <a:pt x="251600" y="250364"/>
                    <a:pt x="280035" y="246697"/>
                  </a:cubicBezTo>
                  <a:cubicBezTo>
                    <a:pt x="278404" y="254282"/>
                    <a:pt x="280592" y="264951"/>
                    <a:pt x="280035" y="273367"/>
                  </a:cubicBezTo>
                  <a:cubicBezTo>
                    <a:pt x="255130" y="279191"/>
                    <a:pt x="220208" y="269809"/>
                    <a:pt x="193357" y="273367"/>
                  </a:cubicBezTo>
                  <a:cubicBezTo>
                    <a:pt x="191932" y="264855"/>
                    <a:pt x="192410" y="255841"/>
                    <a:pt x="193357" y="246697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953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972"/>
                            <a:pt x="37667" y="37649"/>
                            <a:pt x="42000" y="37000"/>
                          </a:cubicBezTo>
                          <a:cubicBezTo>
                            <a:pt x="41815" y="38333"/>
                            <a:pt x="42065" y="39667"/>
                            <a:pt x="42000" y="41000"/>
                          </a:cubicBezTo>
                          <a:cubicBezTo>
                            <a:pt x="37667" y="41380"/>
                            <a:pt x="33333" y="40607"/>
                            <a:pt x="29000" y="41000"/>
                          </a:cubicBezTo>
                          <a:cubicBezTo>
                            <a:pt x="28862" y="39667"/>
                            <a:pt x="29140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Outbox icon 4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353377 h 640080"/>
                <a:gd name="csX1" fmla="*/ 320040 w 640080"/>
                <a:gd name="csY1" fmla="*/ 353377 h 640080"/>
                <a:gd name="csX2" fmla="*/ 446722 w 640080"/>
                <a:gd name="csY2" fmla="*/ 353377 h 640080"/>
                <a:gd name="csX3" fmla="*/ 446722 w 640080"/>
                <a:gd name="csY3" fmla="*/ 380047 h 640080"/>
                <a:gd name="csX4" fmla="*/ 320040 w 640080"/>
                <a:gd name="csY4" fmla="*/ 380047 h 640080"/>
                <a:gd name="csX5" fmla="*/ 193357 w 640080"/>
                <a:gd name="csY5" fmla="*/ 380047 h 640080"/>
                <a:gd name="csX6" fmla="*/ 193357 w 640080"/>
                <a:gd name="csY6" fmla="*/ 353377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40080" h="640080" extrusionOk="0">
                  <a:moveTo>
                    <a:pt x="193357" y="353377"/>
                  </a:moveTo>
                  <a:cubicBezTo>
                    <a:pt x="228826" y="358649"/>
                    <a:pt x="287970" y="343726"/>
                    <a:pt x="320040" y="353377"/>
                  </a:cubicBezTo>
                  <a:cubicBezTo>
                    <a:pt x="366389" y="350540"/>
                    <a:pt x="403500" y="352717"/>
                    <a:pt x="446722" y="353377"/>
                  </a:cubicBezTo>
                  <a:cubicBezTo>
                    <a:pt x="446702" y="362112"/>
                    <a:pt x="447620" y="371297"/>
                    <a:pt x="446722" y="380047"/>
                  </a:cubicBezTo>
                  <a:cubicBezTo>
                    <a:pt x="406457" y="376472"/>
                    <a:pt x="367158" y="367512"/>
                    <a:pt x="320040" y="380047"/>
                  </a:cubicBezTo>
                  <a:cubicBezTo>
                    <a:pt x="277080" y="384826"/>
                    <a:pt x="235294" y="374432"/>
                    <a:pt x="193357" y="380047"/>
                  </a:cubicBezTo>
                  <a:cubicBezTo>
                    <a:pt x="192896" y="370841"/>
                    <a:pt x="192206" y="364736"/>
                    <a:pt x="193357" y="353377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72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2561"/>
                            <a:pt x="41667" y="52504"/>
                            <a:pt x="48000" y="53000"/>
                          </a:cubicBezTo>
                          <a:cubicBezTo>
                            <a:pt x="54333" y="53417"/>
                            <a:pt x="60667" y="52781"/>
                            <a:pt x="67000" y="53000"/>
                          </a:cubicBezTo>
                          <a:cubicBezTo>
                            <a:pt x="66966" y="54333"/>
                            <a:pt x="67093" y="55667"/>
                            <a:pt x="67000" y="57000"/>
                          </a:cubicBezTo>
                          <a:cubicBezTo>
                            <a:pt x="60667" y="56372"/>
                            <a:pt x="54333" y="55940"/>
                            <a:pt x="48000" y="57000"/>
                          </a:cubicBezTo>
                          <a:cubicBezTo>
                            <a:pt x="41667" y="57154"/>
                            <a:pt x="35333" y="56012"/>
                            <a:pt x="29000" y="57000"/>
                          </a:cubicBezTo>
                          <a:cubicBezTo>
                            <a:pt x="28818" y="55667"/>
                            <a:pt x="28891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Outbox icon 5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406717 h 640080"/>
                <a:gd name="csX1" fmla="*/ 320040 w 640080"/>
                <a:gd name="csY1" fmla="*/ 406717 h 640080"/>
                <a:gd name="csX2" fmla="*/ 446722 w 640080"/>
                <a:gd name="csY2" fmla="*/ 406717 h 640080"/>
                <a:gd name="csX3" fmla="*/ 446722 w 640080"/>
                <a:gd name="csY3" fmla="*/ 433387 h 640080"/>
                <a:gd name="csX4" fmla="*/ 320040 w 640080"/>
                <a:gd name="csY4" fmla="*/ 433387 h 640080"/>
                <a:gd name="csX5" fmla="*/ 193357 w 640080"/>
                <a:gd name="csY5" fmla="*/ 433387 h 640080"/>
                <a:gd name="csX6" fmla="*/ 193357 w 640080"/>
                <a:gd name="csY6" fmla="*/ 406717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40080" h="640080" extrusionOk="0">
                  <a:moveTo>
                    <a:pt x="193357" y="406717"/>
                  </a:moveTo>
                  <a:cubicBezTo>
                    <a:pt x="237406" y="407605"/>
                    <a:pt x="274192" y="414809"/>
                    <a:pt x="320040" y="406717"/>
                  </a:cubicBezTo>
                  <a:cubicBezTo>
                    <a:pt x="358872" y="408524"/>
                    <a:pt x="409646" y="404801"/>
                    <a:pt x="446722" y="406717"/>
                  </a:cubicBezTo>
                  <a:cubicBezTo>
                    <a:pt x="447699" y="417440"/>
                    <a:pt x="444539" y="425483"/>
                    <a:pt x="446722" y="433387"/>
                  </a:cubicBezTo>
                  <a:cubicBezTo>
                    <a:pt x="408613" y="425113"/>
                    <a:pt x="362924" y="421105"/>
                    <a:pt x="320040" y="433387"/>
                  </a:cubicBezTo>
                  <a:cubicBezTo>
                    <a:pt x="270932" y="430648"/>
                    <a:pt x="227364" y="435723"/>
                    <a:pt x="193357" y="433387"/>
                  </a:cubicBezTo>
                  <a:cubicBezTo>
                    <a:pt x="195814" y="425207"/>
                    <a:pt x="193043" y="414712"/>
                    <a:pt x="193357" y="406717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91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1279"/>
                            <a:pt x="41667" y="61779"/>
                            <a:pt x="48000" y="61000"/>
                          </a:cubicBezTo>
                          <a:cubicBezTo>
                            <a:pt x="54333" y="61809"/>
                            <a:pt x="60667" y="61584"/>
                            <a:pt x="67000" y="61000"/>
                          </a:cubicBezTo>
                          <a:cubicBezTo>
                            <a:pt x="67176" y="62333"/>
                            <a:pt x="66772" y="63667"/>
                            <a:pt x="67000" y="65000"/>
                          </a:cubicBezTo>
                          <a:cubicBezTo>
                            <a:pt x="60667" y="64265"/>
                            <a:pt x="54333" y="63982"/>
                            <a:pt x="48000" y="65000"/>
                          </a:cubicBezTo>
                          <a:cubicBezTo>
                            <a:pt x="41667" y="64415"/>
                            <a:pt x="35333" y="65773"/>
                            <a:pt x="29000" y="65000"/>
                          </a:cubicBezTo>
                          <a:cubicBezTo>
                            <a:pt x="28994" y="63667"/>
                            <a:pt x="29224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Outbox icon 6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460057 h 640080"/>
                <a:gd name="csX1" fmla="*/ 320040 w 640080"/>
                <a:gd name="csY1" fmla="*/ 460057 h 640080"/>
                <a:gd name="csX2" fmla="*/ 446722 w 640080"/>
                <a:gd name="csY2" fmla="*/ 460057 h 640080"/>
                <a:gd name="csX3" fmla="*/ 446722 w 640080"/>
                <a:gd name="csY3" fmla="*/ 486727 h 640080"/>
                <a:gd name="csX4" fmla="*/ 320040 w 640080"/>
                <a:gd name="csY4" fmla="*/ 486727 h 640080"/>
                <a:gd name="csX5" fmla="*/ 193357 w 640080"/>
                <a:gd name="csY5" fmla="*/ 486727 h 640080"/>
                <a:gd name="csX6" fmla="*/ 193357 w 640080"/>
                <a:gd name="csY6" fmla="*/ 460057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40080" h="640080" extrusionOk="0">
                  <a:moveTo>
                    <a:pt x="193357" y="460057"/>
                  </a:moveTo>
                  <a:cubicBezTo>
                    <a:pt x="236549" y="454763"/>
                    <a:pt x="274941" y="469666"/>
                    <a:pt x="320040" y="460057"/>
                  </a:cubicBezTo>
                  <a:cubicBezTo>
                    <a:pt x="360898" y="465116"/>
                    <a:pt x="409985" y="450171"/>
                    <a:pt x="446722" y="460057"/>
                  </a:cubicBezTo>
                  <a:cubicBezTo>
                    <a:pt x="445280" y="468102"/>
                    <a:pt x="449132" y="476866"/>
                    <a:pt x="446722" y="486727"/>
                  </a:cubicBezTo>
                  <a:cubicBezTo>
                    <a:pt x="407256" y="468896"/>
                    <a:pt x="371063" y="474727"/>
                    <a:pt x="320040" y="486727"/>
                  </a:cubicBezTo>
                  <a:cubicBezTo>
                    <a:pt x="270335" y="493507"/>
                    <a:pt x="227059" y="476914"/>
                    <a:pt x="193357" y="486727"/>
                  </a:cubicBezTo>
                  <a:cubicBezTo>
                    <a:pt x="195819" y="477314"/>
                    <a:pt x="193682" y="471466"/>
                    <a:pt x="193357" y="460057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71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8979"/>
                            <a:pt x="41667" y="68969"/>
                            <a:pt x="48000" y="69000"/>
                          </a:cubicBezTo>
                          <a:cubicBezTo>
                            <a:pt x="54333" y="68426"/>
                            <a:pt x="60667" y="68525"/>
                            <a:pt x="67000" y="69000"/>
                          </a:cubicBezTo>
                          <a:cubicBezTo>
                            <a:pt x="66858" y="70333"/>
                            <a:pt x="67208" y="71667"/>
                            <a:pt x="67000" y="73000"/>
                          </a:cubicBezTo>
                          <a:cubicBezTo>
                            <a:pt x="60667" y="72073"/>
                            <a:pt x="54333" y="72251"/>
                            <a:pt x="48000" y="73000"/>
                          </a:cubicBezTo>
                          <a:cubicBezTo>
                            <a:pt x="41667" y="73726"/>
                            <a:pt x="35333" y="72089"/>
                            <a:pt x="29000" y="73000"/>
                          </a:cubicBezTo>
                          <a:cubicBezTo>
                            <a:pt x="29082" y="71667"/>
                            <a:pt x="28941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45" name="BL label"/>
          <p:cNvSpPr txBox="1"/>
          <p:nvPr/>
        </p:nvSpPr>
        <p:spPr>
          <a:xfrm>
            <a:off x="1280160" y="57607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Outbox</a:t>
            </a:r>
          </a:p>
        </p:txBody>
      </p:sp>
      <p:sp>
        <p:nvSpPr>
          <p:cNvPr id="146" name="BL sub"/>
          <p:cNvSpPr txBox="1"/>
          <p:nvPr/>
        </p:nvSpPr>
        <p:spPr>
          <a:xfrm>
            <a:off x="914400" y="61264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approved text only</a:t>
            </a:r>
          </a:p>
        </p:txBody>
      </p:sp>
      <p:cxnSp>
        <p:nvCxnSpPr>
          <p:cNvPr id="147" name="App-Log"/>
          <p:cNvCxnSpPr/>
          <p:nvPr/>
        </p:nvCxnSpPr>
        <p:spPr>
          <a:xfrm flipH="1" flipV="1">
            <a:off x="2167128" y="2103120"/>
            <a:ext cx="2601782" cy="643402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grpSp>
        <p:nvGrpSpPr>
          <p:cNvPr id="157" name="Audit log icon"/>
          <p:cNvGrpSpPr/>
          <p:nvPr/>
        </p:nvGrpSpPr>
        <p:grpSpPr>
          <a:xfrm>
            <a:off x="1417320" y="1783080"/>
            <a:ext cx="640080" cy="640080"/>
            <a:chOff x="0" y="0"/>
            <a:chExt cx="640080" cy="640080"/>
          </a:xfrm>
        </p:grpSpPr>
        <p:sp>
          <p:nvSpPr>
            <p:cNvPr id="158" name="Audit log icon backing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17000" y="18000"/>
                  </a:moveTo>
                  <a:cubicBezTo>
                    <a:pt x="17000" y="40000"/>
                    <a:pt x="17000" y="62000"/>
                    <a:pt x="17000" y="84000"/>
                  </a:cubicBezTo>
                  <a:cubicBezTo>
                    <a:pt x="17000" y="86200"/>
                    <a:pt x="18800" y="88000"/>
                    <a:pt x="21000" y="88000"/>
                  </a:cubicBezTo>
                  <a:cubicBezTo>
                    <a:pt x="39000" y="88000"/>
                    <a:pt x="57000" y="88000"/>
                    <a:pt x="75000" y="88000"/>
                  </a:cubicBezTo>
                  <a:cubicBezTo>
                    <a:pt x="77200" y="88000"/>
                    <a:pt x="79000" y="86200"/>
                    <a:pt x="79000" y="84000"/>
                  </a:cubicBezTo>
                  <a:cubicBezTo>
                    <a:pt x="79000" y="62000"/>
                    <a:pt x="79000" y="40000"/>
                    <a:pt x="79000" y="18000"/>
                  </a:cubicBezTo>
                  <a:cubicBezTo>
                    <a:pt x="79000" y="15800"/>
                    <a:pt x="77200" y="14000"/>
                    <a:pt x="75000" y="14000"/>
                  </a:cubicBezTo>
                  <a:cubicBezTo>
                    <a:pt x="69333" y="14000"/>
                    <a:pt x="63667" y="14000"/>
                    <a:pt x="58000" y="14000"/>
                  </a:cubicBezTo>
                  <a:cubicBezTo>
                    <a:pt x="58000" y="13333"/>
                    <a:pt x="58000" y="12667"/>
                    <a:pt x="58000" y="12000"/>
                  </a:cubicBezTo>
                  <a:cubicBezTo>
                    <a:pt x="58000" y="9800"/>
                    <a:pt x="56200" y="8000"/>
                    <a:pt x="54000" y="8000"/>
                  </a:cubicBezTo>
                  <a:cubicBezTo>
                    <a:pt x="50000" y="8000"/>
                    <a:pt x="46000" y="8000"/>
                    <a:pt x="42000" y="8000"/>
                  </a:cubicBezTo>
                  <a:cubicBezTo>
                    <a:pt x="39800" y="8000"/>
                    <a:pt x="38000" y="9800"/>
                    <a:pt x="38000" y="12000"/>
                  </a:cubicBezTo>
                  <a:cubicBezTo>
                    <a:pt x="38000" y="12667"/>
                    <a:pt x="38000" y="13333"/>
                    <a:pt x="38000" y="14000"/>
                  </a:cubicBezTo>
                  <a:cubicBezTo>
                    <a:pt x="32333" y="14000"/>
                    <a:pt x="26667" y="14000"/>
                    <a:pt x="21000" y="14000"/>
                  </a:cubicBezTo>
                  <a:cubicBezTo>
                    <a:pt x="18800" y="14000"/>
                    <a:pt x="17000" y="15800"/>
                    <a:pt x="17000" y="1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Audit log icon 1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53352 w 640080"/>
                <a:gd name="csY0" fmla="*/ 133350 h 640080"/>
                <a:gd name="csX1" fmla="*/ 226695 w 640080"/>
                <a:gd name="csY1" fmla="*/ 133350 h 640080"/>
                <a:gd name="csX2" fmla="*/ 226695 w 640080"/>
                <a:gd name="csY2" fmla="*/ 173355 h 640080"/>
                <a:gd name="csX3" fmla="*/ 413385 w 640080"/>
                <a:gd name="csY3" fmla="*/ 173355 h 640080"/>
                <a:gd name="csX4" fmla="*/ 413385 w 640080"/>
                <a:gd name="csY4" fmla="*/ 133350 h 640080"/>
                <a:gd name="csX5" fmla="*/ 486727 w 640080"/>
                <a:gd name="csY5" fmla="*/ 133350 h 640080"/>
                <a:gd name="csX6" fmla="*/ 486727 w 640080"/>
                <a:gd name="csY6" fmla="*/ 271147 h 640080"/>
                <a:gd name="csX7" fmla="*/ 486727 w 640080"/>
                <a:gd name="csY7" fmla="*/ 408937 h 640080"/>
                <a:gd name="csX8" fmla="*/ 486727 w 640080"/>
                <a:gd name="csY8" fmla="*/ 546735 h 640080"/>
                <a:gd name="csX9" fmla="*/ 375600 w 640080"/>
                <a:gd name="csY9" fmla="*/ 546735 h 640080"/>
                <a:gd name="csX10" fmla="*/ 264479 w 640080"/>
                <a:gd name="csY10" fmla="*/ 546735 h 640080"/>
                <a:gd name="csX11" fmla="*/ 153352 w 640080"/>
                <a:gd name="csY11" fmla="*/ 546735 h 640080"/>
                <a:gd name="csX12" fmla="*/ 153352 w 640080"/>
                <a:gd name="csY12" fmla="*/ 408937 h 640080"/>
                <a:gd name="csX13" fmla="*/ 153352 w 640080"/>
                <a:gd name="csY13" fmla="*/ 271147 h 640080"/>
                <a:gd name="csX14" fmla="*/ 153352 w 640080"/>
                <a:gd name="csY14" fmla="*/ 133350 h 640080"/>
                <a:gd name="csX15" fmla="*/ 320706 w 640080"/>
                <a:gd name="csY15" fmla="*/ 80010 h 640080"/>
                <a:gd name="csX16" fmla="*/ 340042 w 640080"/>
                <a:gd name="csY16" fmla="*/ 100012 h 640080"/>
                <a:gd name="csX17" fmla="*/ 320040 w 640080"/>
                <a:gd name="csY17" fmla="*/ 120015 h 640080"/>
                <a:gd name="csX18" fmla="*/ 300037 w 640080"/>
                <a:gd name="csY18" fmla="*/ 100012 h 640080"/>
                <a:gd name="csX19" fmla="*/ 320706 w 640080"/>
                <a:gd name="csY19" fmla="*/ 80010 h 640080"/>
                <a:gd name="csX20" fmla="*/ 113347 w 640080"/>
                <a:gd name="csY20" fmla="*/ 120015 h 640080"/>
                <a:gd name="csX21" fmla="*/ 113347 w 640080"/>
                <a:gd name="csY21" fmla="*/ 266700 h 640080"/>
                <a:gd name="csX22" fmla="*/ 113347 w 640080"/>
                <a:gd name="csY22" fmla="*/ 413385 h 640080"/>
                <a:gd name="csX23" fmla="*/ 113347 w 640080"/>
                <a:gd name="csY23" fmla="*/ 560070 h 640080"/>
                <a:gd name="csX24" fmla="*/ 140017 w 640080"/>
                <a:gd name="csY24" fmla="*/ 586740 h 640080"/>
                <a:gd name="csX25" fmla="*/ 260032 w 640080"/>
                <a:gd name="csY25" fmla="*/ 586740 h 640080"/>
                <a:gd name="csX26" fmla="*/ 380047 w 640080"/>
                <a:gd name="csY26" fmla="*/ 586740 h 640080"/>
                <a:gd name="csX27" fmla="*/ 500062 w 640080"/>
                <a:gd name="csY27" fmla="*/ 586740 h 640080"/>
                <a:gd name="csX28" fmla="*/ 526732 w 640080"/>
                <a:gd name="csY28" fmla="*/ 560070 h 640080"/>
                <a:gd name="csX29" fmla="*/ 526732 w 640080"/>
                <a:gd name="csY29" fmla="*/ 413385 h 640080"/>
                <a:gd name="csX30" fmla="*/ 526732 w 640080"/>
                <a:gd name="csY30" fmla="*/ 266700 h 640080"/>
                <a:gd name="csX31" fmla="*/ 526732 w 640080"/>
                <a:gd name="csY31" fmla="*/ 120015 h 640080"/>
                <a:gd name="csX32" fmla="*/ 500062 w 640080"/>
                <a:gd name="csY32" fmla="*/ 93345 h 640080"/>
                <a:gd name="csX33" fmla="*/ 386715 w 640080"/>
                <a:gd name="csY33" fmla="*/ 93345 h 640080"/>
                <a:gd name="csX34" fmla="*/ 386715 w 640080"/>
                <a:gd name="csY34" fmla="*/ 80010 h 640080"/>
                <a:gd name="csX35" fmla="*/ 360045 w 640080"/>
                <a:gd name="csY35" fmla="*/ 53340 h 640080"/>
                <a:gd name="csX36" fmla="*/ 280035 w 640080"/>
                <a:gd name="csY36" fmla="*/ 53340 h 640080"/>
                <a:gd name="csX37" fmla="*/ 253365 w 640080"/>
                <a:gd name="csY37" fmla="*/ 80010 h 640080"/>
                <a:gd name="csX38" fmla="*/ 253365 w 640080"/>
                <a:gd name="csY38" fmla="*/ 93345 h 640080"/>
                <a:gd name="csX39" fmla="*/ 140017 w 640080"/>
                <a:gd name="csY39" fmla="*/ 93345 h 640080"/>
                <a:gd name="csX40" fmla="*/ 113347 w 640080"/>
                <a:gd name="csY40" fmla="*/ 120015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640080" h="640080" extrusionOk="0">
                  <a:moveTo>
                    <a:pt x="153352" y="133350"/>
                  </a:moveTo>
                  <a:cubicBezTo>
                    <a:pt x="178245" y="131159"/>
                    <a:pt x="195828" y="133506"/>
                    <a:pt x="226695" y="133350"/>
                  </a:cubicBezTo>
                  <a:cubicBezTo>
                    <a:pt x="222401" y="145366"/>
                    <a:pt x="228176" y="162844"/>
                    <a:pt x="226695" y="173355"/>
                  </a:cubicBezTo>
                  <a:cubicBezTo>
                    <a:pt x="287171" y="178725"/>
                    <a:pt x="348511" y="176201"/>
                    <a:pt x="413385" y="173355"/>
                  </a:cubicBezTo>
                  <a:cubicBezTo>
                    <a:pt x="417664" y="160254"/>
                    <a:pt x="413421" y="144807"/>
                    <a:pt x="413385" y="133350"/>
                  </a:cubicBezTo>
                  <a:cubicBezTo>
                    <a:pt x="436983" y="131189"/>
                    <a:pt x="458091" y="139079"/>
                    <a:pt x="486727" y="133350"/>
                  </a:cubicBezTo>
                  <a:cubicBezTo>
                    <a:pt x="481779" y="178634"/>
                    <a:pt x="488079" y="212317"/>
                    <a:pt x="486727" y="271147"/>
                  </a:cubicBezTo>
                  <a:cubicBezTo>
                    <a:pt x="489655" y="312143"/>
                    <a:pt x="489621" y="358020"/>
                    <a:pt x="486727" y="408937"/>
                  </a:cubicBezTo>
                  <a:cubicBezTo>
                    <a:pt x="472320" y="463756"/>
                    <a:pt x="482625" y="503654"/>
                    <a:pt x="486727" y="546735"/>
                  </a:cubicBezTo>
                  <a:cubicBezTo>
                    <a:pt x="443994" y="547736"/>
                    <a:pt x="414194" y="549779"/>
                    <a:pt x="375600" y="546735"/>
                  </a:cubicBezTo>
                  <a:cubicBezTo>
                    <a:pt x="337266" y="550695"/>
                    <a:pt x="302245" y="548116"/>
                    <a:pt x="264479" y="546735"/>
                  </a:cubicBezTo>
                  <a:cubicBezTo>
                    <a:pt x="222149" y="541561"/>
                    <a:pt x="186279" y="557081"/>
                    <a:pt x="153352" y="546735"/>
                  </a:cubicBezTo>
                  <a:cubicBezTo>
                    <a:pt x="157385" y="508384"/>
                    <a:pt x="156319" y="466398"/>
                    <a:pt x="153352" y="408937"/>
                  </a:cubicBezTo>
                  <a:cubicBezTo>
                    <a:pt x="163687" y="357713"/>
                    <a:pt x="147513" y="306866"/>
                    <a:pt x="153352" y="271147"/>
                  </a:cubicBezTo>
                  <a:cubicBezTo>
                    <a:pt x="167850" y="215411"/>
                    <a:pt x="140676" y="176936"/>
                    <a:pt x="153352" y="133350"/>
                  </a:cubicBezTo>
                  <a:close/>
                  <a:moveTo>
                    <a:pt x="320706" y="80010"/>
                  </a:moveTo>
                  <a:cubicBezTo>
                    <a:pt x="334269" y="76139"/>
                    <a:pt x="342647" y="89046"/>
                    <a:pt x="340042" y="100012"/>
                  </a:cubicBezTo>
                  <a:cubicBezTo>
                    <a:pt x="337049" y="109736"/>
                    <a:pt x="329165" y="117278"/>
                    <a:pt x="320040" y="120015"/>
                  </a:cubicBezTo>
                  <a:cubicBezTo>
                    <a:pt x="308219" y="121218"/>
                    <a:pt x="302548" y="113204"/>
                    <a:pt x="300037" y="100012"/>
                  </a:cubicBezTo>
                  <a:cubicBezTo>
                    <a:pt x="299811" y="87805"/>
                    <a:pt x="312335" y="78956"/>
                    <a:pt x="320706" y="80010"/>
                  </a:cubicBezTo>
                  <a:close/>
                  <a:moveTo>
                    <a:pt x="113347" y="120015"/>
                  </a:moveTo>
                  <a:cubicBezTo>
                    <a:pt x="124579" y="170066"/>
                    <a:pt x="108544" y="231279"/>
                    <a:pt x="113347" y="266700"/>
                  </a:cubicBezTo>
                  <a:cubicBezTo>
                    <a:pt x="108970" y="315512"/>
                    <a:pt x="118470" y="361270"/>
                    <a:pt x="113347" y="413385"/>
                  </a:cubicBezTo>
                  <a:cubicBezTo>
                    <a:pt x="106114" y="465079"/>
                    <a:pt x="120653" y="511483"/>
                    <a:pt x="113347" y="560070"/>
                  </a:cubicBezTo>
                  <a:cubicBezTo>
                    <a:pt x="109433" y="578178"/>
                    <a:pt x="131181" y="584575"/>
                    <a:pt x="140017" y="586740"/>
                  </a:cubicBezTo>
                  <a:cubicBezTo>
                    <a:pt x="180087" y="582503"/>
                    <a:pt x="224927" y="588088"/>
                    <a:pt x="260032" y="586740"/>
                  </a:cubicBezTo>
                  <a:cubicBezTo>
                    <a:pt x="295286" y="593459"/>
                    <a:pt x="345826" y="582337"/>
                    <a:pt x="380047" y="586740"/>
                  </a:cubicBezTo>
                  <a:cubicBezTo>
                    <a:pt x="416514" y="582822"/>
                    <a:pt x="459484" y="583249"/>
                    <a:pt x="500062" y="586740"/>
                  </a:cubicBezTo>
                  <a:cubicBezTo>
                    <a:pt x="509944" y="584562"/>
                    <a:pt x="528025" y="571576"/>
                    <a:pt x="526732" y="560070"/>
                  </a:cubicBezTo>
                  <a:cubicBezTo>
                    <a:pt x="526896" y="501497"/>
                    <a:pt x="517602" y="463820"/>
                    <a:pt x="526732" y="413385"/>
                  </a:cubicBezTo>
                  <a:cubicBezTo>
                    <a:pt x="537357" y="356281"/>
                    <a:pt x="518584" y="315407"/>
                    <a:pt x="526732" y="266700"/>
                  </a:cubicBezTo>
                  <a:cubicBezTo>
                    <a:pt x="528609" y="207997"/>
                    <a:pt x="524948" y="173809"/>
                    <a:pt x="526732" y="120015"/>
                  </a:cubicBezTo>
                  <a:cubicBezTo>
                    <a:pt x="529045" y="104013"/>
                    <a:pt x="511253" y="94181"/>
                    <a:pt x="500062" y="93345"/>
                  </a:cubicBezTo>
                  <a:cubicBezTo>
                    <a:pt x="462864" y="94990"/>
                    <a:pt x="433186" y="100895"/>
                    <a:pt x="386715" y="93345"/>
                  </a:cubicBezTo>
                  <a:cubicBezTo>
                    <a:pt x="387929" y="88940"/>
                    <a:pt x="386885" y="84420"/>
                    <a:pt x="386715" y="80010"/>
                  </a:cubicBezTo>
                  <a:cubicBezTo>
                    <a:pt x="384461" y="71168"/>
                    <a:pt x="370708" y="50505"/>
                    <a:pt x="360045" y="53340"/>
                  </a:cubicBezTo>
                  <a:cubicBezTo>
                    <a:pt x="336330" y="58171"/>
                    <a:pt x="301479" y="47647"/>
                    <a:pt x="280035" y="53340"/>
                  </a:cubicBezTo>
                  <a:cubicBezTo>
                    <a:pt x="269469" y="52151"/>
                    <a:pt x="255780" y="69153"/>
                    <a:pt x="253365" y="80010"/>
                  </a:cubicBezTo>
                  <a:cubicBezTo>
                    <a:pt x="252524" y="83531"/>
                    <a:pt x="253837" y="88698"/>
                    <a:pt x="253365" y="93345"/>
                  </a:cubicBezTo>
                  <a:cubicBezTo>
                    <a:pt x="211992" y="104826"/>
                    <a:pt x="180452" y="105872"/>
                    <a:pt x="140017" y="93345"/>
                  </a:cubicBezTo>
                  <a:cubicBezTo>
                    <a:pt x="129268" y="92441"/>
                    <a:pt x="110765" y="100905"/>
                    <a:pt x="113347" y="120015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1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20000"/>
                          </a:moveTo>
                          <a:cubicBezTo>
                            <a:pt x="26667" y="19558"/>
                            <a:pt x="30333" y="20486"/>
                            <a:pt x="34000" y="20000"/>
                          </a:cubicBezTo>
                          <a:cubicBezTo>
                            <a:pt x="33906" y="22000"/>
                            <a:pt x="33952" y="24000"/>
                            <a:pt x="34000" y="26000"/>
                          </a:cubicBezTo>
                          <a:cubicBezTo>
                            <a:pt x="43333" y="25772"/>
                            <a:pt x="52667" y="26611"/>
                            <a:pt x="62000" y="26000"/>
                          </a:cubicBezTo>
                          <a:cubicBezTo>
                            <a:pt x="62211" y="24000"/>
                            <a:pt x="62337" y="22000"/>
                            <a:pt x="62000" y="20000"/>
                          </a:cubicBezTo>
                          <a:cubicBezTo>
                            <a:pt x="65667" y="19483"/>
                            <a:pt x="69333" y="19960"/>
                            <a:pt x="73000" y="20000"/>
                          </a:cubicBezTo>
                          <a:cubicBezTo>
                            <a:pt x="72092" y="26889"/>
                            <a:pt x="73034" y="33778"/>
                            <a:pt x="73000" y="40667"/>
                          </a:cubicBezTo>
                          <a:cubicBezTo>
                            <a:pt x="73569" y="47556"/>
                            <a:pt x="72668" y="54444"/>
                            <a:pt x="73000" y="61333"/>
                          </a:cubicBezTo>
                          <a:cubicBezTo>
                            <a:pt x="72247" y="68222"/>
                            <a:pt x="72689" y="75111"/>
                            <a:pt x="73000" y="82000"/>
                          </a:cubicBezTo>
                          <a:cubicBezTo>
                            <a:pt x="67444" y="82568"/>
                            <a:pt x="61889" y="81058"/>
                            <a:pt x="56333" y="82000"/>
                          </a:cubicBezTo>
                          <a:cubicBezTo>
                            <a:pt x="50778" y="82653"/>
                            <a:pt x="45222" y="81645"/>
                            <a:pt x="39667" y="82000"/>
                          </a:cubicBezTo>
                          <a:cubicBezTo>
                            <a:pt x="34111" y="81912"/>
                            <a:pt x="28556" y="82389"/>
                            <a:pt x="23000" y="82000"/>
                          </a:cubicBezTo>
                          <a:cubicBezTo>
                            <a:pt x="23391" y="75111"/>
                            <a:pt x="23056" y="68222"/>
                            <a:pt x="23000" y="61333"/>
                          </a:cubicBezTo>
                          <a:cubicBezTo>
                            <a:pt x="23746" y="54444"/>
                            <a:pt x="22084" y="47556"/>
                            <a:pt x="23000" y="40667"/>
                          </a:cubicBezTo>
                          <a:cubicBezTo>
                            <a:pt x="24094" y="33778"/>
                            <a:pt x="22586" y="26889"/>
                            <a:pt x="23000" y="20000"/>
                          </a:cubicBezTo>
                          <a:close/>
                          <a:moveTo>
                            <a:pt x="48100" y="12000"/>
                          </a:moveTo>
                          <a:cubicBezTo>
                            <a:pt x="49991" y="11517"/>
                            <a:pt x="51116" y="13451"/>
                            <a:pt x="51000" y="15000"/>
                          </a:cubicBezTo>
                          <a:cubicBezTo>
                            <a:pt x="50524" y="16339"/>
                            <a:pt x="49586" y="17970"/>
                            <a:pt x="48000" y="18000"/>
                          </a:cubicBezTo>
                          <a:cubicBezTo>
                            <a:pt x="46557" y="18571"/>
                            <a:pt x="45091" y="17268"/>
                            <a:pt x="45000" y="15000"/>
                          </a:cubicBezTo>
                          <a:cubicBezTo>
                            <a:pt x="44887" y="13391"/>
                            <a:pt x="46719" y="12186"/>
                            <a:pt x="48100" y="12000"/>
                          </a:cubicBezTo>
                          <a:close/>
                          <a:moveTo>
                            <a:pt x="17000" y="18000"/>
                          </a:moveTo>
                          <a:cubicBezTo>
                            <a:pt x="17831" y="25333"/>
                            <a:pt x="16209" y="32667"/>
                            <a:pt x="17000" y="40000"/>
                          </a:cubicBezTo>
                          <a:cubicBezTo>
                            <a:pt x="17572" y="47333"/>
                            <a:pt x="17875" y="54667"/>
                            <a:pt x="17000" y="62000"/>
                          </a:cubicBezTo>
                          <a:cubicBezTo>
                            <a:pt x="15994" y="69333"/>
                            <a:pt x="16962" y="76667"/>
                            <a:pt x="17000" y="84000"/>
                          </a:cubicBezTo>
                          <a:cubicBezTo>
                            <a:pt x="16562" y="86429"/>
                            <a:pt x="19372" y="87946"/>
                            <a:pt x="21000" y="88000"/>
                          </a:cubicBezTo>
                          <a:cubicBezTo>
                            <a:pt x="27000" y="88079"/>
                            <a:pt x="33000" y="87992"/>
                            <a:pt x="39000" y="88000"/>
                          </a:cubicBezTo>
                          <a:cubicBezTo>
                            <a:pt x="45000" y="88050"/>
                            <a:pt x="51000" y="88329"/>
                            <a:pt x="57000" y="88000"/>
                          </a:cubicBezTo>
                          <a:cubicBezTo>
                            <a:pt x="63000" y="87718"/>
                            <a:pt x="69000" y="88868"/>
                            <a:pt x="75000" y="88000"/>
                          </a:cubicBezTo>
                          <a:cubicBezTo>
                            <a:pt x="76735" y="87794"/>
                            <a:pt x="78737" y="86163"/>
                            <a:pt x="79000" y="84000"/>
                          </a:cubicBezTo>
                          <a:cubicBezTo>
                            <a:pt x="80126" y="76667"/>
                            <a:pt x="78824" y="69333"/>
                            <a:pt x="79000" y="62000"/>
                          </a:cubicBezTo>
                          <a:cubicBezTo>
                            <a:pt x="79432" y="54667"/>
                            <a:pt x="77988" y="47333"/>
                            <a:pt x="79000" y="40000"/>
                          </a:cubicBezTo>
                          <a:cubicBezTo>
                            <a:pt x="78163" y="32667"/>
                            <a:pt x="79783" y="25333"/>
                            <a:pt x="79000" y="18000"/>
                          </a:cubicBezTo>
                          <a:cubicBezTo>
                            <a:pt x="79021" y="15677"/>
                            <a:pt x="77144" y="14131"/>
                            <a:pt x="75000" y="14000"/>
                          </a:cubicBezTo>
                          <a:cubicBezTo>
                            <a:pt x="69333" y="12987"/>
                            <a:pt x="63667" y="14580"/>
                            <a:pt x="58000" y="14000"/>
                          </a:cubicBezTo>
                          <a:cubicBezTo>
                            <a:pt x="57980" y="13333"/>
                            <a:pt x="58118" y="12667"/>
                            <a:pt x="58000" y="12000"/>
                          </a:cubicBezTo>
                          <a:cubicBezTo>
                            <a:pt x="57574" y="10209"/>
                            <a:pt x="55648" y="7677"/>
                            <a:pt x="54000" y="8000"/>
                          </a:cubicBezTo>
                          <a:cubicBezTo>
                            <a:pt x="50000" y="8372"/>
                            <a:pt x="46000" y="7342"/>
                            <a:pt x="42000" y="8000"/>
                          </a:cubicBezTo>
                          <a:cubicBezTo>
                            <a:pt x="40307" y="7487"/>
                            <a:pt x="38405" y="10192"/>
                            <a:pt x="38000" y="12000"/>
                          </a:cubicBezTo>
                          <a:cubicBezTo>
                            <a:pt x="37995" y="12667"/>
                            <a:pt x="38003" y="13333"/>
                            <a:pt x="38000" y="14000"/>
                          </a:cubicBezTo>
                          <a:cubicBezTo>
                            <a:pt x="32333" y="14386"/>
                            <a:pt x="26667" y="14815"/>
                            <a:pt x="21000" y="14000"/>
                          </a:cubicBezTo>
                          <a:cubicBezTo>
                            <a:pt x="18759" y="13841"/>
                            <a:pt x="16940" y="15656"/>
                            <a:pt x="17000" y="1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Audit log icon 2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226695 h 640080"/>
                <a:gd name="csX1" fmla="*/ 306705 w 640080"/>
                <a:gd name="csY1" fmla="*/ 226695 h 640080"/>
                <a:gd name="csX2" fmla="*/ 306705 w 640080"/>
                <a:gd name="csY2" fmla="*/ 253365 h 640080"/>
                <a:gd name="csX3" fmla="*/ 193357 w 640080"/>
                <a:gd name="csY3" fmla="*/ 253365 h 640080"/>
                <a:gd name="csX4" fmla="*/ 193357 w 640080"/>
                <a:gd name="csY4" fmla="*/ 226695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40080" h="640080" extrusionOk="0">
                  <a:moveTo>
                    <a:pt x="193357" y="226695"/>
                  </a:moveTo>
                  <a:cubicBezTo>
                    <a:pt x="228367" y="229135"/>
                    <a:pt x="274075" y="223522"/>
                    <a:pt x="306705" y="226695"/>
                  </a:cubicBezTo>
                  <a:cubicBezTo>
                    <a:pt x="309542" y="234859"/>
                    <a:pt x="307583" y="244218"/>
                    <a:pt x="306705" y="253365"/>
                  </a:cubicBezTo>
                  <a:cubicBezTo>
                    <a:pt x="273513" y="247494"/>
                    <a:pt x="235716" y="254942"/>
                    <a:pt x="193357" y="253365"/>
                  </a:cubicBezTo>
                  <a:cubicBezTo>
                    <a:pt x="194155" y="244199"/>
                    <a:pt x="195820" y="237331"/>
                    <a:pt x="193357" y="226695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3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4000"/>
                          </a:moveTo>
                          <a:cubicBezTo>
                            <a:pt x="34667" y="34465"/>
                            <a:pt x="40333" y="34375"/>
                            <a:pt x="46000" y="34000"/>
                          </a:cubicBezTo>
                          <a:cubicBezTo>
                            <a:pt x="46079" y="35333"/>
                            <a:pt x="45855" y="36667"/>
                            <a:pt x="46000" y="38000"/>
                          </a:cubicBezTo>
                          <a:cubicBezTo>
                            <a:pt x="40333" y="37499"/>
                            <a:pt x="34667" y="38465"/>
                            <a:pt x="29000" y="38000"/>
                          </a:cubicBezTo>
                          <a:cubicBezTo>
                            <a:pt x="29132" y="36667"/>
                            <a:pt x="29174" y="35333"/>
                            <a:pt x="29000" y="34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Audit log icon 3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306705 h 640080"/>
                <a:gd name="csX1" fmla="*/ 306705 w 640080"/>
                <a:gd name="csY1" fmla="*/ 306705 h 640080"/>
                <a:gd name="csX2" fmla="*/ 306705 w 640080"/>
                <a:gd name="csY2" fmla="*/ 333375 h 640080"/>
                <a:gd name="csX3" fmla="*/ 193357 w 640080"/>
                <a:gd name="csY3" fmla="*/ 333375 h 640080"/>
                <a:gd name="csX4" fmla="*/ 193357 w 640080"/>
                <a:gd name="csY4" fmla="*/ 306705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40080" h="640080" extrusionOk="0">
                  <a:moveTo>
                    <a:pt x="193357" y="306705"/>
                  </a:moveTo>
                  <a:cubicBezTo>
                    <a:pt x="231209" y="299300"/>
                    <a:pt x="269865" y="302560"/>
                    <a:pt x="306705" y="306705"/>
                  </a:cubicBezTo>
                  <a:cubicBezTo>
                    <a:pt x="303976" y="314472"/>
                    <a:pt x="308706" y="322209"/>
                    <a:pt x="306705" y="333375"/>
                  </a:cubicBezTo>
                  <a:cubicBezTo>
                    <a:pt x="276013" y="326187"/>
                    <a:pt x="232123" y="339312"/>
                    <a:pt x="193357" y="333375"/>
                  </a:cubicBezTo>
                  <a:cubicBezTo>
                    <a:pt x="195542" y="325768"/>
                    <a:pt x="193529" y="314944"/>
                    <a:pt x="193357" y="306705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954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6000"/>
                          </a:moveTo>
                          <a:cubicBezTo>
                            <a:pt x="34667" y="45592"/>
                            <a:pt x="40333" y="45585"/>
                            <a:pt x="46000" y="46000"/>
                          </a:cubicBezTo>
                          <a:cubicBezTo>
                            <a:pt x="45822" y="47333"/>
                            <a:pt x="46223" y="48667"/>
                            <a:pt x="46000" y="50000"/>
                          </a:cubicBezTo>
                          <a:cubicBezTo>
                            <a:pt x="40333" y="49948"/>
                            <a:pt x="34667" y="50363"/>
                            <a:pt x="29000" y="50000"/>
                          </a:cubicBezTo>
                          <a:cubicBezTo>
                            <a:pt x="29067" y="48667"/>
                            <a:pt x="28848" y="47333"/>
                            <a:pt x="29000" y="46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Audit log icon 4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386715 h 640080"/>
                <a:gd name="csX1" fmla="*/ 306705 w 640080"/>
                <a:gd name="csY1" fmla="*/ 386715 h 640080"/>
                <a:gd name="csX2" fmla="*/ 306705 w 640080"/>
                <a:gd name="csY2" fmla="*/ 413385 h 640080"/>
                <a:gd name="csX3" fmla="*/ 193357 w 640080"/>
                <a:gd name="csY3" fmla="*/ 413385 h 640080"/>
                <a:gd name="csX4" fmla="*/ 193357 w 640080"/>
                <a:gd name="csY4" fmla="*/ 386715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40080" h="640080" extrusionOk="0">
                  <a:moveTo>
                    <a:pt x="193357" y="386715"/>
                  </a:moveTo>
                  <a:cubicBezTo>
                    <a:pt x="220443" y="385913"/>
                    <a:pt x="268138" y="393080"/>
                    <a:pt x="306705" y="386715"/>
                  </a:cubicBezTo>
                  <a:cubicBezTo>
                    <a:pt x="308414" y="393573"/>
                    <a:pt x="308869" y="403569"/>
                    <a:pt x="306705" y="413385"/>
                  </a:cubicBezTo>
                  <a:cubicBezTo>
                    <a:pt x="275780" y="419814"/>
                    <a:pt x="229659" y="416412"/>
                    <a:pt x="193357" y="413385"/>
                  </a:cubicBezTo>
                  <a:cubicBezTo>
                    <a:pt x="191411" y="402676"/>
                    <a:pt x="194478" y="394216"/>
                    <a:pt x="193357" y="386715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73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8000"/>
                          </a:moveTo>
                          <a:cubicBezTo>
                            <a:pt x="34667" y="57742"/>
                            <a:pt x="40333" y="58660"/>
                            <a:pt x="46000" y="58000"/>
                          </a:cubicBezTo>
                          <a:cubicBezTo>
                            <a:pt x="46122" y="59333"/>
                            <a:pt x="46140" y="60667"/>
                            <a:pt x="46000" y="62000"/>
                          </a:cubicBezTo>
                          <a:cubicBezTo>
                            <a:pt x="40333" y="62858"/>
                            <a:pt x="34667" y="61992"/>
                            <a:pt x="29000" y="62000"/>
                          </a:cubicBezTo>
                          <a:cubicBezTo>
                            <a:pt x="28798" y="60667"/>
                            <a:pt x="29038" y="59333"/>
                            <a:pt x="29000" y="5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Audit log icon 5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466725 h 640080"/>
                <a:gd name="csX1" fmla="*/ 306705 w 640080"/>
                <a:gd name="csY1" fmla="*/ 466725 h 640080"/>
                <a:gd name="csX2" fmla="*/ 306705 w 640080"/>
                <a:gd name="csY2" fmla="*/ 493395 h 640080"/>
                <a:gd name="csX3" fmla="*/ 193357 w 640080"/>
                <a:gd name="csY3" fmla="*/ 493395 h 640080"/>
                <a:gd name="csX4" fmla="*/ 193357 w 640080"/>
                <a:gd name="csY4" fmla="*/ 466725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40080" h="640080" extrusionOk="0">
                  <a:moveTo>
                    <a:pt x="193357" y="466725"/>
                  </a:moveTo>
                  <a:cubicBezTo>
                    <a:pt x="229839" y="462069"/>
                    <a:pt x="278723" y="465027"/>
                    <a:pt x="306705" y="466725"/>
                  </a:cubicBezTo>
                  <a:cubicBezTo>
                    <a:pt x="306477" y="474203"/>
                    <a:pt x="305100" y="486680"/>
                    <a:pt x="306705" y="493395"/>
                  </a:cubicBezTo>
                  <a:cubicBezTo>
                    <a:pt x="270546" y="505408"/>
                    <a:pt x="226627" y="489338"/>
                    <a:pt x="193357" y="493395"/>
                  </a:cubicBezTo>
                  <a:cubicBezTo>
                    <a:pt x="192539" y="484397"/>
                    <a:pt x="193203" y="474497"/>
                    <a:pt x="193357" y="466725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92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70000"/>
                          </a:moveTo>
                          <a:cubicBezTo>
                            <a:pt x="34667" y="70057"/>
                            <a:pt x="40333" y="69517"/>
                            <a:pt x="46000" y="70000"/>
                          </a:cubicBezTo>
                          <a:cubicBezTo>
                            <a:pt x="46198" y="71333"/>
                            <a:pt x="45838" y="72667"/>
                            <a:pt x="46000" y="74000"/>
                          </a:cubicBezTo>
                          <a:cubicBezTo>
                            <a:pt x="40333" y="74343"/>
                            <a:pt x="34667" y="74510"/>
                            <a:pt x="29000" y="74000"/>
                          </a:cubicBezTo>
                          <a:cubicBezTo>
                            <a:pt x="28935" y="72667"/>
                            <a:pt x="29073" y="71333"/>
                            <a:pt x="29000" y="70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Audit log icon 6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352710 w 640080"/>
                <a:gd name="csY0" fmla="*/ 238696 h 640080"/>
                <a:gd name="csX1" fmla="*/ 366712 w 640080"/>
                <a:gd name="csY1" fmla="*/ 224694 h 640080"/>
                <a:gd name="csX2" fmla="*/ 384048 w 640080"/>
                <a:gd name="csY2" fmla="*/ 242030 h 640080"/>
                <a:gd name="csX3" fmla="*/ 428053 w 640080"/>
                <a:gd name="csY3" fmla="*/ 198024 h 640080"/>
                <a:gd name="csX4" fmla="*/ 442055 w 640080"/>
                <a:gd name="csY4" fmla="*/ 212026 h 640080"/>
                <a:gd name="csX5" fmla="*/ 384048 w 640080"/>
                <a:gd name="csY5" fmla="*/ 270033 h 640080"/>
                <a:gd name="csX6" fmla="*/ 352710 w 640080"/>
                <a:gd name="csY6" fmla="*/ 238696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40080" h="640080" extrusionOk="0">
                  <a:moveTo>
                    <a:pt x="352710" y="238696"/>
                  </a:moveTo>
                  <a:cubicBezTo>
                    <a:pt x="356822" y="233219"/>
                    <a:pt x="362834" y="229407"/>
                    <a:pt x="366712" y="224694"/>
                  </a:cubicBezTo>
                  <a:cubicBezTo>
                    <a:pt x="370936" y="230710"/>
                    <a:pt x="378012" y="233771"/>
                    <a:pt x="384048" y="242030"/>
                  </a:cubicBezTo>
                  <a:cubicBezTo>
                    <a:pt x="401824" y="232209"/>
                    <a:pt x="414752" y="215814"/>
                    <a:pt x="428053" y="198024"/>
                  </a:cubicBezTo>
                  <a:cubicBezTo>
                    <a:pt x="433425" y="200746"/>
                    <a:pt x="438729" y="206442"/>
                    <a:pt x="442055" y="212026"/>
                  </a:cubicBezTo>
                  <a:cubicBezTo>
                    <a:pt x="422642" y="227772"/>
                    <a:pt x="406246" y="246044"/>
                    <a:pt x="384048" y="270033"/>
                  </a:cubicBezTo>
                  <a:cubicBezTo>
                    <a:pt x="370399" y="260168"/>
                    <a:pt x="363063" y="247671"/>
                    <a:pt x="352710" y="238696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711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52900" y="35800"/>
                          </a:moveTo>
                          <a:cubicBezTo>
                            <a:pt x="53541" y="35041"/>
                            <a:pt x="54349" y="34449"/>
                            <a:pt x="55000" y="33700"/>
                          </a:cubicBezTo>
                          <a:cubicBezTo>
                            <a:pt x="55880" y="34554"/>
                            <a:pt x="56742" y="35424"/>
                            <a:pt x="57600" y="36300"/>
                          </a:cubicBezTo>
                          <a:cubicBezTo>
                            <a:pt x="59933" y="34233"/>
                            <a:pt x="62363" y="32263"/>
                            <a:pt x="64200" y="29700"/>
                          </a:cubicBezTo>
                          <a:cubicBezTo>
                            <a:pt x="64985" y="30315"/>
                            <a:pt x="65617" y="31083"/>
                            <a:pt x="66300" y="31800"/>
                          </a:cubicBezTo>
                          <a:cubicBezTo>
                            <a:pt x="63581" y="34881"/>
                            <a:pt x="60253" y="37353"/>
                            <a:pt x="57600" y="40500"/>
                          </a:cubicBezTo>
                          <a:cubicBezTo>
                            <a:pt x="55878" y="39089"/>
                            <a:pt x="54421" y="37412"/>
                            <a:pt x="52900" y="35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Audit log icon 7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352710 w 640080"/>
                <a:gd name="csY0" fmla="*/ 318706 h 640080"/>
                <a:gd name="csX1" fmla="*/ 366712 w 640080"/>
                <a:gd name="csY1" fmla="*/ 304704 h 640080"/>
                <a:gd name="csX2" fmla="*/ 384048 w 640080"/>
                <a:gd name="csY2" fmla="*/ 322040 h 640080"/>
                <a:gd name="csX3" fmla="*/ 428053 w 640080"/>
                <a:gd name="csY3" fmla="*/ 278034 h 640080"/>
                <a:gd name="csX4" fmla="*/ 442055 w 640080"/>
                <a:gd name="csY4" fmla="*/ 292036 h 640080"/>
                <a:gd name="csX5" fmla="*/ 384048 w 640080"/>
                <a:gd name="csY5" fmla="*/ 350043 h 640080"/>
                <a:gd name="csX6" fmla="*/ 352710 w 640080"/>
                <a:gd name="csY6" fmla="*/ 318706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40080" h="640080" extrusionOk="0">
                  <a:moveTo>
                    <a:pt x="352710" y="318706"/>
                  </a:moveTo>
                  <a:cubicBezTo>
                    <a:pt x="358479" y="316295"/>
                    <a:pt x="361246" y="309319"/>
                    <a:pt x="366712" y="304704"/>
                  </a:cubicBezTo>
                  <a:cubicBezTo>
                    <a:pt x="371936" y="312896"/>
                    <a:pt x="380413" y="316651"/>
                    <a:pt x="384048" y="322040"/>
                  </a:cubicBezTo>
                  <a:cubicBezTo>
                    <a:pt x="396876" y="306273"/>
                    <a:pt x="416270" y="289969"/>
                    <a:pt x="428053" y="278034"/>
                  </a:cubicBezTo>
                  <a:cubicBezTo>
                    <a:pt x="431095" y="282252"/>
                    <a:pt x="437422" y="286073"/>
                    <a:pt x="442055" y="292036"/>
                  </a:cubicBezTo>
                  <a:cubicBezTo>
                    <a:pt x="426740" y="311030"/>
                    <a:pt x="403438" y="330607"/>
                    <a:pt x="384048" y="350043"/>
                  </a:cubicBezTo>
                  <a:cubicBezTo>
                    <a:pt x="371344" y="344285"/>
                    <a:pt x="362244" y="329234"/>
                    <a:pt x="352710" y="318706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5563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52900" y="47800"/>
                          </a:moveTo>
                          <a:cubicBezTo>
                            <a:pt x="53664" y="47164"/>
                            <a:pt x="54368" y="46468"/>
                            <a:pt x="55000" y="45700"/>
                          </a:cubicBezTo>
                          <a:cubicBezTo>
                            <a:pt x="55756" y="46677"/>
                            <a:pt x="56761" y="47406"/>
                            <a:pt x="57600" y="48300"/>
                          </a:cubicBezTo>
                          <a:cubicBezTo>
                            <a:pt x="59975" y="46275"/>
                            <a:pt x="62001" y="43901"/>
                            <a:pt x="64200" y="41700"/>
                          </a:cubicBezTo>
                          <a:cubicBezTo>
                            <a:pt x="64775" y="42525"/>
                            <a:pt x="65706" y="42994"/>
                            <a:pt x="66300" y="43800"/>
                          </a:cubicBezTo>
                          <a:cubicBezTo>
                            <a:pt x="63619" y="46919"/>
                            <a:pt x="60609" y="49709"/>
                            <a:pt x="57600" y="52500"/>
                          </a:cubicBezTo>
                          <a:cubicBezTo>
                            <a:pt x="55911" y="51056"/>
                            <a:pt x="54302" y="49532"/>
                            <a:pt x="52900" y="47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Audit log icon 8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352710 w 640080"/>
                <a:gd name="csY0" fmla="*/ 398716 h 640080"/>
                <a:gd name="csX1" fmla="*/ 366712 w 640080"/>
                <a:gd name="csY1" fmla="*/ 384714 h 640080"/>
                <a:gd name="csX2" fmla="*/ 384048 w 640080"/>
                <a:gd name="csY2" fmla="*/ 402050 h 640080"/>
                <a:gd name="csX3" fmla="*/ 428053 w 640080"/>
                <a:gd name="csY3" fmla="*/ 358044 h 640080"/>
                <a:gd name="csX4" fmla="*/ 442055 w 640080"/>
                <a:gd name="csY4" fmla="*/ 372046 h 640080"/>
                <a:gd name="csX5" fmla="*/ 384048 w 640080"/>
                <a:gd name="csY5" fmla="*/ 430053 h 640080"/>
                <a:gd name="csX6" fmla="*/ 352710 w 640080"/>
                <a:gd name="csY6" fmla="*/ 398716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40080" h="640080" extrusionOk="0">
                  <a:moveTo>
                    <a:pt x="352710" y="398716"/>
                  </a:moveTo>
                  <a:cubicBezTo>
                    <a:pt x="357703" y="394227"/>
                    <a:pt x="361390" y="389041"/>
                    <a:pt x="366712" y="384714"/>
                  </a:cubicBezTo>
                  <a:cubicBezTo>
                    <a:pt x="372561" y="390495"/>
                    <a:pt x="379314" y="398362"/>
                    <a:pt x="384048" y="402050"/>
                  </a:cubicBezTo>
                  <a:cubicBezTo>
                    <a:pt x="397611" y="385835"/>
                    <a:pt x="414846" y="369214"/>
                    <a:pt x="428053" y="358044"/>
                  </a:cubicBezTo>
                  <a:cubicBezTo>
                    <a:pt x="433509" y="361599"/>
                    <a:pt x="437111" y="365254"/>
                    <a:pt x="442055" y="372046"/>
                  </a:cubicBezTo>
                  <a:cubicBezTo>
                    <a:pt x="419591" y="389999"/>
                    <a:pt x="407808" y="411737"/>
                    <a:pt x="384048" y="430053"/>
                  </a:cubicBezTo>
                  <a:cubicBezTo>
                    <a:pt x="377394" y="420146"/>
                    <a:pt x="362913" y="410010"/>
                    <a:pt x="352710" y="398716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6354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52900" y="59800"/>
                          </a:moveTo>
                          <a:cubicBezTo>
                            <a:pt x="53683" y="59183"/>
                            <a:pt x="54302" y="58402"/>
                            <a:pt x="55000" y="57700"/>
                          </a:cubicBezTo>
                          <a:cubicBezTo>
                            <a:pt x="55977" y="58456"/>
                            <a:pt x="56761" y="59406"/>
                            <a:pt x="57600" y="60300"/>
                          </a:cubicBezTo>
                          <a:cubicBezTo>
                            <a:pt x="59832" y="58132"/>
                            <a:pt x="61655" y="55555"/>
                            <a:pt x="64200" y="53700"/>
                          </a:cubicBezTo>
                          <a:cubicBezTo>
                            <a:pt x="64931" y="54369"/>
                            <a:pt x="65709" y="54991"/>
                            <a:pt x="66300" y="55800"/>
                          </a:cubicBezTo>
                          <a:cubicBezTo>
                            <a:pt x="63069" y="58369"/>
                            <a:pt x="60694" y="61794"/>
                            <a:pt x="57600" y="64500"/>
                          </a:cubicBezTo>
                          <a:cubicBezTo>
                            <a:pt x="56089" y="62877"/>
                            <a:pt x="54566" y="61267"/>
                            <a:pt x="52900" y="59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Audit log icon 9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352710 w 640080"/>
                <a:gd name="csY0" fmla="*/ 478726 h 640080"/>
                <a:gd name="csX1" fmla="*/ 366712 w 640080"/>
                <a:gd name="csY1" fmla="*/ 464724 h 640080"/>
                <a:gd name="csX2" fmla="*/ 384048 w 640080"/>
                <a:gd name="csY2" fmla="*/ 482060 h 640080"/>
                <a:gd name="csX3" fmla="*/ 428053 w 640080"/>
                <a:gd name="csY3" fmla="*/ 438054 h 640080"/>
                <a:gd name="csX4" fmla="*/ 442055 w 640080"/>
                <a:gd name="csY4" fmla="*/ 452056 h 640080"/>
                <a:gd name="csX5" fmla="*/ 384048 w 640080"/>
                <a:gd name="csY5" fmla="*/ 510063 h 640080"/>
                <a:gd name="csX6" fmla="*/ 352710 w 640080"/>
                <a:gd name="csY6" fmla="*/ 478726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40080" h="640080" extrusionOk="0">
                  <a:moveTo>
                    <a:pt x="352710" y="478726"/>
                  </a:moveTo>
                  <a:cubicBezTo>
                    <a:pt x="357313" y="472908"/>
                    <a:pt x="361086" y="468802"/>
                    <a:pt x="366712" y="464724"/>
                  </a:cubicBezTo>
                  <a:cubicBezTo>
                    <a:pt x="372414" y="468497"/>
                    <a:pt x="381299" y="475596"/>
                    <a:pt x="384048" y="482060"/>
                  </a:cubicBezTo>
                  <a:cubicBezTo>
                    <a:pt x="401964" y="467848"/>
                    <a:pt x="413719" y="450218"/>
                    <a:pt x="428053" y="438054"/>
                  </a:cubicBezTo>
                  <a:cubicBezTo>
                    <a:pt x="432721" y="442446"/>
                    <a:pt x="437292" y="445554"/>
                    <a:pt x="442055" y="452056"/>
                  </a:cubicBezTo>
                  <a:cubicBezTo>
                    <a:pt x="421604" y="468672"/>
                    <a:pt x="397566" y="487011"/>
                    <a:pt x="384048" y="510063"/>
                  </a:cubicBezTo>
                  <a:cubicBezTo>
                    <a:pt x="374184" y="497662"/>
                    <a:pt x="362147" y="488116"/>
                    <a:pt x="352710" y="478726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7146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52900" y="71800"/>
                          </a:moveTo>
                          <a:cubicBezTo>
                            <a:pt x="53512" y="71012"/>
                            <a:pt x="54196" y="70296"/>
                            <a:pt x="55000" y="69700"/>
                          </a:cubicBezTo>
                          <a:cubicBezTo>
                            <a:pt x="55913" y="70520"/>
                            <a:pt x="56872" y="71294"/>
                            <a:pt x="57600" y="72300"/>
                          </a:cubicBezTo>
                          <a:cubicBezTo>
                            <a:pt x="59959" y="70259"/>
                            <a:pt x="61656" y="67556"/>
                            <a:pt x="64200" y="65700"/>
                          </a:cubicBezTo>
                          <a:cubicBezTo>
                            <a:pt x="64962" y="66338"/>
                            <a:pt x="65658" y="67042"/>
                            <a:pt x="66300" y="67800"/>
                          </a:cubicBezTo>
                          <a:cubicBezTo>
                            <a:pt x="63222" y="70522"/>
                            <a:pt x="60034" y="73134"/>
                            <a:pt x="57600" y="76500"/>
                          </a:cubicBezTo>
                          <a:cubicBezTo>
                            <a:pt x="56170" y="74796"/>
                            <a:pt x="54453" y="73380"/>
                            <a:pt x="52900" y="71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59" name="Log label"/>
          <p:cNvSpPr txBox="1"/>
          <p:nvPr/>
        </p:nvSpPr>
        <p:spPr>
          <a:xfrm>
            <a:off x="868680" y="2441448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Audit Log</a:t>
            </a:r>
          </a:p>
        </p:txBody>
      </p:sp>
      <p:sp>
        <p:nvSpPr>
          <p:cNvPr id="160" name="Log file"/>
          <p:cNvSpPr txBox="1"/>
          <p:nvPr/>
        </p:nvSpPr>
        <p:spPr>
          <a:xfrm>
            <a:off x="868680" y="276148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decisions.jsonl</a:t>
            </a:r>
          </a:p>
        </p:txBody>
      </p:sp>
      <p:sp>
        <p:nvSpPr>
          <p:cNvPr id="161" name="App line 2"/>
          <p:cNvSpPr txBox="1"/>
          <p:nvPr/>
        </p:nvSpPr>
        <p:spPr>
          <a:xfrm>
            <a:off x="4878638" y="4264426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emergency:</a:t>
            </a:r>
          </a:p>
        </p:txBody>
      </p:sp>
      <p:sp>
        <p:nvSpPr>
          <p:cNvPr id="162" name="App line 3"/>
          <p:cNvSpPr txBox="1"/>
          <p:nvPr/>
        </p:nvSpPr>
        <p:spPr>
          <a:xfrm>
            <a:off x="4878638" y="4566178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1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never reaches the model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16936"/>
            <a:ext cx="10332720" cy="10149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DEMO</a:t>
            </a:r>
            <a:r>
              <a:rPr sz="6000">
                <a:solidFill>
                  <a:srgbClr val="FFFFFF"/>
                </a:solidFill>
              </a:rPr>
              <a:t> · F09 Human-in-the-Loop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F09 · Human-in-the-Loop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/>
              <a:t>When:</a:t>
            </a:r>
            <a:r>
              <a:rPr sz="2800"/>
              <a:t> Anything AI-written that goes out under your name.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F09 · Human-in-the-Loop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/>
              <a:t>When:</a:t>
            </a:r>
            <a:r>
              <a:rPr sz="2800"/>
              <a:t> Anything AI-written that goes out under your name.</a:t>
            </a:r>
          </a:p>
          <a:p>
            <a:pPr>
              <a:spcAft>
                <a:spcPts val="1400"/>
              </a:spcAft>
            </a:pPr>
            <a:r>
              <a:rPr sz="2800" b="1"/>
              <a:t>Think:</a:t>
            </a:r>
            <a:r>
              <a:rPr sz="2800"/>
              <a:t> "The AI does the typing, our people keep the judgment, and nothing goes out without a human OK until the data says it can."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F09 · Human-in-the-Loop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/>
              <a:t>When:</a:t>
            </a:r>
            <a:r>
              <a:rPr sz="2800"/>
              <a:t> Anything AI-written that goes out under your name.</a:t>
            </a:r>
          </a:p>
          <a:p>
            <a:pPr>
              <a:spcAft>
                <a:spcPts val="1400"/>
              </a:spcAft>
            </a:pPr>
            <a:r>
              <a:rPr sz="2800" b="1"/>
              <a:t>Think:</a:t>
            </a:r>
            <a:r>
              <a:rPr sz="2800"/>
              <a:t> "The AI does the typing, our people keep the judgment, and nothing goes out without a human OK until the data says it can."</a:t>
            </a:r>
          </a:p>
          <a:p>
            <a:pPr>
              <a:spcAft>
                <a:spcPts val="1400"/>
              </a:spcAft>
            </a:pPr>
            <a:endParaRPr sz="2800"/>
          </a:p>
          <a:p>
            <a:pPr>
              <a:spcAft>
                <a:spcPts val="1400"/>
              </a:spcAft>
            </a:pPr>
            <a:r>
              <a:rPr sz="2800" b="1"/>
              <a:t>Difficulty:</a:t>
            </a:r>
            <a:r>
              <a:rPr sz="2800"/>
              <a:t>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07208" y="4809744"/>
            <a:ext cx="256032" cy="256032"/>
          </a:xfrm>
          <a:prstGeom prst="roundRect">
            <a:avLst>
              <a:gd name="adj" fmla="val 25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154680" y="4608576"/>
            <a:ext cx="256032" cy="457200"/>
          </a:xfrm>
          <a:prstGeom prst="roundRect">
            <a:avLst>
              <a:gd name="adj" fmla="val 25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502152" y="4407408"/>
            <a:ext cx="256032" cy="658368"/>
          </a:xfrm>
          <a:prstGeom prst="roundRect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32888" y="5120640"/>
            <a:ext cx="14996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/>
              <a:t>Medium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Lab 3: ~50 Minutes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 marL="0" indent="0">
              <a:buNone/>
            </a:pPr>
            <a:r>
              <a:rPr sz="3600" dirty="0"/>
              <a:t>⭐ Recommended: </a:t>
            </a:r>
            <a:endParaRPr lang="en-US" sz="3600" dirty="0"/>
          </a:p>
          <a:p>
            <a:pPr marL="0" indent="0">
              <a:buNone/>
            </a:pPr>
            <a:r>
              <a:rPr sz="3600" b="1" dirty="0"/>
              <a:t>F07 Classification &amp; Routing</a:t>
            </a:r>
            <a:endParaRPr lang="en-US" sz="3600" b="1" dirty="0"/>
          </a:p>
          <a:p>
            <a:pPr marL="0" indent="0">
              <a:buNone/>
            </a:pPr>
            <a:endParaRPr sz="3600" b="1" dirty="0"/>
          </a:p>
          <a:p>
            <a:pPr marL="0" indent="0">
              <a:buNone/>
            </a:pPr>
            <a:r>
              <a:rPr sz="3600" dirty="0"/>
              <a:t>⛰️ Challenge: </a:t>
            </a:r>
            <a:endParaRPr lang="en-US" sz="3600" dirty="0"/>
          </a:p>
          <a:p>
            <a:pPr marL="0" indent="0">
              <a:buNone/>
            </a:pPr>
            <a:r>
              <a:rPr sz="3600" b="1" dirty="0"/>
              <a:t>F08 Anomaly Detection</a:t>
            </a:r>
            <a:r>
              <a:rPr sz="3600" dirty="0"/>
              <a:t> · </a:t>
            </a:r>
            <a:r>
              <a:rPr sz="3600" b="1" dirty="0"/>
              <a:t>F09 Human-in-the-Loop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Lab 3: Debrief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endParaRPr/>
          </a:p>
          <a:p>
            <a:r>
              <a:rPr sz="2800"/>
              <a:t>How'd it go?				  Observations?			      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Custom 1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0072C6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9FC66F1-1152-1545-A5C1-ABAAA7F2FAF2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c9fbb05a-0234-489e-a7de-af156d8ab24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98585</TotalTime>
  <Words>3497</Words>
  <Application>Microsoft Macintosh PowerPoint</Application>
  <PresentationFormat>Widescreen</PresentationFormat>
  <Paragraphs>391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3" baseType="lpstr">
      <vt:lpstr>Calibri Light</vt:lpstr>
      <vt:lpstr>Ink Free</vt:lpstr>
      <vt:lpstr>Segoe UI</vt:lpstr>
      <vt:lpstr>Calibri</vt:lpstr>
      <vt:lpstr>Consolas</vt:lpstr>
      <vt:lpstr>Arial</vt:lpstr>
      <vt:lpstr>Metropolitan</vt:lpstr>
      <vt:lpstr>Building Pragmatic AI</vt:lpstr>
      <vt:lpstr>This Module</vt:lpstr>
      <vt:lpstr>This Module</vt:lpstr>
      <vt:lpstr>This Module</vt:lpstr>
      <vt:lpstr>F07 · Classification &amp; Routing</vt:lpstr>
      <vt:lpstr>PowerPoint Presentation</vt:lpstr>
      <vt:lpstr>F07 · How It Works</vt:lpstr>
      <vt:lpstr>F07 · How It Works</vt:lpstr>
      <vt:lpstr>F07 · How It Works</vt:lpstr>
      <vt:lpstr>F07 · How It Works</vt:lpstr>
      <vt:lpstr>F07 · How It Works</vt:lpstr>
      <vt:lpstr>F07 · How It Works</vt:lpstr>
      <vt:lpstr>F07 · How It Works</vt:lpstr>
      <vt:lpstr>PowerPoint Presentation</vt:lpstr>
      <vt:lpstr>F07 · Classification &amp; Routing · Leadership Card</vt:lpstr>
      <vt:lpstr>F07 · Classification &amp; Routing · Leadership Card</vt:lpstr>
      <vt:lpstr>F07 · Classification &amp; Routing · Leadership Card</vt:lpstr>
      <vt:lpstr>F08 · Anomaly Detection</vt:lpstr>
      <vt:lpstr>PowerPoint Presentation</vt:lpstr>
      <vt:lpstr>F08 · How It Works</vt:lpstr>
      <vt:lpstr>F08 · How It Works</vt:lpstr>
      <vt:lpstr>F08 · How It Works</vt:lpstr>
      <vt:lpstr>F08 · How It Works</vt:lpstr>
      <vt:lpstr>F08 · How It Works</vt:lpstr>
      <vt:lpstr>F08 · How It Works</vt:lpstr>
      <vt:lpstr>F08 · How It Works</vt:lpstr>
      <vt:lpstr>PowerPoint Presentation</vt:lpstr>
      <vt:lpstr>F08 · Anomaly Detection · Leadership Card</vt:lpstr>
      <vt:lpstr>F08 · Anomaly Detection · Leadership Card</vt:lpstr>
      <vt:lpstr>F08 · Anomaly Detection · Leadership Card</vt:lpstr>
      <vt:lpstr>F09 · Human-in-the-Loop</vt:lpstr>
      <vt:lpstr>PowerPoint Presentation</vt:lpstr>
      <vt:lpstr>F09 · How It Works</vt:lpstr>
      <vt:lpstr>F09 · How It Works</vt:lpstr>
      <vt:lpstr>F09 · How It Works</vt:lpstr>
      <vt:lpstr>F09 · How It Works</vt:lpstr>
      <vt:lpstr>F09 · How It Works</vt:lpstr>
      <vt:lpstr>F09 · How It Works</vt:lpstr>
      <vt:lpstr>F09 · How It Works</vt:lpstr>
      <vt:lpstr>F09 · How It Works</vt:lpstr>
      <vt:lpstr>PowerPoint Presentation</vt:lpstr>
      <vt:lpstr>F09 · Human-in-the-Loop · Leadership Card</vt:lpstr>
      <vt:lpstr>F09 · Human-in-the-Loop · Leadership Card</vt:lpstr>
      <vt:lpstr>F09 · Human-in-the-Loop · Leadership Card</vt:lpstr>
      <vt:lpstr>Lab 3: ~50 Minutes</vt:lpstr>
      <vt:lpstr>Lab 3: Debrief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NASA's Power of Ten</dc:title>
  <dc:subject/>
  <dc:creator>Jonathan "J." Tower</dc:creator>
  <cp:keywords/>
  <dc:description/>
  <cp:lastModifiedBy>Jonathan "J." Tower</cp:lastModifiedBy>
  <cp:revision>6</cp:revision>
  <dcterms:created xsi:type="dcterms:W3CDTF">2022-03-22T12:15:23Z</dcterms:created>
  <dcterms:modified xsi:type="dcterms:W3CDTF">2026-09-21T20:24:38Z</dcterms:modified>
  <cp:category/>
</cp:coreProperties>
</file>