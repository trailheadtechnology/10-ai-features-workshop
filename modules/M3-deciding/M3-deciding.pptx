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1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52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626" r:id="rId66"/>
    <p:sldId id="627" r:id="rId67"/>
    <p:sldId id="628" r:id="rId68"/>
    <p:sldId id="629" r:id="rId69"/>
    <p:sldId id="630" r:id="rId70"/>
    <p:sldId id="631" r:id="rId71"/>
    <p:sldId id="632" r:id="rId72"/>
    <p:sldId id="588" r:id="rId14"/>
    <p:sldId id="589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4" r:id="rId30"/>
    <p:sldId id="605" r:id="rId31"/>
    <p:sldId id="606" r:id="rId32"/>
    <p:sldId id="607" r:id="rId33"/>
    <p:sldId id="608" r:id="rId34"/>
    <p:sldId id="609" r:id="rId35"/>
    <p:sldId id="610" r:id="rId36"/>
    <p:sldId id="611" r:id="rId37"/>
    <p:sldId id="612" r:id="rId38"/>
    <p:sldId id="613" r:id="rId39"/>
    <p:sldId id="614" r:id="rId40"/>
    <p:sldId id="615" r:id="rId41"/>
    <p:sldId id="616" r:id="rId42"/>
    <p:sldId id="617" r:id="rId43"/>
    <p:sldId id="618" r:id="rId44"/>
    <p:sldId id="619" r:id="rId45"/>
    <p:sldId id="620" r:id="rId46"/>
    <p:sldId id="621" r:id="rId47"/>
    <p:sldId id="622" r:id="rId48"/>
    <p:sldId id="623" r:id="rId49"/>
    <p:sldId id="624" r:id="rId50"/>
    <p:sldId id="625" r:id="rId51"/>
  </p:sldIdLst>
  <p:sldSz cx="12192000" cy="6858000"/>
  <p:notesSz cx="6858000" cy="9144000"/>
  <p:embeddedFontLst>
    <p:embeddedFont>
      <p:font typeface="Consolas" panose="020B0609020204030204" pitchFamily="49" charset="0"/>
      <p:regular r:id="rId53"/>
      <p:bold r:id="rId54"/>
      <p:italic r:id="rId55"/>
      <p:boldItalic r:id="rId56"/>
    </p:embeddedFont>
    <p:embeddedFont>
      <p:font typeface="Segoe UI" panose="020B0502040204020203" pitchFamily="34" charset="0"/>
      <p:regular r:id="rId57"/>
      <p:bold r:id="rId58"/>
      <p:italic r:id="rId59"/>
      <p:boldItalic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1" autoAdjust="0"/>
    <p:restoredTop sz="66849" autoAdjust="0"/>
  </p:normalViewPr>
  <p:slideViewPr>
    <p:cSldViewPr snapToGrid="0">
      <p:cViewPr varScale="1">
        <p:scale>
          <a:sx n="78" d="100"/>
          <a:sy n="78" d="100"/>
        </p:scale>
        <p:origin x="204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56.xml"/><Relationship Id="rId72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6T15:06:37.627" v="1010" actId="20577"/>
      <pc:docMkLst>
        <pc:docMk/>
      </pc:docMkLst>
      <pc:sldChg chg="modSp mod">
        <pc:chgData name="J. Tower" userId="9d06de10716639e5" providerId="LiveId" clId="{F8931099-75CA-5660-A155-55881DF68D84}" dt="2026-09-16T15:03:37.416" v="99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6T15:03:37.416" v="991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26" v="992" actId="27636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6T15:03:37.426" v="992" actId="27636"/>
          <ac:spMkLst>
            <pc:docMk/>
            <pc:sldMk cId="0" sldId="58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34" v="993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16T15:03:37.434" v="993" actId="27636"/>
          <ac:spMkLst>
            <pc:docMk/>
            <pc:sldMk cId="0" sldId="586"/>
            <ac:spMk id="3" creationId="{00000000-0000-0000-0000-000000000000}"/>
          </ac:spMkLst>
        </pc:spChg>
      </pc:sldChg>
      <pc:sldChg chg="modNotesTx">
        <pc:chgData name="J. Tower" userId="9d06de10716639e5" providerId="LiveId" clId="{F8931099-75CA-5660-A155-55881DF68D84}" dt="2026-09-16T15:03:41.981" v="1009" actId="20577"/>
        <pc:sldMkLst>
          <pc:docMk/>
          <pc:sldMk cId="0" sldId="589"/>
        </pc:sldMkLst>
      </pc:sldChg>
      <pc:sldChg chg="modSp mod">
        <pc:chgData name="J. Tower" userId="9d06de10716639e5" providerId="LiveId" clId="{F8931099-75CA-5660-A155-55881DF68D84}" dt="2026-09-16T15:03:37.385" v="989" actId="27636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16T15:03:37.385" v="989" actId="27636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6:37.627" v="1010" actId="20577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16T15:06:37.627" v="1010" actId="20577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00" v="990" actId="27636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6T15:03:37.400" v="990" actId="27636"/>
          <ac:spMkLst>
            <pc:docMk/>
            <pc:sldMk cId="0" sldId="60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two modules produced answers for a user. This one produces decisions for the people running the product: a ranger, an ops lead, a support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07: which queue does this message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08: which of these 500 reports deserves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09: what is the software allowed to send without a human reading it first.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row per advance. Say which box in each row is the decision.</a:t>
            </a:r>
          </a:p>
          <a:p>
            <a:r>
              <a:t>07 classify: the model picks one label from your list, and the label picks the queue. The decision is the model's.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 detect: embed, measure distance from "normal," apply a threshold rule. The decision is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approve: the model drafts, a human approves, edits, or rejects, then send and log. The decision is a person's.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label, a "this is unusual," a signature. Three different kinds of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Only 07 and 09 ask a model to decide anything; 08 asks it only for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wraps the other two: the routing policy says which decisions a model may make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every message to Trailhead lands in one inbox: permits, conditions, complaints, lost-and-found, and occasionally an actual emergency. A ranger triages by hand once or twice a day; the permit waits behind the granola questions, and the emergency sits unread for four hours. The user's real problem: their message goes into a hole.</a:t>
            </a:r>
          </a:p>
          <a:p>
            <a:r>
              <a:t>No concept slide: it's classification again (03 was the warm-up), now with consequences. Zero-shot, taxonomy as plain-language descriptions, and the demo shows the whole thing, including fixing a misroute by editing a sentence,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text classification assigns one of a fixed set of categories to a piece of text; routing is what the label triggers. Zero-shot means the categories are described in plain language, with no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~6 min · </a:t>
            </a:r>
            <a:r>
              <a:rPr dirty="0">
                <a:latin typeface="Consolas"/>
              </a:rPr>
              <a:t>cd modules/M3-deciding/F07-classification-routing/dotnet</a:t>
            </a:r>
          </a:p>
          <a:p>
            <a:r>
              <a:rPr dirty="0"/>
              <a:t>Files: 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 = the full inbox, 100 · </a:t>
            </a:r>
            <a:r>
              <a:rPr dirty="0">
                <a:latin typeface="Consolas"/>
              </a:rPr>
              <a:t>inquiries-</a:t>
            </a:r>
            <a:r>
              <a:rPr dirty="0" err="1">
                <a:latin typeface="Consolas"/>
              </a:rPr>
              <a:t>slice.jsonl</a:t>
            </a:r>
            <a:r>
              <a:rPr dirty="0"/>
              <a:t> = the 20 the demo scores · </a:t>
            </a:r>
            <a:r>
              <a:rPr dirty="0">
                <a:latin typeface="Consolas"/>
              </a:rPr>
              <a:t>reference-</a:t>
            </a:r>
            <a:r>
              <a:rPr dirty="0" err="1">
                <a:latin typeface="Consolas"/>
              </a:rPr>
              <a:t>labels.json</a:t>
            </a:r>
            <a:r>
              <a:rPr dirty="0"/>
              <a:t> = hand labels</a:t>
            </a:r>
          </a:p>
          <a:p>
            <a:r>
              <a:rPr dirty="0" err="1"/>
              <a:t>Args</a:t>
            </a:r>
            <a:r>
              <a:rPr dirty="0"/>
              <a:t>: an inquiry id; starter default inq-0005, complete with none = all 20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1. Open </a:t>
            </a:r>
            <a:r>
              <a:rPr dirty="0">
                <a:latin typeface="Consolas"/>
              </a:rPr>
              <a:t>data/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, scroll. Let the room find the emergenc</a:t>
            </a:r>
            <a:r>
              <a:rPr lang="en-US" dirty="0"/>
              <a:t>ies (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inq-0013 and inq-0041)</a:t>
            </a:r>
            <a:r>
              <a:rPr dirty="0"/>
              <a:t>.</a:t>
            </a:r>
          </a:p>
          <a:p>
            <a:r>
              <a:rPr dirty="0"/>
              <a:t>2.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One label, free text. Nothing stops a label that does not exist.</a:t>
            </a:r>
          </a:p>
          <a:p>
            <a:r>
              <a:rPr dirty="0"/>
              <a:t>3. After: </a:t>
            </a:r>
            <a:r>
              <a:rPr dirty="0">
                <a:latin typeface="Consolas"/>
              </a:rPr>
              <a:t>cd ../complete &amp;&amp; dotnet run</a:t>
            </a:r>
            <a:r>
              <a:rPr dirty="0"/>
              <a:t>. All 20 routed and scored, </a:t>
            </a:r>
            <a:r>
              <a:rPr dirty="0" err="1"/>
              <a:t>enum</a:t>
            </a:r>
            <a:r>
              <a:rPr dirty="0"/>
              <a:t>-constrained. The emergency at the top of its own queue.</a:t>
            </a:r>
          </a:p>
          <a:p>
            <a:r>
              <a:rPr dirty="0"/>
              <a:t>4. inq-0030 is wrong. Edit its category description in </a:t>
            </a:r>
            <a:r>
              <a:rPr dirty="0" err="1">
                <a:latin typeface="Consolas"/>
              </a:rPr>
              <a:t>Program.cs</a:t>
            </a:r>
            <a:r>
              <a:rPr dirty="0"/>
              <a:t>, not the code: add "and asking whether an activity such as commercial photography needs a special use permit" to the end of the permit line. </a:t>
            </a:r>
            <a:r>
              <a:rPr dirty="0">
                <a:latin typeface="Consolas"/>
              </a:rPr>
              <a:t>dotnet run</a:t>
            </a:r>
            <a:r>
              <a:rPr dirty="0"/>
              <a:t> again: inq-0030 moves to permit, 18/20.</a:t>
            </a:r>
          </a:p>
          <a:p>
            <a:r>
              <a:rPr dirty="0"/>
              <a:t>5. </a:t>
            </a:r>
            <a:r>
              <a:rPr dirty="0">
                <a:latin typeface="Consolas"/>
              </a:rPr>
              <a:t>dotnet run -- inq-0035</a:t>
            </a:r>
            <a:r>
              <a:rPr dirty="0"/>
              <a:t>: </a:t>
            </a:r>
            <a:r>
              <a:rPr dirty="0">
                <a:latin typeface="Consolas"/>
              </a:rPr>
              <a:t>unsure</a:t>
            </a:r>
            <a:r>
              <a:rPr dirty="0"/>
              <a:t>, correctly. The description forbids anything dangerous landing here.</a:t>
            </a:r>
          </a:p>
          <a:p>
            <a:r>
              <a:rPr dirty="0"/>
              <a:t>6. 17/20, 2/2 emergencies. Which number matters.</a:t>
            </a:r>
          </a:p>
          <a:p>
            <a:r>
              <a:rPr dirty="0"/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about 500 trail-condition reports a season across 200 trails, and almost all of them say "muddy in spots, otherwise fine." Then in one week three hikers report a washed-out bridge on the same trail and a fourth mentions aggressive bear activity two trails over, and nobody notices. The park hears about the bridge from a one-star review a month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anomaly detection identifies items that deviate significantly from the majority of the data. Here the "majority" is a centroid of embedded reports and deviation is cosine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Barely an AI feature: embeddings plus arithmetic. Start with one trail's forty condition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sends each report to be embedded.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nomic-embed-text, the same model as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With the classification: prefix. The prefix is in the model card, and it matters: without it the bridge report ranks 11th; with it, 2nd.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Average the vectors. That point is the centroid of "normal": mud, bugs, crowds.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Each report's distance from it. Threshold at mean plus one standard deviation: 7 of 40 land beyond it.</a:t>
            </a:r>
          </a:p>
          <a:p>
            <a:r>
              <a:rPr lang="en-US" dirty="0"/>
              <a:t>"Bridge washed out" sits farther from the mud cluster than mud reports sit from each other. So do the parking complaint and the glacier lilies.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alert rule is the feature: one flagged report is noise, two or more in fourteen days is an event. One alert, three reports, all real.</a:t>
            </a:r>
          </a:p>
          <a:p>
            <a:r>
              <a:rPr lang="en-US" dirty="0"/>
              <a:t>The model only made vectors: 40 embeddings, 0 chat completions. Some AI features are mostly arithmetic wearing an AI badge.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~6 min · </a:t>
            </a:r>
            <a:r>
              <a:rPr dirty="0">
                <a:latin typeface="Consolas"/>
              </a:rPr>
              <a:t>cd modules/M3-deciding/F08-anomaly-detection/dotnet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reports-0117.jsonl</a:t>
            </a:r>
            <a:r>
              <a:rPr dirty="0"/>
              <a:t> = 40 reports, the washout trail · </a:t>
            </a:r>
            <a:r>
              <a:rPr dirty="0">
                <a:latin typeface="Consolas"/>
              </a:rPr>
              <a:t>reports-0042.jsonl</a:t>
            </a:r>
            <a:r>
              <a:rPr dirty="0"/>
              <a:t> = 25 reports, the bear trail · </a:t>
            </a:r>
            <a:r>
              <a:rPr dirty="0">
                <a:latin typeface="Consolas"/>
              </a:rPr>
              <a:t>embeddings-0117.json</a:t>
            </a:r>
            <a:r>
              <a:rPr dirty="0"/>
              <a:t> = precomputed vectors, the starter runs offline on them</a:t>
            </a:r>
          </a:p>
          <a:p>
            <a:r>
              <a:rPr dirty="0"/>
              <a:t>Flags: </a:t>
            </a:r>
            <a:r>
              <a:rPr dirty="0">
                <a:latin typeface="Consolas"/>
              </a:rPr>
              <a:t>--raw</a:t>
            </a:r>
            <a:r>
              <a:rPr dirty="0"/>
              <a:t> = no task prefix · </a:t>
            </a:r>
            <a:r>
              <a:rPr dirty="0">
                <a:latin typeface="Consolas"/>
              </a:rPr>
              <a:t>--trail 0042</a:t>
            </a:r>
            <a:r>
              <a:rPr dirty="0"/>
              <a:t> = the other trail · </a:t>
            </a:r>
            <a:r>
              <a:rPr dirty="0">
                <a:latin typeface="Consolas"/>
              </a:rPr>
              <a:t>--sigma</a:t>
            </a:r>
            <a:r>
              <a:rPr dirty="0"/>
              <a:t> = threshold (default mean + 1 </a:t>
            </a:r>
            <a:r>
              <a:rPr dirty="0" err="1"/>
              <a:t>sd</a:t>
            </a:r>
            <a:r>
              <a:rPr dirty="0"/>
              <a:t>) · </a:t>
            </a:r>
            <a:r>
              <a:rPr dirty="0">
                <a:latin typeface="Consolas"/>
              </a:rPr>
              <a:t>--window</a:t>
            </a:r>
            <a:r>
              <a:rPr dirty="0"/>
              <a:t> = days (default 14)</a:t>
            </a:r>
          </a:p>
          <a:p>
            <a:r>
              <a:rPr dirty="0"/>
              <a:t>1. Open </a:t>
            </a:r>
            <a:r>
              <a:rPr dirty="0">
                <a:latin typeface="Consolas"/>
              </a:rPr>
              <a:t>data/reports-0117.jsonl</a:t>
            </a:r>
            <a:r>
              <a:rPr dirty="0"/>
              <a:t>, scroll. Boring on purpose. Find the problem. Nobody can.</a:t>
            </a:r>
          </a:p>
          <a:p>
            <a:r>
              <a:rPr dirty="0"/>
              <a:t>2. Centroid: average the vectors, the center of normal.</a:t>
            </a:r>
          </a:p>
          <a:p>
            <a:r>
              <a:rPr dirty="0"/>
              <a:t>3. Before: </a:t>
            </a:r>
            <a:r>
              <a:rPr dirty="0">
                <a:latin typeface="Consolas"/>
              </a:rPr>
              <a:t>cd complete &amp;&amp; dotnet run -- --raw</a:t>
            </a:r>
            <a:r>
              <a:rPr dirty="0"/>
              <a:t>. Washouts lost mid-list.</a:t>
            </a:r>
          </a:p>
          <a:p>
            <a:r>
              <a:rPr dirty="0"/>
              <a:t>4. After: </a:t>
            </a:r>
            <a:r>
              <a:rPr dirty="0">
                <a:latin typeface="Consolas"/>
              </a:rPr>
              <a:t>dotnet run</a:t>
            </a:r>
            <a:r>
              <a:rPr dirty="0"/>
              <a:t>. </a:t>
            </a:r>
            <a:r>
              <a:rPr dirty="0">
                <a:latin typeface="Consolas"/>
              </a:rPr>
              <a:t>classification:</a:t>
            </a:r>
            <a:r>
              <a:rPr dirty="0"/>
              <a:t> prefix. A washout jumps to rank 2. Read the model card.</a:t>
            </a:r>
          </a:p>
          <a:p>
            <a:r>
              <a:rPr dirty="0"/>
              <a:t>5. Same output, the alert block: 1 alert, 3 real reports, 0 false.</a:t>
            </a:r>
          </a:p>
          <a:p>
            <a:r>
              <a:rPr dirty="0"/>
              <a:t>6. </a:t>
            </a:r>
            <a:r>
              <a:rPr dirty="0">
                <a:latin typeface="Consolas"/>
              </a:rPr>
              <a:t>dotnet run -- --trail 0042</a:t>
            </a:r>
            <a:r>
              <a:rPr dirty="0"/>
              <a:t>: the bear spike, cleaner still.</a:t>
            </a:r>
          </a:p>
          <a:p>
            <a:r>
              <a:rPr dirty="0"/>
              <a:t>7. Model calls: embeddings only. The rest was subtraction.</a:t>
            </a:r>
          </a:p>
          <a:p>
            <a:r>
              <a:rPr dirty="0"/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Tickets, logs, safety reports, transaction notes, review streams. 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07 routed the inbox, and now the ranger has forty messages that need replies, most of them boilerplate typed a hundred times. The obvious move is to let the AI answer; the obvious disaster is the AI telling a visitor campfires are fine during a burn ban, on official letterhead. The ranger's problem is drudgery; the park's problem is that fully automating outbound communication is how you end up apologizing publicly.</a:t>
            </a:r>
          </a:p>
          <a:p>
            <a:r>
              <a:t>The demo opens with the failure that makes the point: asked to draft a reply to a woman whose husband is four hours overdue, the model writes a warm, reassuring, useless note, every run, even with the escalation instruction moved to the top, where it announces ESCALATE and then writes the note anyway. More prompt engineering is not the lesson; the policy lives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(IBM): a human actively participates in the operation, supervision, or decision-making of an automated system. The machine gets the efficiency; the human keeps the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product pattern, not a model feature. It starts with an inquiry 07 already routed: the Avalanche Lake washout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gets the category and, the way 05 did, the park doc excerpt.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policy table sits in front of the model: auto-send, draft-for-approval, or human-only, by error cost and reversibility. Conditions questions are draft-for-approval.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drafts a reply from the inquiry and the excerpt. This one is accurate and 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ranger approves, edits, or rejects. This box is the feature.</a:t>
            </a:r>
          </a:p>
          <a:p>
            <a:r>
              <a:rPr lang="en-US" dirty="0"/>
              <a:t>The easiest question in the queue came back with the closure reversed and the right document cited. Only a person reading it catches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Only approved text reaches the outbox.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Every decision is logged: draft, decision, final text, and the edit distance. Today's edits are tomorrow's prompt, and the log is how a lane earns promotion.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Emergencies skip the whole diagram. Told in the prompt not to draft for an emergency, the model drafted a reassuring reply three times out of three. A prompt instruction is a request; a policy lane is a guarantee.</a:t>
            </a:r>
          </a:p>
          <a:p>
            <a:r>
              <a:rPr lang="en-US" dirty="0"/>
              <a:t>The model types, a person decides, the log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~5 min · </a:t>
            </a:r>
            <a:r>
              <a:rPr>
                <a:latin typeface="Consolas"/>
              </a:rPr>
              <a:t>cd modules/M3-deciding/F09-human-in-the-loop/dotnet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a queue of 6, one is the overdue-husband emergency · </a:t>
            </a:r>
            <a:r>
              <a:rPr>
                <a:latin typeface="Consolas"/>
              </a:rPr>
              <a:t>outbox/</a:t>
            </a:r>
            <a:r>
              <a:t> = what got sent · </a:t>
            </a:r>
            <a:r>
              <a:rPr>
                <a:latin typeface="Consolas"/>
              </a:rPr>
              <a:t>decisions.jsonl</a:t>
            </a:r>
            <a:r>
              <a:t> = the audit log</a:t>
            </a:r>
          </a:p>
          <a:p>
            <a:r>
              <a:t>Flags: </a:t>
            </a:r>
            <a:r>
              <a:rPr>
                <a:latin typeface="Consolas"/>
              </a:rPr>
              <a:t>--policy</a:t>
            </a:r>
            <a:r>
              <a:t> = print the routing table and exit · </a:t>
            </a:r>
            <a:r>
              <a:rPr>
                <a:latin typeface="Consolas"/>
              </a:rPr>
              <a:t>--auto-approve-dry-run</a:t>
            </a:r>
            <a:r>
              <a:t> = non-interactive, testing only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Six drafts, all sent, none reviewed. The emergency gets a warm, useless note. Every time.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dotnet run</a:t>
            </a:r>
            <a:r>
              <a:t>. The queue, one at a time. Approve one. Edit one. Reject one and write it.</a:t>
            </a:r>
          </a:p>
          <a:p>
            <a:r>
              <a:t>3. Open </a:t>
            </a:r>
            <a:r>
              <a:rPr>
                <a:latin typeface="Consolas"/>
              </a:rPr>
              <a:t>decisions.jsonl</a:t>
            </a:r>
            <a:r>
              <a:t>: draft, decision, final text, edit distance.</a:t>
            </a:r>
          </a:p>
          <a:p>
            <a:r>
              <a:t>4. </a:t>
            </a:r>
            <a:r>
              <a:rPr>
                <a:latin typeface="Consolas"/>
              </a:rPr>
              <a:t>dotnet run -- --policy</a:t>
            </a:r>
            <a:r>
              <a:t>: the table. Point at the emergency row. No AI, by policy.</a:t>
            </a:r>
          </a:p>
          <a:p>
            <a:r>
              <a:t>5. The edits are tomorrow's prompt.</a:t>
            </a:r>
          </a:p>
          <a:p>
            <a:r>
              <a:t>Cut: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 replies, quotes, claims decisions. Often what makes the other nine shippable.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07 is structured output with an enum plus an honest scoring pass; the number that matters is emergency recall, not overall accuracy.</a:t>
            </a:r>
          </a:p>
          <a:p>
            <a:r>
              <a:t>Then choose by energy as much as by interest: 08 lets you go straight to the math; 09 is mostly a decision about what your software may do unsupervised. Running out of gas? Take this. It is also the one most likely to matter back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classifier caught both emergencies? Whose model wrote the reassuring note? Rows 7-9 of the framework are done. Break, then Module 4, and everyone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inbox, everything mixed together. Here's inq-0013, a voicemail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reads each message in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small local model: llama3.2.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prompt is the taxonomy: seven labels with a description each. The schema pins the answer to those seven, so it can't invent an eighth.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comes one label: emergency.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only labels. Your code routes: a plain switch sends each label to its queue, emergencies to the top.</a:t>
            </a:r>
          </a:p>
          <a:p>
            <a:r>
              <a:rPr lang="en-US" dirty="0"/>
              <a:t>And there's an unsure label for the message that needs two queues. inq-0035 lands there, which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Score it against hand labels: 18 of 20. The number that matters is emergency recall, 2 of 2, and zero false emergencies.</a:t>
            </a:r>
          </a:p>
          <a:p>
            <a:r>
              <a:rPr lang="en-US" dirty="0"/>
              <a:t>The misses get fixed by editing the category descriptions, not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3: Deciding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r>
              <a:rPr sz="2800"/>
              <a:t>A label · a "this is unusual" · a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r>
              <a:rPr sz="2800"/>
              <a:t>A label · a "this is unusual" · a signature</a:t>
            </a:r>
          </a:p>
          <a:p>
            <a:r>
              <a:rPr sz="2800"/>
              <a:t>08 never asks the model to decide, only for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>
            <a:normAutofit lnSpcReduction="10000"/>
          </a:bodyPr>
          <a:lstStyle/>
          <a:p>
            <a:r>
              <a:rPr sz="2800"/>
              <a:t>A label · a "this is unusual" · a signature</a:t>
            </a:r>
          </a:p>
          <a:p>
            <a:r>
              <a:rPr sz="2800"/>
              <a:t>08 never asks the model to decide, only for numbers</a:t>
            </a:r>
          </a:p>
          <a:p>
            <a:r>
              <a:rPr sz="2800"/>
              <a:t>09 wraps the other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F07 · Classification &amp;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Give each message a </a:t>
            </a:r>
            <a:r>
              <a:rPr sz="4000" b="1">
                <a:solidFill>
                  <a:srgbClr val="017AB4"/>
                </a:solidFill>
              </a:rPr>
              <a:t>label</a:t>
            </a:r>
            <a:r>
              <a:rPr sz="4000"/>
              <a:t>, and let the label pick the </a:t>
            </a:r>
            <a:r>
              <a:rPr sz="4000" b="1">
                <a:solidFill>
                  <a:srgbClr val="017AB4"/>
                </a:solidFill>
              </a:rPr>
              <a:t>queue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F07 Classification &amp; Routing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room finds the emergency in the raw inbox</a:t>
            </a:r>
          </a:p>
          <a:p>
            <a:r>
              <a:rPr sz="2800"/>
              <a:t>One method · plain-language taxonomy · one label</a:t>
            </a:r>
          </a:p>
          <a:p>
            <a:r>
              <a:rPr sz="2800"/>
              <a:t>The pile → tidy queues, in seconds</a:t>
            </a:r>
          </a:p>
          <a:p>
            <a:r>
              <a:rPr sz="2800">
                <a:latin typeface="Consolas"/>
              </a:rPr>
              <a:t>inq-0030</a:t>
            </a:r>
            <a:r>
              <a:rPr sz="2800"/>
              <a:t>: fixed by editing a sentence</a:t>
            </a:r>
          </a:p>
          <a:p>
            <a:r>
              <a:rPr sz="2800">
                <a:latin typeface="Consolas"/>
              </a:rPr>
              <a:t>inq-0035</a:t>
            </a:r>
            <a:r>
              <a:rPr sz="2800"/>
              <a:t> → </a:t>
            </a:r>
            <a:r>
              <a:rPr sz="2800">
                <a:latin typeface="Consolas"/>
              </a:rPr>
              <a:t>unsure</a:t>
            </a:r>
            <a:r>
              <a:rPr sz="2800"/>
              <a:t>, correctly</a:t>
            </a:r>
          </a:p>
          <a:p>
            <a:r>
              <a:rPr sz="2800"/>
              <a:t>📊 17/20 · 2/2 emergencies · every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F08 ·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Spot the item in a stream </a:t>
            </a:r>
            <a:br>
              <a:rPr lang="en-US" sz="4000" dirty="0"/>
            </a:br>
            <a:r>
              <a:rPr sz="4000" dirty="0"/>
              <a:t>that </a:t>
            </a:r>
            <a:r>
              <a:rPr sz="4000" b="1" dirty="0">
                <a:solidFill>
                  <a:srgbClr val="017AB4"/>
                </a:solidFill>
              </a:rPr>
              <a:t>doesn't look like the rest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8140"/>
                    <a:pt x="68667" y="37731"/>
                    <a:pt x="62000" y="38000"/>
                  </a:cubicBezTo>
                  <a:cubicBezTo>
                    <a:pt x="62637" y="34000"/>
                    <a:pt x="62641" y="30000"/>
                    <a:pt x="62000" y="26000"/>
                  </a:cubicBezTo>
                  <a:cubicBezTo>
                    <a:pt x="68667" y="25791"/>
                    <a:pt x="75333" y="26709"/>
                    <a:pt x="82000" y="26000"/>
                  </a:cubicBezTo>
                  <a:cubicBezTo>
                    <a:pt x="81877" y="30000"/>
                    <a:pt x="81999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167"/>
                    <a:pt x="68667" y="55115"/>
                    <a:pt x="62000" y="54000"/>
                  </a:cubicBezTo>
                  <a:cubicBezTo>
                    <a:pt x="62327" y="50000"/>
                    <a:pt x="62430" y="46000"/>
                    <a:pt x="62000" y="42000"/>
                  </a:cubicBezTo>
                  <a:cubicBezTo>
                    <a:pt x="68667" y="42972"/>
                    <a:pt x="75333" y="42073"/>
                    <a:pt x="82000" y="42000"/>
                  </a:cubicBezTo>
                  <a:cubicBezTo>
                    <a:pt x="82035" y="46000"/>
                    <a:pt x="8143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76"/>
                    <a:pt x="68667" y="70986"/>
                    <a:pt x="62000" y="70000"/>
                  </a:cubicBezTo>
                  <a:cubicBezTo>
                    <a:pt x="62427" y="66000"/>
                    <a:pt x="61539" y="62000"/>
                    <a:pt x="62000" y="58000"/>
                  </a:cubicBezTo>
                  <a:cubicBezTo>
                    <a:pt x="68667" y="57446"/>
                    <a:pt x="75333" y="57613"/>
                    <a:pt x="82000" y="58000"/>
                  </a:cubicBezTo>
                  <a:cubicBezTo>
                    <a:pt x="82251" y="62000"/>
                    <a:pt x="81537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7531" y="66000"/>
                    <a:pt x="38233" y="62000"/>
                    <a:pt x="38000" y="58000"/>
                  </a:cubicBezTo>
                  <a:cubicBezTo>
                    <a:pt x="44667" y="57196"/>
                    <a:pt x="51333" y="59078"/>
                    <a:pt x="58000" y="58000"/>
                  </a:cubicBezTo>
                  <a:cubicBezTo>
                    <a:pt x="58079" y="62000"/>
                    <a:pt x="57350" y="66000"/>
                    <a:pt x="58000" y="70000"/>
                  </a:cubicBezTo>
                  <a:cubicBezTo>
                    <a:pt x="51333" y="70326"/>
                    <a:pt x="44667" y="70592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333" y="66000"/>
                    <a:pt x="13955" y="62000"/>
                    <a:pt x="14000" y="58000"/>
                  </a:cubicBezTo>
                  <a:cubicBezTo>
                    <a:pt x="20667" y="58768"/>
                    <a:pt x="27333" y="57815"/>
                    <a:pt x="34000" y="58000"/>
                  </a:cubicBezTo>
                  <a:cubicBezTo>
                    <a:pt x="34714" y="62000"/>
                    <a:pt x="33415" y="66000"/>
                    <a:pt x="34000" y="70000"/>
                  </a:cubicBezTo>
                  <a:cubicBezTo>
                    <a:pt x="27333" y="69236"/>
                    <a:pt x="20667" y="70043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1197"/>
                    <a:pt x="27333" y="42265"/>
                    <a:pt x="34000" y="42000"/>
                  </a:cubicBezTo>
                  <a:cubicBezTo>
                    <a:pt x="34411" y="46000"/>
                    <a:pt x="33477" y="50000"/>
                    <a:pt x="34000" y="54000"/>
                  </a:cubicBezTo>
                  <a:cubicBezTo>
                    <a:pt x="27333" y="52917"/>
                    <a:pt x="20667" y="53576"/>
                    <a:pt x="14000" y="54000"/>
                  </a:cubicBezTo>
                  <a:cubicBezTo>
                    <a:pt x="13294" y="50000"/>
                    <a:pt x="14359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5505"/>
                    <a:pt x="27333" y="26498"/>
                    <a:pt x="34000" y="26000"/>
                  </a:cubicBezTo>
                  <a:cubicBezTo>
                    <a:pt x="34549" y="30000"/>
                    <a:pt x="34526" y="34000"/>
                    <a:pt x="34000" y="38000"/>
                  </a:cubicBezTo>
                  <a:cubicBezTo>
                    <a:pt x="27333" y="39133"/>
                    <a:pt x="20667" y="37613"/>
                    <a:pt x="14000" y="38000"/>
                  </a:cubicBezTo>
                  <a:cubicBezTo>
                    <a:pt x="13810" y="34000"/>
                    <a:pt x="14568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7304" y="46000"/>
                    <a:pt x="58639" y="50000"/>
                    <a:pt x="58000" y="54000"/>
                  </a:cubicBezTo>
                  <a:cubicBezTo>
                    <a:pt x="51333" y="54091"/>
                    <a:pt x="44667" y="53503"/>
                    <a:pt x="38000" y="54000"/>
                  </a:cubicBezTo>
                  <a:cubicBezTo>
                    <a:pt x="38056" y="50000"/>
                    <a:pt x="38045" y="46000"/>
                    <a:pt x="38000" y="42000"/>
                  </a:cubicBezTo>
                  <a:cubicBezTo>
                    <a:pt x="44667" y="42350"/>
                    <a:pt x="51333" y="40892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8605" y="30000"/>
                    <a:pt x="57376" y="34000"/>
                    <a:pt x="58000" y="38000"/>
                  </a:cubicBezTo>
                  <a:cubicBezTo>
                    <a:pt x="51333" y="37721"/>
                    <a:pt x="44667" y="38535"/>
                    <a:pt x="38000" y="38000"/>
                  </a:cubicBezTo>
                  <a:cubicBezTo>
                    <a:pt x="37345" y="34000"/>
                    <a:pt x="37979" y="30000"/>
                    <a:pt x="38000" y="26000"/>
                  </a:cubicBezTo>
                  <a:cubicBezTo>
                    <a:pt x="44667" y="26425"/>
                    <a:pt x="51333" y="25736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8911" y="26222"/>
                    <a:pt x="7591" y="32444"/>
                    <a:pt x="8000" y="38667"/>
                  </a:cubicBezTo>
                  <a:cubicBezTo>
                    <a:pt x="7231" y="44889"/>
                    <a:pt x="7135" y="51111"/>
                    <a:pt x="8000" y="57333"/>
                  </a:cubicBezTo>
                  <a:cubicBezTo>
                    <a:pt x="8296" y="63556"/>
                    <a:pt x="8764" y="69778"/>
                    <a:pt x="8000" y="76000"/>
                  </a:cubicBezTo>
                  <a:cubicBezTo>
                    <a:pt x="14667" y="76080"/>
                    <a:pt x="21333" y="75143"/>
                    <a:pt x="28000" y="76000"/>
                  </a:cubicBezTo>
                  <a:cubicBezTo>
                    <a:pt x="34667" y="76127"/>
                    <a:pt x="41333" y="76007"/>
                    <a:pt x="48000" y="76000"/>
                  </a:cubicBezTo>
                  <a:cubicBezTo>
                    <a:pt x="54667" y="74990"/>
                    <a:pt x="61333" y="76320"/>
                    <a:pt x="68000" y="76000"/>
                  </a:cubicBezTo>
                  <a:cubicBezTo>
                    <a:pt x="74667" y="76160"/>
                    <a:pt x="81333" y="74941"/>
                    <a:pt x="88000" y="76000"/>
                  </a:cubicBezTo>
                  <a:cubicBezTo>
                    <a:pt x="86985" y="69778"/>
                    <a:pt x="88814" y="63556"/>
                    <a:pt x="88000" y="57333"/>
                  </a:cubicBezTo>
                  <a:cubicBezTo>
                    <a:pt x="89062" y="51111"/>
                    <a:pt x="86945" y="44889"/>
                    <a:pt x="88000" y="38667"/>
                  </a:cubicBezTo>
                  <a:cubicBezTo>
                    <a:pt x="88324" y="32444"/>
                    <a:pt x="88865" y="26222"/>
                    <a:pt x="88000" y="20000"/>
                  </a:cubicBezTo>
                  <a:cubicBezTo>
                    <a:pt x="81333" y="21135"/>
                    <a:pt x="74667" y="18910"/>
                    <a:pt x="68000" y="20000"/>
                  </a:cubicBezTo>
                  <a:cubicBezTo>
                    <a:pt x="61333" y="19053"/>
                    <a:pt x="54667" y="20817"/>
                    <a:pt x="48000" y="20000"/>
                  </a:cubicBezTo>
                  <a:cubicBezTo>
                    <a:pt x="41333" y="19716"/>
                    <a:pt x="34667" y="20839"/>
                    <a:pt x="28000" y="20000"/>
                  </a:cubicBezTo>
                  <a:cubicBezTo>
                    <a:pt x="21333" y="20077"/>
                    <a:pt x="14667" y="19099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8140"/>
                    <a:pt x="68667" y="37731"/>
                    <a:pt x="62000" y="38000"/>
                  </a:cubicBezTo>
                  <a:cubicBezTo>
                    <a:pt x="62637" y="34000"/>
                    <a:pt x="62641" y="30000"/>
                    <a:pt x="62000" y="26000"/>
                  </a:cubicBezTo>
                  <a:cubicBezTo>
                    <a:pt x="68667" y="25791"/>
                    <a:pt x="75333" y="26709"/>
                    <a:pt x="82000" y="26000"/>
                  </a:cubicBezTo>
                  <a:cubicBezTo>
                    <a:pt x="81877" y="30000"/>
                    <a:pt x="81999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167"/>
                    <a:pt x="68667" y="55115"/>
                    <a:pt x="62000" y="54000"/>
                  </a:cubicBezTo>
                  <a:cubicBezTo>
                    <a:pt x="62327" y="50000"/>
                    <a:pt x="62430" y="46000"/>
                    <a:pt x="62000" y="42000"/>
                  </a:cubicBezTo>
                  <a:cubicBezTo>
                    <a:pt x="68667" y="42972"/>
                    <a:pt x="75333" y="42073"/>
                    <a:pt x="82000" y="42000"/>
                  </a:cubicBezTo>
                  <a:cubicBezTo>
                    <a:pt x="82035" y="46000"/>
                    <a:pt x="8143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76"/>
                    <a:pt x="68667" y="70986"/>
                    <a:pt x="62000" y="70000"/>
                  </a:cubicBezTo>
                  <a:cubicBezTo>
                    <a:pt x="62427" y="66000"/>
                    <a:pt x="61539" y="62000"/>
                    <a:pt x="62000" y="58000"/>
                  </a:cubicBezTo>
                  <a:cubicBezTo>
                    <a:pt x="68667" y="57446"/>
                    <a:pt x="75333" y="57613"/>
                    <a:pt x="82000" y="58000"/>
                  </a:cubicBezTo>
                  <a:cubicBezTo>
                    <a:pt x="82251" y="62000"/>
                    <a:pt x="81537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7531" y="66000"/>
                    <a:pt x="38233" y="62000"/>
                    <a:pt x="38000" y="58000"/>
                  </a:cubicBezTo>
                  <a:cubicBezTo>
                    <a:pt x="44667" y="57196"/>
                    <a:pt x="51333" y="59078"/>
                    <a:pt x="58000" y="58000"/>
                  </a:cubicBezTo>
                  <a:cubicBezTo>
                    <a:pt x="58079" y="62000"/>
                    <a:pt x="57350" y="66000"/>
                    <a:pt x="58000" y="70000"/>
                  </a:cubicBezTo>
                  <a:cubicBezTo>
                    <a:pt x="51333" y="70326"/>
                    <a:pt x="44667" y="70592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333" y="66000"/>
                    <a:pt x="13955" y="62000"/>
                    <a:pt x="14000" y="58000"/>
                  </a:cubicBezTo>
                  <a:cubicBezTo>
                    <a:pt x="20667" y="58768"/>
                    <a:pt x="27333" y="57815"/>
                    <a:pt x="34000" y="58000"/>
                  </a:cubicBezTo>
                  <a:cubicBezTo>
                    <a:pt x="34714" y="62000"/>
                    <a:pt x="33415" y="66000"/>
                    <a:pt x="34000" y="70000"/>
                  </a:cubicBezTo>
                  <a:cubicBezTo>
                    <a:pt x="27333" y="69236"/>
                    <a:pt x="20667" y="70043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1197"/>
                    <a:pt x="27333" y="42265"/>
                    <a:pt x="34000" y="42000"/>
                  </a:cubicBezTo>
                  <a:cubicBezTo>
                    <a:pt x="34411" y="46000"/>
                    <a:pt x="33477" y="50000"/>
                    <a:pt x="34000" y="54000"/>
                  </a:cubicBezTo>
                  <a:cubicBezTo>
                    <a:pt x="27333" y="52917"/>
                    <a:pt x="20667" y="53576"/>
                    <a:pt x="14000" y="54000"/>
                  </a:cubicBezTo>
                  <a:cubicBezTo>
                    <a:pt x="13294" y="50000"/>
                    <a:pt x="14359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5505"/>
                    <a:pt x="27333" y="26498"/>
                    <a:pt x="34000" y="26000"/>
                  </a:cubicBezTo>
                  <a:cubicBezTo>
                    <a:pt x="34549" y="30000"/>
                    <a:pt x="34526" y="34000"/>
                    <a:pt x="34000" y="38000"/>
                  </a:cubicBezTo>
                  <a:cubicBezTo>
                    <a:pt x="27333" y="39133"/>
                    <a:pt x="20667" y="37613"/>
                    <a:pt x="14000" y="38000"/>
                  </a:cubicBezTo>
                  <a:cubicBezTo>
                    <a:pt x="13810" y="34000"/>
                    <a:pt x="14568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7304" y="46000"/>
                    <a:pt x="58639" y="50000"/>
                    <a:pt x="58000" y="54000"/>
                  </a:cubicBezTo>
                  <a:cubicBezTo>
                    <a:pt x="51333" y="54091"/>
                    <a:pt x="44667" y="53503"/>
                    <a:pt x="38000" y="54000"/>
                  </a:cubicBezTo>
                  <a:cubicBezTo>
                    <a:pt x="38056" y="50000"/>
                    <a:pt x="38045" y="46000"/>
                    <a:pt x="38000" y="42000"/>
                  </a:cubicBezTo>
                  <a:cubicBezTo>
                    <a:pt x="44667" y="42350"/>
                    <a:pt x="51333" y="40892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8605" y="30000"/>
                    <a:pt x="57376" y="34000"/>
                    <a:pt x="58000" y="38000"/>
                  </a:cubicBezTo>
                  <a:cubicBezTo>
                    <a:pt x="51333" y="37721"/>
                    <a:pt x="44667" y="38535"/>
                    <a:pt x="38000" y="38000"/>
                  </a:cubicBezTo>
                  <a:cubicBezTo>
                    <a:pt x="37345" y="34000"/>
                    <a:pt x="37979" y="30000"/>
                    <a:pt x="38000" y="26000"/>
                  </a:cubicBezTo>
                  <a:cubicBezTo>
                    <a:pt x="44667" y="26425"/>
                    <a:pt x="51333" y="25736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8911" y="26222"/>
                    <a:pt x="7591" y="32444"/>
                    <a:pt x="8000" y="38667"/>
                  </a:cubicBezTo>
                  <a:cubicBezTo>
                    <a:pt x="7231" y="44889"/>
                    <a:pt x="7135" y="51111"/>
                    <a:pt x="8000" y="57333"/>
                  </a:cubicBezTo>
                  <a:cubicBezTo>
                    <a:pt x="8296" y="63556"/>
                    <a:pt x="8764" y="69778"/>
                    <a:pt x="8000" y="76000"/>
                  </a:cubicBezTo>
                  <a:cubicBezTo>
                    <a:pt x="14667" y="76080"/>
                    <a:pt x="21333" y="75143"/>
                    <a:pt x="28000" y="76000"/>
                  </a:cubicBezTo>
                  <a:cubicBezTo>
                    <a:pt x="34667" y="76127"/>
                    <a:pt x="41333" y="76007"/>
                    <a:pt x="48000" y="76000"/>
                  </a:cubicBezTo>
                  <a:cubicBezTo>
                    <a:pt x="54667" y="74990"/>
                    <a:pt x="61333" y="76320"/>
                    <a:pt x="68000" y="76000"/>
                  </a:cubicBezTo>
                  <a:cubicBezTo>
                    <a:pt x="74667" y="76160"/>
                    <a:pt x="81333" y="74941"/>
                    <a:pt x="88000" y="76000"/>
                  </a:cubicBezTo>
                  <a:cubicBezTo>
                    <a:pt x="86985" y="69778"/>
                    <a:pt x="88814" y="63556"/>
                    <a:pt x="88000" y="57333"/>
                  </a:cubicBezTo>
                  <a:cubicBezTo>
                    <a:pt x="89062" y="51111"/>
                    <a:pt x="86945" y="44889"/>
                    <a:pt x="88000" y="38667"/>
                  </a:cubicBezTo>
                  <a:cubicBezTo>
                    <a:pt x="88324" y="32444"/>
                    <a:pt x="88865" y="26222"/>
                    <a:pt x="88000" y="20000"/>
                  </a:cubicBezTo>
                  <a:cubicBezTo>
                    <a:pt x="81333" y="21135"/>
                    <a:pt x="74667" y="18910"/>
                    <a:pt x="68000" y="20000"/>
                  </a:cubicBezTo>
                  <a:cubicBezTo>
                    <a:pt x="61333" y="19053"/>
                    <a:pt x="54667" y="20817"/>
                    <a:pt x="48000" y="20000"/>
                  </a:cubicBezTo>
                  <a:cubicBezTo>
                    <a:pt x="41333" y="19716"/>
                    <a:pt x="34667" y="20839"/>
                    <a:pt x="28000" y="20000"/>
                  </a:cubicBezTo>
                  <a:cubicBezTo>
                    <a:pt x="21333" y="20077"/>
                    <a:pt x="14667" y="19099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8140"/>
                    <a:pt x="68667" y="37731"/>
                    <a:pt x="62000" y="38000"/>
                  </a:cubicBezTo>
                  <a:cubicBezTo>
                    <a:pt x="62637" y="34000"/>
                    <a:pt x="62641" y="30000"/>
                    <a:pt x="62000" y="26000"/>
                  </a:cubicBezTo>
                  <a:cubicBezTo>
                    <a:pt x="68667" y="25791"/>
                    <a:pt x="75333" y="26709"/>
                    <a:pt x="82000" y="26000"/>
                  </a:cubicBezTo>
                  <a:cubicBezTo>
                    <a:pt x="81877" y="30000"/>
                    <a:pt x="81999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167"/>
                    <a:pt x="68667" y="55115"/>
                    <a:pt x="62000" y="54000"/>
                  </a:cubicBezTo>
                  <a:cubicBezTo>
                    <a:pt x="62327" y="50000"/>
                    <a:pt x="62430" y="46000"/>
                    <a:pt x="62000" y="42000"/>
                  </a:cubicBezTo>
                  <a:cubicBezTo>
                    <a:pt x="68667" y="42972"/>
                    <a:pt x="75333" y="42073"/>
                    <a:pt x="82000" y="42000"/>
                  </a:cubicBezTo>
                  <a:cubicBezTo>
                    <a:pt x="82035" y="46000"/>
                    <a:pt x="8143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76"/>
                    <a:pt x="68667" y="70986"/>
                    <a:pt x="62000" y="70000"/>
                  </a:cubicBezTo>
                  <a:cubicBezTo>
                    <a:pt x="62427" y="66000"/>
                    <a:pt x="61539" y="62000"/>
                    <a:pt x="62000" y="58000"/>
                  </a:cubicBezTo>
                  <a:cubicBezTo>
                    <a:pt x="68667" y="57446"/>
                    <a:pt x="75333" y="57613"/>
                    <a:pt x="82000" y="58000"/>
                  </a:cubicBezTo>
                  <a:cubicBezTo>
                    <a:pt x="82251" y="62000"/>
                    <a:pt x="81537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7531" y="66000"/>
                    <a:pt x="38233" y="62000"/>
                    <a:pt x="38000" y="58000"/>
                  </a:cubicBezTo>
                  <a:cubicBezTo>
                    <a:pt x="44667" y="57196"/>
                    <a:pt x="51333" y="59078"/>
                    <a:pt x="58000" y="58000"/>
                  </a:cubicBezTo>
                  <a:cubicBezTo>
                    <a:pt x="58079" y="62000"/>
                    <a:pt x="57350" y="66000"/>
                    <a:pt x="58000" y="70000"/>
                  </a:cubicBezTo>
                  <a:cubicBezTo>
                    <a:pt x="51333" y="70326"/>
                    <a:pt x="44667" y="70592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333" y="66000"/>
                    <a:pt x="13955" y="62000"/>
                    <a:pt x="14000" y="58000"/>
                  </a:cubicBezTo>
                  <a:cubicBezTo>
                    <a:pt x="20667" y="58768"/>
                    <a:pt x="27333" y="57815"/>
                    <a:pt x="34000" y="58000"/>
                  </a:cubicBezTo>
                  <a:cubicBezTo>
                    <a:pt x="34714" y="62000"/>
                    <a:pt x="33415" y="66000"/>
                    <a:pt x="34000" y="70000"/>
                  </a:cubicBezTo>
                  <a:cubicBezTo>
                    <a:pt x="27333" y="69236"/>
                    <a:pt x="20667" y="70043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1197"/>
                    <a:pt x="27333" y="42265"/>
                    <a:pt x="34000" y="42000"/>
                  </a:cubicBezTo>
                  <a:cubicBezTo>
                    <a:pt x="34411" y="46000"/>
                    <a:pt x="33477" y="50000"/>
                    <a:pt x="34000" y="54000"/>
                  </a:cubicBezTo>
                  <a:cubicBezTo>
                    <a:pt x="27333" y="52917"/>
                    <a:pt x="20667" y="53576"/>
                    <a:pt x="14000" y="54000"/>
                  </a:cubicBezTo>
                  <a:cubicBezTo>
                    <a:pt x="13294" y="50000"/>
                    <a:pt x="14359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5505"/>
                    <a:pt x="27333" y="26498"/>
                    <a:pt x="34000" y="26000"/>
                  </a:cubicBezTo>
                  <a:cubicBezTo>
                    <a:pt x="34549" y="30000"/>
                    <a:pt x="34526" y="34000"/>
                    <a:pt x="34000" y="38000"/>
                  </a:cubicBezTo>
                  <a:cubicBezTo>
                    <a:pt x="27333" y="39133"/>
                    <a:pt x="20667" y="37613"/>
                    <a:pt x="14000" y="38000"/>
                  </a:cubicBezTo>
                  <a:cubicBezTo>
                    <a:pt x="13810" y="34000"/>
                    <a:pt x="14568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7304" y="46000"/>
                    <a:pt x="58639" y="50000"/>
                    <a:pt x="58000" y="54000"/>
                  </a:cubicBezTo>
                  <a:cubicBezTo>
                    <a:pt x="51333" y="54091"/>
                    <a:pt x="44667" y="53503"/>
                    <a:pt x="38000" y="54000"/>
                  </a:cubicBezTo>
                  <a:cubicBezTo>
                    <a:pt x="38056" y="50000"/>
                    <a:pt x="38045" y="46000"/>
                    <a:pt x="38000" y="42000"/>
                  </a:cubicBezTo>
                  <a:cubicBezTo>
                    <a:pt x="44667" y="42350"/>
                    <a:pt x="51333" y="40892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8605" y="30000"/>
                    <a:pt x="57376" y="34000"/>
                    <a:pt x="58000" y="38000"/>
                  </a:cubicBezTo>
                  <a:cubicBezTo>
                    <a:pt x="51333" y="37721"/>
                    <a:pt x="44667" y="38535"/>
                    <a:pt x="38000" y="38000"/>
                  </a:cubicBezTo>
                  <a:cubicBezTo>
                    <a:pt x="37345" y="34000"/>
                    <a:pt x="37979" y="30000"/>
                    <a:pt x="38000" y="26000"/>
                  </a:cubicBezTo>
                  <a:cubicBezTo>
                    <a:pt x="44667" y="26425"/>
                    <a:pt x="51333" y="25736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8911" y="26222"/>
                    <a:pt x="7591" y="32444"/>
                    <a:pt x="8000" y="38667"/>
                  </a:cubicBezTo>
                  <a:cubicBezTo>
                    <a:pt x="7231" y="44889"/>
                    <a:pt x="7135" y="51111"/>
                    <a:pt x="8000" y="57333"/>
                  </a:cubicBezTo>
                  <a:cubicBezTo>
                    <a:pt x="8296" y="63556"/>
                    <a:pt x="8764" y="69778"/>
                    <a:pt x="8000" y="76000"/>
                  </a:cubicBezTo>
                  <a:cubicBezTo>
                    <a:pt x="14667" y="76080"/>
                    <a:pt x="21333" y="75143"/>
                    <a:pt x="28000" y="76000"/>
                  </a:cubicBezTo>
                  <a:cubicBezTo>
                    <a:pt x="34667" y="76127"/>
                    <a:pt x="41333" y="76007"/>
                    <a:pt x="48000" y="76000"/>
                  </a:cubicBezTo>
                  <a:cubicBezTo>
                    <a:pt x="54667" y="74990"/>
                    <a:pt x="61333" y="76320"/>
                    <a:pt x="68000" y="76000"/>
                  </a:cubicBezTo>
                  <a:cubicBezTo>
                    <a:pt x="74667" y="76160"/>
                    <a:pt x="81333" y="74941"/>
                    <a:pt x="88000" y="76000"/>
                  </a:cubicBezTo>
                  <a:cubicBezTo>
                    <a:pt x="86985" y="69778"/>
                    <a:pt x="88814" y="63556"/>
                    <a:pt x="88000" y="57333"/>
                  </a:cubicBezTo>
                  <a:cubicBezTo>
                    <a:pt x="89062" y="51111"/>
                    <a:pt x="86945" y="44889"/>
                    <a:pt x="88000" y="38667"/>
                  </a:cubicBezTo>
                  <a:cubicBezTo>
                    <a:pt x="88324" y="32444"/>
                    <a:pt x="88865" y="26222"/>
                    <a:pt x="88000" y="20000"/>
                  </a:cubicBezTo>
                  <a:cubicBezTo>
                    <a:pt x="81333" y="21135"/>
                    <a:pt x="74667" y="18910"/>
                    <a:pt x="68000" y="20000"/>
                  </a:cubicBezTo>
                  <a:cubicBezTo>
                    <a:pt x="61333" y="19053"/>
                    <a:pt x="54667" y="20817"/>
                    <a:pt x="48000" y="20000"/>
                  </a:cubicBezTo>
                  <a:cubicBezTo>
                    <a:pt x="41333" y="19716"/>
                    <a:pt x="34667" y="20839"/>
                    <a:pt x="28000" y="20000"/>
                  </a:cubicBezTo>
                  <a:cubicBezTo>
                    <a:pt x="21333" y="20077"/>
                    <a:pt x="14667" y="19099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8140"/>
                    <a:pt x="68667" y="37731"/>
                    <a:pt x="62000" y="38000"/>
                  </a:cubicBezTo>
                  <a:cubicBezTo>
                    <a:pt x="62637" y="34000"/>
                    <a:pt x="62641" y="30000"/>
                    <a:pt x="62000" y="26000"/>
                  </a:cubicBezTo>
                  <a:cubicBezTo>
                    <a:pt x="68667" y="25791"/>
                    <a:pt x="75333" y="26709"/>
                    <a:pt x="82000" y="26000"/>
                  </a:cubicBezTo>
                  <a:cubicBezTo>
                    <a:pt x="81877" y="30000"/>
                    <a:pt x="81999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167"/>
                    <a:pt x="68667" y="55115"/>
                    <a:pt x="62000" y="54000"/>
                  </a:cubicBezTo>
                  <a:cubicBezTo>
                    <a:pt x="62327" y="50000"/>
                    <a:pt x="62430" y="46000"/>
                    <a:pt x="62000" y="42000"/>
                  </a:cubicBezTo>
                  <a:cubicBezTo>
                    <a:pt x="68667" y="42972"/>
                    <a:pt x="75333" y="42073"/>
                    <a:pt x="82000" y="42000"/>
                  </a:cubicBezTo>
                  <a:cubicBezTo>
                    <a:pt x="82035" y="46000"/>
                    <a:pt x="8143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76"/>
                    <a:pt x="68667" y="70986"/>
                    <a:pt x="62000" y="70000"/>
                  </a:cubicBezTo>
                  <a:cubicBezTo>
                    <a:pt x="62427" y="66000"/>
                    <a:pt x="61539" y="62000"/>
                    <a:pt x="62000" y="58000"/>
                  </a:cubicBezTo>
                  <a:cubicBezTo>
                    <a:pt x="68667" y="57446"/>
                    <a:pt x="75333" y="57613"/>
                    <a:pt x="82000" y="58000"/>
                  </a:cubicBezTo>
                  <a:cubicBezTo>
                    <a:pt x="82251" y="62000"/>
                    <a:pt x="81537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7531" y="66000"/>
                    <a:pt x="38233" y="62000"/>
                    <a:pt x="38000" y="58000"/>
                  </a:cubicBezTo>
                  <a:cubicBezTo>
                    <a:pt x="44667" y="57196"/>
                    <a:pt x="51333" y="59078"/>
                    <a:pt x="58000" y="58000"/>
                  </a:cubicBezTo>
                  <a:cubicBezTo>
                    <a:pt x="58079" y="62000"/>
                    <a:pt x="57350" y="66000"/>
                    <a:pt x="58000" y="70000"/>
                  </a:cubicBezTo>
                  <a:cubicBezTo>
                    <a:pt x="51333" y="70326"/>
                    <a:pt x="44667" y="70592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333" y="66000"/>
                    <a:pt x="13955" y="62000"/>
                    <a:pt x="14000" y="58000"/>
                  </a:cubicBezTo>
                  <a:cubicBezTo>
                    <a:pt x="20667" y="58768"/>
                    <a:pt x="27333" y="57815"/>
                    <a:pt x="34000" y="58000"/>
                  </a:cubicBezTo>
                  <a:cubicBezTo>
                    <a:pt x="34714" y="62000"/>
                    <a:pt x="33415" y="66000"/>
                    <a:pt x="34000" y="70000"/>
                  </a:cubicBezTo>
                  <a:cubicBezTo>
                    <a:pt x="27333" y="69236"/>
                    <a:pt x="20667" y="70043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1197"/>
                    <a:pt x="27333" y="42265"/>
                    <a:pt x="34000" y="42000"/>
                  </a:cubicBezTo>
                  <a:cubicBezTo>
                    <a:pt x="34411" y="46000"/>
                    <a:pt x="33477" y="50000"/>
                    <a:pt x="34000" y="54000"/>
                  </a:cubicBezTo>
                  <a:cubicBezTo>
                    <a:pt x="27333" y="52917"/>
                    <a:pt x="20667" y="53576"/>
                    <a:pt x="14000" y="54000"/>
                  </a:cubicBezTo>
                  <a:cubicBezTo>
                    <a:pt x="13294" y="50000"/>
                    <a:pt x="14359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5505"/>
                    <a:pt x="27333" y="26498"/>
                    <a:pt x="34000" y="26000"/>
                  </a:cubicBezTo>
                  <a:cubicBezTo>
                    <a:pt x="34549" y="30000"/>
                    <a:pt x="34526" y="34000"/>
                    <a:pt x="34000" y="38000"/>
                  </a:cubicBezTo>
                  <a:cubicBezTo>
                    <a:pt x="27333" y="39133"/>
                    <a:pt x="20667" y="37613"/>
                    <a:pt x="14000" y="38000"/>
                  </a:cubicBezTo>
                  <a:cubicBezTo>
                    <a:pt x="13810" y="34000"/>
                    <a:pt x="14568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7304" y="46000"/>
                    <a:pt x="58639" y="50000"/>
                    <a:pt x="58000" y="54000"/>
                  </a:cubicBezTo>
                  <a:cubicBezTo>
                    <a:pt x="51333" y="54091"/>
                    <a:pt x="44667" y="53503"/>
                    <a:pt x="38000" y="54000"/>
                  </a:cubicBezTo>
                  <a:cubicBezTo>
                    <a:pt x="38056" y="50000"/>
                    <a:pt x="38045" y="46000"/>
                    <a:pt x="38000" y="42000"/>
                  </a:cubicBezTo>
                  <a:cubicBezTo>
                    <a:pt x="44667" y="42350"/>
                    <a:pt x="51333" y="40892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8605" y="30000"/>
                    <a:pt x="57376" y="34000"/>
                    <a:pt x="58000" y="38000"/>
                  </a:cubicBezTo>
                  <a:cubicBezTo>
                    <a:pt x="51333" y="37721"/>
                    <a:pt x="44667" y="38535"/>
                    <a:pt x="38000" y="38000"/>
                  </a:cubicBezTo>
                  <a:cubicBezTo>
                    <a:pt x="37345" y="34000"/>
                    <a:pt x="37979" y="30000"/>
                    <a:pt x="38000" y="26000"/>
                  </a:cubicBezTo>
                  <a:cubicBezTo>
                    <a:pt x="44667" y="26425"/>
                    <a:pt x="51333" y="25736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8911" y="26222"/>
                    <a:pt x="7591" y="32444"/>
                    <a:pt x="8000" y="38667"/>
                  </a:cubicBezTo>
                  <a:cubicBezTo>
                    <a:pt x="7231" y="44889"/>
                    <a:pt x="7135" y="51111"/>
                    <a:pt x="8000" y="57333"/>
                  </a:cubicBezTo>
                  <a:cubicBezTo>
                    <a:pt x="8296" y="63556"/>
                    <a:pt x="8764" y="69778"/>
                    <a:pt x="8000" y="76000"/>
                  </a:cubicBezTo>
                  <a:cubicBezTo>
                    <a:pt x="14667" y="76080"/>
                    <a:pt x="21333" y="75143"/>
                    <a:pt x="28000" y="76000"/>
                  </a:cubicBezTo>
                  <a:cubicBezTo>
                    <a:pt x="34667" y="76127"/>
                    <a:pt x="41333" y="76007"/>
                    <a:pt x="48000" y="76000"/>
                  </a:cubicBezTo>
                  <a:cubicBezTo>
                    <a:pt x="54667" y="74990"/>
                    <a:pt x="61333" y="76320"/>
                    <a:pt x="68000" y="76000"/>
                  </a:cubicBezTo>
                  <a:cubicBezTo>
                    <a:pt x="74667" y="76160"/>
                    <a:pt x="81333" y="74941"/>
                    <a:pt x="88000" y="76000"/>
                  </a:cubicBezTo>
                  <a:cubicBezTo>
                    <a:pt x="86985" y="69778"/>
                    <a:pt x="88814" y="63556"/>
                    <a:pt x="88000" y="57333"/>
                  </a:cubicBezTo>
                  <a:cubicBezTo>
                    <a:pt x="89062" y="51111"/>
                    <a:pt x="86945" y="44889"/>
                    <a:pt x="88000" y="38667"/>
                  </a:cubicBezTo>
                  <a:cubicBezTo>
                    <a:pt x="88324" y="32444"/>
                    <a:pt x="88865" y="26222"/>
                    <a:pt x="88000" y="20000"/>
                  </a:cubicBezTo>
                  <a:cubicBezTo>
                    <a:pt x="81333" y="21135"/>
                    <a:pt x="74667" y="18910"/>
                    <a:pt x="68000" y="20000"/>
                  </a:cubicBezTo>
                  <a:cubicBezTo>
                    <a:pt x="61333" y="19053"/>
                    <a:pt x="54667" y="20817"/>
                    <a:pt x="48000" y="20000"/>
                  </a:cubicBezTo>
                  <a:cubicBezTo>
                    <a:pt x="41333" y="19716"/>
                    <a:pt x="34667" y="20839"/>
                    <a:pt x="28000" y="20000"/>
                  </a:cubicBezTo>
                  <a:cubicBezTo>
                    <a:pt x="21333" y="20077"/>
                    <a:pt x="14667" y="19099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8140"/>
                    <a:pt x="68667" y="37731"/>
                    <a:pt x="62000" y="38000"/>
                  </a:cubicBezTo>
                  <a:cubicBezTo>
                    <a:pt x="62637" y="34000"/>
                    <a:pt x="62641" y="30000"/>
                    <a:pt x="62000" y="26000"/>
                  </a:cubicBezTo>
                  <a:cubicBezTo>
                    <a:pt x="68667" y="25791"/>
                    <a:pt x="75333" y="26709"/>
                    <a:pt x="82000" y="26000"/>
                  </a:cubicBezTo>
                  <a:cubicBezTo>
                    <a:pt x="81877" y="30000"/>
                    <a:pt x="81999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167"/>
                    <a:pt x="68667" y="55115"/>
                    <a:pt x="62000" y="54000"/>
                  </a:cubicBezTo>
                  <a:cubicBezTo>
                    <a:pt x="62327" y="50000"/>
                    <a:pt x="62430" y="46000"/>
                    <a:pt x="62000" y="42000"/>
                  </a:cubicBezTo>
                  <a:cubicBezTo>
                    <a:pt x="68667" y="42972"/>
                    <a:pt x="75333" y="42073"/>
                    <a:pt x="82000" y="42000"/>
                  </a:cubicBezTo>
                  <a:cubicBezTo>
                    <a:pt x="82035" y="46000"/>
                    <a:pt x="8143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76"/>
                    <a:pt x="68667" y="70986"/>
                    <a:pt x="62000" y="70000"/>
                  </a:cubicBezTo>
                  <a:cubicBezTo>
                    <a:pt x="62427" y="66000"/>
                    <a:pt x="61539" y="62000"/>
                    <a:pt x="62000" y="58000"/>
                  </a:cubicBezTo>
                  <a:cubicBezTo>
                    <a:pt x="68667" y="57446"/>
                    <a:pt x="75333" y="57613"/>
                    <a:pt x="82000" y="58000"/>
                  </a:cubicBezTo>
                  <a:cubicBezTo>
                    <a:pt x="82251" y="62000"/>
                    <a:pt x="81537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7531" y="66000"/>
                    <a:pt x="38233" y="62000"/>
                    <a:pt x="38000" y="58000"/>
                  </a:cubicBezTo>
                  <a:cubicBezTo>
                    <a:pt x="44667" y="57196"/>
                    <a:pt x="51333" y="59078"/>
                    <a:pt x="58000" y="58000"/>
                  </a:cubicBezTo>
                  <a:cubicBezTo>
                    <a:pt x="58079" y="62000"/>
                    <a:pt x="57350" y="66000"/>
                    <a:pt x="58000" y="70000"/>
                  </a:cubicBezTo>
                  <a:cubicBezTo>
                    <a:pt x="51333" y="70326"/>
                    <a:pt x="44667" y="70592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333" y="66000"/>
                    <a:pt x="13955" y="62000"/>
                    <a:pt x="14000" y="58000"/>
                  </a:cubicBezTo>
                  <a:cubicBezTo>
                    <a:pt x="20667" y="58768"/>
                    <a:pt x="27333" y="57815"/>
                    <a:pt x="34000" y="58000"/>
                  </a:cubicBezTo>
                  <a:cubicBezTo>
                    <a:pt x="34714" y="62000"/>
                    <a:pt x="33415" y="66000"/>
                    <a:pt x="34000" y="70000"/>
                  </a:cubicBezTo>
                  <a:cubicBezTo>
                    <a:pt x="27333" y="69236"/>
                    <a:pt x="20667" y="70043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1197"/>
                    <a:pt x="27333" y="42265"/>
                    <a:pt x="34000" y="42000"/>
                  </a:cubicBezTo>
                  <a:cubicBezTo>
                    <a:pt x="34411" y="46000"/>
                    <a:pt x="33477" y="50000"/>
                    <a:pt x="34000" y="54000"/>
                  </a:cubicBezTo>
                  <a:cubicBezTo>
                    <a:pt x="27333" y="52917"/>
                    <a:pt x="20667" y="53576"/>
                    <a:pt x="14000" y="54000"/>
                  </a:cubicBezTo>
                  <a:cubicBezTo>
                    <a:pt x="13294" y="50000"/>
                    <a:pt x="14359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5505"/>
                    <a:pt x="27333" y="26498"/>
                    <a:pt x="34000" y="26000"/>
                  </a:cubicBezTo>
                  <a:cubicBezTo>
                    <a:pt x="34549" y="30000"/>
                    <a:pt x="34526" y="34000"/>
                    <a:pt x="34000" y="38000"/>
                  </a:cubicBezTo>
                  <a:cubicBezTo>
                    <a:pt x="27333" y="39133"/>
                    <a:pt x="20667" y="37613"/>
                    <a:pt x="14000" y="38000"/>
                  </a:cubicBezTo>
                  <a:cubicBezTo>
                    <a:pt x="13810" y="34000"/>
                    <a:pt x="14568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7304" y="46000"/>
                    <a:pt x="58639" y="50000"/>
                    <a:pt x="58000" y="54000"/>
                  </a:cubicBezTo>
                  <a:cubicBezTo>
                    <a:pt x="51333" y="54091"/>
                    <a:pt x="44667" y="53503"/>
                    <a:pt x="38000" y="54000"/>
                  </a:cubicBezTo>
                  <a:cubicBezTo>
                    <a:pt x="38056" y="50000"/>
                    <a:pt x="38045" y="46000"/>
                    <a:pt x="38000" y="42000"/>
                  </a:cubicBezTo>
                  <a:cubicBezTo>
                    <a:pt x="44667" y="42350"/>
                    <a:pt x="51333" y="40892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8605" y="30000"/>
                    <a:pt x="57376" y="34000"/>
                    <a:pt x="58000" y="38000"/>
                  </a:cubicBezTo>
                  <a:cubicBezTo>
                    <a:pt x="51333" y="37721"/>
                    <a:pt x="44667" y="38535"/>
                    <a:pt x="38000" y="38000"/>
                  </a:cubicBezTo>
                  <a:cubicBezTo>
                    <a:pt x="37345" y="34000"/>
                    <a:pt x="37979" y="30000"/>
                    <a:pt x="38000" y="26000"/>
                  </a:cubicBezTo>
                  <a:cubicBezTo>
                    <a:pt x="44667" y="26425"/>
                    <a:pt x="51333" y="25736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8911" y="26222"/>
                    <a:pt x="7591" y="32444"/>
                    <a:pt x="8000" y="38667"/>
                  </a:cubicBezTo>
                  <a:cubicBezTo>
                    <a:pt x="7231" y="44889"/>
                    <a:pt x="7135" y="51111"/>
                    <a:pt x="8000" y="57333"/>
                  </a:cubicBezTo>
                  <a:cubicBezTo>
                    <a:pt x="8296" y="63556"/>
                    <a:pt x="8764" y="69778"/>
                    <a:pt x="8000" y="76000"/>
                  </a:cubicBezTo>
                  <a:cubicBezTo>
                    <a:pt x="14667" y="76080"/>
                    <a:pt x="21333" y="75143"/>
                    <a:pt x="28000" y="76000"/>
                  </a:cubicBezTo>
                  <a:cubicBezTo>
                    <a:pt x="34667" y="76127"/>
                    <a:pt x="41333" y="76007"/>
                    <a:pt x="48000" y="76000"/>
                  </a:cubicBezTo>
                  <a:cubicBezTo>
                    <a:pt x="54667" y="74990"/>
                    <a:pt x="61333" y="76320"/>
                    <a:pt x="68000" y="76000"/>
                  </a:cubicBezTo>
                  <a:cubicBezTo>
                    <a:pt x="74667" y="76160"/>
                    <a:pt x="81333" y="74941"/>
                    <a:pt x="88000" y="76000"/>
                  </a:cubicBezTo>
                  <a:cubicBezTo>
                    <a:pt x="86985" y="69778"/>
                    <a:pt x="88814" y="63556"/>
                    <a:pt x="88000" y="57333"/>
                  </a:cubicBezTo>
                  <a:cubicBezTo>
                    <a:pt x="89062" y="51111"/>
                    <a:pt x="86945" y="44889"/>
                    <a:pt x="88000" y="38667"/>
                  </a:cubicBezTo>
                  <a:cubicBezTo>
                    <a:pt x="88324" y="32444"/>
                    <a:pt x="88865" y="26222"/>
                    <a:pt x="88000" y="20000"/>
                  </a:cubicBezTo>
                  <a:cubicBezTo>
                    <a:pt x="81333" y="21135"/>
                    <a:pt x="74667" y="18910"/>
                    <a:pt x="68000" y="20000"/>
                  </a:cubicBezTo>
                  <a:cubicBezTo>
                    <a:pt x="61333" y="19053"/>
                    <a:pt x="54667" y="20817"/>
                    <a:pt x="48000" y="20000"/>
                  </a:cubicBezTo>
                  <a:cubicBezTo>
                    <a:pt x="41333" y="19716"/>
                    <a:pt x="34667" y="20839"/>
                    <a:pt x="28000" y="20000"/>
                  </a:cubicBezTo>
                  <a:cubicBezTo>
                    <a:pt x="21333" y="20077"/>
                    <a:pt x="14667" y="19099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  <p:sp>
        <p:nvSpPr>
          <p:cNvPr id="122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mean(v)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8140"/>
                    <a:pt x="68667" y="37731"/>
                    <a:pt x="62000" y="38000"/>
                  </a:cubicBezTo>
                  <a:cubicBezTo>
                    <a:pt x="62637" y="34000"/>
                    <a:pt x="62641" y="30000"/>
                    <a:pt x="62000" y="26000"/>
                  </a:cubicBezTo>
                  <a:cubicBezTo>
                    <a:pt x="68667" y="25791"/>
                    <a:pt x="75333" y="26709"/>
                    <a:pt x="82000" y="26000"/>
                  </a:cubicBezTo>
                  <a:cubicBezTo>
                    <a:pt x="81877" y="30000"/>
                    <a:pt x="81999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167"/>
                    <a:pt x="68667" y="55115"/>
                    <a:pt x="62000" y="54000"/>
                  </a:cubicBezTo>
                  <a:cubicBezTo>
                    <a:pt x="62327" y="50000"/>
                    <a:pt x="62430" y="46000"/>
                    <a:pt x="62000" y="42000"/>
                  </a:cubicBezTo>
                  <a:cubicBezTo>
                    <a:pt x="68667" y="42972"/>
                    <a:pt x="75333" y="42073"/>
                    <a:pt x="82000" y="42000"/>
                  </a:cubicBezTo>
                  <a:cubicBezTo>
                    <a:pt x="82035" y="46000"/>
                    <a:pt x="8143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76"/>
                    <a:pt x="68667" y="70986"/>
                    <a:pt x="62000" y="70000"/>
                  </a:cubicBezTo>
                  <a:cubicBezTo>
                    <a:pt x="62427" y="66000"/>
                    <a:pt x="61539" y="62000"/>
                    <a:pt x="62000" y="58000"/>
                  </a:cubicBezTo>
                  <a:cubicBezTo>
                    <a:pt x="68667" y="57446"/>
                    <a:pt x="75333" y="57613"/>
                    <a:pt x="82000" y="58000"/>
                  </a:cubicBezTo>
                  <a:cubicBezTo>
                    <a:pt x="82251" y="62000"/>
                    <a:pt x="81537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7531" y="66000"/>
                    <a:pt x="38233" y="62000"/>
                    <a:pt x="38000" y="58000"/>
                  </a:cubicBezTo>
                  <a:cubicBezTo>
                    <a:pt x="44667" y="57196"/>
                    <a:pt x="51333" y="59078"/>
                    <a:pt x="58000" y="58000"/>
                  </a:cubicBezTo>
                  <a:cubicBezTo>
                    <a:pt x="58079" y="62000"/>
                    <a:pt x="57350" y="66000"/>
                    <a:pt x="58000" y="70000"/>
                  </a:cubicBezTo>
                  <a:cubicBezTo>
                    <a:pt x="51333" y="70326"/>
                    <a:pt x="44667" y="70592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333" y="66000"/>
                    <a:pt x="13955" y="62000"/>
                    <a:pt x="14000" y="58000"/>
                  </a:cubicBezTo>
                  <a:cubicBezTo>
                    <a:pt x="20667" y="58768"/>
                    <a:pt x="27333" y="57815"/>
                    <a:pt x="34000" y="58000"/>
                  </a:cubicBezTo>
                  <a:cubicBezTo>
                    <a:pt x="34714" y="62000"/>
                    <a:pt x="33415" y="66000"/>
                    <a:pt x="34000" y="70000"/>
                  </a:cubicBezTo>
                  <a:cubicBezTo>
                    <a:pt x="27333" y="69236"/>
                    <a:pt x="20667" y="70043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1197"/>
                    <a:pt x="27333" y="42265"/>
                    <a:pt x="34000" y="42000"/>
                  </a:cubicBezTo>
                  <a:cubicBezTo>
                    <a:pt x="34411" y="46000"/>
                    <a:pt x="33477" y="50000"/>
                    <a:pt x="34000" y="54000"/>
                  </a:cubicBezTo>
                  <a:cubicBezTo>
                    <a:pt x="27333" y="52917"/>
                    <a:pt x="20667" y="53576"/>
                    <a:pt x="14000" y="54000"/>
                  </a:cubicBezTo>
                  <a:cubicBezTo>
                    <a:pt x="13294" y="50000"/>
                    <a:pt x="14359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5505"/>
                    <a:pt x="27333" y="26498"/>
                    <a:pt x="34000" y="26000"/>
                  </a:cubicBezTo>
                  <a:cubicBezTo>
                    <a:pt x="34549" y="30000"/>
                    <a:pt x="34526" y="34000"/>
                    <a:pt x="34000" y="38000"/>
                  </a:cubicBezTo>
                  <a:cubicBezTo>
                    <a:pt x="27333" y="39133"/>
                    <a:pt x="20667" y="37613"/>
                    <a:pt x="14000" y="38000"/>
                  </a:cubicBezTo>
                  <a:cubicBezTo>
                    <a:pt x="13810" y="34000"/>
                    <a:pt x="14568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7304" y="46000"/>
                    <a:pt x="58639" y="50000"/>
                    <a:pt x="58000" y="54000"/>
                  </a:cubicBezTo>
                  <a:cubicBezTo>
                    <a:pt x="51333" y="54091"/>
                    <a:pt x="44667" y="53503"/>
                    <a:pt x="38000" y="54000"/>
                  </a:cubicBezTo>
                  <a:cubicBezTo>
                    <a:pt x="38056" y="50000"/>
                    <a:pt x="38045" y="46000"/>
                    <a:pt x="38000" y="42000"/>
                  </a:cubicBezTo>
                  <a:cubicBezTo>
                    <a:pt x="44667" y="42350"/>
                    <a:pt x="51333" y="40892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8605" y="30000"/>
                    <a:pt x="57376" y="34000"/>
                    <a:pt x="58000" y="38000"/>
                  </a:cubicBezTo>
                  <a:cubicBezTo>
                    <a:pt x="51333" y="37721"/>
                    <a:pt x="44667" y="38535"/>
                    <a:pt x="38000" y="38000"/>
                  </a:cubicBezTo>
                  <a:cubicBezTo>
                    <a:pt x="37345" y="34000"/>
                    <a:pt x="37979" y="30000"/>
                    <a:pt x="38000" y="26000"/>
                  </a:cubicBezTo>
                  <a:cubicBezTo>
                    <a:pt x="44667" y="26425"/>
                    <a:pt x="51333" y="25736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8911" y="26222"/>
                    <a:pt x="7591" y="32444"/>
                    <a:pt x="8000" y="38667"/>
                  </a:cubicBezTo>
                  <a:cubicBezTo>
                    <a:pt x="7231" y="44889"/>
                    <a:pt x="7135" y="51111"/>
                    <a:pt x="8000" y="57333"/>
                  </a:cubicBezTo>
                  <a:cubicBezTo>
                    <a:pt x="8296" y="63556"/>
                    <a:pt x="8764" y="69778"/>
                    <a:pt x="8000" y="76000"/>
                  </a:cubicBezTo>
                  <a:cubicBezTo>
                    <a:pt x="14667" y="76080"/>
                    <a:pt x="21333" y="75143"/>
                    <a:pt x="28000" y="76000"/>
                  </a:cubicBezTo>
                  <a:cubicBezTo>
                    <a:pt x="34667" y="76127"/>
                    <a:pt x="41333" y="76007"/>
                    <a:pt x="48000" y="76000"/>
                  </a:cubicBezTo>
                  <a:cubicBezTo>
                    <a:pt x="54667" y="74990"/>
                    <a:pt x="61333" y="76320"/>
                    <a:pt x="68000" y="76000"/>
                  </a:cubicBezTo>
                  <a:cubicBezTo>
                    <a:pt x="74667" y="76160"/>
                    <a:pt x="81333" y="74941"/>
                    <a:pt x="88000" y="76000"/>
                  </a:cubicBezTo>
                  <a:cubicBezTo>
                    <a:pt x="86985" y="69778"/>
                    <a:pt x="88814" y="63556"/>
                    <a:pt x="88000" y="57333"/>
                  </a:cubicBezTo>
                  <a:cubicBezTo>
                    <a:pt x="89062" y="51111"/>
                    <a:pt x="86945" y="44889"/>
                    <a:pt x="88000" y="38667"/>
                  </a:cubicBezTo>
                  <a:cubicBezTo>
                    <a:pt x="88324" y="32444"/>
                    <a:pt x="88865" y="26222"/>
                    <a:pt x="88000" y="20000"/>
                  </a:cubicBezTo>
                  <a:cubicBezTo>
                    <a:pt x="81333" y="21135"/>
                    <a:pt x="74667" y="18910"/>
                    <a:pt x="68000" y="20000"/>
                  </a:cubicBezTo>
                  <a:cubicBezTo>
                    <a:pt x="61333" y="19053"/>
                    <a:pt x="54667" y="20817"/>
                    <a:pt x="48000" y="20000"/>
                  </a:cubicBezTo>
                  <a:cubicBezTo>
                    <a:pt x="41333" y="19716"/>
                    <a:pt x="34667" y="20839"/>
                    <a:pt x="28000" y="20000"/>
                  </a:cubicBezTo>
                  <a:cubicBezTo>
                    <a:pt x="21333" y="20077"/>
                    <a:pt x="14667" y="19099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  <p:sp>
        <p:nvSpPr>
          <p:cNvPr id="122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mean(v)</a:t>
            </a:r>
          </a:p>
        </p:txBody>
      </p:sp>
      <p:sp>
        <p:nvSpPr>
          <p:cNvPr id="123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= 1 − v·c</a:t>
            </a:r>
          </a:p>
        </p:txBody>
      </p:sp>
      <p:sp>
        <p:nvSpPr>
          <p:cNvPr id="124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&gt; 0.22: 7 of 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8140"/>
                    <a:pt x="68667" y="37731"/>
                    <a:pt x="62000" y="38000"/>
                  </a:cubicBezTo>
                  <a:cubicBezTo>
                    <a:pt x="62637" y="34000"/>
                    <a:pt x="62641" y="30000"/>
                    <a:pt x="62000" y="26000"/>
                  </a:cubicBezTo>
                  <a:cubicBezTo>
                    <a:pt x="68667" y="25791"/>
                    <a:pt x="75333" y="26709"/>
                    <a:pt x="82000" y="26000"/>
                  </a:cubicBezTo>
                  <a:cubicBezTo>
                    <a:pt x="81877" y="30000"/>
                    <a:pt x="81999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167"/>
                    <a:pt x="68667" y="55115"/>
                    <a:pt x="62000" y="54000"/>
                  </a:cubicBezTo>
                  <a:cubicBezTo>
                    <a:pt x="62327" y="50000"/>
                    <a:pt x="62430" y="46000"/>
                    <a:pt x="62000" y="42000"/>
                  </a:cubicBezTo>
                  <a:cubicBezTo>
                    <a:pt x="68667" y="42972"/>
                    <a:pt x="75333" y="42073"/>
                    <a:pt x="82000" y="42000"/>
                  </a:cubicBezTo>
                  <a:cubicBezTo>
                    <a:pt x="82035" y="46000"/>
                    <a:pt x="8143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76"/>
                    <a:pt x="68667" y="70986"/>
                    <a:pt x="62000" y="70000"/>
                  </a:cubicBezTo>
                  <a:cubicBezTo>
                    <a:pt x="62427" y="66000"/>
                    <a:pt x="61539" y="62000"/>
                    <a:pt x="62000" y="58000"/>
                  </a:cubicBezTo>
                  <a:cubicBezTo>
                    <a:pt x="68667" y="57446"/>
                    <a:pt x="75333" y="57613"/>
                    <a:pt x="82000" y="58000"/>
                  </a:cubicBezTo>
                  <a:cubicBezTo>
                    <a:pt x="82251" y="62000"/>
                    <a:pt x="81537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7531" y="66000"/>
                    <a:pt x="38233" y="62000"/>
                    <a:pt x="38000" y="58000"/>
                  </a:cubicBezTo>
                  <a:cubicBezTo>
                    <a:pt x="44667" y="57196"/>
                    <a:pt x="51333" y="59078"/>
                    <a:pt x="58000" y="58000"/>
                  </a:cubicBezTo>
                  <a:cubicBezTo>
                    <a:pt x="58079" y="62000"/>
                    <a:pt x="57350" y="66000"/>
                    <a:pt x="58000" y="70000"/>
                  </a:cubicBezTo>
                  <a:cubicBezTo>
                    <a:pt x="51333" y="70326"/>
                    <a:pt x="44667" y="70592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333" y="66000"/>
                    <a:pt x="13955" y="62000"/>
                    <a:pt x="14000" y="58000"/>
                  </a:cubicBezTo>
                  <a:cubicBezTo>
                    <a:pt x="20667" y="58768"/>
                    <a:pt x="27333" y="57815"/>
                    <a:pt x="34000" y="58000"/>
                  </a:cubicBezTo>
                  <a:cubicBezTo>
                    <a:pt x="34714" y="62000"/>
                    <a:pt x="33415" y="66000"/>
                    <a:pt x="34000" y="70000"/>
                  </a:cubicBezTo>
                  <a:cubicBezTo>
                    <a:pt x="27333" y="69236"/>
                    <a:pt x="20667" y="70043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1197"/>
                    <a:pt x="27333" y="42265"/>
                    <a:pt x="34000" y="42000"/>
                  </a:cubicBezTo>
                  <a:cubicBezTo>
                    <a:pt x="34411" y="46000"/>
                    <a:pt x="33477" y="50000"/>
                    <a:pt x="34000" y="54000"/>
                  </a:cubicBezTo>
                  <a:cubicBezTo>
                    <a:pt x="27333" y="52917"/>
                    <a:pt x="20667" y="53576"/>
                    <a:pt x="14000" y="54000"/>
                  </a:cubicBezTo>
                  <a:cubicBezTo>
                    <a:pt x="13294" y="50000"/>
                    <a:pt x="14359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5505"/>
                    <a:pt x="27333" y="26498"/>
                    <a:pt x="34000" y="26000"/>
                  </a:cubicBezTo>
                  <a:cubicBezTo>
                    <a:pt x="34549" y="30000"/>
                    <a:pt x="34526" y="34000"/>
                    <a:pt x="34000" y="38000"/>
                  </a:cubicBezTo>
                  <a:cubicBezTo>
                    <a:pt x="27333" y="39133"/>
                    <a:pt x="20667" y="37613"/>
                    <a:pt x="14000" y="38000"/>
                  </a:cubicBezTo>
                  <a:cubicBezTo>
                    <a:pt x="13810" y="34000"/>
                    <a:pt x="14568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7304" y="46000"/>
                    <a:pt x="58639" y="50000"/>
                    <a:pt x="58000" y="54000"/>
                  </a:cubicBezTo>
                  <a:cubicBezTo>
                    <a:pt x="51333" y="54091"/>
                    <a:pt x="44667" y="53503"/>
                    <a:pt x="38000" y="54000"/>
                  </a:cubicBezTo>
                  <a:cubicBezTo>
                    <a:pt x="38056" y="50000"/>
                    <a:pt x="38045" y="46000"/>
                    <a:pt x="38000" y="42000"/>
                  </a:cubicBezTo>
                  <a:cubicBezTo>
                    <a:pt x="44667" y="42350"/>
                    <a:pt x="51333" y="40892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8605" y="30000"/>
                    <a:pt x="57376" y="34000"/>
                    <a:pt x="58000" y="38000"/>
                  </a:cubicBezTo>
                  <a:cubicBezTo>
                    <a:pt x="51333" y="37721"/>
                    <a:pt x="44667" y="38535"/>
                    <a:pt x="38000" y="38000"/>
                  </a:cubicBezTo>
                  <a:cubicBezTo>
                    <a:pt x="37345" y="34000"/>
                    <a:pt x="37979" y="30000"/>
                    <a:pt x="38000" y="26000"/>
                  </a:cubicBezTo>
                  <a:cubicBezTo>
                    <a:pt x="44667" y="26425"/>
                    <a:pt x="51333" y="25736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8911" y="26222"/>
                    <a:pt x="7591" y="32444"/>
                    <a:pt x="8000" y="38667"/>
                  </a:cubicBezTo>
                  <a:cubicBezTo>
                    <a:pt x="7231" y="44889"/>
                    <a:pt x="7135" y="51111"/>
                    <a:pt x="8000" y="57333"/>
                  </a:cubicBezTo>
                  <a:cubicBezTo>
                    <a:pt x="8296" y="63556"/>
                    <a:pt x="8764" y="69778"/>
                    <a:pt x="8000" y="76000"/>
                  </a:cubicBezTo>
                  <a:cubicBezTo>
                    <a:pt x="14667" y="76080"/>
                    <a:pt x="21333" y="75143"/>
                    <a:pt x="28000" y="76000"/>
                  </a:cubicBezTo>
                  <a:cubicBezTo>
                    <a:pt x="34667" y="76127"/>
                    <a:pt x="41333" y="76007"/>
                    <a:pt x="48000" y="76000"/>
                  </a:cubicBezTo>
                  <a:cubicBezTo>
                    <a:pt x="54667" y="74990"/>
                    <a:pt x="61333" y="76320"/>
                    <a:pt x="68000" y="76000"/>
                  </a:cubicBezTo>
                  <a:cubicBezTo>
                    <a:pt x="74667" y="76160"/>
                    <a:pt x="81333" y="74941"/>
                    <a:pt x="88000" y="76000"/>
                  </a:cubicBezTo>
                  <a:cubicBezTo>
                    <a:pt x="86985" y="69778"/>
                    <a:pt x="88814" y="63556"/>
                    <a:pt x="88000" y="57333"/>
                  </a:cubicBezTo>
                  <a:cubicBezTo>
                    <a:pt x="89062" y="51111"/>
                    <a:pt x="86945" y="44889"/>
                    <a:pt x="88000" y="38667"/>
                  </a:cubicBezTo>
                  <a:cubicBezTo>
                    <a:pt x="88324" y="32444"/>
                    <a:pt x="88865" y="26222"/>
                    <a:pt x="88000" y="20000"/>
                  </a:cubicBezTo>
                  <a:cubicBezTo>
                    <a:pt x="81333" y="21135"/>
                    <a:pt x="74667" y="18910"/>
                    <a:pt x="68000" y="20000"/>
                  </a:cubicBezTo>
                  <a:cubicBezTo>
                    <a:pt x="61333" y="19053"/>
                    <a:pt x="54667" y="20817"/>
                    <a:pt x="48000" y="20000"/>
                  </a:cubicBezTo>
                  <a:cubicBezTo>
                    <a:pt x="41333" y="19716"/>
                    <a:pt x="34667" y="20839"/>
                    <a:pt x="28000" y="20000"/>
                  </a:cubicBezTo>
                  <a:cubicBezTo>
                    <a:pt x="21333" y="20077"/>
                    <a:pt x="14667" y="19099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  <p:sp>
        <p:nvSpPr>
          <p:cNvPr id="122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mean(v)</a:t>
            </a:r>
          </a:p>
        </p:txBody>
      </p:sp>
      <p:sp>
        <p:nvSpPr>
          <p:cNvPr id="123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= 1 − v·c</a:t>
            </a:r>
          </a:p>
        </p:txBody>
      </p:sp>
      <p:sp>
        <p:nvSpPr>
          <p:cNvPr id="124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&gt; 0.22: 7 of 40</a:t>
            </a:r>
          </a:p>
        </p:txBody>
      </p:sp>
      <p:sp>
        <p:nvSpPr>
          <p:cNvPr id="125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2+ in 14 days</a:t>
            </a:r>
          </a:p>
        </p:txBody>
      </p:sp>
      <p:cxnSp>
        <p:nvCxnSpPr>
          <p:cNvPr id="126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grpSp>
        <p:nvGrpSpPr>
          <p:cNvPr id="133" name="Alert icon"/>
          <p:cNvGrpSpPr/>
          <p:nvPr/>
        </p:nvGrpSpPr>
        <p:grpSpPr>
          <a:xfrm>
            <a:off x="9261736" y="4505738"/>
            <a:ext cx="731520" cy="731520"/>
            <a:chOff x="0" y="0"/>
            <a:chExt cx="731520" cy="731520"/>
          </a:xfrm>
        </p:grpSpPr>
        <p:sp>
          <p:nvSpPr>
            <p:cNvPr id="134" name="Alert icon backing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Alert icon 1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065" y="76333"/>
                    <a:pt x="23942" y="70667"/>
                    <a:pt x="23000" y="65000"/>
                  </a:cubicBezTo>
                  <a:cubicBezTo>
                    <a:pt x="23233" y="59333"/>
                    <a:pt x="23530" y="53667"/>
                    <a:pt x="23000" y="48000"/>
                  </a:cubicBezTo>
                  <a:cubicBezTo>
                    <a:pt x="23230" y="42333"/>
                    <a:pt x="23719" y="36667"/>
                    <a:pt x="23000" y="31000"/>
                  </a:cubicBezTo>
                  <a:cubicBezTo>
                    <a:pt x="23140" y="25333"/>
                    <a:pt x="22735" y="19667"/>
                    <a:pt x="23000" y="14000"/>
                  </a:cubicBezTo>
                  <a:cubicBezTo>
                    <a:pt x="31333" y="13158"/>
                    <a:pt x="39667" y="13649"/>
                    <a:pt x="48000" y="14000"/>
                  </a:cubicBezTo>
                  <a:cubicBezTo>
                    <a:pt x="47317" y="21000"/>
                    <a:pt x="46917" y="28000"/>
                    <a:pt x="48000" y="35000"/>
                  </a:cubicBezTo>
                  <a:cubicBezTo>
                    <a:pt x="56333" y="34076"/>
                    <a:pt x="64667" y="33919"/>
                    <a:pt x="73000" y="35000"/>
                  </a:cubicBezTo>
                  <a:cubicBezTo>
                    <a:pt x="72466" y="42833"/>
                    <a:pt x="71942" y="50667"/>
                    <a:pt x="73000" y="58500"/>
                  </a:cubicBezTo>
                  <a:cubicBezTo>
                    <a:pt x="73670" y="66333"/>
                    <a:pt x="74065" y="74167"/>
                    <a:pt x="73000" y="82000"/>
                  </a:cubicBezTo>
                  <a:cubicBezTo>
                    <a:pt x="67444" y="82173"/>
                    <a:pt x="61889" y="82764"/>
                    <a:pt x="56333" y="82000"/>
                  </a:cubicBezTo>
                  <a:cubicBezTo>
                    <a:pt x="50778" y="82866"/>
                    <a:pt x="45222" y="81593"/>
                    <a:pt x="39667" y="82000"/>
                  </a:cubicBezTo>
                  <a:cubicBezTo>
                    <a:pt x="34111" y="82676"/>
                    <a:pt x="28556" y="81977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503" y="21330"/>
                    <a:pt x="62424" y="24743"/>
                    <a:pt x="66500" y="29000"/>
                  </a:cubicBezTo>
                  <a:cubicBezTo>
                    <a:pt x="62333" y="29401"/>
                    <a:pt x="58167" y="28698"/>
                    <a:pt x="54000" y="29000"/>
                  </a:cubicBezTo>
                  <a:cubicBezTo>
                    <a:pt x="54006" y="24833"/>
                    <a:pt x="5466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863"/>
                    <a:pt x="41667" y="9073"/>
                    <a:pt x="35500" y="8000"/>
                  </a:cubicBezTo>
                  <a:cubicBezTo>
                    <a:pt x="29333" y="8747"/>
                    <a:pt x="23167" y="8035"/>
                    <a:pt x="17000" y="8000"/>
                  </a:cubicBezTo>
                  <a:cubicBezTo>
                    <a:pt x="16837" y="14667"/>
                    <a:pt x="16216" y="21333"/>
                    <a:pt x="17000" y="28000"/>
                  </a:cubicBezTo>
                  <a:cubicBezTo>
                    <a:pt x="17144" y="34667"/>
                    <a:pt x="17442" y="41333"/>
                    <a:pt x="17000" y="48000"/>
                  </a:cubicBezTo>
                  <a:cubicBezTo>
                    <a:pt x="15891" y="54667"/>
                    <a:pt x="18071" y="61333"/>
                    <a:pt x="17000" y="68000"/>
                  </a:cubicBezTo>
                  <a:cubicBezTo>
                    <a:pt x="17510" y="74667"/>
                    <a:pt x="16455" y="81333"/>
                    <a:pt x="17000" y="88000"/>
                  </a:cubicBezTo>
                  <a:cubicBezTo>
                    <a:pt x="23889" y="87438"/>
                    <a:pt x="30778" y="87289"/>
                    <a:pt x="37667" y="88000"/>
                  </a:cubicBezTo>
                  <a:cubicBezTo>
                    <a:pt x="44556" y="87119"/>
                    <a:pt x="51444" y="86893"/>
                    <a:pt x="58333" y="88000"/>
                  </a:cubicBezTo>
                  <a:cubicBezTo>
                    <a:pt x="65222" y="87431"/>
                    <a:pt x="72111" y="86856"/>
                    <a:pt x="79000" y="88000"/>
                  </a:cubicBezTo>
                  <a:cubicBezTo>
                    <a:pt x="79943" y="81556"/>
                    <a:pt x="79275" y="75111"/>
                    <a:pt x="79000" y="68667"/>
                  </a:cubicBezTo>
                  <a:cubicBezTo>
                    <a:pt x="78036" y="62222"/>
                    <a:pt x="80131" y="55778"/>
                    <a:pt x="79000" y="49333"/>
                  </a:cubicBezTo>
                  <a:cubicBezTo>
                    <a:pt x="79608" y="42889"/>
                    <a:pt x="79026" y="36444"/>
                    <a:pt x="79000" y="30000"/>
                  </a:cubicBezTo>
                  <a:cubicBezTo>
                    <a:pt x="74717" y="26466"/>
                    <a:pt x="70869" y="22437"/>
                    <a:pt x="66500" y="19000"/>
                  </a:cubicBezTo>
                  <a:cubicBezTo>
                    <a:pt x="62048" y="15658"/>
                    <a:pt x="58278" y="11541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81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065" y="76333"/>
                            <a:pt x="23942" y="70667"/>
                            <a:pt x="23000" y="65000"/>
                          </a:cubicBezTo>
                          <a:cubicBezTo>
                            <a:pt x="23233" y="59333"/>
                            <a:pt x="23530" y="53667"/>
                            <a:pt x="23000" y="48000"/>
                          </a:cubicBezTo>
                          <a:cubicBezTo>
                            <a:pt x="23230" y="42333"/>
                            <a:pt x="23719" y="36667"/>
                            <a:pt x="23000" y="31000"/>
                          </a:cubicBezTo>
                          <a:cubicBezTo>
                            <a:pt x="23140" y="25333"/>
                            <a:pt x="22735" y="19667"/>
                            <a:pt x="23000" y="14000"/>
                          </a:cubicBezTo>
                          <a:cubicBezTo>
                            <a:pt x="31333" y="13158"/>
                            <a:pt x="39667" y="13649"/>
                            <a:pt x="48000" y="14000"/>
                          </a:cubicBezTo>
                          <a:cubicBezTo>
                            <a:pt x="47317" y="21000"/>
                            <a:pt x="46917" y="28000"/>
                            <a:pt x="48000" y="35000"/>
                          </a:cubicBezTo>
                          <a:cubicBezTo>
                            <a:pt x="56333" y="34076"/>
                            <a:pt x="64667" y="33919"/>
                            <a:pt x="73000" y="35000"/>
                          </a:cubicBezTo>
                          <a:cubicBezTo>
                            <a:pt x="72466" y="42833"/>
                            <a:pt x="71942" y="50667"/>
                            <a:pt x="73000" y="58500"/>
                          </a:cubicBezTo>
                          <a:cubicBezTo>
                            <a:pt x="73670" y="66333"/>
                            <a:pt x="74065" y="74167"/>
                            <a:pt x="73000" y="82000"/>
                          </a:cubicBezTo>
                          <a:cubicBezTo>
                            <a:pt x="67444" y="82173"/>
                            <a:pt x="61889" y="82764"/>
                            <a:pt x="56333" y="82000"/>
                          </a:cubicBezTo>
                          <a:cubicBezTo>
                            <a:pt x="50778" y="82866"/>
                            <a:pt x="45222" y="81593"/>
                            <a:pt x="39667" y="82000"/>
                          </a:cubicBezTo>
                          <a:cubicBezTo>
                            <a:pt x="34111" y="82676"/>
                            <a:pt x="28556" y="81977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503" y="21330"/>
                            <a:pt x="62424" y="24743"/>
                            <a:pt x="66500" y="29000"/>
                          </a:cubicBezTo>
                          <a:cubicBezTo>
                            <a:pt x="62333" y="29401"/>
                            <a:pt x="58167" y="28698"/>
                            <a:pt x="54000" y="29000"/>
                          </a:cubicBezTo>
                          <a:cubicBezTo>
                            <a:pt x="54006" y="24833"/>
                            <a:pt x="5466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863"/>
                            <a:pt x="41667" y="9073"/>
                            <a:pt x="35500" y="8000"/>
                          </a:cubicBezTo>
                          <a:cubicBezTo>
                            <a:pt x="29333" y="8747"/>
                            <a:pt x="23167" y="8035"/>
                            <a:pt x="17000" y="8000"/>
                          </a:cubicBezTo>
                          <a:cubicBezTo>
                            <a:pt x="16837" y="14667"/>
                            <a:pt x="16216" y="21333"/>
                            <a:pt x="17000" y="28000"/>
                          </a:cubicBezTo>
                          <a:cubicBezTo>
                            <a:pt x="17144" y="34667"/>
                            <a:pt x="17442" y="41333"/>
                            <a:pt x="17000" y="48000"/>
                          </a:cubicBezTo>
                          <a:cubicBezTo>
                            <a:pt x="15891" y="54667"/>
                            <a:pt x="18071" y="61333"/>
                            <a:pt x="17000" y="68000"/>
                          </a:cubicBezTo>
                          <a:cubicBezTo>
                            <a:pt x="17510" y="74667"/>
                            <a:pt x="16455" y="81333"/>
                            <a:pt x="17000" y="88000"/>
                          </a:cubicBezTo>
                          <a:cubicBezTo>
                            <a:pt x="23889" y="87438"/>
                            <a:pt x="30778" y="87289"/>
                            <a:pt x="37667" y="88000"/>
                          </a:cubicBezTo>
                          <a:cubicBezTo>
                            <a:pt x="44556" y="87119"/>
                            <a:pt x="51444" y="86893"/>
                            <a:pt x="58333" y="88000"/>
                          </a:cubicBezTo>
                          <a:cubicBezTo>
                            <a:pt x="65222" y="87431"/>
                            <a:pt x="72111" y="86856"/>
                            <a:pt x="79000" y="88000"/>
                          </a:cubicBezTo>
                          <a:cubicBezTo>
                            <a:pt x="79943" y="81556"/>
                            <a:pt x="79275" y="75111"/>
                            <a:pt x="79000" y="68667"/>
                          </a:cubicBezTo>
                          <a:cubicBezTo>
                            <a:pt x="78036" y="62222"/>
                            <a:pt x="80131" y="55778"/>
                            <a:pt x="79000" y="49333"/>
                          </a:cubicBezTo>
                          <a:cubicBezTo>
                            <a:pt x="79608" y="42889"/>
                            <a:pt x="79026" y="36444"/>
                            <a:pt x="79000" y="30000"/>
                          </a:cubicBezTo>
                          <a:cubicBezTo>
                            <a:pt x="74717" y="26466"/>
                            <a:pt x="70869" y="22437"/>
                            <a:pt x="66500" y="19000"/>
                          </a:cubicBezTo>
                          <a:cubicBezTo>
                            <a:pt x="62048" y="15658"/>
                            <a:pt x="58278" y="11541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Alert icon 2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141"/>
                    <a:pt x="41667" y="44185"/>
                    <a:pt x="48000" y="45000"/>
                  </a:cubicBezTo>
                  <a:cubicBezTo>
                    <a:pt x="54333" y="45515"/>
                    <a:pt x="60667" y="45963"/>
                    <a:pt x="67000" y="45000"/>
                  </a:cubicBezTo>
                  <a:cubicBezTo>
                    <a:pt x="67028" y="46333"/>
                    <a:pt x="66867" y="47667"/>
                    <a:pt x="67000" y="49000"/>
                  </a:cubicBezTo>
                  <a:cubicBezTo>
                    <a:pt x="60667" y="48677"/>
                    <a:pt x="54333" y="48760"/>
                    <a:pt x="48000" y="49000"/>
                  </a:cubicBezTo>
                  <a:cubicBezTo>
                    <a:pt x="41667" y="50030"/>
                    <a:pt x="35333" y="49120"/>
                    <a:pt x="29000" y="49000"/>
                  </a:cubicBezTo>
                  <a:cubicBezTo>
                    <a:pt x="28831" y="47667"/>
                    <a:pt x="29108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160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141"/>
                            <a:pt x="41667" y="44185"/>
                            <a:pt x="48000" y="45000"/>
                          </a:cubicBezTo>
                          <a:cubicBezTo>
                            <a:pt x="54333" y="45515"/>
                            <a:pt x="60667" y="45963"/>
                            <a:pt x="67000" y="45000"/>
                          </a:cubicBezTo>
                          <a:cubicBezTo>
                            <a:pt x="67028" y="46333"/>
                            <a:pt x="66867" y="47667"/>
                            <a:pt x="67000" y="49000"/>
                          </a:cubicBezTo>
                          <a:cubicBezTo>
                            <a:pt x="60667" y="48677"/>
                            <a:pt x="54333" y="48760"/>
                            <a:pt x="48000" y="49000"/>
                          </a:cubicBezTo>
                          <a:cubicBezTo>
                            <a:pt x="41667" y="50030"/>
                            <a:pt x="35333" y="49120"/>
                            <a:pt x="29000" y="49000"/>
                          </a:cubicBezTo>
                          <a:cubicBezTo>
                            <a:pt x="28831" y="47667"/>
                            <a:pt x="29108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Alert icon 3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428"/>
                    <a:pt x="37667" y="36715"/>
                    <a:pt x="42000" y="37000"/>
                  </a:cubicBezTo>
                  <a:cubicBezTo>
                    <a:pt x="42184" y="38333"/>
                    <a:pt x="41931" y="39667"/>
                    <a:pt x="42000" y="41000"/>
                  </a:cubicBezTo>
                  <a:cubicBezTo>
                    <a:pt x="37667" y="41394"/>
                    <a:pt x="33333" y="40670"/>
                    <a:pt x="29000" y="41000"/>
                  </a:cubicBezTo>
                  <a:cubicBezTo>
                    <a:pt x="28978" y="39667"/>
                    <a:pt x="29086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239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428"/>
                            <a:pt x="37667" y="36715"/>
                            <a:pt x="42000" y="37000"/>
                          </a:cubicBezTo>
                          <a:cubicBezTo>
                            <a:pt x="42184" y="38333"/>
                            <a:pt x="41931" y="39667"/>
                            <a:pt x="42000" y="41000"/>
                          </a:cubicBezTo>
                          <a:cubicBezTo>
                            <a:pt x="37667" y="41394"/>
                            <a:pt x="33333" y="40670"/>
                            <a:pt x="29000" y="41000"/>
                          </a:cubicBezTo>
                          <a:cubicBezTo>
                            <a:pt x="28978" y="39667"/>
                            <a:pt x="2908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Alert icon 4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215"/>
                    <a:pt x="41667" y="53175"/>
                    <a:pt x="48000" y="53000"/>
                  </a:cubicBezTo>
                  <a:cubicBezTo>
                    <a:pt x="54333" y="52795"/>
                    <a:pt x="60667" y="52868"/>
                    <a:pt x="67000" y="53000"/>
                  </a:cubicBezTo>
                  <a:cubicBezTo>
                    <a:pt x="66778" y="54333"/>
                    <a:pt x="67002" y="55667"/>
                    <a:pt x="67000" y="57000"/>
                  </a:cubicBezTo>
                  <a:cubicBezTo>
                    <a:pt x="60667" y="55920"/>
                    <a:pt x="54333" y="56225"/>
                    <a:pt x="48000" y="57000"/>
                  </a:cubicBezTo>
                  <a:cubicBezTo>
                    <a:pt x="41667" y="57598"/>
                    <a:pt x="35333" y="56550"/>
                    <a:pt x="29000" y="57000"/>
                  </a:cubicBezTo>
                  <a:cubicBezTo>
                    <a:pt x="29160" y="55667"/>
                    <a:pt x="28795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186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215"/>
                            <a:pt x="41667" y="53175"/>
                            <a:pt x="48000" y="53000"/>
                          </a:cubicBezTo>
                          <a:cubicBezTo>
                            <a:pt x="54333" y="52795"/>
                            <a:pt x="60667" y="52868"/>
                            <a:pt x="67000" y="53000"/>
                          </a:cubicBezTo>
                          <a:cubicBezTo>
                            <a:pt x="66778" y="54333"/>
                            <a:pt x="67002" y="55667"/>
                            <a:pt x="67000" y="57000"/>
                          </a:cubicBezTo>
                          <a:cubicBezTo>
                            <a:pt x="60667" y="55920"/>
                            <a:pt x="54333" y="56225"/>
                            <a:pt x="48000" y="57000"/>
                          </a:cubicBezTo>
                          <a:cubicBezTo>
                            <a:pt x="41667" y="57598"/>
                            <a:pt x="35333" y="56550"/>
                            <a:pt x="29000" y="57000"/>
                          </a:cubicBezTo>
                          <a:cubicBezTo>
                            <a:pt x="29160" y="55667"/>
                            <a:pt x="28795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Alert icon 5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962"/>
                    <a:pt x="41667" y="59944"/>
                    <a:pt x="48000" y="61000"/>
                  </a:cubicBezTo>
                  <a:cubicBezTo>
                    <a:pt x="54333" y="60710"/>
                    <a:pt x="60667" y="60806"/>
                    <a:pt x="67000" y="61000"/>
                  </a:cubicBezTo>
                  <a:cubicBezTo>
                    <a:pt x="67169" y="62333"/>
                    <a:pt x="66933" y="63667"/>
                    <a:pt x="67000" y="65000"/>
                  </a:cubicBezTo>
                  <a:cubicBezTo>
                    <a:pt x="60667" y="65415"/>
                    <a:pt x="54333" y="65377"/>
                    <a:pt x="48000" y="65000"/>
                  </a:cubicBezTo>
                  <a:cubicBezTo>
                    <a:pt x="41667" y="65151"/>
                    <a:pt x="35333" y="65650"/>
                    <a:pt x="29000" y="65000"/>
                  </a:cubicBezTo>
                  <a:cubicBezTo>
                    <a:pt x="28877" y="63667"/>
                    <a:pt x="2906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978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962"/>
                            <a:pt x="41667" y="59944"/>
                            <a:pt x="48000" y="61000"/>
                          </a:cubicBezTo>
                          <a:cubicBezTo>
                            <a:pt x="54333" y="60710"/>
                            <a:pt x="60667" y="60806"/>
                            <a:pt x="67000" y="61000"/>
                          </a:cubicBezTo>
                          <a:cubicBezTo>
                            <a:pt x="67169" y="62333"/>
                            <a:pt x="66933" y="63667"/>
                            <a:pt x="67000" y="65000"/>
                          </a:cubicBezTo>
                          <a:cubicBezTo>
                            <a:pt x="60667" y="65415"/>
                            <a:pt x="54333" y="65377"/>
                            <a:pt x="48000" y="65000"/>
                          </a:cubicBezTo>
                          <a:cubicBezTo>
                            <a:pt x="41667" y="65151"/>
                            <a:pt x="35333" y="65650"/>
                            <a:pt x="29000" y="65000"/>
                          </a:cubicBezTo>
                          <a:cubicBezTo>
                            <a:pt x="28877" y="63667"/>
                            <a:pt x="2906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Alert icon 6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831"/>
                    <a:pt x="41667" y="68723"/>
                    <a:pt x="48000" y="69000"/>
                  </a:cubicBezTo>
                  <a:cubicBezTo>
                    <a:pt x="54333" y="69304"/>
                    <a:pt x="60667" y="68711"/>
                    <a:pt x="67000" y="69000"/>
                  </a:cubicBezTo>
                  <a:cubicBezTo>
                    <a:pt x="66876" y="70333"/>
                    <a:pt x="66831" y="71667"/>
                    <a:pt x="67000" y="73000"/>
                  </a:cubicBezTo>
                  <a:cubicBezTo>
                    <a:pt x="60667" y="73791"/>
                    <a:pt x="54333" y="72433"/>
                    <a:pt x="48000" y="73000"/>
                  </a:cubicBezTo>
                  <a:cubicBezTo>
                    <a:pt x="41667" y="73706"/>
                    <a:pt x="35333" y="72861"/>
                    <a:pt x="29000" y="73000"/>
                  </a:cubicBezTo>
                  <a:cubicBezTo>
                    <a:pt x="28797" y="71667"/>
                    <a:pt x="28972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770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831"/>
                            <a:pt x="41667" y="68723"/>
                            <a:pt x="48000" y="69000"/>
                          </a:cubicBezTo>
                          <a:cubicBezTo>
                            <a:pt x="54333" y="69304"/>
                            <a:pt x="60667" y="68711"/>
                            <a:pt x="67000" y="69000"/>
                          </a:cubicBezTo>
                          <a:cubicBezTo>
                            <a:pt x="66876" y="70333"/>
                            <a:pt x="66831" y="71667"/>
                            <a:pt x="67000" y="73000"/>
                          </a:cubicBezTo>
                          <a:cubicBezTo>
                            <a:pt x="60667" y="73791"/>
                            <a:pt x="54333" y="72433"/>
                            <a:pt x="48000" y="73000"/>
                          </a:cubicBezTo>
                          <a:cubicBezTo>
                            <a:pt x="41667" y="73706"/>
                            <a:pt x="35333" y="72861"/>
                            <a:pt x="29000" y="73000"/>
                          </a:cubicBezTo>
                          <a:cubicBezTo>
                            <a:pt x="28797" y="71667"/>
                            <a:pt x="2897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5" name="Alert label"/>
          <p:cNvSpPr txBox="1"/>
          <p:nvPr/>
        </p:nvSpPr>
        <p:spPr>
          <a:xfrm>
            <a:off x="8713096" y="528297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C00000"/>
                </a:solidFill>
                <a:latin typeface="Ink Free" panose="03080402000500000000" pitchFamily="66" charset="0"/>
              </a:rPr>
              <a:t>Alert</a:t>
            </a:r>
          </a:p>
        </p:txBody>
      </p:sp>
      <p:sp>
        <p:nvSpPr>
          <p:cNvPr id="136" name="Alert detail"/>
          <p:cNvSpPr txBox="1"/>
          <p:nvPr/>
        </p:nvSpPr>
        <p:spPr>
          <a:xfrm>
            <a:off x="8353545" y="5648738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 reports, 06-18 → 07-05</a:t>
            </a:r>
          </a:p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bridge washed out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F08 Anomaly Detection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/>
              <a:t>The stream is boring on purpose</a:t>
            </a:r>
          </a:p>
          <a:p>
            <a:r>
              <a:rPr sz="2400"/>
              <a:t>The centroid: the center of normal</a:t>
            </a:r>
          </a:p>
          <a:p>
            <a:r>
              <a:rPr sz="2400"/>
              <a:t>❌ </a:t>
            </a:r>
            <a:r>
              <a:rPr sz="2400">
                <a:latin typeface="Consolas"/>
              </a:rPr>
              <a:t>--raw</a:t>
            </a:r>
            <a:r>
              <a:rPr sz="2400"/>
              <a:t>: washouts lost mid-list</a:t>
            </a:r>
          </a:p>
          <a:p>
            <a:r>
              <a:rPr sz="2400"/>
              <a:t>✅ </a:t>
            </a:r>
            <a:r>
              <a:rPr sz="2400">
                <a:latin typeface="Consolas"/>
              </a:rPr>
              <a:t>classification:</a:t>
            </a:r>
            <a:r>
              <a:rPr sz="2400"/>
              <a:t> prefix: rank 11 → 2</a:t>
            </a:r>
          </a:p>
          <a:p>
            <a:r>
              <a:rPr sz="2400"/>
              <a:t>Alert rule: 1 alert · 3 real reports · 0 false</a:t>
            </a:r>
          </a:p>
          <a:p>
            <a:r>
              <a:rPr sz="2400"/>
              <a:t>The bear trail: cleaner still</a:t>
            </a:r>
          </a:p>
          <a:p>
            <a:r>
              <a:rPr sz="2400"/>
              <a:t>Model calls: embeddings only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F09 ·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eld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The AI drafts; a </a:t>
            </a:r>
            <a:r>
              <a:rPr sz="4000" b="1">
                <a:solidFill>
                  <a:srgbClr val="017AB4"/>
                </a:solidFill>
              </a:rPr>
              <a:t>person approves</a:t>
            </a:r>
            <a:r>
              <a:rPr sz="4000"/>
              <a:t> before anything goes out.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630" y="76333"/>
                    <a:pt x="23775" y="70667"/>
                    <a:pt x="23000" y="65000"/>
                  </a:cubicBezTo>
                  <a:cubicBezTo>
                    <a:pt x="22044" y="59333"/>
                    <a:pt x="22913" y="53667"/>
                    <a:pt x="23000" y="48000"/>
                  </a:cubicBezTo>
                  <a:cubicBezTo>
                    <a:pt x="23291" y="42333"/>
                    <a:pt x="23452" y="36667"/>
                    <a:pt x="23000" y="31000"/>
                  </a:cubicBezTo>
                  <a:cubicBezTo>
                    <a:pt x="23439" y="25333"/>
                    <a:pt x="22111" y="19667"/>
                    <a:pt x="23000" y="14000"/>
                  </a:cubicBezTo>
                  <a:cubicBezTo>
                    <a:pt x="31333" y="13182"/>
                    <a:pt x="39667" y="13736"/>
                    <a:pt x="48000" y="14000"/>
                  </a:cubicBezTo>
                  <a:cubicBezTo>
                    <a:pt x="47534" y="21000"/>
                    <a:pt x="47427" y="28000"/>
                    <a:pt x="48000" y="35000"/>
                  </a:cubicBezTo>
                  <a:cubicBezTo>
                    <a:pt x="56333" y="34559"/>
                    <a:pt x="64667" y="35411"/>
                    <a:pt x="73000" y="35000"/>
                  </a:cubicBezTo>
                  <a:cubicBezTo>
                    <a:pt x="74124" y="42833"/>
                    <a:pt x="72725" y="50667"/>
                    <a:pt x="73000" y="58500"/>
                  </a:cubicBezTo>
                  <a:cubicBezTo>
                    <a:pt x="73387" y="66333"/>
                    <a:pt x="72346" y="74167"/>
                    <a:pt x="73000" y="82000"/>
                  </a:cubicBezTo>
                  <a:cubicBezTo>
                    <a:pt x="67444" y="81523"/>
                    <a:pt x="61889" y="82013"/>
                    <a:pt x="56333" y="82000"/>
                  </a:cubicBezTo>
                  <a:cubicBezTo>
                    <a:pt x="50778" y="82431"/>
                    <a:pt x="45222" y="82392"/>
                    <a:pt x="39667" y="82000"/>
                  </a:cubicBezTo>
                  <a:cubicBezTo>
                    <a:pt x="34111" y="81933"/>
                    <a:pt x="28556" y="8167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964" y="20869"/>
                    <a:pt x="62962" y="24204"/>
                    <a:pt x="66500" y="29000"/>
                  </a:cubicBezTo>
                  <a:cubicBezTo>
                    <a:pt x="62333" y="28536"/>
                    <a:pt x="58167" y="29525"/>
                    <a:pt x="54000" y="29000"/>
                  </a:cubicBezTo>
                  <a:cubicBezTo>
                    <a:pt x="54420" y="24833"/>
                    <a:pt x="5449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093"/>
                    <a:pt x="41667" y="7413"/>
                    <a:pt x="35500" y="8000"/>
                  </a:cubicBezTo>
                  <a:cubicBezTo>
                    <a:pt x="29333" y="7526"/>
                    <a:pt x="23167" y="7992"/>
                    <a:pt x="17000" y="8000"/>
                  </a:cubicBezTo>
                  <a:cubicBezTo>
                    <a:pt x="16270" y="14667"/>
                    <a:pt x="17852" y="21333"/>
                    <a:pt x="17000" y="28000"/>
                  </a:cubicBezTo>
                  <a:cubicBezTo>
                    <a:pt x="16620" y="34667"/>
                    <a:pt x="16128" y="41333"/>
                    <a:pt x="17000" y="48000"/>
                  </a:cubicBezTo>
                  <a:cubicBezTo>
                    <a:pt x="16203" y="54667"/>
                    <a:pt x="17391" y="61333"/>
                    <a:pt x="17000" y="68000"/>
                  </a:cubicBezTo>
                  <a:cubicBezTo>
                    <a:pt x="17368" y="74667"/>
                    <a:pt x="16686" y="81333"/>
                    <a:pt x="17000" y="88000"/>
                  </a:cubicBezTo>
                  <a:cubicBezTo>
                    <a:pt x="23889" y="87425"/>
                    <a:pt x="30778" y="87092"/>
                    <a:pt x="37667" y="88000"/>
                  </a:cubicBezTo>
                  <a:cubicBezTo>
                    <a:pt x="44556" y="86981"/>
                    <a:pt x="51444" y="88303"/>
                    <a:pt x="58333" y="88000"/>
                  </a:cubicBezTo>
                  <a:cubicBezTo>
                    <a:pt x="65222" y="89151"/>
                    <a:pt x="72111" y="89010"/>
                    <a:pt x="79000" y="88000"/>
                  </a:cubicBezTo>
                  <a:cubicBezTo>
                    <a:pt x="79698" y="81556"/>
                    <a:pt x="79762" y="75111"/>
                    <a:pt x="79000" y="68667"/>
                  </a:cubicBezTo>
                  <a:cubicBezTo>
                    <a:pt x="79964" y="62222"/>
                    <a:pt x="78070" y="55778"/>
                    <a:pt x="79000" y="49333"/>
                  </a:cubicBezTo>
                  <a:cubicBezTo>
                    <a:pt x="79635" y="42889"/>
                    <a:pt x="78076" y="36444"/>
                    <a:pt x="79000" y="30000"/>
                  </a:cubicBezTo>
                  <a:cubicBezTo>
                    <a:pt x="74496" y="26717"/>
                    <a:pt x="70413" y="22954"/>
                    <a:pt x="66500" y="19000"/>
                  </a:cubicBezTo>
                  <a:cubicBezTo>
                    <a:pt x="62695" y="14922"/>
                    <a:pt x="57777" y="1211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70"/>
                    <a:pt x="41667" y="44433"/>
                    <a:pt x="48000" y="45000"/>
                  </a:cubicBezTo>
                  <a:cubicBezTo>
                    <a:pt x="54333" y="44736"/>
                    <a:pt x="60667" y="45744"/>
                    <a:pt x="67000" y="45000"/>
                  </a:cubicBezTo>
                  <a:cubicBezTo>
                    <a:pt x="67018" y="46333"/>
                    <a:pt x="66964" y="47667"/>
                    <a:pt x="67000" y="49000"/>
                  </a:cubicBezTo>
                  <a:cubicBezTo>
                    <a:pt x="60667" y="48105"/>
                    <a:pt x="54333" y="48517"/>
                    <a:pt x="48000" y="49000"/>
                  </a:cubicBezTo>
                  <a:cubicBezTo>
                    <a:pt x="41667" y="48562"/>
                    <a:pt x="35333" y="50083"/>
                    <a:pt x="29000" y="49000"/>
                  </a:cubicBezTo>
                  <a:cubicBezTo>
                    <a:pt x="28882" y="47667"/>
                    <a:pt x="29219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521"/>
                    <a:pt x="37667" y="37406"/>
                    <a:pt x="42000" y="37000"/>
                  </a:cubicBezTo>
                  <a:cubicBezTo>
                    <a:pt x="42067" y="38333"/>
                    <a:pt x="42167" y="39667"/>
                    <a:pt x="42000" y="41000"/>
                  </a:cubicBezTo>
                  <a:cubicBezTo>
                    <a:pt x="37667" y="40233"/>
                    <a:pt x="33333" y="41373"/>
                    <a:pt x="29000" y="41000"/>
                  </a:cubicBezTo>
                  <a:cubicBezTo>
                    <a:pt x="29010" y="39667"/>
                    <a:pt x="29226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412"/>
                    <a:pt x="41667" y="51894"/>
                    <a:pt x="48000" y="53000"/>
                  </a:cubicBezTo>
                  <a:cubicBezTo>
                    <a:pt x="54333" y="54001"/>
                    <a:pt x="60667" y="52830"/>
                    <a:pt x="67000" y="53000"/>
                  </a:cubicBezTo>
                  <a:cubicBezTo>
                    <a:pt x="67054" y="54333"/>
                    <a:pt x="67173" y="55667"/>
                    <a:pt x="67000" y="57000"/>
                  </a:cubicBezTo>
                  <a:cubicBezTo>
                    <a:pt x="60667" y="57828"/>
                    <a:pt x="54333" y="56380"/>
                    <a:pt x="48000" y="57000"/>
                  </a:cubicBezTo>
                  <a:cubicBezTo>
                    <a:pt x="41667" y="57626"/>
                    <a:pt x="35333" y="56686"/>
                    <a:pt x="29000" y="57000"/>
                  </a:cubicBezTo>
                  <a:cubicBezTo>
                    <a:pt x="29025" y="55667"/>
                    <a:pt x="2887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748"/>
                    <a:pt x="41667" y="61750"/>
                    <a:pt x="48000" y="61000"/>
                  </a:cubicBezTo>
                  <a:cubicBezTo>
                    <a:pt x="54333" y="60584"/>
                    <a:pt x="60667" y="61466"/>
                    <a:pt x="67000" y="61000"/>
                  </a:cubicBezTo>
                  <a:cubicBezTo>
                    <a:pt x="67215" y="62333"/>
                    <a:pt x="67082" y="63667"/>
                    <a:pt x="67000" y="65000"/>
                  </a:cubicBezTo>
                  <a:cubicBezTo>
                    <a:pt x="60667" y="63937"/>
                    <a:pt x="54333" y="64027"/>
                    <a:pt x="48000" y="65000"/>
                  </a:cubicBezTo>
                  <a:cubicBezTo>
                    <a:pt x="41667" y="66133"/>
                    <a:pt x="35333" y="66023"/>
                    <a:pt x="29000" y="65000"/>
                  </a:cubicBezTo>
                  <a:cubicBezTo>
                    <a:pt x="28994" y="63667"/>
                    <a:pt x="2881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375"/>
                    <a:pt x="41667" y="69788"/>
                    <a:pt x="48000" y="69000"/>
                  </a:cubicBezTo>
                  <a:cubicBezTo>
                    <a:pt x="54333" y="69926"/>
                    <a:pt x="60667" y="68602"/>
                    <a:pt x="67000" y="69000"/>
                  </a:cubicBezTo>
                  <a:cubicBezTo>
                    <a:pt x="66822" y="70333"/>
                    <a:pt x="66862" y="71667"/>
                    <a:pt x="67000" y="73000"/>
                  </a:cubicBezTo>
                  <a:cubicBezTo>
                    <a:pt x="60667" y="72719"/>
                    <a:pt x="54333" y="72499"/>
                    <a:pt x="48000" y="73000"/>
                  </a:cubicBezTo>
                  <a:cubicBezTo>
                    <a:pt x="41667" y="72962"/>
                    <a:pt x="35333" y="73871"/>
                    <a:pt x="29000" y="73000"/>
                  </a:cubicBezTo>
                  <a:cubicBezTo>
                    <a:pt x="29034" y="71667"/>
                    <a:pt x="28882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630" y="76333"/>
                    <a:pt x="23775" y="70667"/>
                    <a:pt x="23000" y="65000"/>
                  </a:cubicBezTo>
                  <a:cubicBezTo>
                    <a:pt x="22044" y="59333"/>
                    <a:pt x="22913" y="53667"/>
                    <a:pt x="23000" y="48000"/>
                  </a:cubicBezTo>
                  <a:cubicBezTo>
                    <a:pt x="23291" y="42333"/>
                    <a:pt x="23452" y="36667"/>
                    <a:pt x="23000" y="31000"/>
                  </a:cubicBezTo>
                  <a:cubicBezTo>
                    <a:pt x="23439" y="25333"/>
                    <a:pt x="22111" y="19667"/>
                    <a:pt x="23000" y="14000"/>
                  </a:cubicBezTo>
                  <a:cubicBezTo>
                    <a:pt x="31333" y="13182"/>
                    <a:pt x="39667" y="13736"/>
                    <a:pt x="48000" y="14000"/>
                  </a:cubicBezTo>
                  <a:cubicBezTo>
                    <a:pt x="47534" y="21000"/>
                    <a:pt x="47427" y="28000"/>
                    <a:pt x="48000" y="35000"/>
                  </a:cubicBezTo>
                  <a:cubicBezTo>
                    <a:pt x="56333" y="34559"/>
                    <a:pt x="64667" y="35411"/>
                    <a:pt x="73000" y="35000"/>
                  </a:cubicBezTo>
                  <a:cubicBezTo>
                    <a:pt x="74124" y="42833"/>
                    <a:pt x="72725" y="50667"/>
                    <a:pt x="73000" y="58500"/>
                  </a:cubicBezTo>
                  <a:cubicBezTo>
                    <a:pt x="73387" y="66333"/>
                    <a:pt x="72346" y="74167"/>
                    <a:pt x="73000" y="82000"/>
                  </a:cubicBezTo>
                  <a:cubicBezTo>
                    <a:pt x="67444" y="81523"/>
                    <a:pt x="61889" y="82013"/>
                    <a:pt x="56333" y="82000"/>
                  </a:cubicBezTo>
                  <a:cubicBezTo>
                    <a:pt x="50778" y="82431"/>
                    <a:pt x="45222" y="82392"/>
                    <a:pt x="39667" y="82000"/>
                  </a:cubicBezTo>
                  <a:cubicBezTo>
                    <a:pt x="34111" y="81933"/>
                    <a:pt x="28556" y="8167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964" y="20869"/>
                    <a:pt x="62962" y="24204"/>
                    <a:pt x="66500" y="29000"/>
                  </a:cubicBezTo>
                  <a:cubicBezTo>
                    <a:pt x="62333" y="28536"/>
                    <a:pt x="58167" y="29525"/>
                    <a:pt x="54000" y="29000"/>
                  </a:cubicBezTo>
                  <a:cubicBezTo>
                    <a:pt x="54420" y="24833"/>
                    <a:pt x="5449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093"/>
                    <a:pt x="41667" y="7413"/>
                    <a:pt x="35500" y="8000"/>
                  </a:cubicBezTo>
                  <a:cubicBezTo>
                    <a:pt x="29333" y="7526"/>
                    <a:pt x="23167" y="7992"/>
                    <a:pt x="17000" y="8000"/>
                  </a:cubicBezTo>
                  <a:cubicBezTo>
                    <a:pt x="16270" y="14667"/>
                    <a:pt x="17852" y="21333"/>
                    <a:pt x="17000" y="28000"/>
                  </a:cubicBezTo>
                  <a:cubicBezTo>
                    <a:pt x="16620" y="34667"/>
                    <a:pt x="16128" y="41333"/>
                    <a:pt x="17000" y="48000"/>
                  </a:cubicBezTo>
                  <a:cubicBezTo>
                    <a:pt x="16203" y="54667"/>
                    <a:pt x="17391" y="61333"/>
                    <a:pt x="17000" y="68000"/>
                  </a:cubicBezTo>
                  <a:cubicBezTo>
                    <a:pt x="17368" y="74667"/>
                    <a:pt x="16686" y="81333"/>
                    <a:pt x="17000" y="88000"/>
                  </a:cubicBezTo>
                  <a:cubicBezTo>
                    <a:pt x="23889" y="87425"/>
                    <a:pt x="30778" y="87092"/>
                    <a:pt x="37667" y="88000"/>
                  </a:cubicBezTo>
                  <a:cubicBezTo>
                    <a:pt x="44556" y="86981"/>
                    <a:pt x="51444" y="88303"/>
                    <a:pt x="58333" y="88000"/>
                  </a:cubicBezTo>
                  <a:cubicBezTo>
                    <a:pt x="65222" y="89151"/>
                    <a:pt x="72111" y="89010"/>
                    <a:pt x="79000" y="88000"/>
                  </a:cubicBezTo>
                  <a:cubicBezTo>
                    <a:pt x="79698" y="81556"/>
                    <a:pt x="79762" y="75111"/>
                    <a:pt x="79000" y="68667"/>
                  </a:cubicBezTo>
                  <a:cubicBezTo>
                    <a:pt x="79964" y="62222"/>
                    <a:pt x="78070" y="55778"/>
                    <a:pt x="79000" y="49333"/>
                  </a:cubicBezTo>
                  <a:cubicBezTo>
                    <a:pt x="79635" y="42889"/>
                    <a:pt x="78076" y="36444"/>
                    <a:pt x="79000" y="30000"/>
                  </a:cubicBezTo>
                  <a:cubicBezTo>
                    <a:pt x="74496" y="26717"/>
                    <a:pt x="70413" y="22954"/>
                    <a:pt x="66500" y="19000"/>
                  </a:cubicBezTo>
                  <a:cubicBezTo>
                    <a:pt x="62695" y="14922"/>
                    <a:pt x="57777" y="1211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70"/>
                    <a:pt x="41667" y="44433"/>
                    <a:pt x="48000" y="45000"/>
                  </a:cubicBezTo>
                  <a:cubicBezTo>
                    <a:pt x="54333" y="44736"/>
                    <a:pt x="60667" y="45744"/>
                    <a:pt x="67000" y="45000"/>
                  </a:cubicBezTo>
                  <a:cubicBezTo>
                    <a:pt x="67018" y="46333"/>
                    <a:pt x="66964" y="47667"/>
                    <a:pt x="67000" y="49000"/>
                  </a:cubicBezTo>
                  <a:cubicBezTo>
                    <a:pt x="60667" y="48105"/>
                    <a:pt x="54333" y="48517"/>
                    <a:pt x="48000" y="49000"/>
                  </a:cubicBezTo>
                  <a:cubicBezTo>
                    <a:pt x="41667" y="48562"/>
                    <a:pt x="35333" y="50083"/>
                    <a:pt x="29000" y="49000"/>
                  </a:cubicBezTo>
                  <a:cubicBezTo>
                    <a:pt x="28882" y="47667"/>
                    <a:pt x="29219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521"/>
                    <a:pt x="37667" y="37406"/>
                    <a:pt x="42000" y="37000"/>
                  </a:cubicBezTo>
                  <a:cubicBezTo>
                    <a:pt x="42067" y="38333"/>
                    <a:pt x="42167" y="39667"/>
                    <a:pt x="42000" y="41000"/>
                  </a:cubicBezTo>
                  <a:cubicBezTo>
                    <a:pt x="37667" y="40233"/>
                    <a:pt x="33333" y="41373"/>
                    <a:pt x="29000" y="41000"/>
                  </a:cubicBezTo>
                  <a:cubicBezTo>
                    <a:pt x="29010" y="39667"/>
                    <a:pt x="29226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412"/>
                    <a:pt x="41667" y="51894"/>
                    <a:pt x="48000" y="53000"/>
                  </a:cubicBezTo>
                  <a:cubicBezTo>
                    <a:pt x="54333" y="54001"/>
                    <a:pt x="60667" y="52830"/>
                    <a:pt x="67000" y="53000"/>
                  </a:cubicBezTo>
                  <a:cubicBezTo>
                    <a:pt x="67054" y="54333"/>
                    <a:pt x="67173" y="55667"/>
                    <a:pt x="67000" y="57000"/>
                  </a:cubicBezTo>
                  <a:cubicBezTo>
                    <a:pt x="60667" y="57828"/>
                    <a:pt x="54333" y="56380"/>
                    <a:pt x="48000" y="57000"/>
                  </a:cubicBezTo>
                  <a:cubicBezTo>
                    <a:pt x="41667" y="57626"/>
                    <a:pt x="35333" y="56686"/>
                    <a:pt x="29000" y="57000"/>
                  </a:cubicBezTo>
                  <a:cubicBezTo>
                    <a:pt x="29025" y="55667"/>
                    <a:pt x="2887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748"/>
                    <a:pt x="41667" y="61750"/>
                    <a:pt x="48000" y="61000"/>
                  </a:cubicBezTo>
                  <a:cubicBezTo>
                    <a:pt x="54333" y="60584"/>
                    <a:pt x="60667" y="61466"/>
                    <a:pt x="67000" y="61000"/>
                  </a:cubicBezTo>
                  <a:cubicBezTo>
                    <a:pt x="67215" y="62333"/>
                    <a:pt x="67082" y="63667"/>
                    <a:pt x="67000" y="65000"/>
                  </a:cubicBezTo>
                  <a:cubicBezTo>
                    <a:pt x="60667" y="63937"/>
                    <a:pt x="54333" y="64027"/>
                    <a:pt x="48000" y="65000"/>
                  </a:cubicBezTo>
                  <a:cubicBezTo>
                    <a:pt x="41667" y="66133"/>
                    <a:pt x="35333" y="66023"/>
                    <a:pt x="29000" y="65000"/>
                  </a:cubicBezTo>
                  <a:cubicBezTo>
                    <a:pt x="28994" y="63667"/>
                    <a:pt x="2881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375"/>
                    <a:pt x="41667" y="69788"/>
                    <a:pt x="48000" y="69000"/>
                  </a:cubicBezTo>
                  <a:cubicBezTo>
                    <a:pt x="54333" y="69926"/>
                    <a:pt x="60667" y="68602"/>
                    <a:pt x="67000" y="69000"/>
                  </a:cubicBezTo>
                  <a:cubicBezTo>
                    <a:pt x="66822" y="70333"/>
                    <a:pt x="66862" y="71667"/>
                    <a:pt x="67000" y="73000"/>
                  </a:cubicBezTo>
                  <a:cubicBezTo>
                    <a:pt x="60667" y="72719"/>
                    <a:pt x="54333" y="72499"/>
                    <a:pt x="48000" y="73000"/>
                  </a:cubicBezTo>
                  <a:cubicBezTo>
                    <a:pt x="41667" y="72962"/>
                    <a:pt x="35333" y="73871"/>
                    <a:pt x="29000" y="73000"/>
                  </a:cubicBezTo>
                  <a:cubicBezTo>
                    <a:pt x="29034" y="71667"/>
                    <a:pt x="28882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630" y="76333"/>
                    <a:pt x="23775" y="70667"/>
                    <a:pt x="23000" y="65000"/>
                  </a:cubicBezTo>
                  <a:cubicBezTo>
                    <a:pt x="22044" y="59333"/>
                    <a:pt x="22913" y="53667"/>
                    <a:pt x="23000" y="48000"/>
                  </a:cubicBezTo>
                  <a:cubicBezTo>
                    <a:pt x="23291" y="42333"/>
                    <a:pt x="23452" y="36667"/>
                    <a:pt x="23000" y="31000"/>
                  </a:cubicBezTo>
                  <a:cubicBezTo>
                    <a:pt x="23439" y="25333"/>
                    <a:pt x="22111" y="19667"/>
                    <a:pt x="23000" y="14000"/>
                  </a:cubicBezTo>
                  <a:cubicBezTo>
                    <a:pt x="31333" y="13182"/>
                    <a:pt x="39667" y="13736"/>
                    <a:pt x="48000" y="14000"/>
                  </a:cubicBezTo>
                  <a:cubicBezTo>
                    <a:pt x="47534" y="21000"/>
                    <a:pt x="47427" y="28000"/>
                    <a:pt x="48000" y="35000"/>
                  </a:cubicBezTo>
                  <a:cubicBezTo>
                    <a:pt x="56333" y="34559"/>
                    <a:pt x="64667" y="35411"/>
                    <a:pt x="73000" y="35000"/>
                  </a:cubicBezTo>
                  <a:cubicBezTo>
                    <a:pt x="74124" y="42833"/>
                    <a:pt x="72725" y="50667"/>
                    <a:pt x="73000" y="58500"/>
                  </a:cubicBezTo>
                  <a:cubicBezTo>
                    <a:pt x="73387" y="66333"/>
                    <a:pt x="72346" y="74167"/>
                    <a:pt x="73000" y="82000"/>
                  </a:cubicBezTo>
                  <a:cubicBezTo>
                    <a:pt x="67444" y="81523"/>
                    <a:pt x="61889" y="82013"/>
                    <a:pt x="56333" y="82000"/>
                  </a:cubicBezTo>
                  <a:cubicBezTo>
                    <a:pt x="50778" y="82431"/>
                    <a:pt x="45222" y="82392"/>
                    <a:pt x="39667" y="82000"/>
                  </a:cubicBezTo>
                  <a:cubicBezTo>
                    <a:pt x="34111" y="81933"/>
                    <a:pt x="28556" y="8167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964" y="20869"/>
                    <a:pt x="62962" y="24204"/>
                    <a:pt x="66500" y="29000"/>
                  </a:cubicBezTo>
                  <a:cubicBezTo>
                    <a:pt x="62333" y="28536"/>
                    <a:pt x="58167" y="29525"/>
                    <a:pt x="54000" y="29000"/>
                  </a:cubicBezTo>
                  <a:cubicBezTo>
                    <a:pt x="54420" y="24833"/>
                    <a:pt x="5449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093"/>
                    <a:pt x="41667" y="7413"/>
                    <a:pt x="35500" y="8000"/>
                  </a:cubicBezTo>
                  <a:cubicBezTo>
                    <a:pt x="29333" y="7526"/>
                    <a:pt x="23167" y="7992"/>
                    <a:pt x="17000" y="8000"/>
                  </a:cubicBezTo>
                  <a:cubicBezTo>
                    <a:pt x="16270" y="14667"/>
                    <a:pt x="17852" y="21333"/>
                    <a:pt x="17000" y="28000"/>
                  </a:cubicBezTo>
                  <a:cubicBezTo>
                    <a:pt x="16620" y="34667"/>
                    <a:pt x="16128" y="41333"/>
                    <a:pt x="17000" y="48000"/>
                  </a:cubicBezTo>
                  <a:cubicBezTo>
                    <a:pt x="16203" y="54667"/>
                    <a:pt x="17391" y="61333"/>
                    <a:pt x="17000" y="68000"/>
                  </a:cubicBezTo>
                  <a:cubicBezTo>
                    <a:pt x="17368" y="74667"/>
                    <a:pt x="16686" y="81333"/>
                    <a:pt x="17000" y="88000"/>
                  </a:cubicBezTo>
                  <a:cubicBezTo>
                    <a:pt x="23889" y="87425"/>
                    <a:pt x="30778" y="87092"/>
                    <a:pt x="37667" y="88000"/>
                  </a:cubicBezTo>
                  <a:cubicBezTo>
                    <a:pt x="44556" y="86981"/>
                    <a:pt x="51444" y="88303"/>
                    <a:pt x="58333" y="88000"/>
                  </a:cubicBezTo>
                  <a:cubicBezTo>
                    <a:pt x="65222" y="89151"/>
                    <a:pt x="72111" y="89010"/>
                    <a:pt x="79000" y="88000"/>
                  </a:cubicBezTo>
                  <a:cubicBezTo>
                    <a:pt x="79698" y="81556"/>
                    <a:pt x="79762" y="75111"/>
                    <a:pt x="79000" y="68667"/>
                  </a:cubicBezTo>
                  <a:cubicBezTo>
                    <a:pt x="79964" y="62222"/>
                    <a:pt x="78070" y="55778"/>
                    <a:pt x="79000" y="49333"/>
                  </a:cubicBezTo>
                  <a:cubicBezTo>
                    <a:pt x="79635" y="42889"/>
                    <a:pt x="78076" y="36444"/>
                    <a:pt x="79000" y="30000"/>
                  </a:cubicBezTo>
                  <a:cubicBezTo>
                    <a:pt x="74496" y="26717"/>
                    <a:pt x="70413" y="22954"/>
                    <a:pt x="66500" y="19000"/>
                  </a:cubicBezTo>
                  <a:cubicBezTo>
                    <a:pt x="62695" y="14922"/>
                    <a:pt x="57777" y="1211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70"/>
                    <a:pt x="41667" y="44433"/>
                    <a:pt x="48000" y="45000"/>
                  </a:cubicBezTo>
                  <a:cubicBezTo>
                    <a:pt x="54333" y="44736"/>
                    <a:pt x="60667" y="45744"/>
                    <a:pt x="67000" y="45000"/>
                  </a:cubicBezTo>
                  <a:cubicBezTo>
                    <a:pt x="67018" y="46333"/>
                    <a:pt x="66964" y="47667"/>
                    <a:pt x="67000" y="49000"/>
                  </a:cubicBezTo>
                  <a:cubicBezTo>
                    <a:pt x="60667" y="48105"/>
                    <a:pt x="54333" y="48517"/>
                    <a:pt x="48000" y="49000"/>
                  </a:cubicBezTo>
                  <a:cubicBezTo>
                    <a:pt x="41667" y="48562"/>
                    <a:pt x="35333" y="50083"/>
                    <a:pt x="29000" y="49000"/>
                  </a:cubicBezTo>
                  <a:cubicBezTo>
                    <a:pt x="28882" y="47667"/>
                    <a:pt x="29219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521"/>
                    <a:pt x="37667" y="37406"/>
                    <a:pt x="42000" y="37000"/>
                  </a:cubicBezTo>
                  <a:cubicBezTo>
                    <a:pt x="42067" y="38333"/>
                    <a:pt x="42167" y="39667"/>
                    <a:pt x="42000" y="41000"/>
                  </a:cubicBezTo>
                  <a:cubicBezTo>
                    <a:pt x="37667" y="40233"/>
                    <a:pt x="33333" y="41373"/>
                    <a:pt x="29000" y="41000"/>
                  </a:cubicBezTo>
                  <a:cubicBezTo>
                    <a:pt x="29010" y="39667"/>
                    <a:pt x="29226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412"/>
                    <a:pt x="41667" y="51894"/>
                    <a:pt x="48000" y="53000"/>
                  </a:cubicBezTo>
                  <a:cubicBezTo>
                    <a:pt x="54333" y="54001"/>
                    <a:pt x="60667" y="52830"/>
                    <a:pt x="67000" y="53000"/>
                  </a:cubicBezTo>
                  <a:cubicBezTo>
                    <a:pt x="67054" y="54333"/>
                    <a:pt x="67173" y="55667"/>
                    <a:pt x="67000" y="57000"/>
                  </a:cubicBezTo>
                  <a:cubicBezTo>
                    <a:pt x="60667" y="57828"/>
                    <a:pt x="54333" y="56380"/>
                    <a:pt x="48000" y="57000"/>
                  </a:cubicBezTo>
                  <a:cubicBezTo>
                    <a:pt x="41667" y="57626"/>
                    <a:pt x="35333" y="56686"/>
                    <a:pt x="29000" y="57000"/>
                  </a:cubicBezTo>
                  <a:cubicBezTo>
                    <a:pt x="29025" y="55667"/>
                    <a:pt x="2887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748"/>
                    <a:pt x="41667" y="61750"/>
                    <a:pt x="48000" y="61000"/>
                  </a:cubicBezTo>
                  <a:cubicBezTo>
                    <a:pt x="54333" y="60584"/>
                    <a:pt x="60667" y="61466"/>
                    <a:pt x="67000" y="61000"/>
                  </a:cubicBezTo>
                  <a:cubicBezTo>
                    <a:pt x="67215" y="62333"/>
                    <a:pt x="67082" y="63667"/>
                    <a:pt x="67000" y="65000"/>
                  </a:cubicBezTo>
                  <a:cubicBezTo>
                    <a:pt x="60667" y="63937"/>
                    <a:pt x="54333" y="64027"/>
                    <a:pt x="48000" y="65000"/>
                  </a:cubicBezTo>
                  <a:cubicBezTo>
                    <a:pt x="41667" y="66133"/>
                    <a:pt x="35333" y="66023"/>
                    <a:pt x="29000" y="65000"/>
                  </a:cubicBezTo>
                  <a:cubicBezTo>
                    <a:pt x="28994" y="63667"/>
                    <a:pt x="2881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375"/>
                    <a:pt x="41667" y="69788"/>
                    <a:pt x="48000" y="69000"/>
                  </a:cubicBezTo>
                  <a:cubicBezTo>
                    <a:pt x="54333" y="69926"/>
                    <a:pt x="60667" y="68602"/>
                    <a:pt x="67000" y="69000"/>
                  </a:cubicBezTo>
                  <a:cubicBezTo>
                    <a:pt x="66822" y="70333"/>
                    <a:pt x="66862" y="71667"/>
                    <a:pt x="67000" y="73000"/>
                  </a:cubicBezTo>
                  <a:cubicBezTo>
                    <a:pt x="60667" y="72719"/>
                    <a:pt x="54333" y="72499"/>
                    <a:pt x="48000" y="73000"/>
                  </a:cubicBezTo>
                  <a:cubicBezTo>
                    <a:pt x="41667" y="72962"/>
                    <a:pt x="35333" y="73871"/>
                    <a:pt x="29000" y="73000"/>
                  </a:cubicBezTo>
                  <a:cubicBezTo>
                    <a:pt x="29034" y="71667"/>
                    <a:pt x="28882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630" y="76333"/>
                    <a:pt x="23775" y="70667"/>
                    <a:pt x="23000" y="65000"/>
                  </a:cubicBezTo>
                  <a:cubicBezTo>
                    <a:pt x="22044" y="59333"/>
                    <a:pt x="22913" y="53667"/>
                    <a:pt x="23000" y="48000"/>
                  </a:cubicBezTo>
                  <a:cubicBezTo>
                    <a:pt x="23291" y="42333"/>
                    <a:pt x="23452" y="36667"/>
                    <a:pt x="23000" y="31000"/>
                  </a:cubicBezTo>
                  <a:cubicBezTo>
                    <a:pt x="23439" y="25333"/>
                    <a:pt x="22111" y="19667"/>
                    <a:pt x="23000" y="14000"/>
                  </a:cubicBezTo>
                  <a:cubicBezTo>
                    <a:pt x="31333" y="13182"/>
                    <a:pt x="39667" y="13736"/>
                    <a:pt x="48000" y="14000"/>
                  </a:cubicBezTo>
                  <a:cubicBezTo>
                    <a:pt x="47534" y="21000"/>
                    <a:pt x="47427" y="28000"/>
                    <a:pt x="48000" y="35000"/>
                  </a:cubicBezTo>
                  <a:cubicBezTo>
                    <a:pt x="56333" y="34559"/>
                    <a:pt x="64667" y="35411"/>
                    <a:pt x="73000" y="35000"/>
                  </a:cubicBezTo>
                  <a:cubicBezTo>
                    <a:pt x="74124" y="42833"/>
                    <a:pt x="72725" y="50667"/>
                    <a:pt x="73000" y="58500"/>
                  </a:cubicBezTo>
                  <a:cubicBezTo>
                    <a:pt x="73387" y="66333"/>
                    <a:pt x="72346" y="74167"/>
                    <a:pt x="73000" y="82000"/>
                  </a:cubicBezTo>
                  <a:cubicBezTo>
                    <a:pt x="67444" y="81523"/>
                    <a:pt x="61889" y="82013"/>
                    <a:pt x="56333" y="82000"/>
                  </a:cubicBezTo>
                  <a:cubicBezTo>
                    <a:pt x="50778" y="82431"/>
                    <a:pt x="45222" y="82392"/>
                    <a:pt x="39667" y="82000"/>
                  </a:cubicBezTo>
                  <a:cubicBezTo>
                    <a:pt x="34111" y="81933"/>
                    <a:pt x="28556" y="8167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964" y="20869"/>
                    <a:pt x="62962" y="24204"/>
                    <a:pt x="66500" y="29000"/>
                  </a:cubicBezTo>
                  <a:cubicBezTo>
                    <a:pt x="62333" y="28536"/>
                    <a:pt x="58167" y="29525"/>
                    <a:pt x="54000" y="29000"/>
                  </a:cubicBezTo>
                  <a:cubicBezTo>
                    <a:pt x="54420" y="24833"/>
                    <a:pt x="5449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093"/>
                    <a:pt x="41667" y="7413"/>
                    <a:pt x="35500" y="8000"/>
                  </a:cubicBezTo>
                  <a:cubicBezTo>
                    <a:pt x="29333" y="7526"/>
                    <a:pt x="23167" y="7992"/>
                    <a:pt x="17000" y="8000"/>
                  </a:cubicBezTo>
                  <a:cubicBezTo>
                    <a:pt x="16270" y="14667"/>
                    <a:pt x="17852" y="21333"/>
                    <a:pt x="17000" y="28000"/>
                  </a:cubicBezTo>
                  <a:cubicBezTo>
                    <a:pt x="16620" y="34667"/>
                    <a:pt x="16128" y="41333"/>
                    <a:pt x="17000" y="48000"/>
                  </a:cubicBezTo>
                  <a:cubicBezTo>
                    <a:pt x="16203" y="54667"/>
                    <a:pt x="17391" y="61333"/>
                    <a:pt x="17000" y="68000"/>
                  </a:cubicBezTo>
                  <a:cubicBezTo>
                    <a:pt x="17368" y="74667"/>
                    <a:pt x="16686" y="81333"/>
                    <a:pt x="17000" y="88000"/>
                  </a:cubicBezTo>
                  <a:cubicBezTo>
                    <a:pt x="23889" y="87425"/>
                    <a:pt x="30778" y="87092"/>
                    <a:pt x="37667" y="88000"/>
                  </a:cubicBezTo>
                  <a:cubicBezTo>
                    <a:pt x="44556" y="86981"/>
                    <a:pt x="51444" y="88303"/>
                    <a:pt x="58333" y="88000"/>
                  </a:cubicBezTo>
                  <a:cubicBezTo>
                    <a:pt x="65222" y="89151"/>
                    <a:pt x="72111" y="89010"/>
                    <a:pt x="79000" y="88000"/>
                  </a:cubicBezTo>
                  <a:cubicBezTo>
                    <a:pt x="79698" y="81556"/>
                    <a:pt x="79762" y="75111"/>
                    <a:pt x="79000" y="68667"/>
                  </a:cubicBezTo>
                  <a:cubicBezTo>
                    <a:pt x="79964" y="62222"/>
                    <a:pt x="78070" y="55778"/>
                    <a:pt x="79000" y="49333"/>
                  </a:cubicBezTo>
                  <a:cubicBezTo>
                    <a:pt x="79635" y="42889"/>
                    <a:pt x="78076" y="36444"/>
                    <a:pt x="79000" y="30000"/>
                  </a:cubicBezTo>
                  <a:cubicBezTo>
                    <a:pt x="74496" y="26717"/>
                    <a:pt x="70413" y="22954"/>
                    <a:pt x="66500" y="19000"/>
                  </a:cubicBezTo>
                  <a:cubicBezTo>
                    <a:pt x="62695" y="14922"/>
                    <a:pt x="57777" y="1211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70"/>
                    <a:pt x="41667" y="44433"/>
                    <a:pt x="48000" y="45000"/>
                  </a:cubicBezTo>
                  <a:cubicBezTo>
                    <a:pt x="54333" y="44736"/>
                    <a:pt x="60667" y="45744"/>
                    <a:pt x="67000" y="45000"/>
                  </a:cubicBezTo>
                  <a:cubicBezTo>
                    <a:pt x="67018" y="46333"/>
                    <a:pt x="66964" y="47667"/>
                    <a:pt x="67000" y="49000"/>
                  </a:cubicBezTo>
                  <a:cubicBezTo>
                    <a:pt x="60667" y="48105"/>
                    <a:pt x="54333" y="48517"/>
                    <a:pt x="48000" y="49000"/>
                  </a:cubicBezTo>
                  <a:cubicBezTo>
                    <a:pt x="41667" y="48562"/>
                    <a:pt x="35333" y="50083"/>
                    <a:pt x="29000" y="49000"/>
                  </a:cubicBezTo>
                  <a:cubicBezTo>
                    <a:pt x="28882" y="47667"/>
                    <a:pt x="29219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521"/>
                    <a:pt x="37667" y="37406"/>
                    <a:pt x="42000" y="37000"/>
                  </a:cubicBezTo>
                  <a:cubicBezTo>
                    <a:pt x="42067" y="38333"/>
                    <a:pt x="42167" y="39667"/>
                    <a:pt x="42000" y="41000"/>
                  </a:cubicBezTo>
                  <a:cubicBezTo>
                    <a:pt x="37667" y="40233"/>
                    <a:pt x="33333" y="41373"/>
                    <a:pt x="29000" y="41000"/>
                  </a:cubicBezTo>
                  <a:cubicBezTo>
                    <a:pt x="29010" y="39667"/>
                    <a:pt x="29226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412"/>
                    <a:pt x="41667" y="51894"/>
                    <a:pt x="48000" y="53000"/>
                  </a:cubicBezTo>
                  <a:cubicBezTo>
                    <a:pt x="54333" y="54001"/>
                    <a:pt x="60667" y="52830"/>
                    <a:pt x="67000" y="53000"/>
                  </a:cubicBezTo>
                  <a:cubicBezTo>
                    <a:pt x="67054" y="54333"/>
                    <a:pt x="67173" y="55667"/>
                    <a:pt x="67000" y="57000"/>
                  </a:cubicBezTo>
                  <a:cubicBezTo>
                    <a:pt x="60667" y="57828"/>
                    <a:pt x="54333" y="56380"/>
                    <a:pt x="48000" y="57000"/>
                  </a:cubicBezTo>
                  <a:cubicBezTo>
                    <a:pt x="41667" y="57626"/>
                    <a:pt x="35333" y="56686"/>
                    <a:pt x="29000" y="57000"/>
                  </a:cubicBezTo>
                  <a:cubicBezTo>
                    <a:pt x="29025" y="55667"/>
                    <a:pt x="2887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748"/>
                    <a:pt x="41667" y="61750"/>
                    <a:pt x="48000" y="61000"/>
                  </a:cubicBezTo>
                  <a:cubicBezTo>
                    <a:pt x="54333" y="60584"/>
                    <a:pt x="60667" y="61466"/>
                    <a:pt x="67000" y="61000"/>
                  </a:cubicBezTo>
                  <a:cubicBezTo>
                    <a:pt x="67215" y="62333"/>
                    <a:pt x="67082" y="63667"/>
                    <a:pt x="67000" y="65000"/>
                  </a:cubicBezTo>
                  <a:cubicBezTo>
                    <a:pt x="60667" y="63937"/>
                    <a:pt x="54333" y="64027"/>
                    <a:pt x="48000" y="65000"/>
                  </a:cubicBezTo>
                  <a:cubicBezTo>
                    <a:pt x="41667" y="66133"/>
                    <a:pt x="35333" y="66023"/>
                    <a:pt x="29000" y="65000"/>
                  </a:cubicBezTo>
                  <a:cubicBezTo>
                    <a:pt x="28994" y="63667"/>
                    <a:pt x="2881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375"/>
                    <a:pt x="41667" y="69788"/>
                    <a:pt x="48000" y="69000"/>
                  </a:cubicBezTo>
                  <a:cubicBezTo>
                    <a:pt x="54333" y="69926"/>
                    <a:pt x="60667" y="68602"/>
                    <a:pt x="67000" y="69000"/>
                  </a:cubicBezTo>
                  <a:cubicBezTo>
                    <a:pt x="66822" y="70333"/>
                    <a:pt x="66862" y="71667"/>
                    <a:pt x="67000" y="73000"/>
                  </a:cubicBezTo>
                  <a:cubicBezTo>
                    <a:pt x="60667" y="72719"/>
                    <a:pt x="54333" y="72499"/>
                    <a:pt x="48000" y="73000"/>
                  </a:cubicBezTo>
                  <a:cubicBezTo>
                    <a:pt x="41667" y="72962"/>
                    <a:pt x="35333" y="73871"/>
                    <a:pt x="29000" y="73000"/>
                  </a:cubicBezTo>
                  <a:cubicBezTo>
                    <a:pt x="29034" y="71667"/>
                    <a:pt x="28882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630" y="76333"/>
                    <a:pt x="23775" y="70667"/>
                    <a:pt x="23000" y="65000"/>
                  </a:cubicBezTo>
                  <a:cubicBezTo>
                    <a:pt x="22044" y="59333"/>
                    <a:pt x="22913" y="53667"/>
                    <a:pt x="23000" y="48000"/>
                  </a:cubicBezTo>
                  <a:cubicBezTo>
                    <a:pt x="23291" y="42333"/>
                    <a:pt x="23452" y="36667"/>
                    <a:pt x="23000" y="31000"/>
                  </a:cubicBezTo>
                  <a:cubicBezTo>
                    <a:pt x="23439" y="25333"/>
                    <a:pt x="22111" y="19667"/>
                    <a:pt x="23000" y="14000"/>
                  </a:cubicBezTo>
                  <a:cubicBezTo>
                    <a:pt x="31333" y="13182"/>
                    <a:pt x="39667" y="13736"/>
                    <a:pt x="48000" y="14000"/>
                  </a:cubicBezTo>
                  <a:cubicBezTo>
                    <a:pt x="47534" y="21000"/>
                    <a:pt x="47427" y="28000"/>
                    <a:pt x="48000" y="35000"/>
                  </a:cubicBezTo>
                  <a:cubicBezTo>
                    <a:pt x="56333" y="34559"/>
                    <a:pt x="64667" y="35411"/>
                    <a:pt x="73000" y="35000"/>
                  </a:cubicBezTo>
                  <a:cubicBezTo>
                    <a:pt x="74124" y="42833"/>
                    <a:pt x="72725" y="50667"/>
                    <a:pt x="73000" y="58500"/>
                  </a:cubicBezTo>
                  <a:cubicBezTo>
                    <a:pt x="73387" y="66333"/>
                    <a:pt x="72346" y="74167"/>
                    <a:pt x="73000" y="82000"/>
                  </a:cubicBezTo>
                  <a:cubicBezTo>
                    <a:pt x="67444" y="81523"/>
                    <a:pt x="61889" y="82013"/>
                    <a:pt x="56333" y="82000"/>
                  </a:cubicBezTo>
                  <a:cubicBezTo>
                    <a:pt x="50778" y="82431"/>
                    <a:pt x="45222" y="82392"/>
                    <a:pt x="39667" y="82000"/>
                  </a:cubicBezTo>
                  <a:cubicBezTo>
                    <a:pt x="34111" y="81933"/>
                    <a:pt x="28556" y="8167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964" y="20869"/>
                    <a:pt x="62962" y="24204"/>
                    <a:pt x="66500" y="29000"/>
                  </a:cubicBezTo>
                  <a:cubicBezTo>
                    <a:pt x="62333" y="28536"/>
                    <a:pt x="58167" y="29525"/>
                    <a:pt x="54000" y="29000"/>
                  </a:cubicBezTo>
                  <a:cubicBezTo>
                    <a:pt x="54420" y="24833"/>
                    <a:pt x="5449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093"/>
                    <a:pt x="41667" y="7413"/>
                    <a:pt x="35500" y="8000"/>
                  </a:cubicBezTo>
                  <a:cubicBezTo>
                    <a:pt x="29333" y="7526"/>
                    <a:pt x="23167" y="7992"/>
                    <a:pt x="17000" y="8000"/>
                  </a:cubicBezTo>
                  <a:cubicBezTo>
                    <a:pt x="16270" y="14667"/>
                    <a:pt x="17852" y="21333"/>
                    <a:pt x="17000" y="28000"/>
                  </a:cubicBezTo>
                  <a:cubicBezTo>
                    <a:pt x="16620" y="34667"/>
                    <a:pt x="16128" y="41333"/>
                    <a:pt x="17000" y="48000"/>
                  </a:cubicBezTo>
                  <a:cubicBezTo>
                    <a:pt x="16203" y="54667"/>
                    <a:pt x="17391" y="61333"/>
                    <a:pt x="17000" y="68000"/>
                  </a:cubicBezTo>
                  <a:cubicBezTo>
                    <a:pt x="17368" y="74667"/>
                    <a:pt x="16686" y="81333"/>
                    <a:pt x="17000" y="88000"/>
                  </a:cubicBezTo>
                  <a:cubicBezTo>
                    <a:pt x="23889" y="87425"/>
                    <a:pt x="30778" y="87092"/>
                    <a:pt x="37667" y="88000"/>
                  </a:cubicBezTo>
                  <a:cubicBezTo>
                    <a:pt x="44556" y="86981"/>
                    <a:pt x="51444" y="88303"/>
                    <a:pt x="58333" y="88000"/>
                  </a:cubicBezTo>
                  <a:cubicBezTo>
                    <a:pt x="65222" y="89151"/>
                    <a:pt x="72111" y="89010"/>
                    <a:pt x="79000" y="88000"/>
                  </a:cubicBezTo>
                  <a:cubicBezTo>
                    <a:pt x="79698" y="81556"/>
                    <a:pt x="79762" y="75111"/>
                    <a:pt x="79000" y="68667"/>
                  </a:cubicBezTo>
                  <a:cubicBezTo>
                    <a:pt x="79964" y="62222"/>
                    <a:pt x="78070" y="55778"/>
                    <a:pt x="79000" y="49333"/>
                  </a:cubicBezTo>
                  <a:cubicBezTo>
                    <a:pt x="79635" y="42889"/>
                    <a:pt x="78076" y="36444"/>
                    <a:pt x="79000" y="30000"/>
                  </a:cubicBezTo>
                  <a:cubicBezTo>
                    <a:pt x="74496" y="26717"/>
                    <a:pt x="70413" y="22954"/>
                    <a:pt x="66500" y="19000"/>
                  </a:cubicBezTo>
                  <a:cubicBezTo>
                    <a:pt x="62695" y="14922"/>
                    <a:pt x="57777" y="1211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70"/>
                    <a:pt x="41667" y="44433"/>
                    <a:pt x="48000" y="45000"/>
                  </a:cubicBezTo>
                  <a:cubicBezTo>
                    <a:pt x="54333" y="44736"/>
                    <a:pt x="60667" y="45744"/>
                    <a:pt x="67000" y="45000"/>
                  </a:cubicBezTo>
                  <a:cubicBezTo>
                    <a:pt x="67018" y="46333"/>
                    <a:pt x="66964" y="47667"/>
                    <a:pt x="67000" y="49000"/>
                  </a:cubicBezTo>
                  <a:cubicBezTo>
                    <a:pt x="60667" y="48105"/>
                    <a:pt x="54333" y="48517"/>
                    <a:pt x="48000" y="49000"/>
                  </a:cubicBezTo>
                  <a:cubicBezTo>
                    <a:pt x="41667" y="48562"/>
                    <a:pt x="35333" y="50083"/>
                    <a:pt x="29000" y="49000"/>
                  </a:cubicBezTo>
                  <a:cubicBezTo>
                    <a:pt x="28882" y="47667"/>
                    <a:pt x="29219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521"/>
                    <a:pt x="37667" y="37406"/>
                    <a:pt x="42000" y="37000"/>
                  </a:cubicBezTo>
                  <a:cubicBezTo>
                    <a:pt x="42067" y="38333"/>
                    <a:pt x="42167" y="39667"/>
                    <a:pt x="42000" y="41000"/>
                  </a:cubicBezTo>
                  <a:cubicBezTo>
                    <a:pt x="37667" y="40233"/>
                    <a:pt x="33333" y="41373"/>
                    <a:pt x="29000" y="41000"/>
                  </a:cubicBezTo>
                  <a:cubicBezTo>
                    <a:pt x="29010" y="39667"/>
                    <a:pt x="29226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412"/>
                    <a:pt x="41667" y="51894"/>
                    <a:pt x="48000" y="53000"/>
                  </a:cubicBezTo>
                  <a:cubicBezTo>
                    <a:pt x="54333" y="54001"/>
                    <a:pt x="60667" y="52830"/>
                    <a:pt x="67000" y="53000"/>
                  </a:cubicBezTo>
                  <a:cubicBezTo>
                    <a:pt x="67054" y="54333"/>
                    <a:pt x="67173" y="55667"/>
                    <a:pt x="67000" y="57000"/>
                  </a:cubicBezTo>
                  <a:cubicBezTo>
                    <a:pt x="60667" y="57828"/>
                    <a:pt x="54333" y="56380"/>
                    <a:pt x="48000" y="57000"/>
                  </a:cubicBezTo>
                  <a:cubicBezTo>
                    <a:pt x="41667" y="57626"/>
                    <a:pt x="35333" y="56686"/>
                    <a:pt x="29000" y="57000"/>
                  </a:cubicBezTo>
                  <a:cubicBezTo>
                    <a:pt x="29025" y="55667"/>
                    <a:pt x="2887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748"/>
                    <a:pt x="41667" y="61750"/>
                    <a:pt x="48000" y="61000"/>
                  </a:cubicBezTo>
                  <a:cubicBezTo>
                    <a:pt x="54333" y="60584"/>
                    <a:pt x="60667" y="61466"/>
                    <a:pt x="67000" y="61000"/>
                  </a:cubicBezTo>
                  <a:cubicBezTo>
                    <a:pt x="67215" y="62333"/>
                    <a:pt x="67082" y="63667"/>
                    <a:pt x="67000" y="65000"/>
                  </a:cubicBezTo>
                  <a:cubicBezTo>
                    <a:pt x="60667" y="63937"/>
                    <a:pt x="54333" y="64027"/>
                    <a:pt x="48000" y="65000"/>
                  </a:cubicBezTo>
                  <a:cubicBezTo>
                    <a:pt x="41667" y="66133"/>
                    <a:pt x="35333" y="66023"/>
                    <a:pt x="29000" y="65000"/>
                  </a:cubicBezTo>
                  <a:cubicBezTo>
                    <a:pt x="28994" y="63667"/>
                    <a:pt x="2881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375"/>
                    <a:pt x="41667" y="69788"/>
                    <a:pt x="48000" y="69000"/>
                  </a:cubicBezTo>
                  <a:cubicBezTo>
                    <a:pt x="54333" y="69926"/>
                    <a:pt x="60667" y="68602"/>
                    <a:pt x="67000" y="69000"/>
                  </a:cubicBezTo>
                  <a:cubicBezTo>
                    <a:pt x="66822" y="70333"/>
                    <a:pt x="66862" y="71667"/>
                    <a:pt x="67000" y="73000"/>
                  </a:cubicBezTo>
                  <a:cubicBezTo>
                    <a:pt x="60667" y="72719"/>
                    <a:pt x="54333" y="72499"/>
                    <a:pt x="48000" y="73000"/>
                  </a:cubicBezTo>
                  <a:cubicBezTo>
                    <a:pt x="41667" y="72962"/>
                    <a:pt x="35333" y="73871"/>
                    <a:pt x="29000" y="73000"/>
                  </a:cubicBezTo>
                  <a:cubicBezTo>
                    <a:pt x="29034" y="71667"/>
                    <a:pt x="28882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48000" y="14000"/>
                  </a:moveTo>
                  <a:cubicBezTo>
                    <a:pt x="55567" y="14479"/>
                    <a:pt x="61827" y="20184"/>
                    <a:pt x="62000" y="28000"/>
                  </a:cubicBezTo>
                  <a:cubicBezTo>
                    <a:pt x="61657" y="35388"/>
                    <a:pt x="56211" y="42525"/>
                    <a:pt x="48000" y="42000"/>
                  </a:cubicBezTo>
                  <a:cubicBezTo>
                    <a:pt x="40773" y="41840"/>
                    <a:pt x="33538" y="35127"/>
                    <a:pt x="34000" y="28000"/>
                  </a:cubicBezTo>
                  <a:cubicBezTo>
                    <a:pt x="33566" y="20163"/>
                    <a:pt x="40688" y="13605"/>
                    <a:pt x="48000" y="1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481" y="64163"/>
                    <a:pt x="31574" y="51433"/>
                    <a:pt x="48000" y="52000"/>
                  </a:cubicBezTo>
                  <a:cubicBezTo>
                    <a:pt x="65125" y="51762"/>
                    <a:pt x="78191" y="63679"/>
                    <a:pt x="78000" y="84000"/>
                  </a:cubicBezTo>
                  <a:cubicBezTo>
                    <a:pt x="71333" y="83970"/>
                    <a:pt x="64667" y="83855"/>
                    <a:pt x="58000" y="84000"/>
                  </a:cubicBezTo>
                  <a:cubicBezTo>
                    <a:pt x="51333" y="85004"/>
                    <a:pt x="44667" y="83429"/>
                    <a:pt x="38000" y="84000"/>
                  </a:cubicBezTo>
                  <a:cubicBezTo>
                    <a:pt x="31333" y="83426"/>
                    <a:pt x="24667" y="85039"/>
                    <a:pt x="18000" y="8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630" y="76333"/>
                    <a:pt x="23775" y="70667"/>
                    <a:pt x="23000" y="65000"/>
                  </a:cubicBezTo>
                  <a:cubicBezTo>
                    <a:pt x="22044" y="59333"/>
                    <a:pt x="22913" y="53667"/>
                    <a:pt x="23000" y="48000"/>
                  </a:cubicBezTo>
                  <a:cubicBezTo>
                    <a:pt x="23291" y="42333"/>
                    <a:pt x="23452" y="36667"/>
                    <a:pt x="23000" y="31000"/>
                  </a:cubicBezTo>
                  <a:cubicBezTo>
                    <a:pt x="23439" y="25333"/>
                    <a:pt x="22111" y="19667"/>
                    <a:pt x="23000" y="14000"/>
                  </a:cubicBezTo>
                  <a:cubicBezTo>
                    <a:pt x="31333" y="13182"/>
                    <a:pt x="39667" y="13736"/>
                    <a:pt x="48000" y="14000"/>
                  </a:cubicBezTo>
                  <a:cubicBezTo>
                    <a:pt x="47534" y="21000"/>
                    <a:pt x="47427" y="28000"/>
                    <a:pt x="48000" y="35000"/>
                  </a:cubicBezTo>
                  <a:cubicBezTo>
                    <a:pt x="56333" y="34559"/>
                    <a:pt x="64667" y="35411"/>
                    <a:pt x="73000" y="35000"/>
                  </a:cubicBezTo>
                  <a:cubicBezTo>
                    <a:pt x="74124" y="42833"/>
                    <a:pt x="72725" y="50667"/>
                    <a:pt x="73000" y="58500"/>
                  </a:cubicBezTo>
                  <a:cubicBezTo>
                    <a:pt x="73387" y="66333"/>
                    <a:pt x="72346" y="74167"/>
                    <a:pt x="73000" y="82000"/>
                  </a:cubicBezTo>
                  <a:cubicBezTo>
                    <a:pt x="67444" y="81523"/>
                    <a:pt x="61889" y="82013"/>
                    <a:pt x="56333" y="82000"/>
                  </a:cubicBezTo>
                  <a:cubicBezTo>
                    <a:pt x="50778" y="82431"/>
                    <a:pt x="45222" y="82392"/>
                    <a:pt x="39667" y="82000"/>
                  </a:cubicBezTo>
                  <a:cubicBezTo>
                    <a:pt x="34111" y="81933"/>
                    <a:pt x="28556" y="8167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964" y="20869"/>
                    <a:pt x="62962" y="24204"/>
                    <a:pt x="66500" y="29000"/>
                  </a:cubicBezTo>
                  <a:cubicBezTo>
                    <a:pt x="62333" y="28536"/>
                    <a:pt x="58167" y="29525"/>
                    <a:pt x="54000" y="29000"/>
                  </a:cubicBezTo>
                  <a:cubicBezTo>
                    <a:pt x="54420" y="24833"/>
                    <a:pt x="5449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093"/>
                    <a:pt x="41667" y="7413"/>
                    <a:pt x="35500" y="8000"/>
                  </a:cubicBezTo>
                  <a:cubicBezTo>
                    <a:pt x="29333" y="7526"/>
                    <a:pt x="23167" y="7992"/>
                    <a:pt x="17000" y="8000"/>
                  </a:cubicBezTo>
                  <a:cubicBezTo>
                    <a:pt x="16270" y="14667"/>
                    <a:pt x="17852" y="21333"/>
                    <a:pt x="17000" y="28000"/>
                  </a:cubicBezTo>
                  <a:cubicBezTo>
                    <a:pt x="16620" y="34667"/>
                    <a:pt x="16128" y="41333"/>
                    <a:pt x="17000" y="48000"/>
                  </a:cubicBezTo>
                  <a:cubicBezTo>
                    <a:pt x="16203" y="54667"/>
                    <a:pt x="17391" y="61333"/>
                    <a:pt x="17000" y="68000"/>
                  </a:cubicBezTo>
                  <a:cubicBezTo>
                    <a:pt x="17368" y="74667"/>
                    <a:pt x="16686" y="81333"/>
                    <a:pt x="17000" y="88000"/>
                  </a:cubicBezTo>
                  <a:cubicBezTo>
                    <a:pt x="23889" y="87425"/>
                    <a:pt x="30778" y="87092"/>
                    <a:pt x="37667" y="88000"/>
                  </a:cubicBezTo>
                  <a:cubicBezTo>
                    <a:pt x="44556" y="86981"/>
                    <a:pt x="51444" y="88303"/>
                    <a:pt x="58333" y="88000"/>
                  </a:cubicBezTo>
                  <a:cubicBezTo>
                    <a:pt x="65222" y="89151"/>
                    <a:pt x="72111" y="89010"/>
                    <a:pt x="79000" y="88000"/>
                  </a:cubicBezTo>
                  <a:cubicBezTo>
                    <a:pt x="79698" y="81556"/>
                    <a:pt x="79762" y="75111"/>
                    <a:pt x="79000" y="68667"/>
                  </a:cubicBezTo>
                  <a:cubicBezTo>
                    <a:pt x="79964" y="62222"/>
                    <a:pt x="78070" y="55778"/>
                    <a:pt x="79000" y="49333"/>
                  </a:cubicBezTo>
                  <a:cubicBezTo>
                    <a:pt x="79635" y="42889"/>
                    <a:pt x="78076" y="36444"/>
                    <a:pt x="79000" y="30000"/>
                  </a:cubicBezTo>
                  <a:cubicBezTo>
                    <a:pt x="74496" y="26717"/>
                    <a:pt x="70413" y="22954"/>
                    <a:pt x="66500" y="19000"/>
                  </a:cubicBezTo>
                  <a:cubicBezTo>
                    <a:pt x="62695" y="14922"/>
                    <a:pt x="57777" y="1211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70"/>
                    <a:pt x="41667" y="44433"/>
                    <a:pt x="48000" y="45000"/>
                  </a:cubicBezTo>
                  <a:cubicBezTo>
                    <a:pt x="54333" y="44736"/>
                    <a:pt x="60667" y="45744"/>
                    <a:pt x="67000" y="45000"/>
                  </a:cubicBezTo>
                  <a:cubicBezTo>
                    <a:pt x="67018" y="46333"/>
                    <a:pt x="66964" y="47667"/>
                    <a:pt x="67000" y="49000"/>
                  </a:cubicBezTo>
                  <a:cubicBezTo>
                    <a:pt x="60667" y="48105"/>
                    <a:pt x="54333" y="48517"/>
                    <a:pt x="48000" y="49000"/>
                  </a:cubicBezTo>
                  <a:cubicBezTo>
                    <a:pt x="41667" y="48562"/>
                    <a:pt x="35333" y="50083"/>
                    <a:pt x="29000" y="49000"/>
                  </a:cubicBezTo>
                  <a:cubicBezTo>
                    <a:pt x="28882" y="47667"/>
                    <a:pt x="29219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521"/>
                    <a:pt x="37667" y="37406"/>
                    <a:pt x="42000" y="37000"/>
                  </a:cubicBezTo>
                  <a:cubicBezTo>
                    <a:pt x="42067" y="38333"/>
                    <a:pt x="42167" y="39667"/>
                    <a:pt x="42000" y="41000"/>
                  </a:cubicBezTo>
                  <a:cubicBezTo>
                    <a:pt x="37667" y="40233"/>
                    <a:pt x="33333" y="41373"/>
                    <a:pt x="29000" y="41000"/>
                  </a:cubicBezTo>
                  <a:cubicBezTo>
                    <a:pt x="29010" y="39667"/>
                    <a:pt x="29226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412"/>
                    <a:pt x="41667" y="51894"/>
                    <a:pt x="48000" y="53000"/>
                  </a:cubicBezTo>
                  <a:cubicBezTo>
                    <a:pt x="54333" y="54001"/>
                    <a:pt x="60667" y="52830"/>
                    <a:pt x="67000" y="53000"/>
                  </a:cubicBezTo>
                  <a:cubicBezTo>
                    <a:pt x="67054" y="54333"/>
                    <a:pt x="67173" y="55667"/>
                    <a:pt x="67000" y="57000"/>
                  </a:cubicBezTo>
                  <a:cubicBezTo>
                    <a:pt x="60667" y="57828"/>
                    <a:pt x="54333" y="56380"/>
                    <a:pt x="48000" y="57000"/>
                  </a:cubicBezTo>
                  <a:cubicBezTo>
                    <a:pt x="41667" y="57626"/>
                    <a:pt x="35333" y="56686"/>
                    <a:pt x="29000" y="57000"/>
                  </a:cubicBezTo>
                  <a:cubicBezTo>
                    <a:pt x="29025" y="55667"/>
                    <a:pt x="2887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748"/>
                    <a:pt x="41667" y="61750"/>
                    <a:pt x="48000" y="61000"/>
                  </a:cubicBezTo>
                  <a:cubicBezTo>
                    <a:pt x="54333" y="60584"/>
                    <a:pt x="60667" y="61466"/>
                    <a:pt x="67000" y="61000"/>
                  </a:cubicBezTo>
                  <a:cubicBezTo>
                    <a:pt x="67215" y="62333"/>
                    <a:pt x="67082" y="63667"/>
                    <a:pt x="67000" y="65000"/>
                  </a:cubicBezTo>
                  <a:cubicBezTo>
                    <a:pt x="60667" y="63937"/>
                    <a:pt x="54333" y="64027"/>
                    <a:pt x="48000" y="65000"/>
                  </a:cubicBezTo>
                  <a:cubicBezTo>
                    <a:pt x="41667" y="66133"/>
                    <a:pt x="35333" y="66023"/>
                    <a:pt x="29000" y="65000"/>
                  </a:cubicBezTo>
                  <a:cubicBezTo>
                    <a:pt x="28994" y="63667"/>
                    <a:pt x="2881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375"/>
                    <a:pt x="41667" y="69788"/>
                    <a:pt x="48000" y="69000"/>
                  </a:cubicBezTo>
                  <a:cubicBezTo>
                    <a:pt x="54333" y="69926"/>
                    <a:pt x="60667" y="68602"/>
                    <a:pt x="67000" y="69000"/>
                  </a:cubicBezTo>
                  <a:cubicBezTo>
                    <a:pt x="66822" y="70333"/>
                    <a:pt x="66862" y="71667"/>
                    <a:pt x="67000" y="73000"/>
                  </a:cubicBezTo>
                  <a:cubicBezTo>
                    <a:pt x="60667" y="72719"/>
                    <a:pt x="54333" y="72499"/>
                    <a:pt x="48000" y="73000"/>
                  </a:cubicBezTo>
                  <a:cubicBezTo>
                    <a:pt x="41667" y="72962"/>
                    <a:pt x="35333" y="73871"/>
                    <a:pt x="29000" y="73000"/>
                  </a:cubicBezTo>
                  <a:cubicBezTo>
                    <a:pt x="29034" y="71667"/>
                    <a:pt x="28882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48000" y="14000"/>
                  </a:moveTo>
                  <a:cubicBezTo>
                    <a:pt x="55567" y="14479"/>
                    <a:pt x="61827" y="20184"/>
                    <a:pt x="62000" y="28000"/>
                  </a:cubicBezTo>
                  <a:cubicBezTo>
                    <a:pt x="61657" y="35388"/>
                    <a:pt x="56211" y="42525"/>
                    <a:pt x="48000" y="42000"/>
                  </a:cubicBezTo>
                  <a:cubicBezTo>
                    <a:pt x="40773" y="41840"/>
                    <a:pt x="33538" y="35127"/>
                    <a:pt x="34000" y="28000"/>
                  </a:cubicBezTo>
                  <a:cubicBezTo>
                    <a:pt x="33566" y="20163"/>
                    <a:pt x="40688" y="13605"/>
                    <a:pt x="48000" y="1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481" y="64163"/>
                    <a:pt x="31574" y="51433"/>
                    <a:pt x="48000" y="52000"/>
                  </a:cubicBezTo>
                  <a:cubicBezTo>
                    <a:pt x="65125" y="51762"/>
                    <a:pt x="78191" y="63679"/>
                    <a:pt x="78000" y="84000"/>
                  </a:cubicBezTo>
                  <a:cubicBezTo>
                    <a:pt x="71333" y="83970"/>
                    <a:pt x="64667" y="83855"/>
                    <a:pt x="58000" y="84000"/>
                  </a:cubicBezTo>
                  <a:cubicBezTo>
                    <a:pt x="51333" y="85004"/>
                    <a:pt x="44667" y="83429"/>
                    <a:pt x="38000" y="84000"/>
                  </a:cubicBezTo>
                  <a:cubicBezTo>
                    <a:pt x="31333" y="83426"/>
                    <a:pt x="24667" y="85039"/>
                    <a:pt x="18000" y="8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  <p:cxnSp>
        <p:nvCxnSpPr>
          <p:cNvPr id="136" name="App-BottomLeft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43" name="Outbox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4" name="Outbox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Outbox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77" y="76333"/>
                    <a:pt x="23307" y="70667"/>
                    <a:pt x="23000" y="65000"/>
                  </a:cubicBezTo>
                  <a:cubicBezTo>
                    <a:pt x="23422" y="59333"/>
                    <a:pt x="23155" y="53667"/>
                    <a:pt x="23000" y="48000"/>
                  </a:cubicBezTo>
                  <a:cubicBezTo>
                    <a:pt x="23265" y="42333"/>
                    <a:pt x="23345" y="36667"/>
                    <a:pt x="23000" y="31000"/>
                  </a:cubicBezTo>
                  <a:cubicBezTo>
                    <a:pt x="22654" y="25333"/>
                    <a:pt x="22619" y="19667"/>
                    <a:pt x="23000" y="14000"/>
                  </a:cubicBezTo>
                  <a:cubicBezTo>
                    <a:pt x="31333" y="13805"/>
                    <a:pt x="39667" y="14950"/>
                    <a:pt x="48000" y="14000"/>
                  </a:cubicBezTo>
                  <a:cubicBezTo>
                    <a:pt x="47005" y="21000"/>
                    <a:pt x="48328" y="28000"/>
                    <a:pt x="48000" y="35000"/>
                  </a:cubicBezTo>
                  <a:cubicBezTo>
                    <a:pt x="56333" y="34838"/>
                    <a:pt x="64667" y="34402"/>
                    <a:pt x="73000" y="35000"/>
                  </a:cubicBezTo>
                  <a:cubicBezTo>
                    <a:pt x="72135" y="42833"/>
                    <a:pt x="72350" y="50667"/>
                    <a:pt x="73000" y="58500"/>
                  </a:cubicBezTo>
                  <a:cubicBezTo>
                    <a:pt x="73696" y="66333"/>
                    <a:pt x="73191" y="74167"/>
                    <a:pt x="73000" y="82000"/>
                  </a:cubicBezTo>
                  <a:cubicBezTo>
                    <a:pt x="67444" y="81703"/>
                    <a:pt x="61889" y="82008"/>
                    <a:pt x="56333" y="82000"/>
                  </a:cubicBezTo>
                  <a:cubicBezTo>
                    <a:pt x="50778" y="82104"/>
                    <a:pt x="45222" y="81543"/>
                    <a:pt x="39667" y="82000"/>
                  </a:cubicBezTo>
                  <a:cubicBezTo>
                    <a:pt x="34111" y="82512"/>
                    <a:pt x="28556" y="82479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29" y="20804"/>
                    <a:pt x="62381" y="24785"/>
                    <a:pt x="66500" y="29000"/>
                  </a:cubicBezTo>
                  <a:cubicBezTo>
                    <a:pt x="62333" y="29000"/>
                    <a:pt x="58167" y="28659"/>
                    <a:pt x="54000" y="29000"/>
                  </a:cubicBezTo>
                  <a:cubicBezTo>
                    <a:pt x="53746" y="24833"/>
                    <a:pt x="53295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240"/>
                    <a:pt x="41667" y="7296"/>
                    <a:pt x="35500" y="8000"/>
                  </a:cubicBezTo>
                  <a:cubicBezTo>
                    <a:pt x="29333" y="9081"/>
                    <a:pt x="23167" y="8960"/>
                    <a:pt x="17000" y="8000"/>
                  </a:cubicBezTo>
                  <a:cubicBezTo>
                    <a:pt x="17557" y="14667"/>
                    <a:pt x="16179" y="21333"/>
                    <a:pt x="17000" y="28000"/>
                  </a:cubicBezTo>
                  <a:cubicBezTo>
                    <a:pt x="15970" y="34667"/>
                    <a:pt x="16475" y="41333"/>
                    <a:pt x="17000" y="48000"/>
                  </a:cubicBezTo>
                  <a:cubicBezTo>
                    <a:pt x="16160" y="54667"/>
                    <a:pt x="16893" y="61333"/>
                    <a:pt x="17000" y="68000"/>
                  </a:cubicBezTo>
                  <a:cubicBezTo>
                    <a:pt x="16434" y="74667"/>
                    <a:pt x="16869" y="81333"/>
                    <a:pt x="17000" y="88000"/>
                  </a:cubicBezTo>
                  <a:cubicBezTo>
                    <a:pt x="23889" y="87318"/>
                    <a:pt x="30778" y="87295"/>
                    <a:pt x="37667" y="88000"/>
                  </a:cubicBezTo>
                  <a:cubicBezTo>
                    <a:pt x="44556" y="87915"/>
                    <a:pt x="51444" y="89122"/>
                    <a:pt x="58333" y="88000"/>
                  </a:cubicBezTo>
                  <a:cubicBezTo>
                    <a:pt x="65222" y="87051"/>
                    <a:pt x="72111" y="87682"/>
                    <a:pt x="79000" y="88000"/>
                  </a:cubicBezTo>
                  <a:cubicBezTo>
                    <a:pt x="79760" y="81556"/>
                    <a:pt x="78029" y="75111"/>
                    <a:pt x="79000" y="68667"/>
                  </a:cubicBezTo>
                  <a:cubicBezTo>
                    <a:pt x="78630" y="62222"/>
                    <a:pt x="79026" y="55778"/>
                    <a:pt x="79000" y="49333"/>
                  </a:cubicBezTo>
                  <a:cubicBezTo>
                    <a:pt x="78286" y="42889"/>
                    <a:pt x="78939" y="36444"/>
                    <a:pt x="79000" y="30000"/>
                  </a:cubicBezTo>
                  <a:cubicBezTo>
                    <a:pt x="74369" y="26862"/>
                    <a:pt x="70265" y="23123"/>
                    <a:pt x="66500" y="19000"/>
                  </a:cubicBezTo>
                  <a:cubicBezTo>
                    <a:pt x="61896" y="15831"/>
                    <a:pt x="58512" y="11274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77" y="76333"/>
                            <a:pt x="23307" y="70667"/>
                            <a:pt x="23000" y="65000"/>
                          </a:cubicBezTo>
                          <a:cubicBezTo>
                            <a:pt x="23422" y="59333"/>
                            <a:pt x="23155" y="53667"/>
                            <a:pt x="23000" y="48000"/>
                          </a:cubicBezTo>
                          <a:cubicBezTo>
                            <a:pt x="23265" y="42333"/>
                            <a:pt x="23345" y="36667"/>
                            <a:pt x="23000" y="31000"/>
                          </a:cubicBezTo>
                          <a:cubicBezTo>
                            <a:pt x="22654" y="25333"/>
                            <a:pt x="22619" y="19667"/>
                            <a:pt x="23000" y="14000"/>
                          </a:cubicBezTo>
                          <a:cubicBezTo>
                            <a:pt x="31333" y="13805"/>
                            <a:pt x="39667" y="14950"/>
                            <a:pt x="48000" y="14000"/>
                          </a:cubicBezTo>
                          <a:cubicBezTo>
                            <a:pt x="47005" y="21000"/>
                            <a:pt x="48328" y="28000"/>
                            <a:pt x="48000" y="35000"/>
                          </a:cubicBezTo>
                          <a:cubicBezTo>
                            <a:pt x="56333" y="34838"/>
                            <a:pt x="64667" y="34402"/>
                            <a:pt x="73000" y="35000"/>
                          </a:cubicBezTo>
                          <a:cubicBezTo>
                            <a:pt x="72135" y="42833"/>
                            <a:pt x="72350" y="50667"/>
                            <a:pt x="73000" y="58500"/>
                          </a:cubicBezTo>
                          <a:cubicBezTo>
                            <a:pt x="73696" y="66333"/>
                            <a:pt x="73191" y="74167"/>
                            <a:pt x="73000" y="82000"/>
                          </a:cubicBezTo>
                          <a:cubicBezTo>
                            <a:pt x="67444" y="81703"/>
                            <a:pt x="61889" y="82008"/>
                            <a:pt x="56333" y="82000"/>
                          </a:cubicBezTo>
                          <a:cubicBezTo>
                            <a:pt x="50778" y="82104"/>
                            <a:pt x="45222" y="81543"/>
                            <a:pt x="39667" y="82000"/>
                          </a:cubicBezTo>
                          <a:cubicBezTo>
                            <a:pt x="34111" y="82512"/>
                            <a:pt x="28556" y="82479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29" y="20804"/>
                            <a:pt x="62381" y="24785"/>
                            <a:pt x="66500" y="29000"/>
                          </a:cubicBezTo>
                          <a:cubicBezTo>
                            <a:pt x="62333" y="29000"/>
                            <a:pt x="58167" y="28659"/>
                            <a:pt x="54000" y="29000"/>
                          </a:cubicBezTo>
                          <a:cubicBezTo>
                            <a:pt x="53746" y="24833"/>
                            <a:pt x="53295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240"/>
                            <a:pt x="41667" y="7296"/>
                            <a:pt x="35500" y="8000"/>
                          </a:cubicBezTo>
                          <a:cubicBezTo>
                            <a:pt x="29333" y="9081"/>
                            <a:pt x="23167" y="8960"/>
                            <a:pt x="17000" y="8000"/>
                          </a:cubicBezTo>
                          <a:cubicBezTo>
                            <a:pt x="17557" y="14667"/>
                            <a:pt x="16179" y="21333"/>
                            <a:pt x="17000" y="28000"/>
                          </a:cubicBezTo>
                          <a:cubicBezTo>
                            <a:pt x="15970" y="34667"/>
                            <a:pt x="16475" y="41333"/>
                            <a:pt x="17000" y="48000"/>
                          </a:cubicBezTo>
                          <a:cubicBezTo>
                            <a:pt x="16160" y="54667"/>
                            <a:pt x="16893" y="61333"/>
                            <a:pt x="17000" y="68000"/>
                          </a:cubicBezTo>
                          <a:cubicBezTo>
                            <a:pt x="16434" y="74667"/>
                            <a:pt x="16869" y="81333"/>
                            <a:pt x="17000" y="88000"/>
                          </a:cubicBezTo>
                          <a:cubicBezTo>
                            <a:pt x="23889" y="87318"/>
                            <a:pt x="30778" y="87295"/>
                            <a:pt x="37667" y="88000"/>
                          </a:cubicBezTo>
                          <a:cubicBezTo>
                            <a:pt x="44556" y="87915"/>
                            <a:pt x="51444" y="89122"/>
                            <a:pt x="58333" y="88000"/>
                          </a:cubicBezTo>
                          <a:cubicBezTo>
                            <a:pt x="65222" y="87051"/>
                            <a:pt x="72111" y="87682"/>
                            <a:pt x="79000" y="88000"/>
                          </a:cubicBezTo>
                          <a:cubicBezTo>
                            <a:pt x="79760" y="81556"/>
                            <a:pt x="78029" y="75111"/>
                            <a:pt x="79000" y="68667"/>
                          </a:cubicBezTo>
                          <a:cubicBezTo>
                            <a:pt x="78630" y="62222"/>
                            <a:pt x="79026" y="55778"/>
                            <a:pt x="79000" y="49333"/>
                          </a:cubicBezTo>
                          <a:cubicBezTo>
                            <a:pt x="78286" y="42889"/>
                            <a:pt x="78939" y="36444"/>
                            <a:pt x="79000" y="30000"/>
                          </a:cubicBezTo>
                          <a:cubicBezTo>
                            <a:pt x="74369" y="26862"/>
                            <a:pt x="70265" y="23123"/>
                            <a:pt x="66500" y="19000"/>
                          </a:cubicBezTo>
                          <a:cubicBezTo>
                            <a:pt x="61896" y="15831"/>
                            <a:pt x="58512" y="11274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Outbox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410"/>
                    <a:pt x="41667" y="45754"/>
                    <a:pt x="48000" y="45000"/>
                  </a:cubicBezTo>
                  <a:cubicBezTo>
                    <a:pt x="54333" y="45159"/>
                    <a:pt x="60667" y="45996"/>
                    <a:pt x="67000" y="45000"/>
                  </a:cubicBezTo>
                  <a:cubicBezTo>
                    <a:pt x="66764" y="46333"/>
                    <a:pt x="66824" y="47667"/>
                    <a:pt x="67000" y="49000"/>
                  </a:cubicBezTo>
                  <a:cubicBezTo>
                    <a:pt x="60667" y="48690"/>
                    <a:pt x="54333" y="48540"/>
                    <a:pt x="48000" y="49000"/>
                  </a:cubicBezTo>
                  <a:cubicBezTo>
                    <a:pt x="41667" y="48375"/>
                    <a:pt x="35333" y="49153"/>
                    <a:pt x="29000" y="49000"/>
                  </a:cubicBezTo>
                  <a:cubicBezTo>
                    <a:pt x="28974" y="47667"/>
                    <a:pt x="2889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410"/>
                            <a:pt x="41667" y="45754"/>
                            <a:pt x="48000" y="45000"/>
                          </a:cubicBezTo>
                          <a:cubicBezTo>
                            <a:pt x="54333" y="45159"/>
                            <a:pt x="60667" y="45996"/>
                            <a:pt x="67000" y="45000"/>
                          </a:cubicBezTo>
                          <a:cubicBezTo>
                            <a:pt x="66764" y="46333"/>
                            <a:pt x="66824" y="47667"/>
                            <a:pt x="67000" y="49000"/>
                          </a:cubicBezTo>
                          <a:cubicBezTo>
                            <a:pt x="60667" y="48690"/>
                            <a:pt x="54333" y="48540"/>
                            <a:pt x="48000" y="49000"/>
                          </a:cubicBezTo>
                          <a:cubicBezTo>
                            <a:pt x="41667" y="48375"/>
                            <a:pt x="35333" y="49153"/>
                            <a:pt x="29000" y="49000"/>
                          </a:cubicBezTo>
                          <a:cubicBezTo>
                            <a:pt x="28974" y="47667"/>
                            <a:pt x="2889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Outbox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72"/>
                    <a:pt x="37667" y="37649"/>
                    <a:pt x="42000" y="37000"/>
                  </a:cubicBezTo>
                  <a:cubicBezTo>
                    <a:pt x="41815" y="38333"/>
                    <a:pt x="42065" y="39667"/>
                    <a:pt x="42000" y="41000"/>
                  </a:cubicBezTo>
                  <a:cubicBezTo>
                    <a:pt x="37667" y="41380"/>
                    <a:pt x="33333" y="40607"/>
                    <a:pt x="29000" y="41000"/>
                  </a:cubicBezTo>
                  <a:cubicBezTo>
                    <a:pt x="28862" y="39667"/>
                    <a:pt x="29140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72"/>
                            <a:pt x="37667" y="37649"/>
                            <a:pt x="42000" y="37000"/>
                          </a:cubicBezTo>
                          <a:cubicBezTo>
                            <a:pt x="41815" y="38333"/>
                            <a:pt x="42065" y="39667"/>
                            <a:pt x="42000" y="41000"/>
                          </a:cubicBezTo>
                          <a:cubicBezTo>
                            <a:pt x="37667" y="41380"/>
                            <a:pt x="33333" y="40607"/>
                            <a:pt x="29000" y="41000"/>
                          </a:cubicBezTo>
                          <a:cubicBezTo>
                            <a:pt x="28862" y="39667"/>
                            <a:pt x="29140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Outbox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1"/>
                    <a:pt x="41667" y="52504"/>
                    <a:pt x="48000" y="53000"/>
                  </a:cubicBezTo>
                  <a:cubicBezTo>
                    <a:pt x="54333" y="53417"/>
                    <a:pt x="60667" y="52781"/>
                    <a:pt x="67000" y="53000"/>
                  </a:cubicBezTo>
                  <a:cubicBezTo>
                    <a:pt x="66966" y="54333"/>
                    <a:pt x="67093" y="55667"/>
                    <a:pt x="67000" y="57000"/>
                  </a:cubicBezTo>
                  <a:cubicBezTo>
                    <a:pt x="60667" y="56372"/>
                    <a:pt x="54333" y="55940"/>
                    <a:pt x="48000" y="57000"/>
                  </a:cubicBezTo>
                  <a:cubicBezTo>
                    <a:pt x="41667" y="57154"/>
                    <a:pt x="35333" y="56012"/>
                    <a:pt x="29000" y="57000"/>
                  </a:cubicBezTo>
                  <a:cubicBezTo>
                    <a:pt x="28818" y="55667"/>
                    <a:pt x="28891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1"/>
                            <a:pt x="41667" y="52504"/>
                            <a:pt x="48000" y="53000"/>
                          </a:cubicBezTo>
                          <a:cubicBezTo>
                            <a:pt x="54333" y="53417"/>
                            <a:pt x="60667" y="52781"/>
                            <a:pt x="67000" y="53000"/>
                          </a:cubicBezTo>
                          <a:cubicBezTo>
                            <a:pt x="66966" y="54333"/>
                            <a:pt x="67093" y="55667"/>
                            <a:pt x="67000" y="57000"/>
                          </a:cubicBezTo>
                          <a:cubicBezTo>
                            <a:pt x="60667" y="56372"/>
                            <a:pt x="54333" y="55940"/>
                            <a:pt x="48000" y="57000"/>
                          </a:cubicBezTo>
                          <a:cubicBezTo>
                            <a:pt x="41667" y="57154"/>
                            <a:pt x="35333" y="56012"/>
                            <a:pt x="29000" y="57000"/>
                          </a:cubicBezTo>
                          <a:cubicBezTo>
                            <a:pt x="28818" y="55667"/>
                            <a:pt x="2889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Outbox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279"/>
                    <a:pt x="41667" y="61779"/>
                    <a:pt x="48000" y="61000"/>
                  </a:cubicBezTo>
                  <a:cubicBezTo>
                    <a:pt x="54333" y="61809"/>
                    <a:pt x="60667" y="61584"/>
                    <a:pt x="67000" y="61000"/>
                  </a:cubicBezTo>
                  <a:cubicBezTo>
                    <a:pt x="67176" y="62333"/>
                    <a:pt x="66772" y="63667"/>
                    <a:pt x="67000" y="65000"/>
                  </a:cubicBezTo>
                  <a:cubicBezTo>
                    <a:pt x="60667" y="64265"/>
                    <a:pt x="54333" y="63982"/>
                    <a:pt x="48000" y="65000"/>
                  </a:cubicBezTo>
                  <a:cubicBezTo>
                    <a:pt x="41667" y="64415"/>
                    <a:pt x="35333" y="65773"/>
                    <a:pt x="29000" y="65000"/>
                  </a:cubicBezTo>
                  <a:cubicBezTo>
                    <a:pt x="28994" y="63667"/>
                    <a:pt x="29224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79"/>
                            <a:pt x="41667" y="61779"/>
                            <a:pt x="48000" y="61000"/>
                          </a:cubicBezTo>
                          <a:cubicBezTo>
                            <a:pt x="54333" y="61809"/>
                            <a:pt x="60667" y="61584"/>
                            <a:pt x="67000" y="61000"/>
                          </a:cubicBezTo>
                          <a:cubicBezTo>
                            <a:pt x="67176" y="62333"/>
                            <a:pt x="66772" y="63667"/>
                            <a:pt x="67000" y="65000"/>
                          </a:cubicBezTo>
                          <a:cubicBezTo>
                            <a:pt x="60667" y="64265"/>
                            <a:pt x="54333" y="63982"/>
                            <a:pt x="48000" y="65000"/>
                          </a:cubicBezTo>
                          <a:cubicBezTo>
                            <a:pt x="41667" y="64415"/>
                            <a:pt x="35333" y="65773"/>
                            <a:pt x="29000" y="65000"/>
                          </a:cubicBezTo>
                          <a:cubicBezTo>
                            <a:pt x="28994" y="63667"/>
                            <a:pt x="29224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Outbox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979"/>
                    <a:pt x="41667" y="68969"/>
                    <a:pt x="48000" y="69000"/>
                  </a:cubicBezTo>
                  <a:cubicBezTo>
                    <a:pt x="54333" y="68426"/>
                    <a:pt x="60667" y="68525"/>
                    <a:pt x="67000" y="69000"/>
                  </a:cubicBezTo>
                  <a:cubicBezTo>
                    <a:pt x="66858" y="70333"/>
                    <a:pt x="67208" y="71667"/>
                    <a:pt x="67000" y="73000"/>
                  </a:cubicBezTo>
                  <a:cubicBezTo>
                    <a:pt x="60667" y="72073"/>
                    <a:pt x="54333" y="72251"/>
                    <a:pt x="48000" y="73000"/>
                  </a:cubicBezTo>
                  <a:cubicBezTo>
                    <a:pt x="41667" y="73726"/>
                    <a:pt x="35333" y="72089"/>
                    <a:pt x="29000" y="73000"/>
                  </a:cubicBezTo>
                  <a:cubicBezTo>
                    <a:pt x="29082" y="71667"/>
                    <a:pt x="28941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79"/>
                            <a:pt x="41667" y="68969"/>
                            <a:pt x="48000" y="69000"/>
                          </a:cubicBezTo>
                          <a:cubicBezTo>
                            <a:pt x="54333" y="68426"/>
                            <a:pt x="60667" y="68525"/>
                            <a:pt x="67000" y="69000"/>
                          </a:cubicBezTo>
                          <a:cubicBezTo>
                            <a:pt x="66858" y="70333"/>
                            <a:pt x="67208" y="71667"/>
                            <a:pt x="67000" y="73000"/>
                          </a:cubicBezTo>
                          <a:cubicBezTo>
                            <a:pt x="60667" y="72073"/>
                            <a:pt x="54333" y="72251"/>
                            <a:pt x="48000" y="73000"/>
                          </a:cubicBezTo>
                          <a:cubicBezTo>
                            <a:pt x="41667" y="73726"/>
                            <a:pt x="35333" y="72089"/>
                            <a:pt x="29000" y="73000"/>
                          </a:cubicBezTo>
                          <a:cubicBezTo>
                            <a:pt x="29082" y="71667"/>
                            <a:pt x="28941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5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Outbox</a:t>
            </a:r>
          </a:p>
        </p:txBody>
      </p:sp>
      <p:sp>
        <p:nvSpPr>
          <p:cNvPr id="146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approved text only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630" y="76333"/>
                    <a:pt x="23775" y="70667"/>
                    <a:pt x="23000" y="65000"/>
                  </a:cubicBezTo>
                  <a:cubicBezTo>
                    <a:pt x="22044" y="59333"/>
                    <a:pt x="22913" y="53667"/>
                    <a:pt x="23000" y="48000"/>
                  </a:cubicBezTo>
                  <a:cubicBezTo>
                    <a:pt x="23291" y="42333"/>
                    <a:pt x="23452" y="36667"/>
                    <a:pt x="23000" y="31000"/>
                  </a:cubicBezTo>
                  <a:cubicBezTo>
                    <a:pt x="23439" y="25333"/>
                    <a:pt x="22111" y="19667"/>
                    <a:pt x="23000" y="14000"/>
                  </a:cubicBezTo>
                  <a:cubicBezTo>
                    <a:pt x="31333" y="13182"/>
                    <a:pt x="39667" y="13736"/>
                    <a:pt x="48000" y="14000"/>
                  </a:cubicBezTo>
                  <a:cubicBezTo>
                    <a:pt x="47534" y="21000"/>
                    <a:pt x="47427" y="28000"/>
                    <a:pt x="48000" y="35000"/>
                  </a:cubicBezTo>
                  <a:cubicBezTo>
                    <a:pt x="56333" y="34559"/>
                    <a:pt x="64667" y="35411"/>
                    <a:pt x="73000" y="35000"/>
                  </a:cubicBezTo>
                  <a:cubicBezTo>
                    <a:pt x="74124" y="42833"/>
                    <a:pt x="72725" y="50667"/>
                    <a:pt x="73000" y="58500"/>
                  </a:cubicBezTo>
                  <a:cubicBezTo>
                    <a:pt x="73387" y="66333"/>
                    <a:pt x="72346" y="74167"/>
                    <a:pt x="73000" y="82000"/>
                  </a:cubicBezTo>
                  <a:cubicBezTo>
                    <a:pt x="67444" y="81523"/>
                    <a:pt x="61889" y="82013"/>
                    <a:pt x="56333" y="82000"/>
                  </a:cubicBezTo>
                  <a:cubicBezTo>
                    <a:pt x="50778" y="82431"/>
                    <a:pt x="45222" y="82392"/>
                    <a:pt x="39667" y="82000"/>
                  </a:cubicBezTo>
                  <a:cubicBezTo>
                    <a:pt x="34111" y="81933"/>
                    <a:pt x="28556" y="8167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964" y="20869"/>
                    <a:pt x="62962" y="24204"/>
                    <a:pt x="66500" y="29000"/>
                  </a:cubicBezTo>
                  <a:cubicBezTo>
                    <a:pt x="62333" y="28536"/>
                    <a:pt x="58167" y="29525"/>
                    <a:pt x="54000" y="29000"/>
                  </a:cubicBezTo>
                  <a:cubicBezTo>
                    <a:pt x="54420" y="24833"/>
                    <a:pt x="5449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093"/>
                    <a:pt x="41667" y="7413"/>
                    <a:pt x="35500" y="8000"/>
                  </a:cubicBezTo>
                  <a:cubicBezTo>
                    <a:pt x="29333" y="7526"/>
                    <a:pt x="23167" y="7992"/>
                    <a:pt x="17000" y="8000"/>
                  </a:cubicBezTo>
                  <a:cubicBezTo>
                    <a:pt x="16270" y="14667"/>
                    <a:pt x="17852" y="21333"/>
                    <a:pt x="17000" y="28000"/>
                  </a:cubicBezTo>
                  <a:cubicBezTo>
                    <a:pt x="16620" y="34667"/>
                    <a:pt x="16128" y="41333"/>
                    <a:pt x="17000" y="48000"/>
                  </a:cubicBezTo>
                  <a:cubicBezTo>
                    <a:pt x="16203" y="54667"/>
                    <a:pt x="17391" y="61333"/>
                    <a:pt x="17000" y="68000"/>
                  </a:cubicBezTo>
                  <a:cubicBezTo>
                    <a:pt x="17368" y="74667"/>
                    <a:pt x="16686" y="81333"/>
                    <a:pt x="17000" y="88000"/>
                  </a:cubicBezTo>
                  <a:cubicBezTo>
                    <a:pt x="23889" y="87425"/>
                    <a:pt x="30778" y="87092"/>
                    <a:pt x="37667" y="88000"/>
                  </a:cubicBezTo>
                  <a:cubicBezTo>
                    <a:pt x="44556" y="86981"/>
                    <a:pt x="51444" y="88303"/>
                    <a:pt x="58333" y="88000"/>
                  </a:cubicBezTo>
                  <a:cubicBezTo>
                    <a:pt x="65222" y="89151"/>
                    <a:pt x="72111" y="89010"/>
                    <a:pt x="79000" y="88000"/>
                  </a:cubicBezTo>
                  <a:cubicBezTo>
                    <a:pt x="79698" y="81556"/>
                    <a:pt x="79762" y="75111"/>
                    <a:pt x="79000" y="68667"/>
                  </a:cubicBezTo>
                  <a:cubicBezTo>
                    <a:pt x="79964" y="62222"/>
                    <a:pt x="78070" y="55778"/>
                    <a:pt x="79000" y="49333"/>
                  </a:cubicBezTo>
                  <a:cubicBezTo>
                    <a:pt x="79635" y="42889"/>
                    <a:pt x="78076" y="36444"/>
                    <a:pt x="79000" y="30000"/>
                  </a:cubicBezTo>
                  <a:cubicBezTo>
                    <a:pt x="74496" y="26717"/>
                    <a:pt x="70413" y="22954"/>
                    <a:pt x="66500" y="19000"/>
                  </a:cubicBezTo>
                  <a:cubicBezTo>
                    <a:pt x="62695" y="14922"/>
                    <a:pt x="57777" y="1211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70"/>
                    <a:pt x="41667" y="44433"/>
                    <a:pt x="48000" y="45000"/>
                  </a:cubicBezTo>
                  <a:cubicBezTo>
                    <a:pt x="54333" y="44736"/>
                    <a:pt x="60667" y="45744"/>
                    <a:pt x="67000" y="45000"/>
                  </a:cubicBezTo>
                  <a:cubicBezTo>
                    <a:pt x="67018" y="46333"/>
                    <a:pt x="66964" y="47667"/>
                    <a:pt x="67000" y="49000"/>
                  </a:cubicBezTo>
                  <a:cubicBezTo>
                    <a:pt x="60667" y="48105"/>
                    <a:pt x="54333" y="48517"/>
                    <a:pt x="48000" y="49000"/>
                  </a:cubicBezTo>
                  <a:cubicBezTo>
                    <a:pt x="41667" y="48562"/>
                    <a:pt x="35333" y="50083"/>
                    <a:pt x="29000" y="49000"/>
                  </a:cubicBezTo>
                  <a:cubicBezTo>
                    <a:pt x="28882" y="47667"/>
                    <a:pt x="29219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521"/>
                    <a:pt x="37667" y="37406"/>
                    <a:pt x="42000" y="37000"/>
                  </a:cubicBezTo>
                  <a:cubicBezTo>
                    <a:pt x="42067" y="38333"/>
                    <a:pt x="42167" y="39667"/>
                    <a:pt x="42000" y="41000"/>
                  </a:cubicBezTo>
                  <a:cubicBezTo>
                    <a:pt x="37667" y="40233"/>
                    <a:pt x="33333" y="41373"/>
                    <a:pt x="29000" y="41000"/>
                  </a:cubicBezTo>
                  <a:cubicBezTo>
                    <a:pt x="29010" y="39667"/>
                    <a:pt x="29226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412"/>
                    <a:pt x="41667" y="51894"/>
                    <a:pt x="48000" y="53000"/>
                  </a:cubicBezTo>
                  <a:cubicBezTo>
                    <a:pt x="54333" y="54001"/>
                    <a:pt x="60667" y="52830"/>
                    <a:pt x="67000" y="53000"/>
                  </a:cubicBezTo>
                  <a:cubicBezTo>
                    <a:pt x="67054" y="54333"/>
                    <a:pt x="67173" y="55667"/>
                    <a:pt x="67000" y="57000"/>
                  </a:cubicBezTo>
                  <a:cubicBezTo>
                    <a:pt x="60667" y="57828"/>
                    <a:pt x="54333" y="56380"/>
                    <a:pt x="48000" y="57000"/>
                  </a:cubicBezTo>
                  <a:cubicBezTo>
                    <a:pt x="41667" y="57626"/>
                    <a:pt x="35333" y="56686"/>
                    <a:pt x="29000" y="57000"/>
                  </a:cubicBezTo>
                  <a:cubicBezTo>
                    <a:pt x="29025" y="55667"/>
                    <a:pt x="2887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748"/>
                    <a:pt x="41667" y="61750"/>
                    <a:pt x="48000" y="61000"/>
                  </a:cubicBezTo>
                  <a:cubicBezTo>
                    <a:pt x="54333" y="60584"/>
                    <a:pt x="60667" y="61466"/>
                    <a:pt x="67000" y="61000"/>
                  </a:cubicBezTo>
                  <a:cubicBezTo>
                    <a:pt x="67215" y="62333"/>
                    <a:pt x="67082" y="63667"/>
                    <a:pt x="67000" y="65000"/>
                  </a:cubicBezTo>
                  <a:cubicBezTo>
                    <a:pt x="60667" y="63937"/>
                    <a:pt x="54333" y="64027"/>
                    <a:pt x="48000" y="65000"/>
                  </a:cubicBezTo>
                  <a:cubicBezTo>
                    <a:pt x="41667" y="66133"/>
                    <a:pt x="35333" y="66023"/>
                    <a:pt x="29000" y="65000"/>
                  </a:cubicBezTo>
                  <a:cubicBezTo>
                    <a:pt x="28994" y="63667"/>
                    <a:pt x="2881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375"/>
                    <a:pt x="41667" y="69788"/>
                    <a:pt x="48000" y="69000"/>
                  </a:cubicBezTo>
                  <a:cubicBezTo>
                    <a:pt x="54333" y="69926"/>
                    <a:pt x="60667" y="68602"/>
                    <a:pt x="67000" y="69000"/>
                  </a:cubicBezTo>
                  <a:cubicBezTo>
                    <a:pt x="66822" y="70333"/>
                    <a:pt x="66862" y="71667"/>
                    <a:pt x="67000" y="73000"/>
                  </a:cubicBezTo>
                  <a:cubicBezTo>
                    <a:pt x="60667" y="72719"/>
                    <a:pt x="54333" y="72499"/>
                    <a:pt x="48000" y="73000"/>
                  </a:cubicBezTo>
                  <a:cubicBezTo>
                    <a:pt x="41667" y="72962"/>
                    <a:pt x="35333" y="73871"/>
                    <a:pt x="29000" y="73000"/>
                  </a:cubicBezTo>
                  <a:cubicBezTo>
                    <a:pt x="29034" y="71667"/>
                    <a:pt x="28882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48000" y="14000"/>
                  </a:moveTo>
                  <a:cubicBezTo>
                    <a:pt x="55567" y="14479"/>
                    <a:pt x="61827" y="20184"/>
                    <a:pt x="62000" y="28000"/>
                  </a:cubicBezTo>
                  <a:cubicBezTo>
                    <a:pt x="61657" y="35388"/>
                    <a:pt x="56211" y="42525"/>
                    <a:pt x="48000" y="42000"/>
                  </a:cubicBezTo>
                  <a:cubicBezTo>
                    <a:pt x="40773" y="41840"/>
                    <a:pt x="33538" y="35127"/>
                    <a:pt x="34000" y="28000"/>
                  </a:cubicBezTo>
                  <a:cubicBezTo>
                    <a:pt x="33566" y="20163"/>
                    <a:pt x="40688" y="13605"/>
                    <a:pt x="48000" y="1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481" y="64163"/>
                    <a:pt x="31574" y="51433"/>
                    <a:pt x="48000" y="52000"/>
                  </a:cubicBezTo>
                  <a:cubicBezTo>
                    <a:pt x="65125" y="51762"/>
                    <a:pt x="78191" y="63679"/>
                    <a:pt x="78000" y="84000"/>
                  </a:cubicBezTo>
                  <a:cubicBezTo>
                    <a:pt x="71333" y="83970"/>
                    <a:pt x="64667" y="83855"/>
                    <a:pt x="58000" y="84000"/>
                  </a:cubicBezTo>
                  <a:cubicBezTo>
                    <a:pt x="51333" y="85004"/>
                    <a:pt x="44667" y="83429"/>
                    <a:pt x="38000" y="84000"/>
                  </a:cubicBezTo>
                  <a:cubicBezTo>
                    <a:pt x="31333" y="83426"/>
                    <a:pt x="24667" y="85039"/>
                    <a:pt x="18000" y="8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  <p:cxnSp>
        <p:nvCxnSpPr>
          <p:cNvPr id="136" name="App-BottomLeft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43" name="Outbox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4" name="Outbox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Outbox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77" y="76333"/>
                    <a:pt x="23307" y="70667"/>
                    <a:pt x="23000" y="65000"/>
                  </a:cubicBezTo>
                  <a:cubicBezTo>
                    <a:pt x="23422" y="59333"/>
                    <a:pt x="23155" y="53667"/>
                    <a:pt x="23000" y="48000"/>
                  </a:cubicBezTo>
                  <a:cubicBezTo>
                    <a:pt x="23265" y="42333"/>
                    <a:pt x="23345" y="36667"/>
                    <a:pt x="23000" y="31000"/>
                  </a:cubicBezTo>
                  <a:cubicBezTo>
                    <a:pt x="22654" y="25333"/>
                    <a:pt x="22619" y="19667"/>
                    <a:pt x="23000" y="14000"/>
                  </a:cubicBezTo>
                  <a:cubicBezTo>
                    <a:pt x="31333" y="13805"/>
                    <a:pt x="39667" y="14950"/>
                    <a:pt x="48000" y="14000"/>
                  </a:cubicBezTo>
                  <a:cubicBezTo>
                    <a:pt x="47005" y="21000"/>
                    <a:pt x="48328" y="28000"/>
                    <a:pt x="48000" y="35000"/>
                  </a:cubicBezTo>
                  <a:cubicBezTo>
                    <a:pt x="56333" y="34838"/>
                    <a:pt x="64667" y="34402"/>
                    <a:pt x="73000" y="35000"/>
                  </a:cubicBezTo>
                  <a:cubicBezTo>
                    <a:pt x="72135" y="42833"/>
                    <a:pt x="72350" y="50667"/>
                    <a:pt x="73000" y="58500"/>
                  </a:cubicBezTo>
                  <a:cubicBezTo>
                    <a:pt x="73696" y="66333"/>
                    <a:pt x="73191" y="74167"/>
                    <a:pt x="73000" y="82000"/>
                  </a:cubicBezTo>
                  <a:cubicBezTo>
                    <a:pt x="67444" y="81703"/>
                    <a:pt x="61889" y="82008"/>
                    <a:pt x="56333" y="82000"/>
                  </a:cubicBezTo>
                  <a:cubicBezTo>
                    <a:pt x="50778" y="82104"/>
                    <a:pt x="45222" y="81543"/>
                    <a:pt x="39667" y="82000"/>
                  </a:cubicBezTo>
                  <a:cubicBezTo>
                    <a:pt x="34111" y="82512"/>
                    <a:pt x="28556" y="82479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29" y="20804"/>
                    <a:pt x="62381" y="24785"/>
                    <a:pt x="66500" y="29000"/>
                  </a:cubicBezTo>
                  <a:cubicBezTo>
                    <a:pt x="62333" y="29000"/>
                    <a:pt x="58167" y="28659"/>
                    <a:pt x="54000" y="29000"/>
                  </a:cubicBezTo>
                  <a:cubicBezTo>
                    <a:pt x="53746" y="24833"/>
                    <a:pt x="53295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240"/>
                    <a:pt x="41667" y="7296"/>
                    <a:pt x="35500" y="8000"/>
                  </a:cubicBezTo>
                  <a:cubicBezTo>
                    <a:pt x="29333" y="9081"/>
                    <a:pt x="23167" y="8960"/>
                    <a:pt x="17000" y="8000"/>
                  </a:cubicBezTo>
                  <a:cubicBezTo>
                    <a:pt x="17557" y="14667"/>
                    <a:pt x="16179" y="21333"/>
                    <a:pt x="17000" y="28000"/>
                  </a:cubicBezTo>
                  <a:cubicBezTo>
                    <a:pt x="15970" y="34667"/>
                    <a:pt x="16475" y="41333"/>
                    <a:pt x="17000" y="48000"/>
                  </a:cubicBezTo>
                  <a:cubicBezTo>
                    <a:pt x="16160" y="54667"/>
                    <a:pt x="16893" y="61333"/>
                    <a:pt x="17000" y="68000"/>
                  </a:cubicBezTo>
                  <a:cubicBezTo>
                    <a:pt x="16434" y="74667"/>
                    <a:pt x="16869" y="81333"/>
                    <a:pt x="17000" y="88000"/>
                  </a:cubicBezTo>
                  <a:cubicBezTo>
                    <a:pt x="23889" y="87318"/>
                    <a:pt x="30778" y="87295"/>
                    <a:pt x="37667" y="88000"/>
                  </a:cubicBezTo>
                  <a:cubicBezTo>
                    <a:pt x="44556" y="87915"/>
                    <a:pt x="51444" y="89122"/>
                    <a:pt x="58333" y="88000"/>
                  </a:cubicBezTo>
                  <a:cubicBezTo>
                    <a:pt x="65222" y="87051"/>
                    <a:pt x="72111" y="87682"/>
                    <a:pt x="79000" y="88000"/>
                  </a:cubicBezTo>
                  <a:cubicBezTo>
                    <a:pt x="79760" y="81556"/>
                    <a:pt x="78029" y="75111"/>
                    <a:pt x="79000" y="68667"/>
                  </a:cubicBezTo>
                  <a:cubicBezTo>
                    <a:pt x="78630" y="62222"/>
                    <a:pt x="79026" y="55778"/>
                    <a:pt x="79000" y="49333"/>
                  </a:cubicBezTo>
                  <a:cubicBezTo>
                    <a:pt x="78286" y="42889"/>
                    <a:pt x="78939" y="36444"/>
                    <a:pt x="79000" y="30000"/>
                  </a:cubicBezTo>
                  <a:cubicBezTo>
                    <a:pt x="74369" y="26862"/>
                    <a:pt x="70265" y="23123"/>
                    <a:pt x="66500" y="19000"/>
                  </a:cubicBezTo>
                  <a:cubicBezTo>
                    <a:pt x="61896" y="15831"/>
                    <a:pt x="58512" y="11274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77" y="76333"/>
                            <a:pt x="23307" y="70667"/>
                            <a:pt x="23000" y="65000"/>
                          </a:cubicBezTo>
                          <a:cubicBezTo>
                            <a:pt x="23422" y="59333"/>
                            <a:pt x="23155" y="53667"/>
                            <a:pt x="23000" y="48000"/>
                          </a:cubicBezTo>
                          <a:cubicBezTo>
                            <a:pt x="23265" y="42333"/>
                            <a:pt x="23345" y="36667"/>
                            <a:pt x="23000" y="31000"/>
                          </a:cubicBezTo>
                          <a:cubicBezTo>
                            <a:pt x="22654" y="25333"/>
                            <a:pt x="22619" y="19667"/>
                            <a:pt x="23000" y="14000"/>
                          </a:cubicBezTo>
                          <a:cubicBezTo>
                            <a:pt x="31333" y="13805"/>
                            <a:pt x="39667" y="14950"/>
                            <a:pt x="48000" y="14000"/>
                          </a:cubicBezTo>
                          <a:cubicBezTo>
                            <a:pt x="47005" y="21000"/>
                            <a:pt x="48328" y="28000"/>
                            <a:pt x="48000" y="35000"/>
                          </a:cubicBezTo>
                          <a:cubicBezTo>
                            <a:pt x="56333" y="34838"/>
                            <a:pt x="64667" y="34402"/>
                            <a:pt x="73000" y="35000"/>
                          </a:cubicBezTo>
                          <a:cubicBezTo>
                            <a:pt x="72135" y="42833"/>
                            <a:pt x="72350" y="50667"/>
                            <a:pt x="73000" y="58500"/>
                          </a:cubicBezTo>
                          <a:cubicBezTo>
                            <a:pt x="73696" y="66333"/>
                            <a:pt x="73191" y="74167"/>
                            <a:pt x="73000" y="82000"/>
                          </a:cubicBezTo>
                          <a:cubicBezTo>
                            <a:pt x="67444" y="81703"/>
                            <a:pt x="61889" y="82008"/>
                            <a:pt x="56333" y="82000"/>
                          </a:cubicBezTo>
                          <a:cubicBezTo>
                            <a:pt x="50778" y="82104"/>
                            <a:pt x="45222" y="81543"/>
                            <a:pt x="39667" y="82000"/>
                          </a:cubicBezTo>
                          <a:cubicBezTo>
                            <a:pt x="34111" y="82512"/>
                            <a:pt x="28556" y="82479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29" y="20804"/>
                            <a:pt x="62381" y="24785"/>
                            <a:pt x="66500" y="29000"/>
                          </a:cubicBezTo>
                          <a:cubicBezTo>
                            <a:pt x="62333" y="29000"/>
                            <a:pt x="58167" y="28659"/>
                            <a:pt x="54000" y="29000"/>
                          </a:cubicBezTo>
                          <a:cubicBezTo>
                            <a:pt x="53746" y="24833"/>
                            <a:pt x="53295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240"/>
                            <a:pt x="41667" y="7296"/>
                            <a:pt x="35500" y="8000"/>
                          </a:cubicBezTo>
                          <a:cubicBezTo>
                            <a:pt x="29333" y="9081"/>
                            <a:pt x="23167" y="8960"/>
                            <a:pt x="17000" y="8000"/>
                          </a:cubicBezTo>
                          <a:cubicBezTo>
                            <a:pt x="17557" y="14667"/>
                            <a:pt x="16179" y="21333"/>
                            <a:pt x="17000" y="28000"/>
                          </a:cubicBezTo>
                          <a:cubicBezTo>
                            <a:pt x="15970" y="34667"/>
                            <a:pt x="16475" y="41333"/>
                            <a:pt x="17000" y="48000"/>
                          </a:cubicBezTo>
                          <a:cubicBezTo>
                            <a:pt x="16160" y="54667"/>
                            <a:pt x="16893" y="61333"/>
                            <a:pt x="17000" y="68000"/>
                          </a:cubicBezTo>
                          <a:cubicBezTo>
                            <a:pt x="16434" y="74667"/>
                            <a:pt x="16869" y="81333"/>
                            <a:pt x="17000" y="88000"/>
                          </a:cubicBezTo>
                          <a:cubicBezTo>
                            <a:pt x="23889" y="87318"/>
                            <a:pt x="30778" y="87295"/>
                            <a:pt x="37667" y="88000"/>
                          </a:cubicBezTo>
                          <a:cubicBezTo>
                            <a:pt x="44556" y="87915"/>
                            <a:pt x="51444" y="89122"/>
                            <a:pt x="58333" y="88000"/>
                          </a:cubicBezTo>
                          <a:cubicBezTo>
                            <a:pt x="65222" y="87051"/>
                            <a:pt x="72111" y="87682"/>
                            <a:pt x="79000" y="88000"/>
                          </a:cubicBezTo>
                          <a:cubicBezTo>
                            <a:pt x="79760" y="81556"/>
                            <a:pt x="78029" y="75111"/>
                            <a:pt x="79000" y="68667"/>
                          </a:cubicBezTo>
                          <a:cubicBezTo>
                            <a:pt x="78630" y="62222"/>
                            <a:pt x="79026" y="55778"/>
                            <a:pt x="79000" y="49333"/>
                          </a:cubicBezTo>
                          <a:cubicBezTo>
                            <a:pt x="78286" y="42889"/>
                            <a:pt x="78939" y="36444"/>
                            <a:pt x="79000" y="30000"/>
                          </a:cubicBezTo>
                          <a:cubicBezTo>
                            <a:pt x="74369" y="26862"/>
                            <a:pt x="70265" y="23123"/>
                            <a:pt x="66500" y="19000"/>
                          </a:cubicBezTo>
                          <a:cubicBezTo>
                            <a:pt x="61896" y="15831"/>
                            <a:pt x="58512" y="11274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Outbox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410"/>
                    <a:pt x="41667" y="45754"/>
                    <a:pt x="48000" y="45000"/>
                  </a:cubicBezTo>
                  <a:cubicBezTo>
                    <a:pt x="54333" y="45159"/>
                    <a:pt x="60667" y="45996"/>
                    <a:pt x="67000" y="45000"/>
                  </a:cubicBezTo>
                  <a:cubicBezTo>
                    <a:pt x="66764" y="46333"/>
                    <a:pt x="66824" y="47667"/>
                    <a:pt x="67000" y="49000"/>
                  </a:cubicBezTo>
                  <a:cubicBezTo>
                    <a:pt x="60667" y="48690"/>
                    <a:pt x="54333" y="48540"/>
                    <a:pt x="48000" y="49000"/>
                  </a:cubicBezTo>
                  <a:cubicBezTo>
                    <a:pt x="41667" y="48375"/>
                    <a:pt x="35333" y="49153"/>
                    <a:pt x="29000" y="49000"/>
                  </a:cubicBezTo>
                  <a:cubicBezTo>
                    <a:pt x="28974" y="47667"/>
                    <a:pt x="2889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410"/>
                            <a:pt x="41667" y="45754"/>
                            <a:pt x="48000" y="45000"/>
                          </a:cubicBezTo>
                          <a:cubicBezTo>
                            <a:pt x="54333" y="45159"/>
                            <a:pt x="60667" y="45996"/>
                            <a:pt x="67000" y="45000"/>
                          </a:cubicBezTo>
                          <a:cubicBezTo>
                            <a:pt x="66764" y="46333"/>
                            <a:pt x="66824" y="47667"/>
                            <a:pt x="67000" y="49000"/>
                          </a:cubicBezTo>
                          <a:cubicBezTo>
                            <a:pt x="60667" y="48690"/>
                            <a:pt x="54333" y="48540"/>
                            <a:pt x="48000" y="49000"/>
                          </a:cubicBezTo>
                          <a:cubicBezTo>
                            <a:pt x="41667" y="48375"/>
                            <a:pt x="35333" y="49153"/>
                            <a:pt x="29000" y="49000"/>
                          </a:cubicBezTo>
                          <a:cubicBezTo>
                            <a:pt x="28974" y="47667"/>
                            <a:pt x="2889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Outbox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72"/>
                    <a:pt x="37667" y="37649"/>
                    <a:pt x="42000" y="37000"/>
                  </a:cubicBezTo>
                  <a:cubicBezTo>
                    <a:pt x="41815" y="38333"/>
                    <a:pt x="42065" y="39667"/>
                    <a:pt x="42000" y="41000"/>
                  </a:cubicBezTo>
                  <a:cubicBezTo>
                    <a:pt x="37667" y="41380"/>
                    <a:pt x="33333" y="40607"/>
                    <a:pt x="29000" y="41000"/>
                  </a:cubicBezTo>
                  <a:cubicBezTo>
                    <a:pt x="28862" y="39667"/>
                    <a:pt x="29140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72"/>
                            <a:pt x="37667" y="37649"/>
                            <a:pt x="42000" y="37000"/>
                          </a:cubicBezTo>
                          <a:cubicBezTo>
                            <a:pt x="41815" y="38333"/>
                            <a:pt x="42065" y="39667"/>
                            <a:pt x="42000" y="41000"/>
                          </a:cubicBezTo>
                          <a:cubicBezTo>
                            <a:pt x="37667" y="41380"/>
                            <a:pt x="33333" y="40607"/>
                            <a:pt x="29000" y="41000"/>
                          </a:cubicBezTo>
                          <a:cubicBezTo>
                            <a:pt x="28862" y="39667"/>
                            <a:pt x="29140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Outbox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1"/>
                    <a:pt x="41667" y="52504"/>
                    <a:pt x="48000" y="53000"/>
                  </a:cubicBezTo>
                  <a:cubicBezTo>
                    <a:pt x="54333" y="53417"/>
                    <a:pt x="60667" y="52781"/>
                    <a:pt x="67000" y="53000"/>
                  </a:cubicBezTo>
                  <a:cubicBezTo>
                    <a:pt x="66966" y="54333"/>
                    <a:pt x="67093" y="55667"/>
                    <a:pt x="67000" y="57000"/>
                  </a:cubicBezTo>
                  <a:cubicBezTo>
                    <a:pt x="60667" y="56372"/>
                    <a:pt x="54333" y="55940"/>
                    <a:pt x="48000" y="57000"/>
                  </a:cubicBezTo>
                  <a:cubicBezTo>
                    <a:pt x="41667" y="57154"/>
                    <a:pt x="35333" y="56012"/>
                    <a:pt x="29000" y="57000"/>
                  </a:cubicBezTo>
                  <a:cubicBezTo>
                    <a:pt x="28818" y="55667"/>
                    <a:pt x="28891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1"/>
                            <a:pt x="41667" y="52504"/>
                            <a:pt x="48000" y="53000"/>
                          </a:cubicBezTo>
                          <a:cubicBezTo>
                            <a:pt x="54333" y="53417"/>
                            <a:pt x="60667" y="52781"/>
                            <a:pt x="67000" y="53000"/>
                          </a:cubicBezTo>
                          <a:cubicBezTo>
                            <a:pt x="66966" y="54333"/>
                            <a:pt x="67093" y="55667"/>
                            <a:pt x="67000" y="57000"/>
                          </a:cubicBezTo>
                          <a:cubicBezTo>
                            <a:pt x="60667" y="56372"/>
                            <a:pt x="54333" y="55940"/>
                            <a:pt x="48000" y="57000"/>
                          </a:cubicBezTo>
                          <a:cubicBezTo>
                            <a:pt x="41667" y="57154"/>
                            <a:pt x="35333" y="56012"/>
                            <a:pt x="29000" y="57000"/>
                          </a:cubicBezTo>
                          <a:cubicBezTo>
                            <a:pt x="28818" y="55667"/>
                            <a:pt x="2889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Outbox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279"/>
                    <a:pt x="41667" y="61779"/>
                    <a:pt x="48000" y="61000"/>
                  </a:cubicBezTo>
                  <a:cubicBezTo>
                    <a:pt x="54333" y="61809"/>
                    <a:pt x="60667" y="61584"/>
                    <a:pt x="67000" y="61000"/>
                  </a:cubicBezTo>
                  <a:cubicBezTo>
                    <a:pt x="67176" y="62333"/>
                    <a:pt x="66772" y="63667"/>
                    <a:pt x="67000" y="65000"/>
                  </a:cubicBezTo>
                  <a:cubicBezTo>
                    <a:pt x="60667" y="64265"/>
                    <a:pt x="54333" y="63982"/>
                    <a:pt x="48000" y="65000"/>
                  </a:cubicBezTo>
                  <a:cubicBezTo>
                    <a:pt x="41667" y="64415"/>
                    <a:pt x="35333" y="65773"/>
                    <a:pt x="29000" y="65000"/>
                  </a:cubicBezTo>
                  <a:cubicBezTo>
                    <a:pt x="28994" y="63667"/>
                    <a:pt x="29224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79"/>
                            <a:pt x="41667" y="61779"/>
                            <a:pt x="48000" y="61000"/>
                          </a:cubicBezTo>
                          <a:cubicBezTo>
                            <a:pt x="54333" y="61809"/>
                            <a:pt x="60667" y="61584"/>
                            <a:pt x="67000" y="61000"/>
                          </a:cubicBezTo>
                          <a:cubicBezTo>
                            <a:pt x="67176" y="62333"/>
                            <a:pt x="66772" y="63667"/>
                            <a:pt x="67000" y="65000"/>
                          </a:cubicBezTo>
                          <a:cubicBezTo>
                            <a:pt x="60667" y="64265"/>
                            <a:pt x="54333" y="63982"/>
                            <a:pt x="48000" y="65000"/>
                          </a:cubicBezTo>
                          <a:cubicBezTo>
                            <a:pt x="41667" y="64415"/>
                            <a:pt x="35333" y="65773"/>
                            <a:pt x="29000" y="65000"/>
                          </a:cubicBezTo>
                          <a:cubicBezTo>
                            <a:pt x="28994" y="63667"/>
                            <a:pt x="29224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Outbox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979"/>
                    <a:pt x="41667" y="68969"/>
                    <a:pt x="48000" y="69000"/>
                  </a:cubicBezTo>
                  <a:cubicBezTo>
                    <a:pt x="54333" y="68426"/>
                    <a:pt x="60667" y="68525"/>
                    <a:pt x="67000" y="69000"/>
                  </a:cubicBezTo>
                  <a:cubicBezTo>
                    <a:pt x="66858" y="70333"/>
                    <a:pt x="67208" y="71667"/>
                    <a:pt x="67000" y="73000"/>
                  </a:cubicBezTo>
                  <a:cubicBezTo>
                    <a:pt x="60667" y="72073"/>
                    <a:pt x="54333" y="72251"/>
                    <a:pt x="48000" y="73000"/>
                  </a:cubicBezTo>
                  <a:cubicBezTo>
                    <a:pt x="41667" y="73726"/>
                    <a:pt x="35333" y="72089"/>
                    <a:pt x="29000" y="73000"/>
                  </a:cubicBezTo>
                  <a:cubicBezTo>
                    <a:pt x="29082" y="71667"/>
                    <a:pt x="28941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79"/>
                            <a:pt x="41667" y="68969"/>
                            <a:pt x="48000" y="69000"/>
                          </a:cubicBezTo>
                          <a:cubicBezTo>
                            <a:pt x="54333" y="68426"/>
                            <a:pt x="60667" y="68525"/>
                            <a:pt x="67000" y="69000"/>
                          </a:cubicBezTo>
                          <a:cubicBezTo>
                            <a:pt x="66858" y="70333"/>
                            <a:pt x="67208" y="71667"/>
                            <a:pt x="67000" y="73000"/>
                          </a:cubicBezTo>
                          <a:cubicBezTo>
                            <a:pt x="60667" y="72073"/>
                            <a:pt x="54333" y="72251"/>
                            <a:pt x="48000" y="73000"/>
                          </a:cubicBezTo>
                          <a:cubicBezTo>
                            <a:pt x="41667" y="73726"/>
                            <a:pt x="35333" y="72089"/>
                            <a:pt x="29000" y="73000"/>
                          </a:cubicBezTo>
                          <a:cubicBezTo>
                            <a:pt x="29082" y="71667"/>
                            <a:pt x="28941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5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Outbox</a:t>
            </a:r>
          </a:p>
        </p:txBody>
      </p:sp>
      <p:sp>
        <p:nvSpPr>
          <p:cNvPr id="146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approved text only</a:t>
            </a:r>
          </a:p>
        </p:txBody>
      </p:sp>
      <p:cxnSp>
        <p:nvCxnSpPr>
          <p:cNvPr id="147" name="App-Log"/>
          <p:cNvCxnSpPr/>
          <p:nvPr/>
        </p:nvCxnSpPr>
        <p:spPr>
          <a:xfrm flipH="1" flipV="1">
            <a:off x="2167128" y="2103120"/>
            <a:ext cx="2601782" cy="643402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57" name="Audit log icon"/>
          <p:cNvGrpSpPr/>
          <p:nvPr/>
        </p:nvGrpSpPr>
        <p:grpSpPr>
          <a:xfrm>
            <a:off x="1417320" y="1783080"/>
            <a:ext cx="640080" cy="640080"/>
            <a:chOff x="0" y="0"/>
            <a:chExt cx="640080" cy="640080"/>
          </a:xfrm>
        </p:grpSpPr>
        <p:sp>
          <p:nvSpPr>
            <p:cNvPr id="158" name="Audit log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7000" y="18000"/>
                  </a:moveTo>
                  <a:cubicBezTo>
                    <a:pt x="17000" y="40000"/>
                    <a:pt x="17000" y="62000"/>
                    <a:pt x="17000" y="84000"/>
                  </a:cubicBezTo>
                  <a:cubicBezTo>
                    <a:pt x="17000" y="86200"/>
                    <a:pt x="18800" y="88000"/>
                    <a:pt x="21000" y="88000"/>
                  </a:cubicBezTo>
                  <a:cubicBezTo>
                    <a:pt x="39000" y="88000"/>
                    <a:pt x="57000" y="88000"/>
                    <a:pt x="75000" y="88000"/>
                  </a:cubicBezTo>
                  <a:cubicBezTo>
                    <a:pt x="77200" y="88000"/>
                    <a:pt x="79000" y="86200"/>
                    <a:pt x="79000" y="84000"/>
                  </a:cubicBezTo>
                  <a:cubicBezTo>
                    <a:pt x="79000" y="62000"/>
                    <a:pt x="79000" y="40000"/>
                    <a:pt x="79000" y="18000"/>
                  </a:cubicBezTo>
                  <a:cubicBezTo>
                    <a:pt x="79000" y="15800"/>
                    <a:pt x="77200" y="14000"/>
                    <a:pt x="75000" y="14000"/>
                  </a:cubicBezTo>
                  <a:cubicBezTo>
                    <a:pt x="69333" y="14000"/>
                    <a:pt x="63667" y="14000"/>
                    <a:pt x="58000" y="14000"/>
                  </a:cubicBezTo>
                  <a:cubicBezTo>
                    <a:pt x="58000" y="13333"/>
                    <a:pt x="58000" y="12667"/>
                    <a:pt x="58000" y="12000"/>
                  </a:cubicBezTo>
                  <a:cubicBezTo>
                    <a:pt x="58000" y="9800"/>
                    <a:pt x="56200" y="8000"/>
                    <a:pt x="54000" y="8000"/>
                  </a:cubicBezTo>
                  <a:cubicBezTo>
                    <a:pt x="50000" y="8000"/>
                    <a:pt x="46000" y="8000"/>
                    <a:pt x="42000" y="8000"/>
                  </a:cubicBezTo>
                  <a:cubicBezTo>
                    <a:pt x="39800" y="8000"/>
                    <a:pt x="38000" y="9800"/>
                    <a:pt x="38000" y="12000"/>
                  </a:cubicBezTo>
                  <a:cubicBezTo>
                    <a:pt x="38000" y="12667"/>
                    <a:pt x="38000" y="13333"/>
                    <a:pt x="38000" y="14000"/>
                  </a:cubicBezTo>
                  <a:cubicBezTo>
                    <a:pt x="32333" y="14000"/>
                    <a:pt x="26667" y="14000"/>
                    <a:pt x="21000" y="14000"/>
                  </a:cubicBezTo>
                  <a:cubicBezTo>
                    <a:pt x="18800" y="14000"/>
                    <a:pt x="17000" y="15800"/>
                    <a:pt x="17000" y="1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Audit log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558"/>
                    <a:pt x="30333" y="20486"/>
                    <a:pt x="34000" y="20000"/>
                  </a:cubicBezTo>
                  <a:cubicBezTo>
                    <a:pt x="33906" y="22000"/>
                    <a:pt x="33952" y="24000"/>
                    <a:pt x="34000" y="26000"/>
                  </a:cubicBezTo>
                  <a:cubicBezTo>
                    <a:pt x="43333" y="25772"/>
                    <a:pt x="52667" y="26611"/>
                    <a:pt x="62000" y="26000"/>
                  </a:cubicBezTo>
                  <a:cubicBezTo>
                    <a:pt x="62211" y="24000"/>
                    <a:pt x="62337" y="22000"/>
                    <a:pt x="62000" y="20000"/>
                  </a:cubicBezTo>
                  <a:cubicBezTo>
                    <a:pt x="65667" y="19483"/>
                    <a:pt x="69333" y="19960"/>
                    <a:pt x="73000" y="20000"/>
                  </a:cubicBezTo>
                  <a:cubicBezTo>
                    <a:pt x="72092" y="26889"/>
                    <a:pt x="73034" y="33778"/>
                    <a:pt x="73000" y="40667"/>
                  </a:cubicBezTo>
                  <a:cubicBezTo>
                    <a:pt x="73569" y="47556"/>
                    <a:pt x="72668" y="54444"/>
                    <a:pt x="73000" y="61333"/>
                  </a:cubicBezTo>
                  <a:cubicBezTo>
                    <a:pt x="72247" y="68222"/>
                    <a:pt x="72689" y="75111"/>
                    <a:pt x="73000" y="82000"/>
                  </a:cubicBezTo>
                  <a:cubicBezTo>
                    <a:pt x="67444" y="82568"/>
                    <a:pt x="61889" y="81058"/>
                    <a:pt x="56333" y="82000"/>
                  </a:cubicBezTo>
                  <a:cubicBezTo>
                    <a:pt x="50778" y="82653"/>
                    <a:pt x="45222" y="81645"/>
                    <a:pt x="39667" y="82000"/>
                  </a:cubicBezTo>
                  <a:cubicBezTo>
                    <a:pt x="34111" y="81912"/>
                    <a:pt x="28556" y="82389"/>
                    <a:pt x="23000" y="82000"/>
                  </a:cubicBezTo>
                  <a:cubicBezTo>
                    <a:pt x="23391" y="75111"/>
                    <a:pt x="23056" y="68222"/>
                    <a:pt x="23000" y="61333"/>
                  </a:cubicBezTo>
                  <a:cubicBezTo>
                    <a:pt x="23746" y="54444"/>
                    <a:pt x="22084" y="47556"/>
                    <a:pt x="23000" y="40667"/>
                  </a:cubicBezTo>
                  <a:cubicBezTo>
                    <a:pt x="24094" y="33778"/>
                    <a:pt x="22586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991" y="11517"/>
                    <a:pt x="51116" y="13451"/>
                    <a:pt x="51000" y="15000"/>
                  </a:cubicBezTo>
                  <a:cubicBezTo>
                    <a:pt x="50524" y="16339"/>
                    <a:pt x="49586" y="17970"/>
                    <a:pt x="48000" y="18000"/>
                  </a:cubicBezTo>
                  <a:cubicBezTo>
                    <a:pt x="46557" y="18571"/>
                    <a:pt x="45091" y="17268"/>
                    <a:pt x="45000" y="15000"/>
                  </a:cubicBezTo>
                  <a:cubicBezTo>
                    <a:pt x="44887" y="13391"/>
                    <a:pt x="46719" y="12186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831" y="25333"/>
                    <a:pt x="16209" y="32667"/>
                    <a:pt x="17000" y="40000"/>
                  </a:cubicBezTo>
                  <a:cubicBezTo>
                    <a:pt x="17572" y="47333"/>
                    <a:pt x="17875" y="54667"/>
                    <a:pt x="17000" y="62000"/>
                  </a:cubicBezTo>
                  <a:cubicBezTo>
                    <a:pt x="15994" y="69333"/>
                    <a:pt x="16962" y="76667"/>
                    <a:pt x="17000" y="84000"/>
                  </a:cubicBezTo>
                  <a:cubicBezTo>
                    <a:pt x="16562" y="86429"/>
                    <a:pt x="19372" y="87946"/>
                    <a:pt x="21000" y="88000"/>
                  </a:cubicBezTo>
                  <a:cubicBezTo>
                    <a:pt x="27000" y="88079"/>
                    <a:pt x="33000" y="87992"/>
                    <a:pt x="39000" y="88000"/>
                  </a:cubicBezTo>
                  <a:cubicBezTo>
                    <a:pt x="45000" y="88050"/>
                    <a:pt x="51000" y="88329"/>
                    <a:pt x="57000" y="88000"/>
                  </a:cubicBezTo>
                  <a:cubicBezTo>
                    <a:pt x="63000" y="87718"/>
                    <a:pt x="69000" y="88868"/>
                    <a:pt x="75000" y="88000"/>
                  </a:cubicBezTo>
                  <a:cubicBezTo>
                    <a:pt x="76735" y="87794"/>
                    <a:pt x="78737" y="86163"/>
                    <a:pt x="79000" y="84000"/>
                  </a:cubicBezTo>
                  <a:cubicBezTo>
                    <a:pt x="80126" y="76667"/>
                    <a:pt x="78824" y="69333"/>
                    <a:pt x="79000" y="62000"/>
                  </a:cubicBezTo>
                  <a:cubicBezTo>
                    <a:pt x="79432" y="54667"/>
                    <a:pt x="77988" y="47333"/>
                    <a:pt x="79000" y="40000"/>
                  </a:cubicBezTo>
                  <a:cubicBezTo>
                    <a:pt x="78163" y="32667"/>
                    <a:pt x="79783" y="25333"/>
                    <a:pt x="79000" y="18000"/>
                  </a:cubicBezTo>
                  <a:cubicBezTo>
                    <a:pt x="79021" y="15677"/>
                    <a:pt x="77144" y="14131"/>
                    <a:pt x="75000" y="14000"/>
                  </a:cubicBezTo>
                  <a:cubicBezTo>
                    <a:pt x="69333" y="12987"/>
                    <a:pt x="63667" y="14580"/>
                    <a:pt x="58000" y="14000"/>
                  </a:cubicBezTo>
                  <a:cubicBezTo>
                    <a:pt x="57980" y="13333"/>
                    <a:pt x="58118" y="12667"/>
                    <a:pt x="58000" y="12000"/>
                  </a:cubicBezTo>
                  <a:cubicBezTo>
                    <a:pt x="57574" y="10209"/>
                    <a:pt x="55648" y="7677"/>
                    <a:pt x="54000" y="8000"/>
                  </a:cubicBezTo>
                  <a:cubicBezTo>
                    <a:pt x="50000" y="8372"/>
                    <a:pt x="46000" y="7342"/>
                    <a:pt x="42000" y="8000"/>
                  </a:cubicBezTo>
                  <a:cubicBezTo>
                    <a:pt x="40307" y="7487"/>
                    <a:pt x="38405" y="10192"/>
                    <a:pt x="38000" y="12000"/>
                  </a:cubicBezTo>
                  <a:cubicBezTo>
                    <a:pt x="37995" y="12667"/>
                    <a:pt x="38003" y="13333"/>
                    <a:pt x="38000" y="14000"/>
                  </a:cubicBezTo>
                  <a:cubicBezTo>
                    <a:pt x="32333" y="14386"/>
                    <a:pt x="26667" y="14815"/>
                    <a:pt x="21000" y="14000"/>
                  </a:cubicBezTo>
                  <a:cubicBezTo>
                    <a:pt x="18759" y="13841"/>
                    <a:pt x="16940" y="1565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558"/>
                            <a:pt x="30333" y="20486"/>
                            <a:pt x="34000" y="20000"/>
                          </a:cubicBezTo>
                          <a:cubicBezTo>
                            <a:pt x="33906" y="22000"/>
                            <a:pt x="33952" y="24000"/>
                            <a:pt x="34000" y="26000"/>
                          </a:cubicBezTo>
                          <a:cubicBezTo>
                            <a:pt x="43333" y="25772"/>
                            <a:pt x="52667" y="26611"/>
                            <a:pt x="62000" y="26000"/>
                          </a:cubicBezTo>
                          <a:cubicBezTo>
                            <a:pt x="62211" y="24000"/>
                            <a:pt x="62337" y="22000"/>
                            <a:pt x="62000" y="20000"/>
                          </a:cubicBezTo>
                          <a:cubicBezTo>
                            <a:pt x="65667" y="19483"/>
                            <a:pt x="69333" y="19960"/>
                            <a:pt x="73000" y="20000"/>
                          </a:cubicBezTo>
                          <a:cubicBezTo>
                            <a:pt x="72092" y="26889"/>
                            <a:pt x="73034" y="33778"/>
                            <a:pt x="73000" y="40667"/>
                          </a:cubicBezTo>
                          <a:cubicBezTo>
                            <a:pt x="73569" y="47556"/>
                            <a:pt x="72668" y="54444"/>
                            <a:pt x="73000" y="61333"/>
                          </a:cubicBezTo>
                          <a:cubicBezTo>
                            <a:pt x="72247" y="68222"/>
                            <a:pt x="72689" y="75111"/>
                            <a:pt x="73000" y="82000"/>
                          </a:cubicBezTo>
                          <a:cubicBezTo>
                            <a:pt x="67444" y="82568"/>
                            <a:pt x="61889" y="81058"/>
                            <a:pt x="56333" y="82000"/>
                          </a:cubicBezTo>
                          <a:cubicBezTo>
                            <a:pt x="50778" y="82653"/>
                            <a:pt x="45222" y="81645"/>
                            <a:pt x="39667" y="82000"/>
                          </a:cubicBezTo>
                          <a:cubicBezTo>
                            <a:pt x="34111" y="81912"/>
                            <a:pt x="28556" y="82389"/>
                            <a:pt x="23000" y="82000"/>
                          </a:cubicBezTo>
                          <a:cubicBezTo>
                            <a:pt x="23391" y="75111"/>
                            <a:pt x="23056" y="68222"/>
                            <a:pt x="23000" y="61333"/>
                          </a:cubicBezTo>
                          <a:cubicBezTo>
                            <a:pt x="23746" y="54444"/>
                            <a:pt x="22084" y="47556"/>
                            <a:pt x="23000" y="40667"/>
                          </a:cubicBezTo>
                          <a:cubicBezTo>
                            <a:pt x="24094" y="33778"/>
                            <a:pt x="22586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991" y="11517"/>
                            <a:pt x="51116" y="13451"/>
                            <a:pt x="51000" y="15000"/>
                          </a:cubicBezTo>
                          <a:cubicBezTo>
                            <a:pt x="50524" y="16339"/>
                            <a:pt x="49586" y="17970"/>
                            <a:pt x="48000" y="18000"/>
                          </a:cubicBezTo>
                          <a:cubicBezTo>
                            <a:pt x="46557" y="18571"/>
                            <a:pt x="45091" y="17268"/>
                            <a:pt x="45000" y="15000"/>
                          </a:cubicBezTo>
                          <a:cubicBezTo>
                            <a:pt x="44887" y="13391"/>
                            <a:pt x="46719" y="12186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831" y="25333"/>
                            <a:pt x="16209" y="32667"/>
                            <a:pt x="17000" y="40000"/>
                          </a:cubicBezTo>
                          <a:cubicBezTo>
                            <a:pt x="17572" y="47333"/>
                            <a:pt x="17875" y="54667"/>
                            <a:pt x="17000" y="62000"/>
                          </a:cubicBezTo>
                          <a:cubicBezTo>
                            <a:pt x="15994" y="69333"/>
                            <a:pt x="16962" y="76667"/>
                            <a:pt x="17000" y="84000"/>
                          </a:cubicBezTo>
                          <a:cubicBezTo>
                            <a:pt x="16562" y="86429"/>
                            <a:pt x="19372" y="87946"/>
                            <a:pt x="21000" y="88000"/>
                          </a:cubicBezTo>
                          <a:cubicBezTo>
                            <a:pt x="27000" y="88079"/>
                            <a:pt x="33000" y="87992"/>
                            <a:pt x="39000" y="88000"/>
                          </a:cubicBezTo>
                          <a:cubicBezTo>
                            <a:pt x="45000" y="88050"/>
                            <a:pt x="51000" y="88329"/>
                            <a:pt x="57000" y="88000"/>
                          </a:cubicBezTo>
                          <a:cubicBezTo>
                            <a:pt x="63000" y="87718"/>
                            <a:pt x="69000" y="88868"/>
                            <a:pt x="75000" y="88000"/>
                          </a:cubicBezTo>
                          <a:cubicBezTo>
                            <a:pt x="76735" y="87794"/>
                            <a:pt x="78737" y="86163"/>
                            <a:pt x="79000" y="84000"/>
                          </a:cubicBezTo>
                          <a:cubicBezTo>
                            <a:pt x="80126" y="76667"/>
                            <a:pt x="78824" y="69333"/>
                            <a:pt x="79000" y="62000"/>
                          </a:cubicBezTo>
                          <a:cubicBezTo>
                            <a:pt x="79432" y="54667"/>
                            <a:pt x="77988" y="47333"/>
                            <a:pt x="79000" y="40000"/>
                          </a:cubicBezTo>
                          <a:cubicBezTo>
                            <a:pt x="78163" y="32667"/>
                            <a:pt x="79783" y="25333"/>
                            <a:pt x="79000" y="18000"/>
                          </a:cubicBezTo>
                          <a:cubicBezTo>
                            <a:pt x="79021" y="15677"/>
                            <a:pt x="77144" y="14131"/>
                            <a:pt x="75000" y="14000"/>
                          </a:cubicBezTo>
                          <a:cubicBezTo>
                            <a:pt x="69333" y="12987"/>
                            <a:pt x="63667" y="14580"/>
                            <a:pt x="58000" y="14000"/>
                          </a:cubicBezTo>
                          <a:cubicBezTo>
                            <a:pt x="57980" y="13333"/>
                            <a:pt x="58118" y="12667"/>
                            <a:pt x="58000" y="12000"/>
                          </a:cubicBezTo>
                          <a:cubicBezTo>
                            <a:pt x="57574" y="10209"/>
                            <a:pt x="55648" y="7677"/>
                            <a:pt x="54000" y="8000"/>
                          </a:cubicBezTo>
                          <a:cubicBezTo>
                            <a:pt x="50000" y="8372"/>
                            <a:pt x="46000" y="7342"/>
                            <a:pt x="42000" y="8000"/>
                          </a:cubicBezTo>
                          <a:cubicBezTo>
                            <a:pt x="40307" y="7487"/>
                            <a:pt x="38405" y="10192"/>
                            <a:pt x="38000" y="12000"/>
                          </a:cubicBezTo>
                          <a:cubicBezTo>
                            <a:pt x="37995" y="12667"/>
                            <a:pt x="38003" y="13333"/>
                            <a:pt x="38000" y="14000"/>
                          </a:cubicBezTo>
                          <a:cubicBezTo>
                            <a:pt x="32333" y="14386"/>
                            <a:pt x="26667" y="14815"/>
                            <a:pt x="21000" y="14000"/>
                          </a:cubicBezTo>
                          <a:cubicBezTo>
                            <a:pt x="18759" y="13841"/>
                            <a:pt x="16940" y="1565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Audit log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465"/>
                    <a:pt x="40333" y="34375"/>
                    <a:pt x="46000" y="34000"/>
                  </a:cubicBezTo>
                  <a:cubicBezTo>
                    <a:pt x="46079" y="35333"/>
                    <a:pt x="45855" y="36667"/>
                    <a:pt x="46000" y="38000"/>
                  </a:cubicBezTo>
                  <a:cubicBezTo>
                    <a:pt x="40333" y="37499"/>
                    <a:pt x="34667" y="38465"/>
                    <a:pt x="29000" y="38000"/>
                  </a:cubicBezTo>
                  <a:cubicBezTo>
                    <a:pt x="29132" y="36667"/>
                    <a:pt x="29174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465"/>
                            <a:pt x="40333" y="34375"/>
                            <a:pt x="46000" y="34000"/>
                          </a:cubicBezTo>
                          <a:cubicBezTo>
                            <a:pt x="46079" y="35333"/>
                            <a:pt x="45855" y="36667"/>
                            <a:pt x="46000" y="38000"/>
                          </a:cubicBezTo>
                          <a:cubicBezTo>
                            <a:pt x="40333" y="37499"/>
                            <a:pt x="34667" y="38465"/>
                            <a:pt x="29000" y="38000"/>
                          </a:cubicBezTo>
                          <a:cubicBezTo>
                            <a:pt x="29132" y="36667"/>
                            <a:pt x="29174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Audit log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592"/>
                    <a:pt x="40333" y="45585"/>
                    <a:pt x="46000" y="46000"/>
                  </a:cubicBezTo>
                  <a:cubicBezTo>
                    <a:pt x="45822" y="47333"/>
                    <a:pt x="46223" y="48667"/>
                    <a:pt x="46000" y="50000"/>
                  </a:cubicBezTo>
                  <a:cubicBezTo>
                    <a:pt x="40333" y="49948"/>
                    <a:pt x="34667" y="50363"/>
                    <a:pt x="29000" y="50000"/>
                  </a:cubicBezTo>
                  <a:cubicBezTo>
                    <a:pt x="29067" y="48667"/>
                    <a:pt x="28848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592"/>
                            <a:pt x="40333" y="45585"/>
                            <a:pt x="46000" y="46000"/>
                          </a:cubicBezTo>
                          <a:cubicBezTo>
                            <a:pt x="45822" y="47333"/>
                            <a:pt x="46223" y="48667"/>
                            <a:pt x="46000" y="50000"/>
                          </a:cubicBezTo>
                          <a:cubicBezTo>
                            <a:pt x="40333" y="49948"/>
                            <a:pt x="34667" y="50363"/>
                            <a:pt x="29000" y="50000"/>
                          </a:cubicBezTo>
                          <a:cubicBezTo>
                            <a:pt x="29067" y="48667"/>
                            <a:pt x="28848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Audit log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742"/>
                    <a:pt x="40333" y="58660"/>
                    <a:pt x="46000" y="58000"/>
                  </a:cubicBezTo>
                  <a:cubicBezTo>
                    <a:pt x="46122" y="59333"/>
                    <a:pt x="46140" y="60667"/>
                    <a:pt x="46000" y="62000"/>
                  </a:cubicBezTo>
                  <a:cubicBezTo>
                    <a:pt x="40333" y="62858"/>
                    <a:pt x="34667" y="61992"/>
                    <a:pt x="29000" y="62000"/>
                  </a:cubicBezTo>
                  <a:cubicBezTo>
                    <a:pt x="28798" y="60667"/>
                    <a:pt x="29038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742"/>
                            <a:pt x="40333" y="58660"/>
                            <a:pt x="46000" y="58000"/>
                          </a:cubicBezTo>
                          <a:cubicBezTo>
                            <a:pt x="46122" y="59333"/>
                            <a:pt x="46140" y="60667"/>
                            <a:pt x="46000" y="62000"/>
                          </a:cubicBezTo>
                          <a:cubicBezTo>
                            <a:pt x="40333" y="62858"/>
                            <a:pt x="34667" y="61992"/>
                            <a:pt x="29000" y="62000"/>
                          </a:cubicBezTo>
                          <a:cubicBezTo>
                            <a:pt x="28798" y="60667"/>
                            <a:pt x="29038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Audit log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70057"/>
                    <a:pt x="40333" y="69517"/>
                    <a:pt x="46000" y="70000"/>
                  </a:cubicBezTo>
                  <a:cubicBezTo>
                    <a:pt x="46198" y="71333"/>
                    <a:pt x="45838" y="72667"/>
                    <a:pt x="46000" y="74000"/>
                  </a:cubicBezTo>
                  <a:cubicBezTo>
                    <a:pt x="40333" y="74343"/>
                    <a:pt x="34667" y="74510"/>
                    <a:pt x="29000" y="74000"/>
                  </a:cubicBezTo>
                  <a:cubicBezTo>
                    <a:pt x="28935" y="72667"/>
                    <a:pt x="2907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70057"/>
                            <a:pt x="40333" y="69517"/>
                            <a:pt x="46000" y="70000"/>
                          </a:cubicBezTo>
                          <a:cubicBezTo>
                            <a:pt x="46198" y="71333"/>
                            <a:pt x="45838" y="72667"/>
                            <a:pt x="46000" y="74000"/>
                          </a:cubicBezTo>
                          <a:cubicBezTo>
                            <a:pt x="40333" y="74343"/>
                            <a:pt x="34667" y="74510"/>
                            <a:pt x="29000" y="74000"/>
                          </a:cubicBezTo>
                          <a:cubicBezTo>
                            <a:pt x="28935" y="72667"/>
                            <a:pt x="2907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Audit log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541" y="35041"/>
                    <a:pt x="54349" y="34449"/>
                    <a:pt x="55000" y="33700"/>
                  </a:cubicBezTo>
                  <a:cubicBezTo>
                    <a:pt x="55880" y="34554"/>
                    <a:pt x="56742" y="35424"/>
                    <a:pt x="57600" y="36300"/>
                  </a:cubicBezTo>
                  <a:cubicBezTo>
                    <a:pt x="59933" y="34233"/>
                    <a:pt x="62363" y="32263"/>
                    <a:pt x="64200" y="29700"/>
                  </a:cubicBezTo>
                  <a:cubicBezTo>
                    <a:pt x="64985" y="30315"/>
                    <a:pt x="65617" y="31083"/>
                    <a:pt x="66300" y="31800"/>
                  </a:cubicBezTo>
                  <a:cubicBezTo>
                    <a:pt x="63581" y="34881"/>
                    <a:pt x="60253" y="37353"/>
                    <a:pt x="57600" y="40500"/>
                  </a:cubicBezTo>
                  <a:cubicBezTo>
                    <a:pt x="55878" y="39089"/>
                    <a:pt x="54421" y="37412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541" y="35041"/>
                            <a:pt x="54349" y="34449"/>
                            <a:pt x="55000" y="33700"/>
                          </a:cubicBezTo>
                          <a:cubicBezTo>
                            <a:pt x="55880" y="34554"/>
                            <a:pt x="56742" y="35424"/>
                            <a:pt x="57600" y="36300"/>
                          </a:cubicBezTo>
                          <a:cubicBezTo>
                            <a:pt x="59933" y="34233"/>
                            <a:pt x="62363" y="32263"/>
                            <a:pt x="64200" y="29700"/>
                          </a:cubicBezTo>
                          <a:cubicBezTo>
                            <a:pt x="64985" y="30315"/>
                            <a:pt x="65617" y="31083"/>
                            <a:pt x="66300" y="31800"/>
                          </a:cubicBezTo>
                          <a:cubicBezTo>
                            <a:pt x="63581" y="34881"/>
                            <a:pt x="60253" y="37353"/>
                            <a:pt x="57600" y="40500"/>
                          </a:cubicBezTo>
                          <a:cubicBezTo>
                            <a:pt x="55878" y="39089"/>
                            <a:pt x="54421" y="37412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Audit log icon 7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664" y="47164"/>
                    <a:pt x="54368" y="46468"/>
                    <a:pt x="55000" y="45700"/>
                  </a:cubicBezTo>
                  <a:cubicBezTo>
                    <a:pt x="55756" y="46677"/>
                    <a:pt x="56761" y="47406"/>
                    <a:pt x="57600" y="48300"/>
                  </a:cubicBezTo>
                  <a:cubicBezTo>
                    <a:pt x="59975" y="46275"/>
                    <a:pt x="62001" y="43901"/>
                    <a:pt x="64200" y="41700"/>
                  </a:cubicBezTo>
                  <a:cubicBezTo>
                    <a:pt x="64775" y="42525"/>
                    <a:pt x="65706" y="42994"/>
                    <a:pt x="66300" y="43800"/>
                  </a:cubicBezTo>
                  <a:cubicBezTo>
                    <a:pt x="63619" y="46919"/>
                    <a:pt x="60609" y="49709"/>
                    <a:pt x="57600" y="52500"/>
                  </a:cubicBezTo>
                  <a:cubicBezTo>
                    <a:pt x="55911" y="51056"/>
                    <a:pt x="54302" y="49532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56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664" y="47164"/>
                            <a:pt x="54368" y="46468"/>
                            <a:pt x="55000" y="45700"/>
                          </a:cubicBezTo>
                          <a:cubicBezTo>
                            <a:pt x="55756" y="46677"/>
                            <a:pt x="56761" y="47406"/>
                            <a:pt x="57600" y="48300"/>
                          </a:cubicBezTo>
                          <a:cubicBezTo>
                            <a:pt x="59975" y="46275"/>
                            <a:pt x="62001" y="43901"/>
                            <a:pt x="64200" y="41700"/>
                          </a:cubicBezTo>
                          <a:cubicBezTo>
                            <a:pt x="64775" y="42525"/>
                            <a:pt x="65706" y="42994"/>
                            <a:pt x="66300" y="43800"/>
                          </a:cubicBezTo>
                          <a:cubicBezTo>
                            <a:pt x="63619" y="46919"/>
                            <a:pt x="60609" y="49709"/>
                            <a:pt x="57600" y="52500"/>
                          </a:cubicBezTo>
                          <a:cubicBezTo>
                            <a:pt x="55911" y="51056"/>
                            <a:pt x="54302" y="49532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Audit log icon 8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683" y="59183"/>
                    <a:pt x="54302" y="58402"/>
                    <a:pt x="55000" y="57700"/>
                  </a:cubicBezTo>
                  <a:cubicBezTo>
                    <a:pt x="55977" y="58456"/>
                    <a:pt x="56761" y="59406"/>
                    <a:pt x="57600" y="60300"/>
                  </a:cubicBezTo>
                  <a:cubicBezTo>
                    <a:pt x="59832" y="58132"/>
                    <a:pt x="61655" y="55555"/>
                    <a:pt x="64200" y="53700"/>
                  </a:cubicBezTo>
                  <a:cubicBezTo>
                    <a:pt x="64931" y="54369"/>
                    <a:pt x="65709" y="54991"/>
                    <a:pt x="66300" y="55800"/>
                  </a:cubicBezTo>
                  <a:cubicBezTo>
                    <a:pt x="63069" y="58369"/>
                    <a:pt x="60694" y="61794"/>
                    <a:pt x="57600" y="64500"/>
                  </a:cubicBezTo>
                  <a:cubicBezTo>
                    <a:pt x="56089" y="62877"/>
                    <a:pt x="54566" y="61267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5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683" y="59183"/>
                            <a:pt x="54302" y="58402"/>
                            <a:pt x="55000" y="57700"/>
                          </a:cubicBezTo>
                          <a:cubicBezTo>
                            <a:pt x="55977" y="58456"/>
                            <a:pt x="56761" y="59406"/>
                            <a:pt x="57600" y="60300"/>
                          </a:cubicBezTo>
                          <a:cubicBezTo>
                            <a:pt x="59832" y="58132"/>
                            <a:pt x="61655" y="55555"/>
                            <a:pt x="64200" y="53700"/>
                          </a:cubicBezTo>
                          <a:cubicBezTo>
                            <a:pt x="64931" y="54369"/>
                            <a:pt x="65709" y="54991"/>
                            <a:pt x="66300" y="55800"/>
                          </a:cubicBezTo>
                          <a:cubicBezTo>
                            <a:pt x="63069" y="58369"/>
                            <a:pt x="60694" y="61794"/>
                            <a:pt x="57600" y="64500"/>
                          </a:cubicBezTo>
                          <a:cubicBezTo>
                            <a:pt x="56089" y="62877"/>
                            <a:pt x="54566" y="61267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Audit log icon 9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512" y="71012"/>
                    <a:pt x="54196" y="70296"/>
                    <a:pt x="55000" y="69700"/>
                  </a:cubicBezTo>
                  <a:cubicBezTo>
                    <a:pt x="55913" y="70520"/>
                    <a:pt x="56872" y="71294"/>
                    <a:pt x="57600" y="72300"/>
                  </a:cubicBezTo>
                  <a:cubicBezTo>
                    <a:pt x="59959" y="70259"/>
                    <a:pt x="61656" y="67556"/>
                    <a:pt x="64200" y="65700"/>
                  </a:cubicBezTo>
                  <a:cubicBezTo>
                    <a:pt x="64962" y="66338"/>
                    <a:pt x="65658" y="67042"/>
                    <a:pt x="66300" y="67800"/>
                  </a:cubicBezTo>
                  <a:cubicBezTo>
                    <a:pt x="63222" y="70522"/>
                    <a:pt x="60034" y="73134"/>
                    <a:pt x="57600" y="76500"/>
                  </a:cubicBezTo>
                  <a:cubicBezTo>
                    <a:pt x="56170" y="74796"/>
                    <a:pt x="54453" y="73380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4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512" y="71012"/>
                            <a:pt x="54196" y="70296"/>
                            <a:pt x="55000" y="69700"/>
                          </a:cubicBezTo>
                          <a:cubicBezTo>
                            <a:pt x="55913" y="70520"/>
                            <a:pt x="56872" y="71294"/>
                            <a:pt x="57600" y="72300"/>
                          </a:cubicBezTo>
                          <a:cubicBezTo>
                            <a:pt x="59959" y="70259"/>
                            <a:pt x="61656" y="67556"/>
                            <a:pt x="64200" y="65700"/>
                          </a:cubicBezTo>
                          <a:cubicBezTo>
                            <a:pt x="64962" y="66338"/>
                            <a:pt x="65658" y="67042"/>
                            <a:pt x="66300" y="67800"/>
                          </a:cubicBezTo>
                          <a:cubicBezTo>
                            <a:pt x="63222" y="70522"/>
                            <a:pt x="60034" y="73134"/>
                            <a:pt x="57600" y="76500"/>
                          </a:cubicBezTo>
                          <a:cubicBezTo>
                            <a:pt x="56170" y="74796"/>
                            <a:pt x="54453" y="73380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9" name="Log label"/>
          <p:cNvSpPr txBox="1"/>
          <p:nvPr/>
        </p:nvSpPr>
        <p:spPr>
          <a:xfrm>
            <a:off x="868680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Audit Log</a:t>
            </a:r>
          </a:p>
        </p:txBody>
      </p:sp>
      <p:sp>
        <p:nvSpPr>
          <p:cNvPr id="160" name="Log file"/>
          <p:cNvSpPr txBox="1"/>
          <p:nvPr/>
        </p:nvSpPr>
        <p:spPr>
          <a:xfrm>
            <a:off x="868680" y="276148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decisions.jsonl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630" y="76333"/>
                    <a:pt x="23775" y="70667"/>
                    <a:pt x="23000" y="65000"/>
                  </a:cubicBezTo>
                  <a:cubicBezTo>
                    <a:pt x="22044" y="59333"/>
                    <a:pt x="22913" y="53667"/>
                    <a:pt x="23000" y="48000"/>
                  </a:cubicBezTo>
                  <a:cubicBezTo>
                    <a:pt x="23291" y="42333"/>
                    <a:pt x="23452" y="36667"/>
                    <a:pt x="23000" y="31000"/>
                  </a:cubicBezTo>
                  <a:cubicBezTo>
                    <a:pt x="23439" y="25333"/>
                    <a:pt x="22111" y="19667"/>
                    <a:pt x="23000" y="14000"/>
                  </a:cubicBezTo>
                  <a:cubicBezTo>
                    <a:pt x="31333" y="13182"/>
                    <a:pt x="39667" y="13736"/>
                    <a:pt x="48000" y="14000"/>
                  </a:cubicBezTo>
                  <a:cubicBezTo>
                    <a:pt x="47534" y="21000"/>
                    <a:pt x="47427" y="28000"/>
                    <a:pt x="48000" y="35000"/>
                  </a:cubicBezTo>
                  <a:cubicBezTo>
                    <a:pt x="56333" y="34559"/>
                    <a:pt x="64667" y="35411"/>
                    <a:pt x="73000" y="35000"/>
                  </a:cubicBezTo>
                  <a:cubicBezTo>
                    <a:pt x="74124" y="42833"/>
                    <a:pt x="72725" y="50667"/>
                    <a:pt x="73000" y="58500"/>
                  </a:cubicBezTo>
                  <a:cubicBezTo>
                    <a:pt x="73387" y="66333"/>
                    <a:pt x="72346" y="74167"/>
                    <a:pt x="73000" y="82000"/>
                  </a:cubicBezTo>
                  <a:cubicBezTo>
                    <a:pt x="67444" y="81523"/>
                    <a:pt x="61889" y="82013"/>
                    <a:pt x="56333" y="82000"/>
                  </a:cubicBezTo>
                  <a:cubicBezTo>
                    <a:pt x="50778" y="82431"/>
                    <a:pt x="45222" y="82392"/>
                    <a:pt x="39667" y="82000"/>
                  </a:cubicBezTo>
                  <a:cubicBezTo>
                    <a:pt x="34111" y="81933"/>
                    <a:pt x="28556" y="8167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964" y="20869"/>
                    <a:pt x="62962" y="24204"/>
                    <a:pt x="66500" y="29000"/>
                  </a:cubicBezTo>
                  <a:cubicBezTo>
                    <a:pt x="62333" y="28536"/>
                    <a:pt x="58167" y="29525"/>
                    <a:pt x="54000" y="29000"/>
                  </a:cubicBezTo>
                  <a:cubicBezTo>
                    <a:pt x="54420" y="24833"/>
                    <a:pt x="5449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093"/>
                    <a:pt x="41667" y="7413"/>
                    <a:pt x="35500" y="8000"/>
                  </a:cubicBezTo>
                  <a:cubicBezTo>
                    <a:pt x="29333" y="7526"/>
                    <a:pt x="23167" y="7992"/>
                    <a:pt x="17000" y="8000"/>
                  </a:cubicBezTo>
                  <a:cubicBezTo>
                    <a:pt x="16270" y="14667"/>
                    <a:pt x="17852" y="21333"/>
                    <a:pt x="17000" y="28000"/>
                  </a:cubicBezTo>
                  <a:cubicBezTo>
                    <a:pt x="16620" y="34667"/>
                    <a:pt x="16128" y="41333"/>
                    <a:pt x="17000" y="48000"/>
                  </a:cubicBezTo>
                  <a:cubicBezTo>
                    <a:pt x="16203" y="54667"/>
                    <a:pt x="17391" y="61333"/>
                    <a:pt x="17000" y="68000"/>
                  </a:cubicBezTo>
                  <a:cubicBezTo>
                    <a:pt x="17368" y="74667"/>
                    <a:pt x="16686" y="81333"/>
                    <a:pt x="17000" y="88000"/>
                  </a:cubicBezTo>
                  <a:cubicBezTo>
                    <a:pt x="23889" y="87425"/>
                    <a:pt x="30778" y="87092"/>
                    <a:pt x="37667" y="88000"/>
                  </a:cubicBezTo>
                  <a:cubicBezTo>
                    <a:pt x="44556" y="86981"/>
                    <a:pt x="51444" y="88303"/>
                    <a:pt x="58333" y="88000"/>
                  </a:cubicBezTo>
                  <a:cubicBezTo>
                    <a:pt x="65222" y="89151"/>
                    <a:pt x="72111" y="89010"/>
                    <a:pt x="79000" y="88000"/>
                  </a:cubicBezTo>
                  <a:cubicBezTo>
                    <a:pt x="79698" y="81556"/>
                    <a:pt x="79762" y="75111"/>
                    <a:pt x="79000" y="68667"/>
                  </a:cubicBezTo>
                  <a:cubicBezTo>
                    <a:pt x="79964" y="62222"/>
                    <a:pt x="78070" y="55778"/>
                    <a:pt x="79000" y="49333"/>
                  </a:cubicBezTo>
                  <a:cubicBezTo>
                    <a:pt x="79635" y="42889"/>
                    <a:pt x="78076" y="36444"/>
                    <a:pt x="79000" y="30000"/>
                  </a:cubicBezTo>
                  <a:cubicBezTo>
                    <a:pt x="74496" y="26717"/>
                    <a:pt x="70413" y="22954"/>
                    <a:pt x="66500" y="19000"/>
                  </a:cubicBezTo>
                  <a:cubicBezTo>
                    <a:pt x="62695" y="14922"/>
                    <a:pt x="57777" y="1211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70"/>
                    <a:pt x="41667" y="44433"/>
                    <a:pt x="48000" y="45000"/>
                  </a:cubicBezTo>
                  <a:cubicBezTo>
                    <a:pt x="54333" y="44736"/>
                    <a:pt x="60667" y="45744"/>
                    <a:pt x="67000" y="45000"/>
                  </a:cubicBezTo>
                  <a:cubicBezTo>
                    <a:pt x="67018" y="46333"/>
                    <a:pt x="66964" y="47667"/>
                    <a:pt x="67000" y="49000"/>
                  </a:cubicBezTo>
                  <a:cubicBezTo>
                    <a:pt x="60667" y="48105"/>
                    <a:pt x="54333" y="48517"/>
                    <a:pt x="48000" y="49000"/>
                  </a:cubicBezTo>
                  <a:cubicBezTo>
                    <a:pt x="41667" y="48562"/>
                    <a:pt x="35333" y="50083"/>
                    <a:pt x="29000" y="49000"/>
                  </a:cubicBezTo>
                  <a:cubicBezTo>
                    <a:pt x="28882" y="47667"/>
                    <a:pt x="29219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521"/>
                    <a:pt x="37667" y="37406"/>
                    <a:pt x="42000" y="37000"/>
                  </a:cubicBezTo>
                  <a:cubicBezTo>
                    <a:pt x="42067" y="38333"/>
                    <a:pt x="42167" y="39667"/>
                    <a:pt x="42000" y="41000"/>
                  </a:cubicBezTo>
                  <a:cubicBezTo>
                    <a:pt x="37667" y="40233"/>
                    <a:pt x="33333" y="41373"/>
                    <a:pt x="29000" y="41000"/>
                  </a:cubicBezTo>
                  <a:cubicBezTo>
                    <a:pt x="29010" y="39667"/>
                    <a:pt x="29226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412"/>
                    <a:pt x="41667" y="51894"/>
                    <a:pt x="48000" y="53000"/>
                  </a:cubicBezTo>
                  <a:cubicBezTo>
                    <a:pt x="54333" y="54001"/>
                    <a:pt x="60667" y="52830"/>
                    <a:pt x="67000" y="53000"/>
                  </a:cubicBezTo>
                  <a:cubicBezTo>
                    <a:pt x="67054" y="54333"/>
                    <a:pt x="67173" y="55667"/>
                    <a:pt x="67000" y="57000"/>
                  </a:cubicBezTo>
                  <a:cubicBezTo>
                    <a:pt x="60667" y="57828"/>
                    <a:pt x="54333" y="56380"/>
                    <a:pt x="48000" y="57000"/>
                  </a:cubicBezTo>
                  <a:cubicBezTo>
                    <a:pt x="41667" y="57626"/>
                    <a:pt x="35333" y="56686"/>
                    <a:pt x="29000" y="57000"/>
                  </a:cubicBezTo>
                  <a:cubicBezTo>
                    <a:pt x="29025" y="55667"/>
                    <a:pt x="2887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748"/>
                    <a:pt x="41667" y="61750"/>
                    <a:pt x="48000" y="61000"/>
                  </a:cubicBezTo>
                  <a:cubicBezTo>
                    <a:pt x="54333" y="60584"/>
                    <a:pt x="60667" y="61466"/>
                    <a:pt x="67000" y="61000"/>
                  </a:cubicBezTo>
                  <a:cubicBezTo>
                    <a:pt x="67215" y="62333"/>
                    <a:pt x="67082" y="63667"/>
                    <a:pt x="67000" y="65000"/>
                  </a:cubicBezTo>
                  <a:cubicBezTo>
                    <a:pt x="60667" y="63937"/>
                    <a:pt x="54333" y="64027"/>
                    <a:pt x="48000" y="65000"/>
                  </a:cubicBezTo>
                  <a:cubicBezTo>
                    <a:pt x="41667" y="66133"/>
                    <a:pt x="35333" y="66023"/>
                    <a:pt x="29000" y="65000"/>
                  </a:cubicBezTo>
                  <a:cubicBezTo>
                    <a:pt x="28994" y="63667"/>
                    <a:pt x="2881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375"/>
                    <a:pt x="41667" y="69788"/>
                    <a:pt x="48000" y="69000"/>
                  </a:cubicBezTo>
                  <a:cubicBezTo>
                    <a:pt x="54333" y="69926"/>
                    <a:pt x="60667" y="68602"/>
                    <a:pt x="67000" y="69000"/>
                  </a:cubicBezTo>
                  <a:cubicBezTo>
                    <a:pt x="66822" y="70333"/>
                    <a:pt x="66862" y="71667"/>
                    <a:pt x="67000" y="73000"/>
                  </a:cubicBezTo>
                  <a:cubicBezTo>
                    <a:pt x="60667" y="72719"/>
                    <a:pt x="54333" y="72499"/>
                    <a:pt x="48000" y="73000"/>
                  </a:cubicBezTo>
                  <a:cubicBezTo>
                    <a:pt x="41667" y="72962"/>
                    <a:pt x="35333" y="73871"/>
                    <a:pt x="29000" y="73000"/>
                  </a:cubicBezTo>
                  <a:cubicBezTo>
                    <a:pt x="29034" y="71667"/>
                    <a:pt x="28882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48000" y="14000"/>
                  </a:moveTo>
                  <a:cubicBezTo>
                    <a:pt x="55567" y="14479"/>
                    <a:pt x="61827" y="20184"/>
                    <a:pt x="62000" y="28000"/>
                  </a:cubicBezTo>
                  <a:cubicBezTo>
                    <a:pt x="61657" y="35388"/>
                    <a:pt x="56211" y="42525"/>
                    <a:pt x="48000" y="42000"/>
                  </a:cubicBezTo>
                  <a:cubicBezTo>
                    <a:pt x="40773" y="41840"/>
                    <a:pt x="33538" y="35127"/>
                    <a:pt x="34000" y="28000"/>
                  </a:cubicBezTo>
                  <a:cubicBezTo>
                    <a:pt x="33566" y="20163"/>
                    <a:pt x="40688" y="13605"/>
                    <a:pt x="48000" y="1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481" y="64163"/>
                    <a:pt x="31574" y="51433"/>
                    <a:pt x="48000" y="52000"/>
                  </a:cubicBezTo>
                  <a:cubicBezTo>
                    <a:pt x="65125" y="51762"/>
                    <a:pt x="78191" y="63679"/>
                    <a:pt x="78000" y="84000"/>
                  </a:cubicBezTo>
                  <a:cubicBezTo>
                    <a:pt x="71333" y="83970"/>
                    <a:pt x="64667" y="83855"/>
                    <a:pt x="58000" y="84000"/>
                  </a:cubicBezTo>
                  <a:cubicBezTo>
                    <a:pt x="51333" y="85004"/>
                    <a:pt x="44667" y="83429"/>
                    <a:pt x="38000" y="84000"/>
                  </a:cubicBezTo>
                  <a:cubicBezTo>
                    <a:pt x="31333" y="83426"/>
                    <a:pt x="24667" y="85039"/>
                    <a:pt x="18000" y="8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  <p:cxnSp>
        <p:nvCxnSpPr>
          <p:cNvPr id="136" name="App-BottomLeft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43" name="Outbox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4" name="Outbox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Outbox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77" y="76333"/>
                    <a:pt x="23307" y="70667"/>
                    <a:pt x="23000" y="65000"/>
                  </a:cubicBezTo>
                  <a:cubicBezTo>
                    <a:pt x="23422" y="59333"/>
                    <a:pt x="23155" y="53667"/>
                    <a:pt x="23000" y="48000"/>
                  </a:cubicBezTo>
                  <a:cubicBezTo>
                    <a:pt x="23265" y="42333"/>
                    <a:pt x="23345" y="36667"/>
                    <a:pt x="23000" y="31000"/>
                  </a:cubicBezTo>
                  <a:cubicBezTo>
                    <a:pt x="22654" y="25333"/>
                    <a:pt x="22619" y="19667"/>
                    <a:pt x="23000" y="14000"/>
                  </a:cubicBezTo>
                  <a:cubicBezTo>
                    <a:pt x="31333" y="13805"/>
                    <a:pt x="39667" y="14950"/>
                    <a:pt x="48000" y="14000"/>
                  </a:cubicBezTo>
                  <a:cubicBezTo>
                    <a:pt x="47005" y="21000"/>
                    <a:pt x="48328" y="28000"/>
                    <a:pt x="48000" y="35000"/>
                  </a:cubicBezTo>
                  <a:cubicBezTo>
                    <a:pt x="56333" y="34838"/>
                    <a:pt x="64667" y="34402"/>
                    <a:pt x="73000" y="35000"/>
                  </a:cubicBezTo>
                  <a:cubicBezTo>
                    <a:pt x="72135" y="42833"/>
                    <a:pt x="72350" y="50667"/>
                    <a:pt x="73000" y="58500"/>
                  </a:cubicBezTo>
                  <a:cubicBezTo>
                    <a:pt x="73696" y="66333"/>
                    <a:pt x="73191" y="74167"/>
                    <a:pt x="73000" y="82000"/>
                  </a:cubicBezTo>
                  <a:cubicBezTo>
                    <a:pt x="67444" y="81703"/>
                    <a:pt x="61889" y="82008"/>
                    <a:pt x="56333" y="82000"/>
                  </a:cubicBezTo>
                  <a:cubicBezTo>
                    <a:pt x="50778" y="82104"/>
                    <a:pt x="45222" y="81543"/>
                    <a:pt x="39667" y="82000"/>
                  </a:cubicBezTo>
                  <a:cubicBezTo>
                    <a:pt x="34111" y="82512"/>
                    <a:pt x="28556" y="82479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29" y="20804"/>
                    <a:pt x="62381" y="24785"/>
                    <a:pt x="66500" y="29000"/>
                  </a:cubicBezTo>
                  <a:cubicBezTo>
                    <a:pt x="62333" y="29000"/>
                    <a:pt x="58167" y="28659"/>
                    <a:pt x="54000" y="29000"/>
                  </a:cubicBezTo>
                  <a:cubicBezTo>
                    <a:pt x="53746" y="24833"/>
                    <a:pt x="53295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240"/>
                    <a:pt x="41667" y="7296"/>
                    <a:pt x="35500" y="8000"/>
                  </a:cubicBezTo>
                  <a:cubicBezTo>
                    <a:pt x="29333" y="9081"/>
                    <a:pt x="23167" y="8960"/>
                    <a:pt x="17000" y="8000"/>
                  </a:cubicBezTo>
                  <a:cubicBezTo>
                    <a:pt x="17557" y="14667"/>
                    <a:pt x="16179" y="21333"/>
                    <a:pt x="17000" y="28000"/>
                  </a:cubicBezTo>
                  <a:cubicBezTo>
                    <a:pt x="15970" y="34667"/>
                    <a:pt x="16475" y="41333"/>
                    <a:pt x="17000" y="48000"/>
                  </a:cubicBezTo>
                  <a:cubicBezTo>
                    <a:pt x="16160" y="54667"/>
                    <a:pt x="16893" y="61333"/>
                    <a:pt x="17000" y="68000"/>
                  </a:cubicBezTo>
                  <a:cubicBezTo>
                    <a:pt x="16434" y="74667"/>
                    <a:pt x="16869" y="81333"/>
                    <a:pt x="17000" y="88000"/>
                  </a:cubicBezTo>
                  <a:cubicBezTo>
                    <a:pt x="23889" y="87318"/>
                    <a:pt x="30778" y="87295"/>
                    <a:pt x="37667" y="88000"/>
                  </a:cubicBezTo>
                  <a:cubicBezTo>
                    <a:pt x="44556" y="87915"/>
                    <a:pt x="51444" y="89122"/>
                    <a:pt x="58333" y="88000"/>
                  </a:cubicBezTo>
                  <a:cubicBezTo>
                    <a:pt x="65222" y="87051"/>
                    <a:pt x="72111" y="87682"/>
                    <a:pt x="79000" y="88000"/>
                  </a:cubicBezTo>
                  <a:cubicBezTo>
                    <a:pt x="79760" y="81556"/>
                    <a:pt x="78029" y="75111"/>
                    <a:pt x="79000" y="68667"/>
                  </a:cubicBezTo>
                  <a:cubicBezTo>
                    <a:pt x="78630" y="62222"/>
                    <a:pt x="79026" y="55778"/>
                    <a:pt x="79000" y="49333"/>
                  </a:cubicBezTo>
                  <a:cubicBezTo>
                    <a:pt x="78286" y="42889"/>
                    <a:pt x="78939" y="36444"/>
                    <a:pt x="79000" y="30000"/>
                  </a:cubicBezTo>
                  <a:cubicBezTo>
                    <a:pt x="74369" y="26862"/>
                    <a:pt x="70265" y="23123"/>
                    <a:pt x="66500" y="19000"/>
                  </a:cubicBezTo>
                  <a:cubicBezTo>
                    <a:pt x="61896" y="15831"/>
                    <a:pt x="58512" y="11274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77" y="76333"/>
                            <a:pt x="23307" y="70667"/>
                            <a:pt x="23000" y="65000"/>
                          </a:cubicBezTo>
                          <a:cubicBezTo>
                            <a:pt x="23422" y="59333"/>
                            <a:pt x="23155" y="53667"/>
                            <a:pt x="23000" y="48000"/>
                          </a:cubicBezTo>
                          <a:cubicBezTo>
                            <a:pt x="23265" y="42333"/>
                            <a:pt x="23345" y="36667"/>
                            <a:pt x="23000" y="31000"/>
                          </a:cubicBezTo>
                          <a:cubicBezTo>
                            <a:pt x="22654" y="25333"/>
                            <a:pt x="22619" y="19667"/>
                            <a:pt x="23000" y="14000"/>
                          </a:cubicBezTo>
                          <a:cubicBezTo>
                            <a:pt x="31333" y="13805"/>
                            <a:pt x="39667" y="14950"/>
                            <a:pt x="48000" y="14000"/>
                          </a:cubicBezTo>
                          <a:cubicBezTo>
                            <a:pt x="47005" y="21000"/>
                            <a:pt x="48328" y="28000"/>
                            <a:pt x="48000" y="35000"/>
                          </a:cubicBezTo>
                          <a:cubicBezTo>
                            <a:pt x="56333" y="34838"/>
                            <a:pt x="64667" y="34402"/>
                            <a:pt x="73000" y="35000"/>
                          </a:cubicBezTo>
                          <a:cubicBezTo>
                            <a:pt x="72135" y="42833"/>
                            <a:pt x="72350" y="50667"/>
                            <a:pt x="73000" y="58500"/>
                          </a:cubicBezTo>
                          <a:cubicBezTo>
                            <a:pt x="73696" y="66333"/>
                            <a:pt x="73191" y="74167"/>
                            <a:pt x="73000" y="82000"/>
                          </a:cubicBezTo>
                          <a:cubicBezTo>
                            <a:pt x="67444" y="81703"/>
                            <a:pt x="61889" y="82008"/>
                            <a:pt x="56333" y="82000"/>
                          </a:cubicBezTo>
                          <a:cubicBezTo>
                            <a:pt x="50778" y="82104"/>
                            <a:pt x="45222" y="81543"/>
                            <a:pt x="39667" y="82000"/>
                          </a:cubicBezTo>
                          <a:cubicBezTo>
                            <a:pt x="34111" y="82512"/>
                            <a:pt x="28556" y="82479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29" y="20804"/>
                            <a:pt x="62381" y="24785"/>
                            <a:pt x="66500" y="29000"/>
                          </a:cubicBezTo>
                          <a:cubicBezTo>
                            <a:pt x="62333" y="29000"/>
                            <a:pt x="58167" y="28659"/>
                            <a:pt x="54000" y="29000"/>
                          </a:cubicBezTo>
                          <a:cubicBezTo>
                            <a:pt x="53746" y="24833"/>
                            <a:pt x="53295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240"/>
                            <a:pt x="41667" y="7296"/>
                            <a:pt x="35500" y="8000"/>
                          </a:cubicBezTo>
                          <a:cubicBezTo>
                            <a:pt x="29333" y="9081"/>
                            <a:pt x="23167" y="8960"/>
                            <a:pt x="17000" y="8000"/>
                          </a:cubicBezTo>
                          <a:cubicBezTo>
                            <a:pt x="17557" y="14667"/>
                            <a:pt x="16179" y="21333"/>
                            <a:pt x="17000" y="28000"/>
                          </a:cubicBezTo>
                          <a:cubicBezTo>
                            <a:pt x="15970" y="34667"/>
                            <a:pt x="16475" y="41333"/>
                            <a:pt x="17000" y="48000"/>
                          </a:cubicBezTo>
                          <a:cubicBezTo>
                            <a:pt x="16160" y="54667"/>
                            <a:pt x="16893" y="61333"/>
                            <a:pt x="17000" y="68000"/>
                          </a:cubicBezTo>
                          <a:cubicBezTo>
                            <a:pt x="16434" y="74667"/>
                            <a:pt x="16869" y="81333"/>
                            <a:pt x="17000" y="88000"/>
                          </a:cubicBezTo>
                          <a:cubicBezTo>
                            <a:pt x="23889" y="87318"/>
                            <a:pt x="30778" y="87295"/>
                            <a:pt x="37667" y="88000"/>
                          </a:cubicBezTo>
                          <a:cubicBezTo>
                            <a:pt x="44556" y="87915"/>
                            <a:pt x="51444" y="89122"/>
                            <a:pt x="58333" y="88000"/>
                          </a:cubicBezTo>
                          <a:cubicBezTo>
                            <a:pt x="65222" y="87051"/>
                            <a:pt x="72111" y="87682"/>
                            <a:pt x="79000" y="88000"/>
                          </a:cubicBezTo>
                          <a:cubicBezTo>
                            <a:pt x="79760" y="81556"/>
                            <a:pt x="78029" y="75111"/>
                            <a:pt x="79000" y="68667"/>
                          </a:cubicBezTo>
                          <a:cubicBezTo>
                            <a:pt x="78630" y="62222"/>
                            <a:pt x="79026" y="55778"/>
                            <a:pt x="79000" y="49333"/>
                          </a:cubicBezTo>
                          <a:cubicBezTo>
                            <a:pt x="78286" y="42889"/>
                            <a:pt x="78939" y="36444"/>
                            <a:pt x="79000" y="30000"/>
                          </a:cubicBezTo>
                          <a:cubicBezTo>
                            <a:pt x="74369" y="26862"/>
                            <a:pt x="70265" y="23123"/>
                            <a:pt x="66500" y="19000"/>
                          </a:cubicBezTo>
                          <a:cubicBezTo>
                            <a:pt x="61896" y="15831"/>
                            <a:pt x="58512" y="11274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Outbox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410"/>
                    <a:pt x="41667" y="45754"/>
                    <a:pt x="48000" y="45000"/>
                  </a:cubicBezTo>
                  <a:cubicBezTo>
                    <a:pt x="54333" y="45159"/>
                    <a:pt x="60667" y="45996"/>
                    <a:pt x="67000" y="45000"/>
                  </a:cubicBezTo>
                  <a:cubicBezTo>
                    <a:pt x="66764" y="46333"/>
                    <a:pt x="66824" y="47667"/>
                    <a:pt x="67000" y="49000"/>
                  </a:cubicBezTo>
                  <a:cubicBezTo>
                    <a:pt x="60667" y="48690"/>
                    <a:pt x="54333" y="48540"/>
                    <a:pt x="48000" y="49000"/>
                  </a:cubicBezTo>
                  <a:cubicBezTo>
                    <a:pt x="41667" y="48375"/>
                    <a:pt x="35333" y="49153"/>
                    <a:pt x="29000" y="49000"/>
                  </a:cubicBezTo>
                  <a:cubicBezTo>
                    <a:pt x="28974" y="47667"/>
                    <a:pt x="2889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410"/>
                            <a:pt x="41667" y="45754"/>
                            <a:pt x="48000" y="45000"/>
                          </a:cubicBezTo>
                          <a:cubicBezTo>
                            <a:pt x="54333" y="45159"/>
                            <a:pt x="60667" y="45996"/>
                            <a:pt x="67000" y="45000"/>
                          </a:cubicBezTo>
                          <a:cubicBezTo>
                            <a:pt x="66764" y="46333"/>
                            <a:pt x="66824" y="47667"/>
                            <a:pt x="67000" y="49000"/>
                          </a:cubicBezTo>
                          <a:cubicBezTo>
                            <a:pt x="60667" y="48690"/>
                            <a:pt x="54333" y="48540"/>
                            <a:pt x="48000" y="49000"/>
                          </a:cubicBezTo>
                          <a:cubicBezTo>
                            <a:pt x="41667" y="48375"/>
                            <a:pt x="35333" y="49153"/>
                            <a:pt x="29000" y="49000"/>
                          </a:cubicBezTo>
                          <a:cubicBezTo>
                            <a:pt x="28974" y="47667"/>
                            <a:pt x="2889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Outbox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72"/>
                    <a:pt x="37667" y="37649"/>
                    <a:pt x="42000" y="37000"/>
                  </a:cubicBezTo>
                  <a:cubicBezTo>
                    <a:pt x="41815" y="38333"/>
                    <a:pt x="42065" y="39667"/>
                    <a:pt x="42000" y="41000"/>
                  </a:cubicBezTo>
                  <a:cubicBezTo>
                    <a:pt x="37667" y="41380"/>
                    <a:pt x="33333" y="40607"/>
                    <a:pt x="29000" y="41000"/>
                  </a:cubicBezTo>
                  <a:cubicBezTo>
                    <a:pt x="28862" y="39667"/>
                    <a:pt x="29140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72"/>
                            <a:pt x="37667" y="37649"/>
                            <a:pt x="42000" y="37000"/>
                          </a:cubicBezTo>
                          <a:cubicBezTo>
                            <a:pt x="41815" y="38333"/>
                            <a:pt x="42065" y="39667"/>
                            <a:pt x="42000" y="41000"/>
                          </a:cubicBezTo>
                          <a:cubicBezTo>
                            <a:pt x="37667" y="41380"/>
                            <a:pt x="33333" y="40607"/>
                            <a:pt x="29000" y="41000"/>
                          </a:cubicBezTo>
                          <a:cubicBezTo>
                            <a:pt x="28862" y="39667"/>
                            <a:pt x="29140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Outbox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1"/>
                    <a:pt x="41667" y="52504"/>
                    <a:pt x="48000" y="53000"/>
                  </a:cubicBezTo>
                  <a:cubicBezTo>
                    <a:pt x="54333" y="53417"/>
                    <a:pt x="60667" y="52781"/>
                    <a:pt x="67000" y="53000"/>
                  </a:cubicBezTo>
                  <a:cubicBezTo>
                    <a:pt x="66966" y="54333"/>
                    <a:pt x="67093" y="55667"/>
                    <a:pt x="67000" y="57000"/>
                  </a:cubicBezTo>
                  <a:cubicBezTo>
                    <a:pt x="60667" y="56372"/>
                    <a:pt x="54333" y="55940"/>
                    <a:pt x="48000" y="57000"/>
                  </a:cubicBezTo>
                  <a:cubicBezTo>
                    <a:pt x="41667" y="57154"/>
                    <a:pt x="35333" y="56012"/>
                    <a:pt x="29000" y="57000"/>
                  </a:cubicBezTo>
                  <a:cubicBezTo>
                    <a:pt x="28818" y="55667"/>
                    <a:pt x="28891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1"/>
                            <a:pt x="41667" y="52504"/>
                            <a:pt x="48000" y="53000"/>
                          </a:cubicBezTo>
                          <a:cubicBezTo>
                            <a:pt x="54333" y="53417"/>
                            <a:pt x="60667" y="52781"/>
                            <a:pt x="67000" y="53000"/>
                          </a:cubicBezTo>
                          <a:cubicBezTo>
                            <a:pt x="66966" y="54333"/>
                            <a:pt x="67093" y="55667"/>
                            <a:pt x="67000" y="57000"/>
                          </a:cubicBezTo>
                          <a:cubicBezTo>
                            <a:pt x="60667" y="56372"/>
                            <a:pt x="54333" y="55940"/>
                            <a:pt x="48000" y="57000"/>
                          </a:cubicBezTo>
                          <a:cubicBezTo>
                            <a:pt x="41667" y="57154"/>
                            <a:pt x="35333" y="56012"/>
                            <a:pt x="29000" y="57000"/>
                          </a:cubicBezTo>
                          <a:cubicBezTo>
                            <a:pt x="28818" y="55667"/>
                            <a:pt x="2889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Outbox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279"/>
                    <a:pt x="41667" y="61779"/>
                    <a:pt x="48000" y="61000"/>
                  </a:cubicBezTo>
                  <a:cubicBezTo>
                    <a:pt x="54333" y="61809"/>
                    <a:pt x="60667" y="61584"/>
                    <a:pt x="67000" y="61000"/>
                  </a:cubicBezTo>
                  <a:cubicBezTo>
                    <a:pt x="67176" y="62333"/>
                    <a:pt x="66772" y="63667"/>
                    <a:pt x="67000" y="65000"/>
                  </a:cubicBezTo>
                  <a:cubicBezTo>
                    <a:pt x="60667" y="64265"/>
                    <a:pt x="54333" y="63982"/>
                    <a:pt x="48000" y="65000"/>
                  </a:cubicBezTo>
                  <a:cubicBezTo>
                    <a:pt x="41667" y="64415"/>
                    <a:pt x="35333" y="65773"/>
                    <a:pt x="29000" y="65000"/>
                  </a:cubicBezTo>
                  <a:cubicBezTo>
                    <a:pt x="28994" y="63667"/>
                    <a:pt x="29224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79"/>
                            <a:pt x="41667" y="61779"/>
                            <a:pt x="48000" y="61000"/>
                          </a:cubicBezTo>
                          <a:cubicBezTo>
                            <a:pt x="54333" y="61809"/>
                            <a:pt x="60667" y="61584"/>
                            <a:pt x="67000" y="61000"/>
                          </a:cubicBezTo>
                          <a:cubicBezTo>
                            <a:pt x="67176" y="62333"/>
                            <a:pt x="66772" y="63667"/>
                            <a:pt x="67000" y="65000"/>
                          </a:cubicBezTo>
                          <a:cubicBezTo>
                            <a:pt x="60667" y="64265"/>
                            <a:pt x="54333" y="63982"/>
                            <a:pt x="48000" y="65000"/>
                          </a:cubicBezTo>
                          <a:cubicBezTo>
                            <a:pt x="41667" y="64415"/>
                            <a:pt x="35333" y="65773"/>
                            <a:pt x="29000" y="65000"/>
                          </a:cubicBezTo>
                          <a:cubicBezTo>
                            <a:pt x="28994" y="63667"/>
                            <a:pt x="29224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Outbox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979"/>
                    <a:pt x="41667" y="68969"/>
                    <a:pt x="48000" y="69000"/>
                  </a:cubicBezTo>
                  <a:cubicBezTo>
                    <a:pt x="54333" y="68426"/>
                    <a:pt x="60667" y="68525"/>
                    <a:pt x="67000" y="69000"/>
                  </a:cubicBezTo>
                  <a:cubicBezTo>
                    <a:pt x="66858" y="70333"/>
                    <a:pt x="67208" y="71667"/>
                    <a:pt x="67000" y="73000"/>
                  </a:cubicBezTo>
                  <a:cubicBezTo>
                    <a:pt x="60667" y="72073"/>
                    <a:pt x="54333" y="72251"/>
                    <a:pt x="48000" y="73000"/>
                  </a:cubicBezTo>
                  <a:cubicBezTo>
                    <a:pt x="41667" y="73726"/>
                    <a:pt x="35333" y="72089"/>
                    <a:pt x="29000" y="73000"/>
                  </a:cubicBezTo>
                  <a:cubicBezTo>
                    <a:pt x="29082" y="71667"/>
                    <a:pt x="28941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79"/>
                            <a:pt x="41667" y="68969"/>
                            <a:pt x="48000" y="69000"/>
                          </a:cubicBezTo>
                          <a:cubicBezTo>
                            <a:pt x="54333" y="68426"/>
                            <a:pt x="60667" y="68525"/>
                            <a:pt x="67000" y="69000"/>
                          </a:cubicBezTo>
                          <a:cubicBezTo>
                            <a:pt x="66858" y="70333"/>
                            <a:pt x="67208" y="71667"/>
                            <a:pt x="67000" y="73000"/>
                          </a:cubicBezTo>
                          <a:cubicBezTo>
                            <a:pt x="60667" y="72073"/>
                            <a:pt x="54333" y="72251"/>
                            <a:pt x="48000" y="73000"/>
                          </a:cubicBezTo>
                          <a:cubicBezTo>
                            <a:pt x="41667" y="73726"/>
                            <a:pt x="35333" y="72089"/>
                            <a:pt x="29000" y="73000"/>
                          </a:cubicBezTo>
                          <a:cubicBezTo>
                            <a:pt x="29082" y="71667"/>
                            <a:pt x="28941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5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Outbox</a:t>
            </a:r>
          </a:p>
        </p:txBody>
      </p:sp>
      <p:sp>
        <p:nvSpPr>
          <p:cNvPr id="146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approved text only</a:t>
            </a:r>
          </a:p>
        </p:txBody>
      </p:sp>
      <p:cxnSp>
        <p:nvCxnSpPr>
          <p:cNvPr id="147" name="App-Log"/>
          <p:cNvCxnSpPr/>
          <p:nvPr/>
        </p:nvCxnSpPr>
        <p:spPr>
          <a:xfrm flipH="1" flipV="1">
            <a:off x="2167128" y="2103120"/>
            <a:ext cx="2601782" cy="643402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57" name="Audit log icon"/>
          <p:cNvGrpSpPr/>
          <p:nvPr/>
        </p:nvGrpSpPr>
        <p:grpSpPr>
          <a:xfrm>
            <a:off x="1417320" y="1783080"/>
            <a:ext cx="640080" cy="640080"/>
            <a:chOff x="0" y="0"/>
            <a:chExt cx="640080" cy="640080"/>
          </a:xfrm>
        </p:grpSpPr>
        <p:sp>
          <p:nvSpPr>
            <p:cNvPr id="158" name="Audit log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7000" y="18000"/>
                  </a:moveTo>
                  <a:cubicBezTo>
                    <a:pt x="17000" y="40000"/>
                    <a:pt x="17000" y="62000"/>
                    <a:pt x="17000" y="84000"/>
                  </a:cubicBezTo>
                  <a:cubicBezTo>
                    <a:pt x="17000" y="86200"/>
                    <a:pt x="18800" y="88000"/>
                    <a:pt x="21000" y="88000"/>
                  </a:cubicBezTo>
                  <a:cubicBezTo>
                    <a:pt x="39000" y="88000"/>
                    <a:pt x="57000" y="88000"/>
                    <a:pt x="75000" y="88000"/>
                  </a:cubicBezTo>
                  <a:cubicBezTo>
                    <a:pt x="77200" y="88000"/>
                    <a:pt x="79000" y="86200"/>
                    <a:pt x="79000" y="84000"/>
                  </a:cubicBezTo>
                  <a:cubicBezTo>
                    <a:pt x="79000" y="62000"/>
                    <a:pt x="79000" y="40000"/>
                    <a:pt x="79000" y="18000"/>
                  </a:cubicBezTo>
                  <a:cubicBezTo>
                    <a:pt x="79000" y="15800"/>
                    <a:pt x="77200" y="14000"/>
                    <a:pt x="75000" y="14000"/>
                  </a:cubicBezTo>
                  <a:cubicBezTo>
                    <a:pt x="69333" y="14000"/>
                    <a:pt x="63667" y="14000"/>
                    <a:pt x="58000" y="14000"/>
                  </a:cubicBezTo>
                  <a:cubicBezTo>
                    <a:pt x="58000" y="13333"/>
                    <a:pt x="58000" y="12667"/>
                    <a:pt x="58000" y="12000"/>
                  </a:cubicBezTo>
                  <a:cubicBezTo>
                    <a:pt x="58000" y="9800"/>
                    <a:pt x="56200" y="8000"/>
                    <a:pt x="54000" y="8000"/>
                  </a:cubicBezTo>
                  <a:cubicBezTo>
                    <a:pt x="50000" y="8000"/>
                    <a:pt x="46000" y="8000"/>
                    <a:pt x="42000" y="8000"/>
                  </a:cubicBezTo>
                  <a:cubicBezTo>
                    <a:pt x="39800" y="8000"/>
                    <a:pt x="38000" y="9800"/>
                    <a:pt x="38000" y="12000"/>
                  </a:cubicBezTo>
                  <a:cubicBezTo>
                    <a:pt x="38000" y="12667"/>
                    <a:pt x="38000" y="13333"/>
                    <a:pt x="38000" y="14000"/>
                  </a:cubicBezTo>
                  <a:cubicBezTo>
                    <a:pt x="32333" y="14000"/>
                    <a:pt x="26667" y="14000"/>
                    <a:pt x="21000" y="14000"/>
                  </a:cubicBezTo>
                  <a:cubicBezTo>
                    <a:pt x="18800" y="14000"/>
                    <a:pt x="17000" y="15800"/>
                    <a:pt x="17000" y="1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Audit log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558"/>
                    <a:pt x="30333" y="20486"/>
                    <a:pt x="34000" y="20000"/>
                  </a:cubicBezTo>
                  <a:cubicBezTo>
                    <a:pt x="33906" y="22000"/>
                    <a:pt x="33952" y="24000"/>
                    <a:pt x="34000" y="26000"/>
                  </a:cubicBezTo>
                  <a:cubicBezTo>
                    <a:pt x="43333" y="25772"/>
                    <a:pt x="52667" y="26611"/>
                    <a:pt x="62000" y="26000"/>
                  </a:cubicBezTo>
                  <a:cubicBezTo>
                    <a:pt x="62211" y="24000"/>
                    <a:pt x="62337" y="22000"/>
                    <a:pt x="62000" y="20000"/>
                  </a:cubicBezTo>
                  <a:cubicBezTo>
                    <a:pt x="65667" y="19483"/>
                    <a:pt x="69333" y="19960"/>
                    <a:pt x="73000" y="20000"/>
                  </a:cubicBezTo>
                  <a:cubicBezTo>
                    <a:pt x="72092" y="26889"/>
                    <a:pt x="73034" y="33778"/>
                    <a:pt x="73000" y="40667"/>
                  </a:cubicBezTo>
                  <a:cubicBezTo>
                    <a:pt x="73569" y="47556"/>
                    <a:pt x="72668" y="54444"/>
                    <a:pt x="73000" y="61333"/>
                  </a:cubicBezTo>
                  <a:cubicBezTo>
                    <a:pt x="72247" y="68222"/>
                    <a:pt x="72689" y="75111"/>
                    <a:pt x="73000" y="82000"/>
                  </a:cubicBezTo>
                  <a:cubicBezTo>
                    <a:pt x="67444" y="82568"/>
                    <a:pt x="61889" y="81058"/>
                    <a:pt x="56333" y="82000"/>
                  </a:cubicBezTo>
                  <a:cubicBezTo>
                    <a:pt x="50778" y="82653"/>
                    <a:pt x="45222" y="81645"/>
                    <a:pt x="39667" y="82000"/>
                  </a:cubicBezTo>
                  <a:cubicBezTo>
                    <a:pt x="34111" y="81912"/>
                    <a:pt x="28556" y="82389"/>
                    <a:pt x="23000" y="82000"/>
                  </a:cubicBezTo>
                  <a:cubicBezTo>
                    <a:pt x="23391" y="75111"/>
                    <a:pt x="23056" y="68222"/>
                    <a:pt x="23000" y="61333"/>
                  </a:cubicBezTo>
                  <a:cubicBezTo>
                    <a:pt x="23746" y="54444"/>
                    <a:pt x="22084" y="47556"/>
                    <a:pt x="23000" y="40667"/>
                  </a:cubicBezTo>
                  <a:cubicBezTo>
                    <a:pt x="24094" y="33778"/>
                    <a:pt x="22586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991" y="11517"/>
                    <a:pt x="51116" y="13451"/>
                    <a:pt x="51000" y="15000"/>
                  </a:cubicBezTo>
                  <a:cubicBezTo>
                    <a:pt x="50524" y="16339"/>
                    <a:pt x="49586" y="17970"/>
                    <a:pt x="48000" y="18000"/>
                  </a:cubicBezTo>
                  <a:cubicBezTo>
                    <a:pt x="46557" y="18571"/>
                    <a:pt x="45091" y="17268"/>
                    <a:pt x="45000" y="15000"/>
                  </a:cubicBezTo>
                  <a:cubicBezTo>
                    <a:pt x="44887" y="13391"/>
                    <a:pt x="46719" y="12186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831" y="25333"/>
                    <a:pt x="16209" y="32667"/>
                    <a:pt x="17000" y="40000"/>
                  </a:cubicBezTo>
                  <a:cubicBezTo>
                    <a:pt x="17572" y="47333"/>
                    <a:pt x="17875" y="54667"/>
                    <a:pt x="17000" y="62000"/>
                  </a:cubicBezTo>
                  <a:cubicBezTo>
                    <a:pt x="15994" y="69333"/>
                    <a:pt x="16962" y="76667"/>
                    <a:pt x="17000" y="84000"/>
                  </a:cubicBezTo>
                  <a:cubicBezTo>
                    <a:pt x="16562" y="86429"/>
                    <a:pt x="19372" y="87946"/>
                    <a:pt x="21000" y="88000"/>
                  </a:cubicBezTo>
                  <a:cubicBezTo>
                    <a:pt x="27000" y="88079"/>
                    <a:pt x="33000" y="87992"/>
                    <a:pt x="39000" y="88000"/>
                  </a:cubicBezTo>
                  <a:cubicBezTo>
                    <a:pt x="45000" y="88050"/>
                    <a:pt x="51000" y="88329"/>
                    <a:pt x="57000" y="88000"/>
                  </a:cubicBezTo>
                  <a:cubicBezTo>
                    <a:pt x="63000" y="87718"/>
                    <a:pt x="69000" y="88868"/>
                    <a:pt x="75000" y="88000"/>
                  </a:cubicBezTo>
                  <a:cubicBezTo>
                    <a:pt x="76735" y="87794"/>
                    <a:pt x="78737" y="86163"/>
                    <a:pt x="79000" y="84000"/>
                  </a:cubicBezTo>
                  <a:cubicBezTo>
                    <a:pt x="80126" y="76667"/>
                    <a:pt x="78824" y="69333"/>
                    <a:pt x="79000" y="62000"/>
                  </a:cubicBezTo>
                  <a:cubicBezTo>
                    <a:pt x="79432" y="54667"/>
                    <a:pt x="77988" y="47333"/>
                    <a:pt x="79000" y="40000"/>
                  </a:cubicBezTo>
                  <a:cubicBezTo>
                    <a:pt x="78163" y="32667"/>
                    <a:pt x="79783" y="25333"/>
                    <a:pt x="79000" y="18000"/>
                  </a:cubicBezTo>
                  <a:cubicBezTo>
                    <a:pt x="79021" y="15677"/>
                    <a:pt x="77144" y="14131"/>
                    <a:pt x="75000" y="14000"/>
                  </a:cubicBezTo>
                  <a:cubicBezTo>
                    <a:pt x="69333" y="12987"/>
                    <a:pt x="63667" y="14580"/>
                    <a:pt x="58000" y="14000"/>
                  </a:cubicBezTo>
                  <a:cubicBezTo>
                    <a:pt x="57980" y="13333"/>
                    <a:pt x="58118" y="12667"/>
                    <a:pt x="58000" y="12000"/>
                  </a:cubicBezTo>
                  <a:cubicBezTo>
                    <a:pt x="57574" y="10209"/>
                    <a:pt x="55648" y="7677"/>
                    <a:pt x="54000" y="8000"/>
                  </a:cubicBezTo>
                  <a:cubicBezTo>
                    <a:pt x="50000" y="8372"/>
                    <a:pt x="46000" y="7342"/>
                    <a:pt x="42000" y="8000"/>
                  </a:cubicBezTo>
                  <a:cubicBezTo>
                    <a:pt x="40307" y="7487"/>
                    <a:pt x="38405" y="10192"/>
                    <a:pt x="38000" y="12000"/>
                  </a:cubicBezTo>
                  <a:cubicBezTo>
                    <a:pt x="37995" y="12667"/>
                    <a:pt x="38003" y="13333"/>
                    <a:pt x="38000" y="14000"/>
                  </a:cubicBezTo>
                  <a:cubicBezTo>
                    <a:pt x="32333" y="14386"/>
                    <a:pt x="26667" y="14815"/>
                    <a:pt x="21000" y="14000"/>
                  </a:cubicBezTo>
                  <a:cubicBezTo>
                    <a:pt x="18759" y="13841"/>
                    <a:pt x="16940" y="1565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558"/>
                            <a:pt x="30333" y="20486"/>
                            <a:pt x="34000" y="20000"/>
                          </a:cubicBezTo>
                          <a:cubicBezTo>
                            <a:pt x="33906" y="22000"/>
                            <a:pt x="33952" y="24000"/>
                            <a:pt x="34000" y="26000"/>
                          </a:cubicBezTo>
                          <a:cubicBezTo>
                            <a:pt x="43333" y="25772"/>
                            <a:pt x="52667" y="26611"/>
                            <a:pt x="62000" y="26000"/>
                          </a:cubicBezTo>
                          <a:cubicBezTo>
                            <a:pt x="62211" y="24000"/>
                            <a:pt x="62337" y="22000"/>
                            <a:pt x="62000" y="20000"/>
                          </a:cubicBezTo>
                          <a:cubicBezTo>
                            <a:pt x="65667" y="19483"/>
                            <a:pt x="69333" y="19960"/>
                            <a:pt x="73000" y="20000"/>
                          </a:cubicBezTo>
                          <a:cubicBezTo>
                            <a:pt x="72092" y="26889"/>
                            <a:pt x="73034" y="33778"/>
                            <a:pt x="73000" y="40667"/>
                          </a:cubicBezTo>
                          <a:cubicBezTo>
                            <a:pt x="73569" y="47556"/>
                            <a:pt x="72668" y="54444"/>
                            <a:pt x="73000" y="61333"/>
                          </a:cubicBezTo>
                          <a:cubicBezTo>
                            <a:pt x="72247" y="68222"/>
                            <a:pt x="72689" y="75111"/>
                            <a:pt x="73000" y="82000"/>
                          </a:cubicBezTo>
                          <a:cubicBezTo>
                            <a:pt x="67444" y="82568"/>
                            <a:pt x="61889" y="81058"/>
                            <a:pt x="56333" y="82000"/>
                          </a:cubicBezTo>
                          <a:cubicBezTo>
                            <a:pt x="50778" y="82653"/>
                            <a:pt x="45222" y="81645"/>
                            <a:pt x="39667" y="82000"/>
                          </a:cubicBezTo>
                          <a:cubicBezTo>
                            <a:pt x="34111" y="81912"/>
                            <a:pt x="28556" y="82389"/>
                            <a:pt x="23000" y="82000"/>
                          </a:cubicBezTo>
                          <a:cubicBezTo>
                            <a:pt x="23391" y="75111"/>
                            <a:pt x="23056" y="68222"/>
                            <a:pt x="23000" y="61333"/>
                          </a:cubicBezTo>
                          <a:cubicBezTo>
                            <a:pt x="23746" y="54444"/>
                            <a:pt x="22084" y="47556"/>
                            <a:pt x="23000" y="40667"/>
                          </a:cubicBezTo>
                          <a:cubicBezTo>
                            <a:pt x="24094" y="33778"/>
                            <a:pt x="22586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991" y="11517"/>
                            <a:pt x="51116" y="13451"/>
                            <a:pt x="51000" y="15000"/>
                          </a:cubicBezTo>
                          <a:cubicBezTo>
                            <a:pt x="50524" y="16339"/>
                            <a:pt x="49586" y="17970"/>
                            <a:pt x="48000" y="18000"/>
                          </a:cubicBezTo>
                          <a:cubicBezTo>
                            <a:pt x="46557" y="18571"/>
                            <a:pt x="45091" y="17268"/>
                            <a:pt x="45000" y="15000"/>
                          </a:cubicBezTo>
                          <a:cubicBezTo>
                            <a:pt x="44887" y="13391"/>
                            <a:pt x="46719" y="12186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831" y="25333"/>
                            <a:pt x="16209" y="32667"/>
                            <a:pt x="17000" y="40000"/>
                          </a:cubicBezTo>
                          <a:cubicBezTo>
                            <a:pt x="17572" y="47333"/>
                            <a:pt x="17875" y="54667"/>
                            <a:pt x="17000" y="62000"/>
                          </a:cubicBezTo>
                          <a:cubicBezTo>
                            <a:pt x="15994" y="69333"/>
                            <a:pt x="16962" y="76667"/>
                            <a:pt x="17000" y="84000"/>
                          </a:cubicBezTo>
                          <a:cubicBezTo>
                            <a:pt x="16562" y="86429"/>
                            <a:pt x="19372" y="87946"/>
                            <a:pt x="21000" y="88000"/>
                          </a:cubicBezTo>
                          <a:cubicBezTo>
                            <a:pt x="27000" y="88079"/>
                            <a:pt x="33000" y="87992"/>
                            <a:pt x="39000" y="88000"/>
                          </a:cubicBezTo>
                          <a:cubicBezTo>
                            <a:pt x="45000" y="88050"/>
                            <a:pt x="51000" y="88329"/>
                            <a:pt x="57000" y="88000"/>
                          </a:cubicBezTo>
                          <a:cubicBezTo>
                            <a:pt x="63000" y="87718"/>
                            <a:pt x="69000" y="88868"/>
                            <a:pt x="75000" y="88000"/>
                          </a:cubicBezTo>
                          <a:cubicBezTo>
                            <a:pt x="76735" y="87794"/>
                            <a:pt x="78737" y="86163"/>
                            <a:pt x="79000" y="84000"/>
                          </a:cubicBezTo>
                          <a:cubicBezTo>
                            <a:pt x="80126" y="76667"/>
                            <a:pt x="78824" y="69333"/>
                            <a:pt x="79000" y="62000"/>
                          </a:cubicBezTo>
                          <a:cubicBezTo>
                            <a:pt x="79432" y="54667"/>
                            <a:pt x="77988" y="47333"/>
                            <a:pt x="79000" y="40000"/>
                          </a:cubicBezTo>
                          <a:cubicBezTo>
                            <a:pt x="78163" y="32667"/>
                            <a:pt x="79783" y="25333"/>
                            <a:pt x="79000" y="18000"/>
                          </a:cubicBezTo>
                          <a:cubicBezTo>
                            <a:pt x="79021" y="15677"/>
                            <a:pt x="77144" y="14131"/>
                            <a:pt x="75000" y="14000"/>
                          </a:cubicBezTo>
                          <a:cubicBezTo>
                            <a:pt x="69333" y="12987"/>
                            <a:pt x="63667" y="14580"/>
                            <a:pt x="58000" y="14000"/>
                          </a:cubicBezTo>
                          <a:cubicBezTo>
                            <a:pt x="57980" y="13333"/>
                            <a:pt x="58118" y="12667"/>
                            <a:pt x="58000" y="12000"/>
                          </a:cubicBezTo>
                          <a:cubicBezTo>
                            <a:pt x="57574" y="10209"/>
                            <a:pt x="55648" y="7677"/>
                            <a:pt x="54000" y="8000"/>
                          </a:cubicBezTo>
                          <a:cubicBezTo>
                            <a:pt x="50000" y="8372"/>
                            <a:pt x="46000" y="7342"/>
                            <a:pt x="42000" y="8000"/>
                          </a:cubicBezTo>
                          <a:cubicBezTo>
                            <a:pt x="40307" y="7487"/>
                            <a:pt x="38405" y="10192"/>
                            <a:pt x="38000" y="12000"/>
                          </a:cubicBezTo>
                          <a:cubicBezTo>
                            <a:pt x="37995" y="12667"/>
                            <a:pt x="38003" y="13333"/>
                            <a:pt x="38000" y="14000"/>
                          </a:cubicBezTo>
                          <a:cubicBezTo>
                            <a:pt x="32333" y="14386"/>
                            <a:pt x="26667" y="14815"/>
                            <a:pt x="21000" y="14000"/>
                          </a:cubicBezTo>
                          <a:cubicBezTo>
                            <a:pt x="18759" y="13841"/>
                            <a:pt x="16940" y="1565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Audit log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465"/>
                    <a:pt x="40333" y="34375"/>
                    <a:pt x="46000" y="34000"/>
                  </a:cubicBezTo>
                  <a:cubicBezTo>
                    <a:pt x="46079" y="35333"/>
                    <a:pt x="45855" y="36667"/>
                    <a:pt x="46000" y="38000"/>
                  </a:cubicBezTo>
                  <a:cubicBezTo>
                    <a:pt x="40333" y="37499"/>
                    <a:pt x="34667" y="38465"/>
                    <a:pt x="29000" y="38000"/>
                  </a:cubicBezTo>
                  <a:cubicBezTo>
                    <a:pt x="29132" y="36667"/>
                    <a:pt x="29174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465"/>
                            <a:pt x="40333" y="34375"/>
                            <a:pt x="46000" y="34000"/>
                          </a:cubicBezTo>
                          <a:cubicBezTo>
                            <a:pt x="46079" y="35333"/>
                            <a:pt x="45855" y="36667"/>
                            <a:pt x="46000" y="38000"/>
                          </a:cubicBezTo>
                          <a:cubicBezTo>
                            <a:pt x="40333" y="37499"/>
                            <a:pt x="34667" y="38465"/>
                            <a:pt x="29000" y="38000"/>
                          </a:cubicBezTo>
                          <a:cubicBezTo>
                            <a:pt x="29132" y="36667"/>
                            <a:pt x="29174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Audit log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592"/>
                    <a:pt x="40333" y="45585"/>
                    <a:pt x="46000" y="46000"/>
                  </a:cubicBezTo>
                  <a:cubicBezTo>
                    <a:pt x="45822" y="47333"/>
                    <a:pt x="46223" y="48667"/>
                    <a:pt x="46000" y="50000"/>
                  </a:cubicBezTo>
                  <a:cubicBezTo>
                    <a:pt x="40333" y="49948"/>
                    <a:pt x="34667" y="50363"/>
                    <a:pt x="29000" y="50000"/>
                  </a:cubicBezTo>
                  <a:cubicBezTo>
                    <a:pt x="29067" y="48667"/>
                    <a:pt x="28848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592"/>
                            <a:pt x="40333" y="45585"/>
                            <a:pt x="46000" y="46000"/>
                          </a:cubicBezTo>
                          <a:cubicBezTo>
                            <a:pt x="45822" y="47333"/>
                            <a:pt x="46223" y="48667"/>
                            <a:pt x="46000" y="50000"/>
                          </a:cubicBezTo>
                          <a:cubicBezTo>
                            <a:pt x="40333" y="49948"/>
                            <a:pt x="34667" y="50363"/>
                            <a:pt x="29000" y="50000"/>
                          </a:cubicBezTo>
                          <a:cubicBezTo>
                            <a:pt x="29067" y="48667"/>
                            <a:pt x="28848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Audit log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742"/>
                    <a:pt x="40333" y="58660"/>
                    <a:pt x="46000" y="58000"/>
                  </a:cubicBezTo>
                  <a:cubicBezTo>
                    <a:pt x="46122" y="59333"/>
                    <a:pt x="46140" y="60667"/>
                    <a:pt x="46000" y="62000"/>
                  </a:cubicBezTo>
                  <a:cubicBezTo>
                    <a:pt x="40333" y="62858"/>
                    <a:pt x="34667" y="61992"/>
                    <a:pt x="29000" y="62000"/>
                  </a:cubicBezTo>
                  <a:cubicBezTo>
                    <a:pt x="28798" y="60667"/>
                    <a:pt x="29038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742"/>
                            <a:pt x="40333" y="58660"/>
                            <a:pt x="46000" y="58000"/>
                          </a:cubicBezTo>
                          <a:cubicBezTo>
                            <a:pt x="46122" y="59333"/>
                            <a:pt x="46140" y="60667"/>
                            <a:pt x="46000" y="62000"/>
                          </a:cubicBezTo>
                          <a:cubicBezTo>
                            <a:pt x="40333" y="62858"/>
                            <a:pt x="34667" y="61992"/>
                            <a:pt x="29000" y="62000"/>
                          </a:cubicBezTo>
                          <a:cubicBezTo>
                            <a:pt x="28798" y="60667"/>
                            <a:pt x="29038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Audit log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70057"/>
                    <a:pt x="40333" y="69517"/>
                    <a:pt x="46000" y="70000"/>
                  </a:cubicBezTo>
                  <a:cubicBezTo>
                    <a:pt x="46198" y="71333"/>
                    <a:pt x="45838" y="72667"/>
                    <a:pt x="46000" y="74000"/>
                  </a:cubicBezTo>
                  <a:cubicBezTo>
                    <a:pt x="40333" y="74343"/>
                    <a:pt x="34667" y="74510"/>
                    <a:pt x="29000" y="74000"/>
                  </a:cubicBezTo>
                  <a:cubicBezTo>
                    <a:pt x="28935" y="72667"/>
                    <a:pt x="2907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70057"/>
                            <a:pt x="40333" y="69517"/>
                            <a:pt x="46000" y="70000"/>
                          </a:cubicBezTo>
                          <a:cubicBezTo>
                            <a:pt x="46198" y="71333"/>
                            <a:pt x="45838" y="72667"/>
                            <a:pt x="46000" y="74000"/>
                          </a:cubicBezTo>
                          <a:cubicBezTo>
                            <a:pt x="40333" y="74343"/>
                            <a:pt x="34667" y="74510"/>
                            <a:pt x="29000" y="74000"/>
                          </a:cubicBezTo>
                          <a:cubicBezTo>
                            <a:pt x="28935" y="72667"/>
                            <a:pt x="2907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Audit log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541" y="35041"/>
                    <a:pt x="54349" y="34449"/>
                    <a:pt x="55000" y="33700"/>
                  </a:cubicBezTo>
                  <a:cubicBezTo>
                    <a:pt x="55880" y="34554"/>
                    <a:pt x="56742" y="35424"/>
                    <a:pt x="57600" y="36300"/>
                  </a:cubicBezTo>
                  <a:cubicBezTo>
                    <a:pt x="59933" y="34233"/>
                    <a:pt x="62363" y="32263"/>
                    <a:pt x="64200" y="29700"/>
                  </a:cubicBezTo>
                  <a:cubicBezTo>
                    <a:pt x="64985" y="30315"/>
                    <a:pt x="65617" y="31083"/>
                    <a:pt x="66300" y="31800"/>
                  </a:cubicBezTo>
                  <a:cubicBezTo>
                    <a:pt x="63581" y="34881"/>
                    <a:pt x="60253" y="37353"/>
                    <a:pt x="57600" y="40500"/>
                  </a:cubicBezTo>
                  <a:cubicBezTo>
                    <a:pt x="55878" y="39089"/>
                    <a:pt x="54421" y="37412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541" y="35041"/>
                            <a:pt x="54349" y="34449"/>
                            <a:pt x="55000" y="33700"/>
                          </a:cubicBezTo>
                          <a:cubicBezTo>
                            <a:pt x="55880" y="34554"/>
                            <a:pt x="56742" y="35424"/>
                            <a:pt x="57600" y="36300"/>
                          </a:cubicBezTo>
                          <a:cubicBezTo>
                            <a:pt x="59933" y="34233"/>
                            <a:pt x="62363" y="32263"/>
                            <a:pt x="64200" y="29700"/>
                          </a:cubicBezTo>
                          <a:cubicBezTo>
                            <a:pt x="64985" y="30315"/>
                            <a:pt x="65617" y="31083"/>
                            <a:pt x="66300" y="31800"/>
                          </a:cubicBezTo>
                          <a:cubicBezTo>
                            <a:pt x="63581" y="34881"/>
                            <a:pt x="60253" y="37353"/>
                            <a:pt x="57600" y="40500"/>
                          </a:cubicBezTo>
                          <a:cubicBezTo>
                            <a:pt x="55878" y="39089"/>
                            <a:pt x="54421" y="37412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Audit log icon 7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664" y="47164"/>
                    <a:pt x="54368" y="46468"/>
                    <a:pt x="55000" y="45700"/>
                  </a:cubicBezTo>
                  <a:cubicBezTo>
                    <a:pt x="55756" y="46677"/>
                    <a:pt x="56761" y="47406"/>
                    <a:pt x="57600" y="48300"/>
                  </a:cubicBezTo>
                  <a:cubicBezTo>
                    <a:pt x="59975" y="46275"/>
                    <a:pt x="62001" y="43901"/>
                    <a:pt x="64200" y="41700"/>
                  </a:cubicBezTo>
                  <a:cubicBezTo>
                    <a:pt x="64775" y="42525"/>
                    <a:pt x="65706" y="42994"/>
                    <a:pt x="66300" y="43800"/>
                  </a:cubicBezTo>
                  <a:cubicBezTo>
                    <a:pt x="63619" y="46919"/>
                    <a:pt x="60609" y="49709"/>
                    <a:pt x="57600" y="52500"/>
                  </a:cubicBezTo>
                  <a:cubicBezTo>
                    <a:pt x="55911" y="51056"/>
                    <a:pt x="54302" y="49532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56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664" y="47164"/>
                            <a:pt x="54368" y="46468"/>
                            <a:pt x="55000" y="45700"/>
                          </a:cubicBezTo>
                          <a:cubicBezTo>
                            <a:pt x="55756" y="46677"/>
                            <a:pt x="56761" y="47406"/>
                            <a:pt x="57600" y="48300"/>
                          </a:cubicBezTo>
                          <a:cubicBezTo>
                            <a:pt x="59975" y="46275"/>
                            <a:pt x="62001" y="43901"/>
                            <a:pt x="64200" y="41700"/>
                          </a:cubicBezTo>
                          <a:cubicBezTo>
                            <a:pt x="64775" y="42525"/>
                            <a:pt x="65706" y="42994"/>
                            <a:pt x="66300" y="43800"/>
                          </a:cubicBezTo>
                          <a:cubicBezTo>
                            <a:pt x="63619" y="46919"/>
                            <a:pt x="60609" y="49709"/>
                            <a:pt x="57600" y="52500"/>
                          </a:cubicBezTo>
                          <a:cubicBezTo>
                            <a:pt x="55911" y="51056"/>
                            <a:pt x="54302" y="49532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Audit log icon 8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683" y="59183"/>
                    <a:pt x="54302" y="58402"/>
                    <a:pt x="55000" y="57700"/>
                  </a:cubicBezTo>
                  <a:cubicBezTo>
                    <a:pt x="55977" y="58456"/>
                    <a:pt x="56761" y="59406"/>
                    <a:pt x="57600" y="60300"/>
                  </a:cubicBezTo>
                  <a:cubicBezTo>
                    <a:pt x="59832" y="58132"/>
                    <a:pt x="61655" y="55555"/>
                    <a:pt x="64200" y="53700"/>
                  </a:cubicBezTo>
                  <a:cubicBezTo>
                    <a:pt x="64931" y="54369"/>
                    <a:pt x="65709" y="54991"/>
                    <a:pt x="66300" y="55800"/>
                  </a:cubicBezTo>
                  <a:cubicBezTo>
                    <a:pt x="63069" y="58369"/>
                    <a:pt x="60694" y="61794"/>
                    <a:pt x="57600" y="64500"/>
                  </a:cubicBezTo>
                  <a:cubicBezTo>
                    <a:pt x="56089" y="62877"/>
                    <a:pt x="54566" y="61267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5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683" y="59183"/>
                            <a:pt x="54302" y="58402"/>
                            <a:pt x="55000" y="57700"/>
                          </a:cubicBezTo>
                          <a:cubicBezTo>
                            <a:pt x="55977" y="58456"/>
                            <a:pt x="56761" y="59406"/>
                            <a:pt x="57600" y="60300"/>
                          </a:cubicBezTo>
                          <a:cubicBezTo>
                            <a:pt x="59832" y="58132"/>
                            <a:pt x="61655" y="55555"/>
                            <a:pt x="64200" y="53700"/>
                          </a:cubicBezTo>
                          <a:cubicBezTo>
                            <a:pt x="64931" y="54369"/>
                            <a:pt x="65709" y="54991"/>
                            <a:pt x="66300" y="55800"/>
                          </a:cubicBezTo>
                          <a:cubicBezTo>
                            <a:pt x="63069" y="58369"/>
                            <a:pt x="60694" y="61794"/>
                            <a:pt x="57600" y="64500"/>
                          </a:cubicBezTo>
                          <a:cubicBezTo>
                            <a:pt x="56089" y="62877"/>
                            <a:pt x="54566" y="61267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Audit log icon 9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512" y="71012"/>
                    <a:pt x="54196" y="70296"/>
                    <a:pt x="55000" y="69700"/>
                  </a:cubicBezTo>
                  <a:cubicBezTo>
                    <a:pt x="55913" y="70520"/>
                    <a:pt x="56872" y="71294"/>
                    <a:pt x="57600" y="72300"/>
                  </a:cubicBezTo>
                  <a:cubicBezTo>
                    <a:pt x="59959" y="70259"/>
                    <a:pt x="61656" y="67556"/>
                    <a:pt x="64200" y="65700"/>
                  </a:cubicBezTo>
                  <a:cubicBezTo>
                    <a:pt x="64962" y="66338"/>
                    <a:pt x="65658" y="67042"/>
                    <a:pt x="66300" y="67800"/>
                  </a:cubicBezTo>
                  <a:cubicBezTo>
                    <a:pt x="63222" y="70522"/>
                    <a:pt x="60034" y="73134"/>
                    <a:pt x="57600" y="76500"/>
                  </a:cubicBezTo>
                  <a:cubicBezTo>
                    <a:pt x="56170" y="74796"/>
                    <a:pt x="54453" y="73380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4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512" y="71012"/>
                            <a:pt x="54196" y="70296"/>
                            <a:pt x="55000" y="69700"/>
                          </a:cubicBezTo>
                          <a:cubicBezTo>
                            <a:pt x="55913" y="70520"/>
                            <a:pt x="56872" y="71294"/>
                            <a:pt x="57600" y="72300"/>
                          </a:cubicBezTo>
                          <a:cubicBezTo>
                            <a:pt x="59959" y="70259"/>
                            <a:pt x="61656" y="67556"/>
                            <a:pt x="64200" y="65700"/>
                          </a:cubicBezTo>
                          <a:cubicBezTo>
                            <a:pt x="64962" y="66338"/>
                            <a:pt x="65658" y="67042"/>
                            <a:pt x="66300" y="67800"/>
                          </a:cubicBezTo>
                          <a:cubicBezTo>
                            <a:pt x="63222" y="70522"/>
                            <a:pt x="60034" y="73134"/>
                            <a:pt x="57600" y="76500"/>
                          </a:cubicBezTo>
                          <a:cubicBezTo>
                            <a:pt x="56170" y="74796"/>
                            <a:pt x="54453" y="73380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9" name="Log label"/>
          <p:cNvSpPr txBox="1"/>
          <p:nvPr/>
        </p:nvSpPr>
        <p:spPr>
          <a:xfrm>
            <a:off x="868680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Audit Log</a:t>
            </a:r>
          </a:p>
        </p:txBody>
      </p:sp>
      <p:sp>
        <p:nvSpPr>
          <p:cNvPr id="160" name="Log file"/>
          <p:cNvSpPr txBox="1"/>
          <p:nvPr/>
        </p:nvSpPr>
        <p:spPr>
          <a:xfrm>
            <a:off x="868680" y="276148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decisions.jsonl</a:t>
            </a:r>
          </a:p>
        </p:txBody>
      </p:sp>
      <p:sp>
        <p:nvSpPr>
          <p:cNvPr id="161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emergency:</a:t>
            </a:r>
          </a:p>
        </p:txBody>
      </p:sp>
      <p:sp>
        <p:nvSpPr>
          <p:cNvPr id="162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never reaches the model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F09 Human-in-the-Loop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escalation failure, live: </a:t>
            </a:r>
            <a:r>
              <a:rPr sz="2800">
                <a:latin typeface="Consolas"/>
              </a:rPr>
              <a:t>ESCALATE</a:t>
            </a:r>
            <a:r>
              <a:rPr sz="2800"/>
              <a:t>… then the note anyway</a:t>
            </a:r>
          </a:p>
          <a:p>
            <a:r>
              <a:rPr sz="2800"/>
              <a:t>A routed queue awaiting replies</a:t>
            </a:r>
          </a:p>
          <a:p>
            <a:r>
              <a:rPr sz="2800"/>
              <a:t>One grounded draft: good, not perfect</a:t>
            </a:r>
          </a:p>
          <a:p>
            <a:r>
              <a:rPr sz="2800"/>
              <a:t>Approve · edit · reject-and-rewrite</a:t>
            </a:r>
          </a:p>
          <a:p>
            <a:r>
              <a:rPr sz="2800"/>
              <a:t>The audit log, with edit distance</a:t>
            </a:r>
          </a:p>
          <a:p>
            <a:r>
              <a:rPr sz="2800"/>
              <a:t>The policy table: point at the emergency row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~50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F07 Classification &amp; Routing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F08 Anomaly Detection</a:t>
            </a:r>
            <a:r>
              <a:rPr sz="3600" dirty="0"/>
              <a:t> · </a:t>
            </a:r>
            <a:r>
              <a:rPr sz="3600" b="1" dirty="0"/>
              <a:t>F09 Human-in-the-Loop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endParaRPr/>
          </a:p>
          <a:p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549" y="76333"/>
                    <a:pt x="23800" y="70667"/>
                    <a:pt x="23000" y="65000"/>
                  </a:cubicBezTo>
                  <a:cubicBezTo>
                    <a:pt x="23224" y="59333"/>
                    <a:pt x="22057" y="53667"/>
                    <a:pt x="23000" y="48000"/>
                  </a:cubicBezTo>
                  <a:cubicBezTo>
                    <a:pt x="23815" y="42333"/>
                    <a:pt x="22351" y="36667"/>
                    <a:pt x="23000" y="31000"/>
                  </a:cubicBezTo>
                  <a:cubicBezTo>
                    <a:pt x="22612" y="25333"/>
                    <a:pt x="23729" y="19667"/>
                    <a:pt x="23000" y="14000"/>
                  </a:cubicBezTo>
                  <a:cubicBezTo>
                    <a:pt x="31333" y="14114"/>
                    <a:pt x="39667" y="14050"/>
                    <a:pt x="48000" y="14000"/>
                  </a:cubicBezTo>
                  <a:cubicBezTo>
                    <a:pt x="46974" y="21000"/>
                    <a:pt x="48485" y="28000"/>
                    <a:pt x="48000" y="35000"/>
                  </a:cubicBezTo>
                  <a:cubicBezTo>
                    <a:pt x="56333" y="34297"/>
                    <a:pt x="64667" y="35927"/>
                    <a:pt x="73000" y="35000"/>
                  </a:cubicBezTo>
                  <a:cubicBezTo>
                    <a:pt x="71860" y="42833"/>
                    <a:pt x="74030" y="50667"/>
                    <a:pt x="73000" y="58500"/>
                  </a:cubicBezTo>
                  <a:cubicBezTo>
                    <a:pt x="72155" y="66333"/>
                    <a:pt x="73621" y="74167"/>
                    <a:pt x="73000" y="82000"/>
                  </a:cubicBezTo>
                  <a:cubicBezTo>
                    <a:pt x="67444" y="81053"/>
                    <a:pt x="61889" y="81362"/>
                    <a:pt x="56333" y="82000"/>
                  </a:cubicBezTo>
                  <a:cubicBezTo>
                    <a:pt x="50778" y="82873"/>
                    <a:pt x="45222" y="81293"/>
                    <a:pt x="39667" y="82000"/>
                  </a:cubicBezTo>
                  <a:cubicBezTo>
                    <a:pt x="34111" y="82285"/>
                    <a:pt x="28556" y="8167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04" y="20729"/>
                    <a:pt x="61923" y="25244"/>
                    <a:pt x="66500" y="29000"/>
                  </a:cubicBezTo>
                  <a:cubicBezTo>
                    <a:pt x="62333" y="29051"/>
                    <a:pt x="58167" y="28698"/>
                    <a:pt x="54000" y="29000"/>
                  </a:cubicBezTo>
                  <a:cubicBezTo>
                    <a:pt x="54279" y="24833"/>
                    <a:pt x="54311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635"/>
                    <a:pt x="41667" y="7251"/>
                    <a:pt x="35500" y="8000"/>
                  </a:cubicBezTo>
                  <a:cubicBezTo>
                    <a:pt x="29333" y="9020"/>
                    <a:pt x="23167" y="8770"/>
                    <a:pt x="17000" y="8000"/>
                  </a:cubicBezTo>
                  <a:cubicBezTo>
                    <a:pt x="17473" y="14667"/>
                    <a:pt x="16684" y="21333"/>
                    <a:pt x="17000" y="28000"/>
                  </a:cubicBezTo>
                  <a:cubicBezTo>
                    <a:pt x="17838" y="34667"/>
                    <a:pt x="17095" y="41333"/>
                    <a:pt x="17000" y="48000"/>
                  </a:cubicBezTo>
                  <a:cubicBezTo>
                    <a:pt x="16418" y="54667"/>
                    <a:pt x="15998" y="61333"/>
                    <a:pt x="17000" y="68000"/>
                  </a:cubicBezTo>
                  <a:cubicBezTo>
                    <a:pt x="16271" y="74667"/>
                    <a:pt x="15938" y="81333"/>
                    <a:pt x="17000" y="88000"/>
                  </a:cubicBezTo>
                  <a:cubicBezTo>
                    <a:pt x="23889" y="86968"/>
                    <a:pt x="30778" y="86987"/>
                    <a:pt x="37667" y="88000"/>
                  </a:cubicBezTo>
                  <a:cubicBezTo>
                    <a:pt x="44556" y="87435"/>
                    <a:pt x="51444" y="87166"/>
                    <a:pt x="58333" y="88000"/>
                  </a:cubicBezTo>
                  <a:cubicBezTo>
                    <a:pt x="65222" y="87925"/>
                    <a:pt x="72111" y="88496"/>
                    <a:pt x="79000" y="88000"/>
                  </a:cubicBezTo>
                  <a:cubicBezTo>
                    <a:pt x="78791" y="81556"/>
                    <a:pt x="79512" y="75111"/>
                    <a:pt x="79000" y="68667"/>
                  </a:cubicBezTo>
                  <a:cubicBezTo>
                    <a:pt x="79886" y="62222"/>
                    <a:pt x="79620" y="55778"/>
                    <a:pt x="79000" y="49333"/>
                  </a:cubicBezTo>
                  <a:cubicBezTo>
                    <a:pt x="80141" y="42889"/>
                    <a:pt x="77980" y="36444"/>
                    <a:pt x="79000" y="30000"/>
                  </a:cubicBezTo>
                  <a:cubicBezTo>
                    <a:pt x="74433" y="26789"/>
                    <a:pt x="70478" y="22881"/>
                    <a:pt x="66500" y="19000"/>
                  </a:cubicBezTo>
                  <a:cubicBezTo>
                    <a:pt x="62218" y="15464"/>
                    <a:pt x="58484" y="11306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732"/>
                    <a:pt x="41667" y="45019"/>
                    <a:pt x="48000" y="45000"/>
                  </a:cubicBezTo>
                  <a:cubicBezTo>
                    <a:pt x="54333" y="45945"/>
                    <a:pt x="60667" y="44120"/>
                    <a:pt x="67000" y="45000"/>
                  </a:cubicBezTo>
                  <a:cubicBezTo>
                    <a:pt x="66995" y="46333"/>
                    <a:pt x="66864" y="47667"/>
                    <a:pt x="67000" y="49000"/>
                  </a:cubicBezTo>
                  <a:cubicBezTo>
                    <a:pt x="60667" y="48354"/>
                    <a:pt x="54333" y="48783"/>
                    <a:pt x="48000" y="49000"/>
                  </a:cubicBezTo>
                  <a:cubicBezTo>
                    <a:pt x="41667" y="49083"/>
                    <a:pt x="35333" y="50044"/>
                    <a:pt x="29000" y="49000"/>
                  </a:cubicBezTo>
                  <a:cubicBezTo>
                    <a:pt x="29035" y="47667"/>
                    <a:pt x="2905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33"/>
                    <a:pt x="37667" y="37018"/>
                    <a:pt x="42000" y="37000"/>
                  </a:cubicBezTo>
                  <a:cubicBezTo>
                    <a:pt x="41880" y="38333"/>
                    <a:pt x="41773" y="39667"/>
                    <a:pt x="42000" y="41000"/>
                  </a:cubicBezTo>
                  <a:cubicBezTo>
                    <a:pt x="37667" y="40955"/>
                    <a:pt x="33333" y="41712"/>
                    <a:pt x="29000" y="41000"/>
                  </a:cubicBezTo>
                  <a:cubicBezTo>
                    <a:pt x="29232" y="39667"/>
                    <a:pt x="28827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971"/>
                    <a:pt x="41667" y="53301"/>
                    <a:pt x="48000" y="53000"/>
                  </a:cubicBezTo>
                  <a:cubicBezTo>
                    <a:pt x="54333" y="53232"/>
                    <a:pt x="60667" y="52097"/>
                    <a:pt x="67000" y="53000"/>
                  </a:cubicBezTo>
                  <a:cubicBezTo>
                    <a:pt x="67118" y="54333"/>
                    <a:pt x="67098" y="55667"/>
                    <a:pt x="67000" y="57000"/>
                  </a:cubicBezTo>
                  <a:cubicBezTo>
                    <a:pt x="60667" y="57973"/>
                    <a:pt x="54333" y="56744"/>
                    <a:pt x="48000" y="57000"/>
                  </a:cubicBezTo>
                  <a:cubicBezTo>
                    <a:pt x="41667" y="57747"/>
                    <a:pt x="35333" y="56552"/>
                    <a:pt x="29000" y="57000"/>
                  </a:cubicBezTo>
                  <a:cubicBezTo>
                    <a:pt x="28971" y="55667"/>
                    <a:pt x="29000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59880"/>
                    <a:pt x="41667" y="61160"/>
                    <a:pt x="48000" y="61000"/>
                  </a:cubicBezTo>
                  <a:cubicBezTo>
                    <a:pt x="54333" y="61957"/>
                    <a:pt x="60667" y="60479"/>
                    <a:pt x="67000" y="61000"/>
                  </a:cubicBezTo>
                  <a:cubicBezTo>
                    <a:pt x="66832" y="62333"/>
                    <a:pt x="67088" y="63667"/>
                    <a:pt x="67000" y="65000"/>
                  </a:cubicBezTo>
                  <a:cubicBezTo>
                    <a:pt x="60667" y="65108"/>
                    <a:pt x="54333" y="64786"/>
                    <a:pt x="48000" y="65000"/>
                  </a:cubicBezTo>
                  <a:cubicBezTo>
                    <a:pt x="41667" y="65393"/>
                    <a:pt x="35333" y="64323"/>
                    <a:pt x="29000" y="65000"/>
                  </a:cubicBezTo>
                  <a:cubicBezTo>
                    <a:pt x="28908" y="63667"/>
                    <a:pt x="29019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64"/>
                    <a:pt x="41667" y="68222"/>
                    <a:pt x="48000" y="69000"/>
                  </a:cubicBezTo>
                  <a:cubicBezTo>
                    <a:pt x="54333" y="68200"/>
                    <a:pt x="60667" y="68690"/>
                    <a:pt x="67000" y="69000"/>
                  </a:cubicBezTo>
                  <a:cubicBezTo>
                    <a:pt x="67005" y="70333"/>
                    <a:pt x="67118" y="71667"/>
                    <a:pt x="67000" y="73000"/>
                  </a:cubicBezTo>
                  <a:cubicBezTo>
                    <a:pt x="60667" y="73817"/>
                    <a:pt x="54333" y="73404"/>
                    <a:pt x="48000" y="73000"/>
                  </a:cubicBezTo>
                  <a:cubicBezTo>
                    <a:pt x="41667" y="73849"/>
                    <a:pt x="35333" y="73644"/>
                    <a:pt x="29000" y="73000"/>
                  </a:cubicBezTo>
                  <a:cubicBezTo>
                    <a:pt x="29176" y="71667"/>
                    <a:pt x="2907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549" y="76333"/>
                    <a:pt x="23800" y="70667"/>
                    <a:pt x="23000" y="65000"/>
                  </a:cubicBezTo>
                  <a:cubicBezTo>
                    <a:pt x="23224" y="59333"/>
                    <a:pt x="22057" y="53667"/>
                    <a:pt x="23000" y="48000"/>
                  </a:cubicBezTo>
                  <a:cubicBezTo>
                    <a:pt x="23815" y="42333"/>
                    <a:pt x="22351" y="36667"/>
                    <a:pt x="23000" y="31000"/>
                  </a:cubicBezTo>
                  <a:cubicBezTo>
                    <a:pt x="22612" y="25333"/>
                    <a:pt x="23729" y="19667"/>
                    <a:pt x="23000" y="14000"/>
                  </a:cubicBezTo>
                  <a:cubicBezTo>
                    <a:pt x="31333" y="14114"/>
                    <a:pt x="39667" y="14050"/>
                    <a:pt x="48000" y="14000"/>
                  </a:cubicBezTo>
                  <a:cubicBezTo>
                    <a:pt x="46974" y="21000"/>
                    <a:pt x="48485" y="28000"/>
                    <a:pt x="48000" y="35000"/>
                  </a:cubicBezTo>
                  <a:cubicBezTo>
                    <a:pt x="56333" y="34297"/>
                    <a:pt x="64667" y="35927"/>
                    <a:pt x="73000" y="35000"/>
                  </a:cubicBezTo>
                  <a:cubicBezTo>
                    <a:pt x="71860" y="42833"/>
                    <a:pt x="74030" y="50667"/>
                    <a:pt x="73000" y="58500"/>
                  </a:cubicBezTo>
                  <a:cubicBezTo>
                    <a:pt x="72155" y="66333"/>
                    <a:pt x="73621" y="74167"/>
                    <a:pt x="73000" y="82000"/>
                  </a:cubicBezTo>
                  <a:cubicBezTo>
                    <a:pt x="67444" y="81053"/>
                    <a:pt x="61889" y="81362"/>
                    <a:pt x="56333" y="82000"/>
                  </a:cubicBezTo>
                  <a:cubicBezTo>
                    <a:pt x="50778" y="82873"/>
                    <a:pt x="45222" y="81293"/>
                    <a:pt x="39667" y="82000"/>
                  </a:cubicBezTo>
                  <a:cubicBezTo>
                    <a:pt x="34111" y="82285"/>
                    <a:pt x="28556" y="8167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04" y="20729"/>
                    <a:pt x="61923" y="25244"/>
                    <a:pt x="66500" y="29000"/>
                  </a:cubicBezTo>
                  <a:cubicBezTo>
                    <a:pt x="62333" y="29051"/>
                    <a:pt x="58167" y="28698"/>
                    <a:pt x="54000" y="29000"/>
                  </a:cubicBezTo>
                  <a:cubicBezTo>
                    <a:pt x="54279" y="24833"/>
                    <a:pt x="54311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635"/>
                    <a:pt x="41667" y="7251"/>
                    <a:pt x="35500" y="8000"/>
                  </a:cubicBezTo>
                  <a:cubicBezTo>
                    <a:pt x="29333" y="9020"/>
                    <a:pt x="23167" y="8770"/>
                    <a:pt x="17000" y="8000"/>
                  </a:cubicBezTo>
                  <a:cubicBezTo>
                    <a:pt x="17473" y="14667"/>
                    <a:pt x="16684" y="21333"/>
                    <a:pt x="17000" y="28000"/>
                  </a:cubicBezTo>
                  <a:cubicBezTo>
                    <a:pt x="17838" y="34667"/>
                    <a:pt x="17095" y="41333"/>
                    <a:pt x="17000" y="48000"/>
                  </a:cubicBezTo>
                  <a:cubicBezTo>
                    <a:pt x="16418" y="54667"/>
                    <a:pt x="15998" y="61333"/>
                    <a:pt x="17000" y="68000"/>
                  </a:cubicBezTo>
                  <a:cubicBezTo>
                    <a:pt x="16271" y="74667"/>
                    <a:pt x="15938" y="81333"/>
                    <a:pt x="17000" y="88000"/>
                  </a:cubicBezTo>
                  <a:cubicBezTo>
                    <a:pt x="23889" y="86968"/>
                    <a:pt x="30778" y="86987"/>
                    <a:pt x="37667" y="88000"/>
                  </a:cubicBezTo>
                  <a:cubicBezTo>
                    <a:pt x="44556" y="87435"/>
                    <a:pt x="51444" y="87166"/>
                    <a:pt x="58333" y="88000"/>
                  </a:cubicBezTo>
                  <a:cubicBezTo>
                    <a:pt x="65222" y="87925"/>
                    <a:pt x="72111" y="88496"/>
                    <a:pt x="79000" y="88000"/>
                  </a:cubicBezTo>
                  <a:cubicBezTo>
                    <a:pt x="78791" y="81556"/>
                    <a:pt x="79512" y="75111"/>
                    <a:pt x="79000" y="68667"/>
                  </a:cubicBezTo>
                  <a:cubicBezTo>
                    <a:pt x="79886" y="62222"/>
                    <a:pt x="79620" y="55778"/>
                    <a:pt x="79000" y="49333"/>
                  </a:cubicBezTo>
                  <a:cubicBezTo>
                    <a:pt x="80141" y="42889"/>
                    <a:pt x="77980" y="36444"/>
                    <a:pt x="79000" y="30000"/>
                  </a:cubicBezTo>
                  <a:cubicBezTo>
                    <a:pt x="74433" y="26789"/>
                    <a:pt x="70478" y="22881"/>
                    <a:pt x="66500" y="19000"/>
                  </a:cubicBezTo>
                  <a:cubicBezTo>
                    <a:pt x="62218" y="15464"/>
                    <a:pt x="58484" y="11306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732"/>
                    <a:pt x="41667" y="45019"/>
                    <a:pt x="48000" y="45000"/>
                  </a:cubicBezTo>
                  <a:cubicBezTo>
                    <a:pt x="54333" y="45945"/>
                    <a:pt x="60667" y="44120"/>
                    <a:pt x="67000" y="45000"/>
                  </a:cubicBezTo>
                  <a:cubicBezTo>
                    <a:pt x="66995" y="46333"/>
                    <a:pt x="66864" y="47667"/>
                    <a:pt x="67000" y="49000"/>
                  </a:cubicBezTo>
                  <a:cubicBezTo>
                    <a:pt x="60667" y="48354"/>
                    <a:pt x="54333" y="48783"/>
                    <a:pt x="48000" y="49000"/>
                  </a:cubicBezTo>
                  <a:cubicBezTo>
                    <a:pt x="41667" y="49083"/>
                    <a:pt x="35333" y="50044"/>
                    <a:pt x="29000" y="49000"/>
                  </a:cubicBezTo>
                  <a:cubicBezTo>
                    <a:pt x="29035" y="47667"/>
                    <a:pt x="2905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33"/>
                    <a:pt x="37667" y="37018"/>
                    <a:pt x="42000" y="37000"/>
                  </a:cubicBezTo>
                  <a:cubicBezTo>
                    <a:pt x="41880" y="38333"/>
                    <a:pt x="41773" y="39667"/>
                    <a:pt x="42000" y="41000"/>
                  </a:cubicBezTo>
                  <a:cubicBezTo>
                    <a:pt x="37667" y="40955"/>
                    <a:pt x="33333" y="41712"/>
                    <a:pt x="29000" y="41000"/>
                  </a:cubicBezTo>
                  <a:cubicBezTo>
                    <a:pt x="29232" y="39667"/>
                    <a:pt x="28827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971"/>
                    <a:pt x="41667" y="53301"/>
                    <a:pt x="48000" y="53000"/>
                  </a:cubicBezTo>
                  <a:cubicBezTo>
                    <a:pt x="54333" y="53232"/>
                    <a:pt x="60667" y="52097"/>
                    <a:pt x="67000" y="53000"/>
                  </a:cubicBezTo>
                  <a:cubicBezTo>
                    <a:pt x="67118" y="54333"/>
                    <a:pt x="67098" y="55667"/>
                    <a:pt x="67000" y="57000"/>
                  </a:cubicBezTo>
                  <a:cubicBezTo>
                    <a:pt x="60667" y="57973"/>
                    <a:pt x="54333" y="56744"/>
                    <a:pt x="48000" y="57000"/>
                  </a:cubicBezTo>
                  <a:cubicBezTo>
                    <a:pt x="41667" y="57747"/>
                    <a:pt x="35333" y="56552"/>
                    <a:pt x="29000" y="57000"/>
                  </a:cubicBezTo>
                  <a:cubicBezTo>
                    <a:pt x="28971" y="55667"/>
                    <a:pt x="29000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59880"/>
                    <a:pt x="41667" y="61160"/>
                    <a:pt x="48000" y="61000"/>
                  </a:cubicBezTo>
                  <a:cubicBezTo>
                    <a:pt x="54333" y="61957"/>
                    <a:pt x="60667" y="60479"/>
                    <a:pt x="67000" y="61000"/>
                  </a:cubicBezTo>
                  <a:cubicBezTo>
                    <a:pt x="66832" y="62333"/>
                    <a:pt x="67088" y="63667"/>
                    <a:pt x="67000" y="65000"/>
                  </a:cubicBezTo>
                  <a:cubicBezTo>
                    <a:pt x="60667" y="65108"/>
                    <a:pt x="54333" y="64786"/>
                    <a:pt x="48000" y="65000"/>
                  </a:cubicBezTo>
                  <a:cubicBezTo>
                    <a:pt x="41667" y="65393"/>
                    <a:pt x="35333" y="64323"/>
                    <a:pt x="29000" y="65000"/>
                  </a:cubicBezTo>
                  <a:cubicBezTo>
                    <a:pt x="28908" y="63667"/>
                    <a:pt x="29019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64"/>
                    <a:pt x="41667" y="68222"/>
                    <a:pt x="48000" y="69000"/>
                  </a:cubicBezTo>
                  <a:cubicBezTo>
                    <a:pt x="54333" y="68200"/>
                    <a:pt x="60667" y="68690"/>
                    <a:pt x="67000" y="69000"/>
                  </a:cubicBezTo>
                  <a:cubicBezTo>
                    <a:pt x="67005" y="70333"/>
                    <a:pt x="67118" y="71667"/>
                    <a:pt x="67000" y="73000"/>
                  </a:cubicBezTo>
                  <a:cubicBezTo>
                    <a:pt x="60667" y="73817"/>
                    <a:pt x="54333" y="73404"/>
                    <a:pt x="48000" y="73000"/>
                  </a:cubicBezTo>
                  <a:cubicBezTo>
                    <a:pt x="41667" y="73849"/>
                    <a:pt x="35333" y="73644"/>
                    <a:pt x="29000" y="73000"/>
                  </a:cubicBezTo>
                  <a:cubicBezTo>
                    <a:pt x="29176" y="71667"/>
                    <a:pt x="2907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549" y="76333"/>
                    <a:pt x="23800" y="70667"/>
                    <a:pt x="23000" y="65000"/>
                  </a:cubicBezTo>
                  <a:cubicBezTo>
                    <a:pt x="23224" y="59333"/>
                    <a:pt x="22057" y="53667"/>
                    <a:pt x="23000" y="48000"/>
                  </a:cubicBezTo>
                  <a:cubicBezTo>
                    <a:pt x="23815" y="42333"/>
                    <a:pt x="22351" y="36667"/>
                    <a:pt x="23000" y="31000"/>
                  </a:cubicBezTo>
                  <a:cubicBezTo>
                    <a:pt x="22612" y="25333"/>
                    <a:pt x="23729" y="19667"/>
                    <a:pt x="23000" y="14000"/>
                  </a:cubicBezTo>
                  <a:cubicBezTo>
                    <a:pt x="31333" y="14114"/>
                    <a:pt x="39667" y="14050"/>
                    <a:pt x="48000" y="14000"/>
                  </a:cubicBezTo>
                  <a:cubicBezTo>
                    <a:pt x="46974" y="21000"/>
                    <a:pt x="48485" y="28000"/>
                    <a:pt x="48000" y="35000"/>
                  </a:cubicBezTo>
                  <a:cubicBezTo>
                    <a:pt x="56333" y="34297"/>
                    <a:pt x="64667" y="35927"/>
                    <a:pt x="73000" y="35000"/>
                  </a:cubicBezTo>
                  <a:cubicBezTo>
                    <a:pt x="71860" y="42833"/>
                    <a:pt x="74030" y="50667"/>
                    <a:pt x="73000" y="58500"/>
                  </a:cubicBezTo>
                  <a:cubicBezTo>
                    <a:pt x="72155" y="66333"/>
                    <a:pt x="73621" y="74167"/>
                    <a:pt x="73000" y="82000"/>
                  </a:cubicBezTo>
                  <a:cubicBezTo>
                    <a:pt x="67444" y="81053"/>
                    <a:pt x="61889" y="81362"/>
                    <a:pt x="56333" y="82000"/>
                  </a:cubicBezTo>
                  <a:cubicBezTo>
                    <a:pt x="50778" y="82873"/>
                    <a:pt x="45222" y="81293"/>
                    <a:pt x="39667" y="82000"/>
                  </a:cubicBezTo>
                  <a:cubicBezTo>
                    <a:pt x="34111" y="82285"/>
                    <a:pt x="28556" y="8167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04" y="20729"/>
                    <a:pt x="61923" y="25244"/>
                    <a:pt x="66500" y="29000"/>
                  </a:cubicBezTo>
                  <a:cubicBezTo>
                    <a:pt x="62333" y="29051"/>
                    <a:pt x="58167" y="28698"/>
                    <a:pt x="54000" y="29000"/>
                  </a:cubicBezTo>
                  <a:cubicBezTo>
                    <a:pt x="54279" y="24833"/>
                    <a:pt x="54311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635"/>
                    <a:pt x="41667" y="7251"/>
                    <a:pt x="35500" y="8000"/>
                  </a:cubicBezTo>
                  <a:cubicBezTo>
                    <a:pt x="29333" y="9020"/>
                    <a:pt x="23167" y="8770"/>
                    <a:pt x="17000" y="8000"/>
                  </a:cubicBezTo>
                  <a:cubicBezTo>
                    <a:pt x="17473" y="14667"/>
                    <a:pt x="16684" y="21333"/>
                    <a:pt x="17000" y="28000"/>
                  </a:cubicBezTo>
                  <a:cubicBezTo>
                    <a:pt x="17838" y="34667"/>
                    <a:pt x="17095" y="41333"/>
                    <a:pt x="17000" y="48000"/>
                  </a:cubicBezTo>
                  <a:cubicBezTo>
                    <a:pt x="16418" y="54667"/>
                    <a:pt x="15998" y="61333"/>
                    <a:pt x="17000" y="68000"/>
                  </a:cubicBezTo>
                  <a:cubicBezTo>
                    <a:pt x="16271" y="74667"/>
                    <a:pt x="15938" y="81333"/>
                    <a:pt x="17000" y="88000"/>
                  </a:cubicBezTo>
                  <a:cubicBezTo>
                    <a:pt x="23889" y="86968"/>
                    <a:pt x="30778" y="86987"/>
                    <a:pt x="37667" y="88000"/>
                  </a:cubicBezTo>
                  <a:cubicBezTo>
                    <a:pt x="44556" y="87435"/>
                    <a:pt x="51444" y="87166"/>
                    <a:pt x="58333" y="88000"/>
                  </a:cubicBezTo>
                  <a:cubicBezTo>
                    <a:pt x="65222" y="87925"/>
                    <a:pt x="72111" y="88496"/>
                    <a:pt x="79000" y="88000"/>
                  </a:cubicBezTo>
                  <a:cubicBezTo>
                    <a:pt x="78791" y="81556"/>
                    <a:pt x="79512" y="75111"/>
                    <a:pt x="79000" y="68667"/>
                  </a:cubicBezTo>
                  <a:cubicBezTo>
                    <a:pt x="79886" y="62222"/>
                    <a:pt x="79620" y="55778"/>
                    <a:pt x="79000" y="49333"/>
                  </a:cubicBezTo>
                  <a:cubicBezTo>
                    <a:pt x="80141" y="42889"/>
                    <a:pt x="77980" y="36444"/>
                    <a:pt x="79000" y="30000"/>
                  </a:cubicBezTo>
                  <a:cubicBezTo>
                    <a:pt x="74433" y="26789"/>
                    <a:pt x="70478" y="22881"/>
                    <a:pt x="66500" y="19000"/>
                  </a:cubicBezTo>
                  <a:cubicBezTo>
                    <a:pt x="62218" y="15464"/>
                    <a:pt x="58484" y="11306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732"/>
                    <a:pt x="41667" y="45019"/>
                    <a:pt x="48000" y="45000"/>
                  </a:cubicBezTo>
                  <a:cubicBezTo>
                    <a:pt x="54333" y="45945"/>
                    <a:pt x="60667" y="44120"/>
                    <a:pt x="67000" y="45000"/>
                  </a:cubicBezTo>
                  <a:cubicBezTo>
                    <a:pt x="66995" y="46333"/>
                    <a:pt x="66864" y="47667"/>
                    <a:pt x="67000" y="49000"/>
                  </a:cubicBezTo>
                  <a:cubicBezTo>
                    <a:pt x="60667" y="48354"/>
                    <a:pt x="54333" y="48783"/>
                    <a:pt x="48000" y="49000"/>
                  </a:cubicBezTo>
                  <a:cubicBezTo>
                    <a:pt x="41667" y="49083"/>
                    <a:pt x="35333" y="50044"/>
                    <a:pt x="29000" y="49000"/>
                  </a:cubicBezTo>
                  <a:cubicBezTo>
                    <a:pt x="29035" y="47667"/>
                    <a:pt x="2905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33"/>
                    <a:pt x="37667" y="37018"/>
                    <a:pt x="42000" y="37000"/>
                  </a:cubicBezTo>
                  <a:cubicBezTo>
                    <a:pt x="41880" y="38333"/>
                    <a:pt x="41773" y="39667"/>
                    <a:pt x="42000" y="41000"/>
                  </a:cubicBezTo>
                  <a:cubicBezTo>
                    <a:pt x="37667" y="40955"/>
                    <a:pt x="33333" y="41712"/>
                    <a:pt x="29000" y="41000"/>
                  </a:cubicBezTo>
                  <a:cubicBezTo>
                    <a:pt x="29232" y="39667"/>
                    <a:pt x="28827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971"/>
                    <a:pt x="41667" y="53301"/>
                    <a:pt x="48000" y="53000"/>
                  </a:cubicBezTo>
                  <a:cubicBezTo>
                    <a:pt x="54333" y="53232"/>
                    <a:pt x="60667" y="52097"/>
                    <a:pt x="67000" y="53000"/>
                  </a:cubicBezTo>
                  <a:cubicBezTo>
                    <a:pt x="67118" y="54333"/>
                    <a:pt x="67098" y="55667"/>
                    <a:pt x="67000" y="57000"/>
                  </a:cubicBezTo>
                  <a:cubicBezTo>
                    <a:pt x="60667" y="57973"/>
                    <a:pt x="54333" y="56744"/>
                    <a:pt x="48000" y="57000"/>
                  </a:cubicBezTo>
                  <a:cubicBezTo>
                    <a:pt x="41667" y="57747"/>
                    <a:pt x="35333" y="56552"/>
                    <a:pt x="29000" y="57000"/>
                  </a:cubicBezTo>
                  <a:cubicBezTo>
                    <a:pt x="28971" y="55667"/>
                    <a:pt x="29000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59880"/>
                    <a:pt x="41667" y="61160"/>
                    <a:pt x="48000" y="61000"/>
                  </a:cubicBezTo>
                  <a:cubicBezTo>
                    <a:pt x="54333" y="61957"/>
                    <a:pt x="60667" y="60479"/>
                    <a:pt x="67000" y="61000"/>
                  </a:cubicBezTo>
                  <a:cubicBezTo>
                    <a:pt x="66832" y="62333"/>
                    <a:pt x="67088" y="63667"/>
                    <a:pt x="67000" y="65000"/>
                  </a:cubicBezTo>
                  <a:cubicBezTo>
                    <a:pt x="60667" y="65108"/>
                    <a:pt x="54333" y="64786"/>
                    <a:pt x="48000" y="65000"/>
                  </a:cubicBezTo>
                  <a:cubicBezTo>
                    <a:pt x="41667" y="65393"/>
                    <a:pt x="35333" y="64323"/>
                    <a:pt x="29000" y="65000"/>
                  </a:cubicBezTo>
                  <a:cubicBezTo>
                    <a:pt x="28908" y="63667"/>
                    <a:pt x="29019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64"/>
                    <a:pt x="41667" y="68222"/>
                    <a:pt x="48000" y="69000"/>
                  </a:cubicBezTo>
                  <a:cubicBezTo>
                    <a:pt x="54333" y="68200"/>
                    <a:pt x="60667" y="68690"/>
                    <a:pt x="67000" y="69000"/>
                  </a:cubicBezTo>
                  <a:cubicBezTo>
                    <a:pt x="67005" y="70333"/>
                    <a:pt x="67118" y="71667"/>
                    <a:pt x="67000" y="73000"/>
                  </a:cubicBezTo>
                  <a:cubicBezTo>
                    <a:pt x="60667" y="73817"/>
                    <a:pt x="54333" y="73404"/>
                    <a:pt x="48000" y="73000"/>
                  </a:cubicBezTo>
                  <a:cubicBezTo>
                    <a:pt x="41667" y="73849"/>
                    <a:pt x="35333" y="73644"/>
                    <a:pt x="29000" y="73000"/>
                  </a:cubicBezTo>
                  <a:cubicBezTo>
                    <a:pt x="29176" y="71667"/>
                    <a:pt x="2907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549" y="76333"/>
                    <a:pt x="23800" y="70667"/>
                    <a:pt x="23000" y="65000"/>
                  </a:cubicBezTo>
                  <a:cubicBezTo>
                    <a:pt x="23224" y="59333"/>
                    <a:pt x="22057" y="53667"/>
                    <a:pt x="23000" y="48000"/>
                  </a:cubicBezTo>
                  <a:cubicBezTo>
                    <a:pt x="23815" y="42333"/>
                    <a:pt x="22351" y="36667"/>
                    <a:pt x="23000" y="31000"/>
                  </a:cubicBezTo>
                  <a:cubicBezTo>
                    <a:pt x="22612" y="25333"/>
                    <a:pt x="23729" y="19667"/>
                    <a:pt x="23000" y="14000"/>
                  </a:cubicBezTo>
                  <a:cubicBezTo>
                    <a:pt x="31333" y="14114"/>
                    <a:pt x="39667" y="14050"/>
                    <a:pt x="48000" y="14000"/>
                  </a:cubicBezTo>
                  <a:cubicBezTo>
                    <a:pt x="46974" y="21000"/>
                    <a:pt x="48485" y="28000"/>
                    <a:pt x="48000" y="35000"/>
                  </a:cubicBezTo>
                  <a:cubicBezTo>
                    <a:pt x="56333" y="34297"/>
                    <a:pt x="64667" y="35927"/>
                    <a:pt x="73000" y="35000"/>
                  </a:cubicBezTo>
                  <a:cubicBezTo>
                    <a:pt x="71860" y="42833"/>
                    <a:pt x="74030" y="50667"/>
                    <a:pt x="73000" y="58500"/>
                  </a:cubicBezTo>
                  <a:cubicBezTo>
                    <a:pt x="72155" y="66333"/>
                    <a:pt x="73621" y="74167"/>
                    <a:pt x="73000" y="82000"/>
                  </a:cubicBezTo>
                  <a:cubicBezTo>
                    <a:pt x="67444" y="81053"/>
                    <a:pt x="61889" y="81362"/>
                    <a:pt x="56333" y="82000"/>
                  </a:cubicBezTo>
                  <a:cubicBezTo>
                    <a:pt x="50778" y="82873"/>
                    <a:pt x="45222" y="81293"/>
                    <a:pt x="39667" y="82000"/>
                  </a:cubicBezTo>
                  <a:cubicBezTo>
                    <a:pt x="34111" y="82285"/>
                    <a:pt x="28556" y="8167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04" y="20729"/>
                    <a:pt x="61923" y="25244"/>
                    <a:pt x="66500" y="29000"/>
                  </a:cubicBezTo>
                  <a:cubicBezTo>
                    <a:pt x="62333" y="29051"/>
                    <a:pt x="58167" y="28698"/>
                    <a:pt x="54000" y="29000"/>
                  </a:cubicBezTo>
                  <a:cubicBezTo>
                    <a:pt x="54279" y="24833"/>
                    <a:pt x="54311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635"/>
                    <a:pt x="41667" y="7251"/>
                    <a:pt x="35500" y="8000"/>
                  </a:cubicBezTo>
                  <a:cubicBezTo>
                    <a:pt x="29333" y="9020"/>
                    <a:pt x="23167" y="8770"/>
                    <a:pt x="17000" y="8000"/>
                  </a:cubicBezTo>
                  <a:cubicBezTo>
                    <a:pt x="17473" y="14667"/>
                    <a:pt x="16684" y="21333"/>
                    <a:pt x="17000" y="28000"/>
                  </a:cubicBezTo>
                  <a:cubicBezTo>
                    <a:pt x="17838" y="34667"/>
                    <a:pt x="17095" y="41333"/>
                    <a:pt x="17000" y="48000"/>
                  </a:cubicBezTo>
                  <a:cubicBezTo>
                    <a:pt x="16418" y="54667"/>
                    <a:pt x="15998" y="61333"/>
                    <a:pt x="17000" y="68000"/>
                  </a:cubicBezTo>
                  <a:cubicBezTo>
                    <a:pt x="16271" y="74667"/>
                    <a:pt x="15938" y="81333"/>
                    <a:pt x="17000" y="88000"/>
                  </a:cubicBezTo>
                  <a:cubicBezTo>
                    <a:pt x="23889" y="86968"/>
                    <a:pt x="30778" y="86987"/>
                    <a:pt x="37667" y="88000"/>
                  </a:cubicBezTo>
                  <a:cubicBezTo>
                    <a:pt x="44556" y="87435"/>
                    <a:pt x="51444" y="87166"/>
                    <a:pt x="58333" y="88000"/>
                  </a:cubicBezTo>
                  <a:cubicBezTo>
                    <a:pt x="65222" y="87925"/>
                    <a:pt x="72111" y="88496"/>
                    <a:pt x="79000" y="88000"/>
                  </a:cubicBezTo>
                  <a:cubicBezTo>
                    <a:pt x="78791" y="81556"/>
                    <a:pt x="79512" y="75111"/>
                    <a:pt x="79000" y="68667"/>
                  </a:cubicBezTo>
                  <a:cubicBezTo>
                    <a:pt x="79886" y="62222"/>
                    <a:pt x="79620" y="55778"/>
                    <a:pt x="79000" y="49333"/>
                  </a:cubicBezTo>
                  <a:cubicBezTo>
                    <a:pt x="80141" y="42889"/>
                    <a:pt x="77980" y="36444"/>
                    <a:pt x="79000" y="30000"/>
                  </a:cubicBezTo>
                  <a:cubicBezTo>
                    <a:pt x="74433" y="26789"/>
                    <a:pt x="70478" y="22881"/>
                    <a:pt x="66500" y="19000"/>
                  </a:cubicBezTo>
                  <a:cubicBezTo>
                    <a:pt x="62218" y="15464"/>
                    <a:pt x="58484" y="11306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732"/>
                    <a:pt x="41667" y="45019"/>
                    <a:pt x="48000" y="45000"/>
                  </a:cubicBezTo>
                  <a:cubicBezTo>
                    <a:pt x="54333" y="45945"/>
                    <a:pt x="60667" y="44120"/>
                    <a:pt x="67000" y="45000"/>
                  </a:cubicBezTo>
                  <a:cubicBezTo>
                    <a:pt x="66995" y="46333"/>
                    <a:pt x="66864" y="47667"/>
                    <a:pt x="67000" y="49000"/>
                  </a:cubicBezTo>
                  <a:cubicBezTo>
                    <a:pt x="60667" y="48354"/>
                    <a:pt x="54333" y="48783"/>
                    <a:pt x="48000" y="49000"/>
                  </a:cubicBezTo>
                  <a:cubicBezTo>
                    <a:pt x="41667" y="49083"/>
                    <a:pt x="35333" y="50044"/>
                    <a:pt x="29000" y="49000"/>
                  </a:cubicBezTo>
                  <a:cubicBezTo>
                    <a:pt x="29035" y="47667"/>
                    <a:pt x="2905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33"/>
                    <a:pt x="37667" y="37018"/>
                    <a:pt x="42000" y="37000"/>
                  </a:cubicBezTo>
                  <a:cubicBezTo>
                    <a:pt x="41880" y="38333"/>
                    <a:pt x="41773" y="39667"/>
                    <a:pt x="42000" y="41000"/>
                  </a:cubicBezTo>
                  <a:cubicBezTo>
                    <a:pt x="37667" y="40955"/>
                    <a:pt x="33333" y="41712"/>
                    <a:pt x="29000" y="41000"/>
                  </a:cubicBezTo>
                  <a:cubicBezTo>
                    <a:pt x="29232" y="39667"/>
                    <a:pt x="28827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971"/>
                    <a:pt x="41667" y="53301"/>
                    <a:pt x="48000" y="53000"/>
                  </a:cubicBezTo>
                  <a:cubicBezTo>
                    <a:pt x="54333" y="53232"/>
                    <a:pt x="60667" y="52097"/>
                    <a:pt x="67000" y="53000"/>
                  </a:cubicBezTo>
                  <a:cubicBezTo>
                    <a:pt x="67118" y="54333"/>
                    <a:pt x="67098" y="55667"/>
                    <a:pt x="67000" y="57000"/>
                  </a:cubicBezTo>
                  <a:cubicBezTo>
                    <a:pt x="60667" y="57973"/>
                    <a:pt x="54333" y="56744"/>
                    <a:pt x="48000" y="57000"/>
                  </a:cubicBezTo>
                  <a:cubicBezTo>
                    <a:pt x="41667" y="57747"/>
                    <a:pt x="35333" y="56552"/>
                    <a:pt x="29000" y="57000"/>
                  </a:cubicBezTo>
                  <a:cubicBezTo>
                    <a:pt x="28971" y="55667"/>
                    <a:pt x="29000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59880"/>
                    <a:pt x="41667" y="61160"/>
                    <a:pt x="48000" y="61000"/>
                  </a:cubicBezTo>
                  <a:cubicBezTo>
                    <a:pt x="54333" y="61957"/>
                    <a:pt x="60667" y="60479"/>
                    <a:pt x="67000" y="61000"/>
                  </a:cubicBezTo>
                  <a:cubicBezTo>
                    <a:pt x="66832" y="62333"/>
                    <a:pt x="67088" y="63667"/>
                    <a:pt x="67000" y="65000"/>
                  </a:cubicBezTo>
                  <a:cubicBezTo>
                    <a:pt x="60667" y="65108"/>
                    <a:pt x="54333" y="64786"/>
                    <a:pt x="48000" y="65000"/>
                  </a:cubicBezTo>
                  <a:cubicBezTo>
                    <a:pt x="41667" y="65393"/>
                    <a:pt x="35333" y="64323"/>
                    <a:pt x="29000" y="65000"/>
                  </a:cubicBezTo>
                  <a:cubicBezTo>
                    <a:pt x="28908" y="63667"/>
                    <a:pt x="29019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64"/>
                    <a:pt x="41667" y="68222"/>
                    <a:pt x="48000" y="69000"/>
                  </a:cubicBezTo>
                  <a:cubicBezTo>
                    <a:pt x="54333" y="68200"/>
                    <a:pt x="60667" y="68690"/>
                    <a:pt x="67000" y="69000"/>
                  </a:cubicBezTo>
                  <a:cubicBezTo>
                    <a:pt x="67005" y="70333"/>
                    <a:pt x="67118" y="71667"/>
                    <a:pt x="67000" y="73000"/>
                  </a:cubicBezTo>
                  <a:cubicBezTo>
                    <a:pt x="60667" y="73817"/>
                    <a:pt x="54333" y="73404"/>
                    <a:pt x="48000" y="73000"/>
                  </a:cubicBezTo>
                  <a:cubicBezTo>
                    <a:pt x="41667" y="73849"/>
                    <a:pt x="35333" y="73644"/>
                    <a:pt x="29000" y="73000"/>
                  </a:cubicBezTo>
                  <a:cubicBezTo>
                    <a:pt x="29176" y="71667"/>
                    <a:pt x="2907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549" y="76333"/>
                    <a:pt x="23800" y="70667"/>
                    <a:pt x="23000" y="65000"/>
                  </a:cubicBezTo>
                  <a:cubicBezTo>
                    <a:pt x="23224" y="59333"/>
                    <a:pt x="22057" y="53667"/>
                    <a:pt x="23000" y="48000"/>
                  </a:cubicBezTo>
                  <a:cubicBezTo>
                    <a:pt x="23815" y="42333"/>
                    <a:pt x="22351" y="36667"/>
                    <a:pt x="23000" y="31000"/>
                  </a:cubicBezTo>
                  <a:cubicBezTo>
                    <a:pt x="22612" y="25333"/>
                    <a:pt x="23729" y="19667"/>
                    <a:pt x="23000" y="14000"/>
                  </a:cubicBezTo>
                  <a:cubicBezTo>
                    <a:pt x="31333" y="14114"/>
                    <a:pt x="39667" y="14050"/>
                    <a:pt x="48000" y="14000"/>
                  </a:cubicBezTo>
                  <a:cubicBezTo>
                    <a:pt x="46974" y="21000"/>
                    <a:pt x="48485" y="28000"/>
                    <a:pt x="48000" y="35000"/>
                  </a:cubicBezTo>
                  <a:cubicBezTo>
                    <a:pt x="56333" y="34297"/>
                    <a:pt x="64667" y="35927"/>
                    <a:pt x="73000" y="35000"/>
                  </a:cubicBezTo>
                  <a:cubicBezTo>
                    <a:pt x="71860" y="42833"/>
                    <a:pt x="74030" y="50667"/>
                    <a:pt x="73000" y="58500"/>
                  </a:cubicBezTo>
                  <a:cubicBezTo>
                    <a:pt x="72155" y="66333"/>
                    <a:pt x="73621" y="74167"/>
                    <a:pt x="73000" y="82000"/>
                  </a:cubicBezTo>
                  <a:cubicBezTo>
                    <a:pt x="67444" y="81053"/>
                    <a:pt x="61889" y="81362"/>
                    <a:pt x="56333" y="82000"/>
                  </a:cubicBezTo>
                  <a:cubicBezTo>
                    <a:pt x="50778" y="82873"/>
                    <a:pt x="45222" y="81293"/>
                    <a:pt x="39667" y="82000"/>
                  </a:cubicBezTo>
                  <a:cubicBezTo>
                    <a:pt x="34111" y="82285"/>
                    <a:pt x="28556" y="8167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04" y="20729"/>
                    <a:pt x="61923" y="25244"/>
                    <a:pt x="66500" y="29000"/>
                  </a:cubicBezTo>
                  <a:cubicBezTo>
                    <a:pt x="62333" y="29051"/>
                    <a:pt x="58167" y="28698"/>
                    <a:pt x="54000" y="29000"/>
                  </a:cubicBezTo>
                  <a:cubicBezTo>
                    <a:pt x="54279" y="24833"/>
                    <a:pt x="54311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635"/>
                    <a:pt x="41667" y="7251"/>
                    <a:pt x="35500" y="8000"/>
                  </a:cubicBezTo>
                  <a:cubicBezTo>
                    <a:pt x="29333" y="9020"/>
                    <a:pt x="23167" y="8770"/>
                    <a:pt x="17000" y="8000"/>
                  </a:cubicBezTo>
                  <a:cubicBezTo>
                    <a:pt x="17473" y="14667"/>
                    <a:pt x="16684" y="21333"/>
                    <a:pt x="17000" y="28000"/>
                  </a:cubicBezTo>
                  <a:cubicBezTo>
                    <a:pt x="17838" y="34667"/>
                    <a:pt x="17095" y="41333"/>
                    <a:pt x="17000" y="48000"/>
                  </a:cubicBezTo>
                  <a:cubicBezTo>
                    <a:pt x="16418" y="54667"/>
                    <a:pt x="15998" y="61333"/>
                    <a:pt x="17000" y="68000"/>
                  </a:cubicBezTo>
                  <a:cubicBezTo>
                    <a:pt x="16271" y="74667"/>
                    <a:pt x="15938" y="81333"/>
                    <a:pt x="17000" y="88000"/>
                  </a:cubicBezTo>
                  <a:cubicBezTo>
                    <a:pt x="23889" y="86968"/>
                    <a:pt x="30778" y="86987"/>
                    <a:pt x="37667" y="88000"/>
                  </a:cubicBezTo>
                  <a:cubicBezTo>
                    <a:pt x="44556" y="87435"/>
                    <a:pt x="51444" y="87166"/>
                    <a:pt x="58333" y="88000"/>
                  </a:cubicBezTo>
                  <a:cubicBezTo>
                    <a:pt x="65222" y="87925"/>
                    <a:pt x="72111" y="88496"/>
                    <a:pt x="79000" y="88000"/>
                  </a:cubicBezTo>
                  <a:cubicBezTo>
                    <a:pt x="78791" y="81556"/>
                    <a:pt x="79512" y="75111"/>
                    <a:pt x="79000" y="68667"/>
                  </a:cubicBezTo>
                  <a:cubicBezTo>
                    <a:pt x="79886" y="62222"/>
                    <a:pt x="79620" y="55778"/>
                    <a:pt x="79000" y="49333"/>
                  </a:cubicBezTo>
                  <a:cubicBezTo>
                    <a:pt x="80141" y="42889"/>
                    <a:pt x="77980" y="36444"/>
                    <a:pt x="79000" y="30000"/>
                  </a:cubicBezTo>
                  <a:cubicBezTo>
                    <a:pt x="74433" y="26789"/>
                    <a:pt x="70478" y="22881"/>
                    <a:pt x="66500" y="19000"/>
                  </a:cubicBezTo>
                  <a:cubicBezTo>
                    <a:pt x="62218" y="15464"/>
                    <a:pt x="58484" y="11306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732"/>
                    <a:pt x="41667" y="45019"/>
                    <a:pt x="48000" y="45000"/>
                  </a:cubicBezTo>
                  <a:cubicBezTo>
                    <a:pt x="54333" y="45945"/>
                    <a:pt x="60667" y="44120"/>
                    <a:pt x="67000" y="45000"/>
                  </a:cubicBezTo>
                  <a:cubicBezTo>
                    <a:pt x="66995" y="46333"/>
                    <a:pt x="66864" y="47667"/>
                    <a:pt x="67000" y="49000"/>
                  </a:cubicBezTo>
                  <a:cubicBezTo>
                    <a:pt x="60667" y="48354"/>
                    <a:pt x="54333" y="48783"/>
                    <a:pt x="48000" y="49000"/>
                  </a:cubicBezTo>
                  <a:cubicBezTo>
                    <a:pt x="41667" y="49083"/>
                    <a:pt x="35333" y="50044"/>
                    <a:pt x="29000" y="49000"/>
                  </a:cubicBezTo>
                  <a:cubicBezTo>
                    <a:pt x="29035" y="47667"/>
                    <a:pt x="2905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33"/>
                    <a:pt x="37667" y="37018"/>
                    <a:pt x="42000" y="37000"/>
                  </a:cubicBezTo>
                  <a:cubicBezTo>
                    <a:pt x="41880" y="38333"/>
                    <a:pt x="41773" y="39667"/>
                    <a:pt x="42000" y="41000"/>
                  </a:cubicBezTo>
                  <a:cubicBezTo>
                    <a:pt x="37667" y="40955"/>
                    <a:pt x="33333" y="41712"/>
                    <a:pt x="29000" y="41000"/>
                  </a:cubicBezTo>
                  <a:cubicBezTo>
                    <a:pt x="29232" y="39667"/>
                    <a:pt x="28827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971"/>
                    <a:pt x="41667" y="53301"/>
                    <a:pt x="48000" y="53000"/>
                  </a:cubicBezTo>
                  <a:cubicBezTo>
                    <a:pt x="54333" y="53232"/>
                    <a:pt x="60667" y="52097"/>
                    <a:pt x="67000" y="53000"/>
                  </a:cubicBezTo>
                  <a:cubicBezTo>
                    <a:pt x="67118" y="54333"/>
                    <a:pt x="67098" y="55667"/>
                    <a:pt x="67000" y="57000"/>
                  </a:cubicBezTo>
                  <a:cubicBezTo>
                    <a:pt x="60667" y="57973"/>
                    <a:pt x="54333" y="56744"/>
                    <a:pt x="48000" y="57000"/>
                  </a:cubicBezTo>
                  <a:cubicBezTo>
                    <a:pt x="41667" y="57747"/>
                    <a:pt x="35333" y="56552"/>
                    <a:pt x="29000" y="57000"/>
                  </a:cubicBezTo>
                  <a:cubicBezTo>
                    <a:pt x="28971" y="55667"/>
                    <a:pt x="29000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59880"/>
                    <a:pt x="41667" y="61160"/>
                    <a:pt x="48000" y="61000"/>
                  </a:cubicBezTo>
                  <a:cubicBezTo>
                    <a:pt x="54333" y="61957"/>
                    <a:pt x="60667" y="60479"/>
                    <a:pt x="67000" y="61000"/>
                  </a:cubicBezTo>
                  <a:cubicBezTo>
                    <a:pt x="66832" y="62333"/>
                    <a:pt x="67088" y="63667"/>
                    <a:pt x="67000" y="65000"/>
                  </a:cubicBezTo>
                  <a:cubicBezTo>
                    <a:pt x="60667" y="65108"/>
                    <a:pt x="54333" y="64786"/>
                    <a:pt x="48000" y="65000"/>
                  </a:cubicBezTo>
                  <a:cubicBezTo>
                    <a:pt x="41667" y="65393"/>
                    <a:pt x="35333" y="64323"/>
                    <a:pt x="29000" y="65000"/>
                  </a:cubicBezTo>
                  <a:cubicBezTo>
                    <a:pt x="28908" y="63667"/>
                    <a:pt x="29019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64"/>
                    <a:pt x="41667" y="68222"/>
                    <a:pt x="48000" y="69000"/>
                  </a:cubicBezTo>
                  <a:cubicBezTo>
                    <a:pt x="54333" y="68200"/>
                    <a:pt x="60667" y="68690"/>
                    <a:pt x="67000" y="69000"/>
                  </a:cubicBezTo>
                  <a:cubicBezTo>
                    <a:pt x="67005" y="70333"/>
                    <a:pt x="67118" y="71667"/>
                    <a:pt x="67000" y="73000"/>
                  </a:cubicBezTo>
                  <a:cubicBezTo>
                    <a:pt x="60667" y="73817"/>
                    <a:pt x="54333" y="73404"/>
                    <a:pt x="48000" y="73000"/>
                  </a:cubicBezTo>
                  <a:cubicBezTo>
                    <a:pt x="41667" y="73849"/>
                    <a:pt x="35333" y="73644"/>
                    <a:pt x="29000" y="73000"/>
                  </a:cubicBezTo>
                  <a:cubicBezTo>
                    <a:pt x="29176" y="71667"/>
                    <a:pt x="2907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{"category":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"emergency"}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549" y="76333"/>
                    <a:pt x="23800" y="70667"/>
                    <a:pt x="23000" y="65000"/>
                  </a:cubicBezTo>
                  <a:cubicBezTo>
                    <a:pt x="23224" y="59333"/>
                    <a:pt x="22057" y="53667"/>
                    <a:pt x="23000" y="48000"/>
                  </a:cubicBezTo>
                  <a:cubicBezTo>
                    <a:pt x="23815" y="42333"/>
                    <a:pt x="22351" y="36667"/>
                    <a:pt x="23000" y="31000"/>
                  </a:cubicBezTo>
                  <a:cubicBezTo>
                    <a:pt x="22612" y="25333"/>
                    <a:pt x="23729" y="19667"/>
                    <a:pt x="23000" y="14000"/>
                  </a:cubicBezTo>
                  <a:cubicBezTo>
                    <a:pt x="31333" y="14114"/>
                    <a:pt x="39667" y="14050"/>
                    <a:pt x="48000" y="14000"/>
                  </a:cubicBezTo>
                  <a:cubicBezTo>
                    <a:pt x="46974" y="21000"/>
                    <a:pt x="48485" y="28000"/>
                    <a:pt x="48000" y="35000"/>
                  </a:cubicBezTo>
                  <a:cubicBezTo>
                    <a:pt x="56333" y="34297"/>
                    <a:pt x="64667" y="35927"/>
                    <a:pt x="73000" y="35000"/>
                  </a:cubicBezTo>
                  <a:cubicBezTo>
                    <a:pt x="71860" y="42833"/>
                    <a:pt x="74030" y="50667"/>
                    <a:pt x="73000" y="58500"/>
                  </a:cubicBezTo>
                  <a:cubicBezTo>
                    <a:pt x="72155" y="66333"/>
                    <a:pt x="73621" y="74167"/>
                    <a:pt x="73000" y="82000"/>
                  </a:cubicBezTo>
                  <a:cubicBezTo>
                    <a:pt x="67444" y="81053"/>
                    <a:pt x="61889" y="81362"/>
                    <a:pt x="56333" y="82000"/>
                  </a:cubicBezTo>
                  <a:cubicBezTo>
                    <a:pt x="50778" y="82873"/>
                    <a:pt x="45222" y="81293"/>
                    <a:pt x="39667" y="82000"/>
                  </a:cubicBezTo>
                  <a:cubicBezTo>
                    <a:pt x="34111" y="82285"/>
                    <a:pt x="28556" y="8167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04" y="20729"/>
                    <a:pt x="61923" y="25244"/>
                    <a:pt x="66500" y="29000"/>
                  </a:cubicBezTo>
                  <a:cubicBezTo>
                    <a:pt x="62333" y="29051"/>
                    <a:pt x="58167" y="28698"/>
                    <a:pt x="54000" y="29000"/>
                  </a:cubicBezTo>
                  <a:cubicBezTo>
                    <a:pt x="54279" y="24833"/>
                    <a:pt x="54311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635"/>
                    <a:pt x="41667" y="7251"/>
                    <a:pt x="35500" y="8000"/>
                  </a:cubicBezTo>
                  <a:cubicBezTo>
                    <a:pt x="29333" y="9020"/>
                    <a:pt x="23167" y="8770"/>
                    <a:pt x="17000" y="8000"/>
                  </a:cubicBezTo>
                  <a:cubicBezTo>
                    <a:pt x="17473" y="14667"/>
                    <a:pt x="16684" y="21333"/>
                    <a:pt x="17000" y="28000"/>
                  </a:cubicBezTo>
                  <a:cubicBezTo>
                    <a:pt x="17838" y="34667"/>
                    <a:pt x="17095" y="41333"/>
                    <a:pt x="17000" y="48000"/>
                  </a:cubicBezTo>
                  <a:cubicBezTo>
                    <a:pt x="16418" y="54667"/>
                    <a:pt x="15998" y="61333"/>
                    <a:pt x="17000" y="68000"/>
                  </a:cubicBezTo>
                  <a:cubicBezTo>
                    <a:pt x="16271" y="74667"/>
                    <a:pt x="15938" y="81333"/>
                    <a:pt x="17000" y="88000"/>
                  </a:cubicBezTo>
                  <a:cubicBezTo>
                    <a:pt x="23889" y="86968"/>
                    <a:pt x="30778" y="86987"/>
                    <a:pt x="37667" y="88000"/>
                  </a:cubicBezTo>
                  <a:cubicBezTo>
                    <a:pt x="44556" y="87435"/>
                    <a:pt x="51444" y="87166"/>
                    <a:pt x="58333" y="88000"/>
                  </a:cubicBezTo>
                  <a:cubicBezTo>
                    <a:pt x="65222" y="87925"/>
                    <a:pt x="72111" y="88496"/>
                    <a:pt x="79000" y="88000"/>
                  </a:cubicBezTo>
                  <a:cubicBezTo>
                    <a:pt x="78791" y="81556"/>
                    <a:pt x="79512" y="75111"/>
                    <a:pt x="79000" y="68667"/>
                  </a:cubicBezTo>
                  <a:cubicBezTo>
                    <a:pt x="79886" y="62222"/>
                    <a:pt x="79620" y="55778"/>
                    <a:pt x="79000" y="49333"/>
                  </a:cubicBezTo>
                  <a:cubicBezTo>
                    <a:pt x="80141" y="42889"/>
                    <a:pt x="77980" y="36444"/>
                    <a:pt x="79000" y="30000"/>
                  </a:cubicBezTo>
                  <a:cubicBezTo>
                    <a:pt x="74433" y="26789"/>
                    <a:pt x="70478" y="22881"/>
                    <a:pt x="66500" y="19000"/>
                  </a:cubicBezTo>
                  <a:cubicBezTo>
                    <a:pt x="62218" y="15464"/>
                    <a:pt x="58484" y="11306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732"/>
                    <a:pt x="41667" y="45019"/>
                    <a:pt x="48000" y="45000"/>
                  </a:cubicBezTo>
                  <a:cubicBezTo>
                    <a:pt x="54333" y="45945"/>
                    <a:pt x="60667" y="44120"/>
                    <a:pt x="67000" y="45000"/>
                  </a:cubicBezTo>
                  <a:cubicBezTo>
                    <a:pt x="66995" y="46333"/>
                    <a:pt x="66864" y="47667"/>
                    <a:pt x="67000" y="49000"/>
                  </a:cubicBezTo>
                  <a:cubicBezTo>
                    <a:pt x="60667" y="48354"/>
                    <a:pt x="54333" y="48783"/>
                    <a:pt x="48000" y="49000"/>
                  </a:cubicBezTo>
                  <a:cubicBezTo>
                    <a:pt x="41667" y="49083"/>
                    <a:pt x="35333" y="50044"/>
                    <a:pt x="29000" y="49000"/>
                  </a:cubicBezTo>
                  <a:cubicBezTo>
                    <a:pt x="29035" y="47667"/>
                    <a:pt x="2905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33"/>
                    <a:pt x="37667" y="37018"/>
                    <a:pt x="42000" y="37000"/>
                  </a:cubicBezTo>
                  <a:cubicBezTo>
                    <a:pt x="41880" y="38333"/>
                    <a:pt x="41773" y="39667"/>
                    <a:pt x="42000" y="41000"/>
                  </a:cubicBezTo>
                  <a:cubicBezTo>
                    <a:pt x="37667" y="40955"/>
                    <a:pt x="33333" y="41712"/>
                    <a:pt x="29000" y="41000"/>
                  </a:cubicBezTo>
                  <a:cubicBezTo>
                    <a:pt x="29232" y="39667"/>
                    <a:pt x="28827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971"/>
                    <a:pt x="41667" y="53301"/>
                    <a:pt x="48000" y="53000"/>
                  </a:cubicBezTo>
                  <a:cubicBezTo>
                    <a:pt x="54333" y="53232"/>
                    <a:pt x="60667" y="52097"/>
                    <a:pt x="67000" y="53000"/>
                  </a:cubicBezTo>
                  <a:cubicBezTo>
                    <a:pt x="67118" y="54333"/>
                    <a:pt x="67098" y="55667"/>
                    <a:pt x="67000" y="57000"/>
                  </a:cubicBezTo>
                  <a:cubicBezTo>
                    <a:pt x="60667" y="57973"/>
                    <a:pt x="54333" y="56744"/>
                    <a:pt x="48000" y="57000"/>
                  </a:cubicBezTo>
                  <a:cubicBezTo>
                    <a:pt x="41667" y="57747"/>
                    <a:pt x="35333" y="56552"/>
                    <a:pt x="29000" y="57000"/>
                  </a:cubicBezTo>
                  <a:cubicBezTo>
                    <a:pt x="28971" y="55667"/>
                    <a:pt x="29000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59880"/>
                    <a:pt x="41667" y="61160"/>
                    <a:pt x="48000" y="61000"/>
                  </a:cubicBezTo>
                  <a:cubicBezTo>
                    <a:pt x="54333" y="61957"/>
                    <a:pt x="60667" y="60479"/>
                    <a:pt x="67000" y="61000"/>
                  </a:cubicBezTo>
                  <a:cubicBezTo>
                    <a:pt x="66832" y="62333"/>
                    <a:pt x="67088" y="63667"/>
                    <a:pt x="67000" y="65000"/>
                  </a:cubicBezTo>
                  <a:cubicBezTo>
                    <a:pt x="60667" y="65108"/>
                    <a:pt x="54333" y="64786"/>
                    <a:pt x="48000" y="65000"/>
                  </a:cubicBezTo>
                  <a:cubicBezTo>
                    <a:pt x="41667" y="65393"/>
                    <a:pt x="35333" y="64323"/>
                    <a:pt x="29000" y="65000"/>
                  </a:cubicBezTo>
                  <a:cubicBezTo>
                    <a:pt x="28908" y="63667"/>
                    <a:pt x="29019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64"/>
                    <a:pt x="41667" y="68222"/>
                    <a:pt x="48000" y="69000"/>
                  </a:cubicBezTo>
                  <a:cubicBezTo>
                    <a:pt x="54333" y="68200"/>
                    <a:pt x="60667" y="68690"/>
                    <a:pt x="67000" y="69000"/>
                  </a:cubicBezTo>
                  <a:cubicBezTo>
                    <a:pt x="67005" y="70333"/>
                    <a:pt x="67118" y="71667"/>
                    <a:pt x="67000" y="73000"/>
                  </a:cubicBezTo>
                  <a:cubicBezTo>
                    <a:pt x="60667" y="73817"/>
                    <a:pt x="54333" y="73404"/>
                    <a:pt x="48000" y="73000"/>
                  </a:cubicBezTo>
                  <a:cubicBezTo>
                    <a:pt x="41667" y="73849"/>
                    <a:pt x="35333" y="73644"/>
                    <a:pt x="29000" y="73000"/>
                  </a:cubicBezTo>
                  <a:cubicBezTo>
                    <a:pt x="29176" y="71667"/>
                    <a:pt x="2907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{"category":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"emergency"}</a:t>
            </a:r>
          </a:p>
        </p:txBody>
      </p:sp>
      <p:cxnSp>
        <p:nvCxnSpPr>
          <p:cNvPr id="127" name="App-Queue"/>
          <p:cNvCxnSpPr/>
          <p:nvPr/>
        </p:nvCxnSpPr>
        <p:spPr>
          <a:xfrm>
            <a:off x="7440610" y="4118267"/>
            <a:ext cx="1200470" cy="197701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sp>
        <p:nvSpPr>
          <p:cNvPr id="128" name="Queue Emergency"/>
          <p:cNvSpPr/>
          <p:nvPr/>
        </p:nvSpPr>
        <p:spPr>
          <a:xfrm>
            <a:off x="8732520" y="4160520"/>
            <a:ext cx="1600200" cy="329184"/>
          </a:xfrm>
          <a:custGeom>
            <a:avLst/>
            <a:gdLst/>
            <a:ahLst/>
            <a:cxnLst/>
            <a:rect l="l" t="t" r="r" b="b"/>
            <a:pathLst>
              <a:path w="1600200" h="329184">
                <a:moveTo>
                  <a:pt x="0" y="0"/>
                </a:moveTo>
                <a:cubicBezTo>
                  <a:pt x="35560" y="8385"/>
                  <a:pt x="71120" y="-5217"/>
                  <a:pt x="106680" y="0"/>
                </a:cubicBezTo>
                <a:cubicBezTo>
                  <a:pt x="142240" y="4945"/>
                  <a:pt x="177800" y="3086"/>
                  <a:pt x="213360" y="0"/>
                </a:cubicBezTo>
                <a:cubicBezTo>
                  <a:pt x="248920" y="3775"/>
                  <a:pt x="284480" y="4201"/>
                  <a:pt x="320040" y="0"/>
                </a:cubicBezTo>
                <a:cubicBezTo>
                  <a:pt x="355600" y="-8590"/>
                  <a:pt x="391160" y="-1087"/>
                  <a:pt x="426720" y="0"/>
                </a:cubicBezTo>
                <a:cubicBezTo>
                  <a:pt x="462280" y="909"/>
                  <a:pt x="497840" y="591"/>
                  <a:pt x="533400" y="0"/>
                </a:cubicBezTo>
                <a:cubicBezTo>
                  <a:pt x="568960" y="7395"/>
                  <a:pt x="604520" y="4100"/>
                  <a:pt x="640080" y="0"/>
                </a:cubicBezTo>
                <a:cubicBezTo>
                  <a:pt x="675640" y="1295"/>
                  <a:pt x="711200" y="-838"/>
                  <a:pt x="746760" y="0"/>
                </a:cubicBezTo>
                <a:cubicBezTo>
                  <a:pt x="782320" y="-3255"/>
                  <a:pt x="817880" y="-2972"/>
                  <a:pt x="853440" y="0"/>
                </a:cubicBezTo>
                <a:cubicBezTo>
                  <a:pt x="889000" y="519"/>
                  <a:pt x="924560" y="-5590"/>
                  <a:pt x="960120" y="0"/>
                </a:cubicBezTo>
                <a:cubicBezTo>
                  <a:pt x="995680" y="1113"/>
                  <a:pt x="1031240" y="-335"/>
                  <a:pt x="1066800" y="0"/>
                </a:cubicBezTo>
                <a:cubicBezTo>
                  <a:pt x="1102360" y="-4850"/>
                  <a:pt x="1137920" y="-7252"/>
                  <a:pt x="1173480" y="0"/>
                </a:cubicBezTo>
                <a:cubicBezTo>
                  <a:pt x="1209040" y="-1084"/>
                  <a:pt x="1244600" y="-2955"/>
                  <a:pt x="1280160" y="0"/>
                </a:cubicBezTo>
                <a:cubicBezTo>
                  <a:pt x="1315720" y="6559"/>
                  <a:pt x="1351280" y="488"/>
                  <a:pt x="1386840" y="0"/>
                </a:cubicBezTo>
                <a:cubicBezTo>
                  <a:pt x="1422400" y="-7446"/>
                  <a:pt x="1457960" y="3668"/>
                  <a:pt x="1493520" y="0"/>
                </a:cubicBezTo>
                <a:cubicBezTo>
                  <a:pt x="1529080" y="8650"/>
                  <a:pt x="1564640" y="-7639"/>
                  <a:pt x="1600200" y="0"/>
                </a:cubicBezTo>
                <a:cubicBezTo>
                  <a:pt x="1601491" y="36576"/>
                  <a:pt x="1609501" y="73152"/>
                  <a:pt x="1600200" y="109728"/>
                </a:cubicBezTo>
                <a:cubicBezTo>
                  <a:pt x="1603424" y="146304"/>
                  <a:pt x="1609072" y="182880"/>
                  <a:pt x="1600200" y="219456"/>
                </a:cubicBezTo>
                <a:cubicBezTo>
                  <a:pt x="1594263" y="256032"/>
                  <a:pt x="1610073" y="292608"/>
                  <a:pt x="1600200" y="329184"/>
                </a:cubicBezTo>
                <a:cubicBezTo>
                  <a:pt x="1564640" y="326486"/>
                  <a:pt x="1529080" y="323230"/>
                  <a:pt x="1493520" y="329184"/>
                </a:cubicBezTo>
                <a:cubicBezTo>
                  <a:pt x="1457960" y="333578"/>
                  <a:pt x="1422400" y="327570"/>
                  <a:pt x="1386840" y="329184"/>
                </a:cubicBezTo>
                <a:cubicBezTo>
                  <a:pt x="1351280" y="335929"/>
                  <a:pt x="1315720" y="333067"/>
                  <a:pt x="1280160" y="329184"/>
                </a:cubicBezTo>
                <a:cubicBezTo>
                  <a:pt x="1244600" y="325700"/>
                  <a:pt x="1209040" y="328229"/>
                  <a:pt x="1173480" y="329184"/>
                </a:cubicBezTo>
                <a:cubicBezTo>
                  <a:pt x="1137920" y="325466"/>
                  <a:pt x="1102360" y="327315"/>
                  <a:pt x="1066800" y="329184"/>
                </a:cubicBezTo>
                <a:cubicBezTo>
                  <a:pt x="1031240" y="329169"/>
                  <a:pt x="995680" y="319959"/>
                  <a:pt x="960120" y="329184"/>
                </a:cubicBezTo>
                <a:cubicBezTo>
                  <a:pt x="924560" y="331084"/>
                  <a:pt x="889000" y="331239"/>
                  <a:pt x="853440" y="329184"/>
                </a:cubicBezTo>
                <a:cubicBezTo>
                  <a:pt x="817880" y="335652"/>
                  <a:pt x="782320" y="334475"/>
                  <a:pt x="746760" y="329184"/>
                </a:cubicBezTo>
                <a:cubicBezTo>
                  <a:pt x="711200" y="326964"/>
                  <a:pt x="675640" y="321271"/>
                  <a:pt x="640080" y="329184"/>
                </a:cubicBezTo>
                <a:cubicBezTo>
                  <a:pt x="604520" y="320916"/>
                  <a:pt x="568960" y="332976"/>
                  <a:pt x="533400" y="329184"/>
                </a:cubicBezTo>
                <a:cubicBezTo>
                  <a:pt x="497840" y="334275"/>
                  <a:pt x="462280" y="332476"/>
                  <a:pt x="426720" y="329184"/>
                </a:cubicBezTo>
                <a:cubicBezTo>
                  <a:pt x="391160" y="325529"/>
                  <a:pt x="355600" y="334514"/>
                  <a:pt x="320040" y="329184"/>
                </a:cubicBezTo>
                <a:cubicBezTo>
                  <a:pt x="284480" y="322687"/>
                  <a:pt x="248920" y="330166"/>
                  <a:pt x="213360" y="329184"/>
                </a:cubicBezTo>
                <a:cubicBezTo>
                  <a:pt x="177800" y="336735"/>
                  <a:pt x="142240" y="336141"/>
                  <a:pt x="106680" y="329184"/>
                </a:cubicBezTo>
                <a:cubicBezTo>
                  <a:pt x="71120" y="336628"/>
                  <a:pt x="35560" y="321812"/>
                  <a:pt x="0" y="329184"/>
                </a:cubicBezTo>
                <a:cubicBezTo>
                  <a:pt x="-4629" y="292608"/>
                  <a:pt x="532" y="256032"/>
                  <a:pt x="0" y="219456"/>
                </a:cubicBezTo>
                <a:cubicBezTo>
                  <a:pt x="8572" y="182880"/>
                  <a:pt x="-283" y="146304"/>
                  <a:pt x="0" y="109728"/>
                </a:cubicBezTo>
                <a:cubicBezTo>
                  <a:pt x="2406" y="73152"/>
                  <a:pt x="1304" y="36576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C00000"/>
            </a:solidFill>
            <a:round/>
            <a:extLst>
              <a:ext uri="{C807C97D-BFC1-408E-A445-0C87EB9F89A2}">
                <ask:lineSketchStyleProps xmlns:ask="http://schemas.microsoft.com/office/drawing/2018/sketchyshapes" sd="90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8385"/>
                          <a:pt x="71120" y="-5217"/>
                          <a:pt x="106680" y="0"/>
                        </a:cubicBezTo>
                        <a:cubicBezTo>
                          <a:pt x="142240" y="4945"/>
                          <a:pt x="177800" y="3086"/>
                          <a:pt x="213360" y="0"/>
                        </a:cubicBezTo>
                        <a:cubicBezTo>
                          <a:pt x="248920" y="3775"/>
                          <a:pt x="284480" y="4201"/>
                          <a:pt x="320040" y="0"/>
                        </a:cubicBezTo>
                        <a:cubicBezTo>
                          <a:pt x="355600" y="-8590"/>
                          <a:pt x="391160" y="-1087"/>
                          <a:pt x="426720" y="0"/>
                        </a:cubicBezTo>
                        <a:cubicBezTo>
                          <a:pt x="462280" y="909"/>
                          <a:pt x="497840" y="591"/>
                          <a:pt x="533400" y="0"/>
                        </a:cubicBezTo>
                        <a:cubicBezTo>
                          <a:pt x="568960" y="7395"/>
                          <a:pt x="604520" y="4100"/>
                          <a:pt x="640080" y="0"/>
                        </a:cubicBezTo>
                        <a:cubicBezTo>
                          <a:pt x="675640" y="1295"/>
                          <a:pt x="711200" y="-838"/>
                          <a:pt x="746760" y="0"/>
                        </a:cubicBezTo>
                        <a:cubicBezTo>
                          <a:pt x="782320" y="-3255"/>
                          <a:pt x="817880" y="-2972"/>
                          <a:pt x="853440" y="0"/>
                        </a:cubicBezTo>
                        <a:cubicBezTo>
                          <a:pt x="889000" y="519"/>
                          <a:pt x="924560" y="-5590"/>
                          <a:pt x="960120" y="0"/>
                        </a:cubicBezTo>
                        <a:cubicBezTo>
                          <a:pt x="995680" y="1113"/>
                          <a:pt x="1031240" y="-335"/>
                          <a:pt x="1066800" y="0"/>
                        </a:cubicBezTo>
                        <a:cubicBezTo>
                          <a:pt x="1102360" y="-4850"/>
                          <a:pt x="1137920" y="-7252"/>
                          <a:pt x="1173480" y="0"/>
                        </a:cubicBezTo>
                        <a:cubicBezTo>
                          <a:pt x="1209040" y="-1084"/>
                          <a:pt x="1244600" y="-2955"/>
                          <a:pt x="1280160" y="0"/>
                        </a:cubicBezTo>
                        <a:cubicBezTo>
                          <a:pt x="1315720" y="6559"/>
                          <a:pt x="1351280" y="488"/>
                          <a:pt x="1386840" y="0"/>
                        </a:cubicBezTo>
                        <a:cubicBezTo>
                          <a:pt x="1422400" y="-7446"/>
                          <a:pt x="1457960" y="3668"/>
                          <a:pt x="1493520" y="0"/>
                        </a:cubicBezTo>
                        <a:cubicBezTo>
                          <a:pt x="1529080" y="8650"/>
                          <a:pt x="1564640" y="-7639"/>
                          <a:pt x="1600200" y="0"/>
                        </a:cubicBezTo>
                        <a:cubicBezTo>
                          <a:pt x="1601491" y="36576"/>
                          <a:pt x="1609501" y="73152"/>
                          <a:pt x="1600200" y="109728"/>
                        </a:cubicBezTo>
                        <a:cubicBezTo>
                          <a:pt x="1603424" y="146304"/>
                          <a:pt x="1609072" y="182880"/>
                          <a:pt x="1600200" y="219456"/>
                        </a:cubicBezTo>
                        <a:cubicBezTo>
                          <a:pt x="1594263" y="256032"/>
                          <a:pt x="1610073" y="292608"/>
                          <a:pt x="1600200" y="329184"/>
                        </a:cubicBezTo>
                        <a:cubicBezTo>
                          <a:pt x="1564640" y="326486"/>
                          <a:pt x="1529080" y="323230"/>
                          <a:pt x="1493520" y="329184"/>
                        </a:cubicBezTo>
                        <a:cubicBezTo>
                          <a:pt x="1457960" y="333578"/>
                          <a:pt x="1422400" y="327570"/>
                          <a:pt x="1386840" y="329184"/>
                        </a:cubicBezTo>
                        <a:cubicBezTo>
                          <a:pt x="1351280" y="335929"/>
                          <a:pt x="1315720" y="333067"/>
                          <a:pt x="1280160" y="329184"/>
                        </a:cubicBezTo>
                        <a:cubicBezTo>
                          <a:pt x="1244600" y="325700"/>
                          <a:pt x="1209040" y="328229"/>
                          <a:pt x="1173480" y="329184"/>
                        </a:cubicBezTo>
                        <a:cubicBezTo>
                          <a:pt x="1137920" y="325466"/>
                          <a:pt x="1102360" y="327315"/>
                          <a:pt x="1066800" y="329184"/>
                        </a:cubicBezTo>
                        <a:cubicBezTo>
                          <a:pt x="1031240" y="329169"/>
                          <a:pt x="995680" y="319959"/>
                          <a:pt x="960120" y="329184"/>
                        </a:cubicBezTo>
                        <a:cubicBezTo>
                          <a:pt x="924560" y="331084"/>
                          <a:pt x="889000" y="331239"/>
                          <a:pt x="853440" y="329184"/>
                        </a:cubicBezTo>
                        <a:cubicBezTo>
                          <a:pt x="817880" y="335652"/>
                          <a:pt x="782320" y="334475"/>
                          <a:pt x="746760" y="329184"/>
                        </a:cubicBezTo>
                        <a:cubicBezTo>
                          <a:pt x="711200" y="326964"/>
                          <a:pt x="675640" y="321271"/>
                          <a:pt x="640080" y="329184"/>
                        </a:cubicBezTo>
                        <a:cubicBezTo>
                          <a:pt x="604520" y="320916"/>
                          <a:pt x="568960" y="332976"/>
                          <a:pt x="533400" y="329184"/>
                        </a:cubicBezTo>
                        <a:cubicBezTo>
                          <a:pt x="497840" y="334275"/>
                          <a:pt x="462280" y="332476"/>
                          <a:pt x="426720" y="329184"/>
                        </a:cubicBezTo>
                        <a:cubicBezTo>
                          <a:pt x="391160" y="325529"/>
                          <a:pt x="355600" y="334514"/>
                          <a:pt x="320040" y="329184"/>
                        </a:cubicBezTo>
                        <a:cubicBezTo>
                          <a:pt x="284480" y="322687"/>
                          <a:pt x="248920" y="330166"/>
                          <a:pt x="213360" y="329184"/>
                        </a:cubicBezTo>
                        <a:cubicBezTo>
                          <a:pt x="177800" y="336735"/>
                          <a:pt x="142240" y="336141"/>
                          <a:pt x="106680" y="329184"/>
                        </a:cubicBezTo>
                        <a:cubicBezTo>
                          <a:pt x="71120" y="336628"/>
                          <a:pt x="35560" y="321812"/>
                          <a:pt x="0" y="329184"/>
                        </a:cubicBezTo>
                        <a:cubicBezTo>
                          <a:pt x="-4629" y="292608"/>
                          <a:pt x="532" y="256032"/>
                          <a:pt x="0" y="219456"/>
                        </a:cubicBezTo>
                        <a:cubicBezTo>
                          <a:pt x="8572" y="182880"/>
                          <a:pt x="-283" y="146304"/>
                          <a:pt x="0" y="109728"/>
                        </a:cubicBezTo>
                        <a:cubicBezTo>
                          <a:pt x="2406" y="73152"/>
                          <a:pt x="1304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Queue label Emergency"/>
          <p:cNvSpPr txBox="1"/>
          <p:nvPr/>
        </p:nvSpPr>
        <p:spPr>
          <a:xfrm>
            <a:off x="8732520" y="4187952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C00000"/>
                </a:solidFill>
                <a:latin typeface="Ink Free" panose="03080402000500000000" pitchFamily="66" charset="0"/>
              </a:rPr>
              <a:t>Emergency</a:t>
            </a:r>
          </a:p>
        </p:txBody>
      </p:sp>
      <p:sp>
        <p:nvSpPr>
          <p:cNvPr id="130" name="Queue Permits"/>
          <p:cNvSpPr/>
          <p:nvPr/>
        </p:nvSpPr>
        <p:spPr>
          <a:xfrm>
            <a:off x="8732520" y="4590288"/>
            <a:ext cx="1600200" cy="329184"/>
          </a:xfrm>
          <a:custGeom>
            <a:avLst/>
            <a:gdLst/>
            <a:ahLst/>
            <a:cxnLst/>
            <a:rect l="l" t="t" r="r" b="b"/>
            <a:pathLst>
              <a:path w="1600200" h="329184">
                <a:moveTo>
                  <a:pt x="0" y="0"/>
                </a:moveTo>
                <a:cubicBezTo>
                  <a:pt x="35560" y="-1321"/>
                  <a:pt x="71120" y="-3944"/>
                  <a:pt x="106680" y="0"/>
                </a:cubicBezTo>
                <a:cubicBezTo>
                  <a:pt x="142240" y="1603"/>
                  <a:pt x="177800" y="-2193"/>
                  <a:pt x="213360" y="0"/>
                </a:cubicBezTo>
                <a:cubicBezTo>
                  <a:pt x="248920" y="4988"/>
                  <a:pt x="284480" y="-4491"/>
                  <a:pt x="320040" y="0"/>
                </a:cubicBezTo>
                <a:cubicBezTo>
                  <a:pt x="355600" y="4087"/>
                  <a:pt x="391160" y="9006"/>
                  <a:pt x="426720" y="0"/>
                </a:cubicBezTo>
                <a:cubicBezTo>
                  <a:pt x="462280" y="-3450"/>
                  <a:pt x="497840" y="2665"/>
                  <a:pt x="533400" y="0"/>
                </a:cubicBezTo>
                <a:cubicBezTo>
                  <a:pt x="568960" y="-2146"/>
                  <a:pt x="604520" y="-1731"/>
                  <a:pt x="640080" y="0"/>
                </a:cubicBezTo>
                <a:cubicBezTo>
                  <a:pt x="675640" y="2938"/>
                  <a:pt x="711200" y="1304"/>
                  <a:pt x="746760" y="0"/>
                </a:cubicBezTo>
                <a:cubicBezTo>
                  <a:pt x="782320" y="3691"/>
                  <a:pt x="817880" y="73"/>
                  <a:pt x="853440" y="0"/>
                </a:cubicBezTo>
                <a:cubicBezTo>
                  <a:pt x="889000" y="-7366"/>
                  <a:pt x="924560" y="-2386"/>
                  <a:pt x="960120" y="0"/>
                </a:cubicBezTo>
                <a:cubicBezTo>
                  <a:pt x="995680" y="-7516"/>
                  <a:pt x="1031240" y="-2782"/>
                  <a:pt x="1066800" y="0"/>
                </a:cubicBezTo>
                <a:cubicBezTo>
                  <a:pt x="1102360" y="-7598"/>
                  <a:pt x="1137920" y="-9271"/>
                  <a:pt x="1173480" y="0"/>
                </a:cubicBezTo>
                <a:cubicBezTo>
                  <a:pt x="1209040" y="6444"/>
                  <a:pt x="1244600" y="908"/>
                  <a:pt x="1280160" y="0"/>
                </a:cubicBezTo>
                <a:cubicBezTo>
                  <a:pt x="1315720" y="601"/>
                  <a:pt x="1351280" y="-3900"/>
                  <a:pt x="1386840" y="0"/>
                </a:cubicBezTo>
                <a:cubicBezTo>
                  <a:pt x="1422400" y="4086"/>
                  <a:pt x="1457960" y="-1226"/>
                  <a:pt x="1493520" y="0"/>
                </a:cubicBezTo>
                <a:cubicBezTo>
                  <a:pt x="1529080" y="8244"/>
                  <a:pt x="1564640" y="-2280"/>
                  <a:pt x="1600200" y="0"/>
                </a:cubicBezTo>
                <a:cubicBezTo>
                  <a:pt x="1593041" y="36576"/>
                  <a:pt x="1609977" y="73152"/>
                  <a:pt x="1600200" y="109728"/>
                </a:cubicBezTo>
                <a:cubicBezTo>
                  <a:pt x="1598122" y="146304"/>
                  <a:pt x="1597565" y="182880"/>
                  <a:pt x="1600200" y="219456"/>
                </a:cubicBezTo>
                <a:cubicBezTo>
                  <a:pt x="1597362" y="256032"/>
                  <a:pt x="1607969" y="292608"/>
                  <a:pt x="1600200" y="329184"/>
                </a:cubicBezTo>
                <a:cubicBezTo>
                  <a:pt x="1564640" y="324757"/>
                  <a:pt x="1529080" y="319795"/>
                  <a:pt x="1493520" y="329184"/>
                </a:cubicBezTo>
                <a:cubicBezTo>
                  <a:pt x="1457960" y="324636"/>
                  <a:pt x="1422400" y="328831"/>
                  <a:pt x="1386840" y="329184"/>
                </a:cubicBezTo>
                <a:cubicBezTo>
                  <a:pt x="1351280" y="331947"/>
                  <a:pt x="1315720" y="325389"/>
                  <a:pt x="1280160" y="329184"/>
                </a:cubicBezTo>
                <a:cubicBezTo>
                  <a:pt x="1244600" y="330496"/>
                  <a:pt x="1209040" y="320350"/>
                  <a:pt x="1173480" y="329184"/>
                </a:cubicBezTo>
                <a:cubicBezTo>
                  <a:pt x="1137920" y="332671"/>
                  <a:pt x="1102360" y="329203"/>
                  <a:pt x="1066800" y="329184"/>
                </a:cubicBezTo>
                <a:cubicBezTo>
                  <a:pt x="1031240" y="324692"/>
                  <a:pt x="995680" y="320485"/>
                  <a:pt x="960120" y="329184"/>
                </a:cubicBezTo>
                <a:cubicBezTo>
                  <a:pt x="924560" y="329308"/>
                  <a:pt x="889000" y="326096"/>
                  <a:pt x="853440" y="329184"/>
                </a:cubicBezTo>
                <a:cubicBezTo>
                  <a:pt x="817880" y="324060"/>
                  <a:pt x="782320" y="322871"/>
                  <a:pt x="746760" y="329184"/>
                </a:cubicBezTo>
                <a:cubicBezTo>
                  <a:pt x="711200" y="325087"/>
                  <a:pt x="675640" y="325484"/>
                  <a:pt x="640080" y="329184"/>
                </a:cubicBezTo>
                <a:cubicBezTo>
                  <a:pt x="604520" y="337548"/>
                  <a:pt x="568960" y="334825"/>
                  <a:pt x="533400" y="329184"/>
                </a:cubicBezTo>
                <a:cubicBezTo>
                  <a:pt x="497840" y="331519"/>
                  <a:pt x="462280" y="338649"/>
                  <a:pt x="426720" y="329184"/>
                </a:cubicBezTo>
                <a:cubicBezTo>
                  <a:pt x="391160" y="328706"/>
                  <a:pt x="355600" y="336158"/>
                  <a:pt x="320040" y="329184"/>
                </a:cubicBezTo>
                <a:cubicBezTo>
                  <a:pt x="284480" y="328249"/>
                  <a:pt x="248920" y="324301"/>
                  <a:pt x="213360" y="329184"/>
                </a:cubicBezTo>
                <a:cubicBezTo>
                  <a:pt x="177800" y="323197"/>
                  <a:pt x="142240" y="334476"/>
                  <a:pt x="106680" y="329184"/>
                </a:cubicBezTo>
                <a:cubicBezTo>
                  <a:pt x="71120" y="337593"/>
                  <a:pt x="35560" y="319930"/>
                  <a:pt x="0" y="329184"/>
                </a:cubicBezTo>
                <a:cubicBezTo>
                  <a:pt x="-4568" y="292608"/>
                  <a:pt x="2427" y="256032"/>
                  <a:pt x="0" y="219456"/>
                </a:cubicBezTo>
                <a:cubicBezTo>
                  <a:pt x="-9006" y="182880"/>
                  <a:pt x="8419" y="146304"/>
                  <a:pt x="0" y="109728"/>
                </a:cubicBezTo>
                <a:cubicBezTo>
                  <a:pt x="-2492" y="73152"/>
                  <a:pt x="4579" y="36576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1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-1321"/>
                          <a:pt x="71120" y="-3944"/>
                          <a:pt x="106680" y="0"/>
                        </a:cubicBezTo>
                        <a:cubicBezTo>
                          <a:pt x="142240" y="1603"/>
                          <a:pt x="177800" y="-2193"/>
                          <a:pt x="213360" y="0"/>
                        </a:cubicBezTo>
                        <a:cubicBezTo>
                          <a:pt x="248920" y="4988"/>
                          <a:pt x="284480" y="-4491"/>
                          <a:pt x="320040" y="0"/>
                        </a:cubicBezTo>
                        <a:cubicBezTo>
                          <a:pt x="355600" y="4087"/>
                          <a:pt x="391160" y="9006"/>
                          <a:pt x="426720" y="0"/>
                        </a:cubicBezTo>
                        <a:cubicBezTo>
                          <a:pt x="462280" y="-3450"/>
                          <a:pt x="497840" y="2665"/>
                          <a:pt x="533400" y="0"/>
                        </a:cubicBezTo>
                        <a:cubicBezTo>
                          <a:pt x="568960" y="-2146"/>
                          <a:pt x="604520" y="-1731"/>
                          <a:pt x="640080" y="0"/>
                        </a:cubicBezTo>
                        <a:cubicBezTo>
                          <a:pt x="675640" y="2938"/>
                          <a:pt x="711200" y="1304"/>
                          <a:pt x="746760" y="0"/>
                        </a:cubicBezTo>
                        <a:cubicBezTo>
                          <a:pt x="782320" y="3691"/>
                          <a:pt x="817880" y="73"/>
                          <a:pt x="853440" y="0"/>
                        </a:cubicBezTo>
                        <a:cubicBezTo>
                          <a:pt x="889000" y="-7366"/>
                          <a:pt x="924560" y="-2386"/>
                          <a:pt x="960120" y="0"/>
                        </a:cubicBezTo>
                        <a:cubicBezTo>
                          <a:pt x="995680" y="-7516"/>
                          <a:pt x="1031240" y="-2782"/>
                          <a:pt x="1066800" y="0"/>
                        </a:cubicBezTo>
                        <a:cubicBezTo>
                          <a:pt x="1102360" y="-7598"/>
                          <a:pt x="1137920" y="-9271"/>
                          <a:pt x="1173480" y="0"/>
                        </a:cubicBezTo>
                        <a:cubicBezTo>
                          <a:pt x="1209040" y="6444"/>
                          <a:pt x="1244600" y="908"/>
                          <a:pt x="1280160" y="0"/>
                        </a:cubicBezTo>
                        <a:cubicBezTo>
                          <a:pt x="1315720" y="601"/>
                          <a:pt x="1351280" y="-3900"/>
                          <a:pt x="1386840" y="0"/>
                        </a:cubicBezTo>
                        <a:cubicBezTo>
                          <a:pt x="1422400" y="4086"/>
                          <a:pt x="1457960" y="-1226"/>
                          <a:pt x="1493520" y="0"/>
                        </a:cubicBezTo>
                        <a:cubicBezTo>
                          <a:pt x="1529080" y="8244"/>
                          <a:pt x="1564640" y="-2280"/>
                          <a:pt x="1600200" y="0"/>
                        </a:cubicBezTo>
                        <a:cubicBezTo>
                          <a:pt x="1593041" y="36576"/>
                          <a:pt x="1609977" y="73152"/>
                          <a:pt x="1600200" y="109728"/>
                        </a:cubicBezTo>
                        <a:cubicBezTo>
                          <a:pt x="1598122" y="146304"/>
                          <a:pt x="1597565" y="182880"/>
                          <a:pt x="1600200" y="219456"/>
                        </a:cubicBezTo>
                        <a:cubicBezTo>
                          <a:pt x="1597362" y="256032"/>
                          <a:pt x="1607969" y="292608"/>
                          <a:pt x="1600200" y="329184"/>
                        </a:cubicBezTo>
                        <a:cubicBezTo>
                          <a:pt x="1564640" y="324757"/>
                          <a:pt x="1529080" y="319795"/>
                          <a:pt x="1493520" y="329184"/>
                        </a:cubicBezTo>
                        <a:cubicBezTo>
                          <a:pt x="1457960" y="324636"/>
                          <a:pt x="1422400" y="328831"/>
                          <a:pt x="1386840" y="329184"/>
                        </a:cubicBezTo>
                        <a:cubicBezTo>
                          <a:pt x="1351280" y="331947"/>
                          <a:pt x="1315720" y="325389"/>
                          <a:pt x="1280160" y="329184"/>
                        </a:cubicBezTo>
                        <a:cubicBezTo>
                          <a:pt x="1244600" y="330496"/>
                          <a:pt x="1209040" y="320350"/>
                          <a:pt x="1173480" y="329184"/>
                        </a:cubicBezTo>
                        <a:cubicBezTo>
                          <a:pt x="1137920" y="332671"/>
                          <a:pt x="1102360" y="329203"/>
                          <a:pt x="1066800" y="329184"/>
                        </a:cubicBezTo>
                        <a:cubicBezTo>
                          <a:pt x="1031240" y="324692"/>
                          <a:pt x="995680" y="320485"/>
                          <a:pt x="960120" y="329184"/>
                        </a:cubicBezTo>
                        <a:cubicBezTo>
                          <a:pt x="924560" y="329308"/>
                          <a:pt x="889000" y="326096"/>
                          <a:pt x="853440" y="329184"/>
                        </a:cubicBezTo>
                        <a:cubicBezTo>
                          <a:pt x="817880" y="324060"/>
                          <a:pt x="782320" y="322871"/>
                          <a:pt x="746760" y="329184"/>
                        </a:cubicBezTo>
                        <a:cubicBezTo>
                          <a:pt x="711200" y="325087"/>
                          <a:pt x="675640" y="325484"/>
                          <a:pt x="640080" y="329184"/>
                        </a:cubicBezTo>
                        <a:cubicBezTo>
                          <a:pt x="604520" y="337548"/>
                          <a:pt x="568960" y="334825"/>
                          <a:pt x="533400" y="329184"/>
                        </a:cubicBezTo>
                        <a:cubicBezTo>
                          <a:pt x="497840" y="331519"/>
                          <a:pt x="462280" y="338649"/>
                          <a:pt x="426720" y="329184"/>
                        </a:cubicBezTo>
                        <a:cubicBezTo>
                          <a:pt x="391160" y="328706"/>
                          <a:pt x="355600" y="336158"/>
                          <a:pt x="320040" y="329184"/>
                        </a:cubicBezTo>
                        <a:cubicBezTo>
                          <a:pt x="284480" y="328249"/>
                          <a:pt x="248920" y="324301"/>
                          <a:pt x="213360" y="329184"/>
                        </a:cubicBezTo>
                        <a:cubicBezTo>
                          <a:pt x="177800" y="323197"/>
                          <a:pt x="142240" y="334476"/>
                          <a:pt x="106680" y="329184"/>
                        </a:cubicBezTo>
                        <a:cubicBezTo>
                          <a:pt x="71120" y="337593"/>
                          <a:pt x="35560" y="319930"/>
                          <a:pt x="0" y="329184"/>
                        </a:cubicBezTo>
                        <a:cubicBezTo>
                          <a:pt x="-4568" y="292608"/>
                          <a:pt x="2427" y="256032"/>
                          <a:pt x="0" y="219456"/>
                        </a:cubicBezTo>
                        <a:cubicBezTo>
                          <a:pt x="-9006" y="182880"/>
                          <a:pt x="8419" y="146304"/>
                          <a:pt x="0" y="109728"/>
                        </a:cubicBezTo>
                        <a:cubicBezTo>
                          <a:pt x="-2492" y="73152"/>
                          <a:pt x="4579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Queue label Permits"/>
          <p:cNvSpPr txBox="1"/>
          <p:nvPr/>
        </p:nvSpPr>
        <p:spPr>
          <a:xfrm>
            <a:off x="8732520" y="4617720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Permits</a:t>
            </a:r>
          </a:p>
        </p:txBody>
      </p:sp>
      <p:sp>
        <p:nvSpPr>
          <p:cNvPr id="132" name="Queue Conditions"/>
          <p:cNvSpPr/>
          <p:nvPr/>
        </p:nvSpPr>
        <p:spPr>
          <a:xfrm>
            <a:off x="8732520" y="5020056"/>
            <a:ext cx="1600200" cy="329184"/>
          </a:xfrm>
          <a:custGeom>
            <a:avLst/>
            <a:gdLst/>
            <a:ahLst/>
            <a:cxnLst/>
            <a:rect l="l" t="t" r="r" b="b"/>
            <a:pathLst>
              <a:path w="1600200" h="329184">
                <a:moveTo>
                  <a:pt x="0" y="0"/>
                </a:moveTo>
                <a:cubicBezTo>
                  <a:pt x="35560" y="9320"/>
                  <a:pt x="71120" y="2822"/>
                  <a:pt x="106680" y="0"/>
                </a:cubicBezTo>
                <a:cubicBezTo>
                  <a:pt x="142240" y="-1910"/>
                  <a:pt x="177800" y="-8334"/>
                  <a:pt x="213360" y="0"/>
                </a:cubicBezTo>
                <a:cubicBezTo>
                  <a:pt x="248920" y="8107"/>
                  <a:pt x="284480" y="3457"/>
                  <a:pt x="320040" y="0"/>
                </a:cubicBezTo>
                <a:cubicBezTo>
                  <a:pt x="355600" y="611"/>
                  <a:pt x="391160" y="-5820"/>
                  <a:pt x="426720" y="0"/>
                </a:cubicBezTo>
                <a:cubicBezTo>
                  <a:pt x="462280" y="381"/>
                  <a:pt x="497840" y="237"/>
                  <a:pt x="533400" y="0"/>
                </a:cubicBezTo>
                <a:cubicBezTo>
                  <a:pt x="568960" y="4970"/>
                  <a:pt x="604520" y="1889"/>
                  <a:pt x="640080" y="0"/>
                </a:cubicBezTo>
                <a:cubicBezTo>
                  <a:pt x="675640" y="3546"/>
                  <a:pt x="711200" y="-650"/>
                  <a:pt x="746760" y="0"/>
                </a:cubicBezTo>
                <a:cubicBezTo>
                  <a:pt x="782320" y="5820"/>
                  <a:pt x="817880" y="3101"/>
                  <a:pt x="853440" y="0"/>
                </a:cubicBezTo>
                <a:cubicBezTo>
                  <a:pt x="889000" y="-6310"/>
                  <a:pt x="924560" y="-3795"/>
                  <a:pt x="960120" y="0"/>
                </a:cubicBezTo>
                <a:cubicBezTo>
                  <a:pt x="995680" y="4321"/>
                  <a:pt x="1031240" y="4908"/>
                  <a:pt x="1066800" y="0"/>
                </a:cubicBezTo>
                <a:cubicBezTo>
                  <a:pt x="1102360" y="-4374"/>
                  <a:pt x="1137920" y="-5560"/>
                  <a:pt x="1173480" y="0"/>
                </a:cubicBezTo>
                <a:cubicBezTo>
                  <a:pt x="1209040" y="6515"/>
                  <a:pt x="1244600" y="-6013"/>
                  <a:pt x="1280160" y="0"/>
                </a:cubicBezTo>
                <a:cubicBezTo>
                  <a:pt x="1315720" y="6889"/>
                  <a:pt x="1351280" y="-839"/>
                  <a:pt x="1386840" y="0"/>
                </a:cubicBezTo>
                <a:cubicBezTo>
                  <a:pt x="1422400" y="-6584"/>
                  <a:pt x="1457960" y="-768"/>
                  <a:pt x="1493520" y="0"/>
                </a:cubicBezTo>
                <a:cubicBezTo>
                  <a:pt x="1529080" y="-3905"/>
                  <a:pt x="1564640" y="2031"/>
                  <a:pt x="1600200" y="0"/>
                </a:cubicBezTo>
                <a:cubicBezTo>
                  <a:pt x="1598709" y="36576"/>
                  <a:pt x="1603004" y="73152"/>
                  <a:pt x="1600200" y="109728"/>
                </a:cubicBezTo>
                <a:cubicBezTo>
                  <a:pt x="1597389" y="146304"/>
                  <a:pt x="1602190" y="182880"/>
                  <a:pt x="1600200" y="219456"/>
                </a:cubicBezTo>
                <a:cubicBezTo>
                  <a:pt x="1604839" y="256032"/>
                  <a:pt x="1608798" y="292608"/>
                  <a:pt x="1600200" y="329184"/>
                </a:cubicBezTo>
                <a:cubicBezTo>
                  <a:pt x="1564640" y="328244"/>
                  <a:pt x="1529080" y="338367"/>
                  <a:pt x="1493520" y="329184"/>
                </a:cubicBezTo>
                <a:cubicBezTo>
                  <a:pt x="1457960" y="325738"/>
                  <a:pt x="1422400" y="320254"/>
                  <a:pt x="1386840" y="329184"/>
                </a:cubicBezTo>
                <a:cubicBezTo>
                  <a:pt x="1351280" y="334367"/>
                  <a:pt x="1315720" y="338517"/>
                  <a:pt x="1280160" y="329184"/>
                </a:cubicBezTo>
                <a:cubicBezTo>
                  <a:pt x="1244600" y="319959"/>
                  <a:pt x="1209040" y="335067"/>
                  <a:pt x="1173480" y="329184"/>
                </a:cubicBezTo>
                <a:cubicBezTo>
                  <a:pt x="1137920" y="324287"/>
                  <a:pt x="1102360" y="331824"/>
                  <a:pt x="1066800" y="329184"/>
                </a:cubicBezTo>
                <a:cubicBezTo>
                  <a:pt x="1031240" y="326870"/>
                  <a:pt x="995680" y="329702"/>
                  <a:pt x="960120" y="329184"/>
                </a:cubicBezTo>
                <a:cubicBezTo>
                  <a:pt x="924560" y="328616"/>
                  <a:pt x="889000" y="333443"/>
                  <a:pt x="853440" y="329184"/>
                </a:cubicBezTo>
                <a:cubicBezTo>
                  <a:pt x="817880" y="337103"/>
                  <a:pt x="782320" y="337595"/>
                  <a:pt x="746760" y="329184"/>
                </a:cubicBezTo>
                <a:cubicBezTo>
                  <a:pt x="711200" y="333825"/>
                  <a:pt x="675640" y="338100"/>
                  <a:pt x="640080" y="329184"/>
                </a:cubicBezTo>
                <a:cubicBezTo>
                  <a:pt x="604520" y="321143"/>
                  <a:pt x="568960" y="327439"/>
                  <a:pt x="533400" y="329184"/>
                </a:cubicBezTo>
                <a:cubicBezTo>
                  <a:pt x="497840" y="325355"/>
                  <a:pt x="462280" y="333727"/>
                  <a:pt x="426720" y="329184"/>
                </a:cubicBezTo>
                <a:cubicBezTo>
                  <a:pt x="391160" y="326384"/>
                  <a:pt x="355600" y="336836"/>
                  <a:pt x="320040" y="329184"/>
                </a:cubicBezTo>
                <a:cubicBezTo>
                  <a:pt x="284480" y="332015"/>
                  <a:pt x="248920" y="321610"/>
                  <a:pt x="213360" y="329184"/>
                </a:cubicBezTo>
                <a:cubicBezTo>
                  <a:pt x="177800" y="320148"/>
                  <a:pt x="142240" y="328005"/>
                  <a:pt x="106680" y="329184"/>
                </a:cubicBezTo>
                <a:cubicBezTo>
                  <a:pt x="71120" y="328090"/>
                  <a:pt x="35560" y="336258"/>
                  <a:pt x="0" y="329184"/>
                </a:cubicBezTo>
                <a:cubicBezTo>
                  <a:pt x="3358" y="292608"/>
                  <a:pt x="2624" y="256032"/>
                  <a:pt x="0" y="219456"/>
                </a:cubicBezTo>
                <a:cubicBezTo>
                  <a:pt x="-8352" y="182880"/>
                  <a:pt x="9335" y="146304"/>
                  <a:pt x="0" y="109728"/>
                </a:cubicBezTo>
                <a:cubicBezTo>
                  <a:pt x="2061" y="73152"/>
                  <a:pt x="9376" y="36576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2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9320"/>
                          <a:pt x="71120" y="2822"/>
                          <a:pt x="106680" y="0"/>
                        </a:cubicBezTo>
                        <a:cubicBezTo>
                          <a:pt x="142240" y="-1910"/>
                          <a:pt x="177800" y="-8334"/>
                          <a:pt x="213360" y="0"/>
                        </a:cubicBezTo>
                        <a:cubicBezTo>
                          <a:pt x="248920" y="8107"/>
                          <a:pt x="284480" y="3457"/>
                          <a:pt x="320040" y="0"/>
                        </a:cubicBezTo>
                        <a:cubicBezTo>
                          <a:pt x="355600" y="611"/>
                          <a:pt x="391160" y="-5820"/>
                          <a:pt x="426720" y="0"/>
                        </a:cubicBezTo>
                        <a:cubicBezTo>
                          <a:pt x="462280" y="381"/>
                          <a:pt x="497840" y="237"/>
                          <a:pt x="533400" y="0"/>
                        </a:cubicBezTo>
                        <a:cubicBezTo>
                          <a:pt x="568960" y="4970"/>
                          <a:pt x="604520" y="1889"/>
                          <a:pt x="640080" y="0"/>
                        </a:cubicBezTo>
                        <a:cubicBezTo>
                          <a:pt x="675640" y="3546"/>
                          <a:pt x="711200" y="-650"/>
                          <a:pt x="746760" y="0"/>
                        </a:cubicBezTo>
                        <a:cubicBezTo>
                          <a:pt x="782320" y="5820"/>
                          <a:pt x="817880" y="3101"/>
                          <a:pt x="853440" y="0"/>
                        </a:cubicBezTo>
                        <a:cubicBezTo>
                          <a:pt x="889000" y="-6310"/>
                          <a:pt x="924560" y="-3795"/>
                          <a:pt x="960120" y="0"/>
                        </a:cubicBezTo>
                        <a:cubicBezTo>
                          <a:pt x="995680" y="4321"/>
                          <a:pt x="1031240" y="4908"/>
                          <a:pt x="1066800" y="0"/>
                        </a:cubicBezTo>
                        <a:cubicBezTo>
                          <a:pt x="1102360" y="-4374"/>
                          <a:pt x="1137920" y="-5560"/>
                          <a:pt x="1173480" y="0"/>
                        </a:cubicBezTo>
                        <a:cubicBezTo>
                          <a:pt x="1209040" y="6515"/>
                          <a:pt x="1244600" y="-6013"/>
                          <a:pt x="1280160" y="0"/>
                        </a:cubicBezTo>
                        <a:cubicBezTo>
                          <a:pt x="1315720" y="6889"/>
                          <a:pt x="1351280" y="-839"/>
                          <a:pt x="1386840" y="0"/>
                        </a:cubicBezTo>
                        <a:cubicBezTo>
                          <a:pt x="1422400" y="-6584"/>
                          <a:pt x="1457960" y="-768"/>
                          <a:pt x="1493520" y="0"/>
                        </a:cubicBezTo>
                        <a:cubicBezTo>
                          <a:pt x="1529080" y="-3905"/>
                          <a:pt x="1564640" y="2031"/>
                          <a:pt x="1600200" y="0"/>
                        </a:cubicBezTo>
                        <a:cubicBezTo>
                          <a:pt x="1598709" y="36576"/>
                          <a:pt x="1603004" y="73152"/>
                          <a:pt x="1600200" y="109728"/>
                        </a:cubicBezTo>
                        <a:cubicBezTo>
                          <a:pt x="1597389" y="146304"/>
                          <a:pt x="1602190" y="182880"/>
                          <a:pt x="1600200" y="219456"/>
                        </a:cubicBezTo>
                        <a:cubicBezTo>
                          <a:pt x="1604839" y="256032"/>
                          <a:pt x="1608798" y="292608"/>
                          <a:pt x="1600200" y="329184"/>
                        </a:cubicBezTo>
                        <a:cubicBezTo>
                          <a:pt x="1564640" y="328244"/>
                          <a:pt x="1529080" y="338367"/>
                          <a:pt x="1493520" y="329184"/>
                        </a:cubicBezTo>
                        <a:cubicBezTo>
                          <a:pt x="1457960" y="325738"/>
                          <a:pt x="1422400" y="320254"/>
                          <a:pt x="1386840" y="329184"/>
                        </a:cubicBezTo>
                        <a:cubicBezTo>
                          <a:pt x="1351280" y="334367"/>
                          <a:pt x="1315720" y="338517"/>
                          <a:pt x="1280160" y="329184"/>
                        </a:cubicBezTo>
                        <a:cubicBezTo>
                          <a:pt x="1244600" y="319959"/>
                          <a:pt x="1209040" y="335067"/>
                          <a:pt x="1173480" y="329184"/>
                        </a:cubicBezTo>
                        <a:cubicBezTo>
                          <a:pt x="1137920" y="324287"/>
                          <a:pt x="1102360" y="331824"/>
                          <a:pt x="1066800" y="329184"/>
                        </a:cubicBezTo>
                        <a:cubicBezTo>
                          <a:pt x="1031240" y="326870"/>
                          <a:pt x="995680" y="329702"/>
                          <a:pt x="960120" y="329184"/>
                        </a:cubicBezTo>
                        <a:cubicBezTo>
                          <a:pt x="924560" y="328616"/>
                          <a:pt x="889000" y="333443"/>
                          <a:pt x="853440" y="329184"/>
                        </a:cubicBezTo>
                        <a:cubicBezTo>
                          <a:pt x="817880" y="337103"/>
                          <a:pt x="782320" y="337595"/>
                          <a:pt x="746760" y="329184"/>
                        </a:cubicBezTo>
                        <a:cubicBezTo>
                          <a:pt x="711200" y="333825"/>
                          <a:pt x="675640" y="338100"/>
                          <a:pt x="640080" y="329184"/>
                        </a:cubicBezTo>
                        <a:cubicBezTo>
                          <a:pt x="604520" y="321143"/>
                          <a:pt x="568960" y="327439"/>
                          <a:pt x="533400" y="329184"/>
                        </a:cubicBezTo>
                        <a:cubicBezTo>
                          <a:pt x="497840" y="325355"/>
                          <a:pt x="462280" y="333727"/>
                          <a:pt x="426720" y="329184"/>
                        </a:cubicBezTo>
                        <a:cubicBezTo>
                          <a:pt x="391160" y="326384"/>
                          <a:pt x="355600" y="336836"/>
                          <a:pt x="320040" y="329184"/>
                        </a:cubicBezTo>
                        <a:cubicBezTo>
                          <a:pt x="284480" y="332015"/>
                          <a:pt x="248920" y="321610"/>
                          <a:pt x="213360" y="329184"/>
                        </a:cubicBezTo>
                        <a:cubicBezTo>
                          <a:pt x="177800" y="320148"/>
                          <a:pt x="142240" y="328005"/>
                          <a:pt x="106680" y="329184"/>
                        </a:cubicBezTo>
                        <a:cubicBezTo>
                          <a:pt x="71120" y="328090"/>
                          <a:pt x="35560" y="336258"/>
                          <a:pt x="0" y="329184"/>
                        </a:cubicBezTo>
                        <a:cubicBezTo>
                          <a:pt x="3358" y="292608"/>
                          <a:pt x="2624" y="256032"/>
                          <a:pt x="0" y="219456"/>
                        </a:cubicBezTo>
                        <a:cubicBezTo>
                          <a:pt x="-8352" y="182880"/>
                          <a:pt x="9335" y="146304"/>
                          <a:pt x="0" y="109728"/>
                        </a:cubicBezTo>
                        <a:cubicBezTo>
                          <a:pt x="2061" y="73152"/>
                          <a:pt x="9376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Queue label Conditions"/>
          <p:cNvSpPr txBox="1"/>
          <p:nvPr/>
        </p:nvSpPr>
        <p:spPr>
          <a:xfrm>
            <a:off x="8732520" y="5047488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Conditions</a:t>
            </a:r>
          </a:p>
        </p:txBody>
      </p:sp>
      <p:sp>
        <p:nvSpPr>
          <p:cNvPr id="134" name="More queues"/>
          <p:cNvSpPr txBox="1"/>
          <p:nvPr/>
        </p:nvSpPr>
        <p:spPr>
          <a:xfrm>
            <a:off x="8732520" y="5449824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+ 4 more queues</a:t>
            </a:r>
          </a:p>
        </p:txBody>
      </p:sp>
      <p:sp>
        <p:nvSpPr>
          <p:cNvPr id="13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switch on label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549" y="76333"/>
                    <a:pt x="23800" y="70667"/>
                    <a:pt x="23000" y="65000"/>
                  </a:cubicBezTo>
                  <a:cubicBezTo>
                    <a:pt x="23224" y="59333"/>
                    <a:pt x="22057" y="53667"/>
                    <a:pt x="23000" y="48000"/>
                  </a:cubicBezTo>
                  <a:cubicBezTo>
                    <a:pt x="23815" y="42333"/>
                    <a:pt x="22351" y="36667"/>
                    <a:pt x="23000" y="31000"/>
                  </a:cubicBezTo>
                  <a:cubicBezTo>
                    <a:pt x="22612" y="25333"/>
                    <a:pt x="23729" y="19667"/>
                    <a:pt x="23000" y="14000"/>
                  </a:cubicBezTo>
                  <a:cubicBezTo>
                    <a:pt x="31333" y="14114"/>
                    <a:pt x="39667" y="14050"/>
                    <a:pt x="48000" y="14000"/>
                  </a:cubicBezTo>
                  <a:cubicBezTo>
                    <a:pt x="46974" y="21000"/>
                    <a:pt x="48485" y="28000"/>
                    <a:pt x="48000" y="35000"/>
                  </a:cubicBezTo>
                  <a:cubicBezTo>
                    <a:pt x="56333" y="34297"/>
                    <a:pt x="64667" y="35927"/>
                    <a:pt x="73000" y="35000"/>
                  </a:cubicBezTo>
                  <a:cubicBezTo>
                    <a:pt x="71860" y="42833"/>
                    <a:pt x="74030" y="50667"/>
                    <a:pt x="73000" y="58500"/>
                  </a:cubicBezTo>
                  <a:cubicBezTo>
                    <a:pt x="72155" y="66333"/>
                    <a:pt x="73621" y="74167"/>
                    <a:pt x="73000" y="82000"/>
                  </a:cubicBezTo>
                  <a:cubicBezTo>
                    <a:pt x="67444" y="81053"/>
                    <a:pt x="61889" y="81362"/>
                    <a:pt x="56333" y="82000"/>
                  </a:cubicBezTo>
                  <a:cubicBezTo>
                    <a:pt x="50778" y="82873"/>
                    <a:pt x="45222" y="81293"/>
                    <a:pt x="39667" y="82000"/>
                  </a:cubicBezTo>
                  <a:cubicBezTo>
                    <a:pt x="34111" y="82285"/>
                    <a:pt x="28556" y="8167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04" y="20729"/>
                    <a:pt x="61923" y="25244"/>
                    <a:pt x="66500" y="29000"/>
                  </a:cubicBezTo>
                  <a:cubicBezTo>
                    <a:pt x="62333" y="29051"/>
                    <a:pt x="58167" y="28698"/>
                    <a:pt x="54000" y="29000"/>
                  </a:cubicBezTo>
                  <a:cubicBezTo>
                    <a:pt x="54279" y="24833"/>
                    <a:pt x="54311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635"/>
                    <a:pt x="41667" y="7251"/>
                    <a:pt x="35500" y="8000"/>
                  </a:cubicBezTo>
                  <a:cubicBezTo>
                    <a:pt x="29333" y="9020"/>
                    <a:pt x="23167" y="8770"/>
                    <a:pt x="17000" y="8000"/>
                  </a:cubicBezTo>
                  <a:cubicBezTo>
                    <a:pt x="17473" y="14667"/>
                    <a:pt x="16684" y="21333"/>
                    <a:pt x="17000" y="28000"/>
                  </a:cubicBezTo>
                  <a:cubicBezTo>
                    <a:pt x="17838" y="34667"/>
                    <a:pt x="17095" y="41333"/>
                    <a:pt x="17000" y="48000"/>
                  </a:cubicBezTo>
                  <a:cubicBezTo>
                    <a:pt x="16418" y="54667"/>
                    <a:pt x="15998" y="61333"/>
                    <a:pt x="17000" y="68000"/>
                  </a:cubicBezTo>
                  <a:cubicBezTo>
                    <a:pt x="16271" y="74667"/>
                    <a:pt x="15938" y="81333"/>
                    <a:pt x="17000" y="88000"/>
                  </a:cubicBezTo>
                  <a:cubicBezTo>
                    <a:pt x="23889" y="86968"/>
                    <a:pt x="30778" y="86987"/>
                    <a:pt x="37667" y="88000"/>
                  </a:cubicBezTo>
                  <a:cubicBezTo>
                    <a:pt x="44556" y="87435"/>
                    <a:pt x="51444" y="87166"/>
                    <a:pt x="58333" y="88000"/>
                  </a:cubicBezTo>
                  <a:cubicBezTo>
                    <a:pt x="65222" y="87925"/>
                    <a:pt x="72111" y="88496"/>
                    <a:pt x="79000" y="88000"/>
                  </a:cubicBezTo>
                  <a:cubicBezTo>
                    <a:pt x="78791" y="81556"/>
                    <a:pt x="79512" y="75111"/>
                    <a:pt x="79000" y="68667"/>
                  </a:cubicBezTo>
                  <a:cubicBezTo>
                    <a:pt x="79886" y="62222"/>
                    <a:pt x="79620" y="55778"/>
                    <a:pt x="79000" y="49333"/>
                  </a:cubicBezTo>
                  <a:cubicBezTo>
                    <a:pt x="80141" y="42889"/>
                    <a:pt x="77980" y="36444"/>
                    <a:pt x="79000" y="30000"/>
                  </a:cubicBezTo>
                  <a:cubicBezTo>
                    <a:pt x="74433" y="26789"/>
                    <a:pt x="70478" y="22881"/>
                    <a:pt x="66500" y="19000"/>
                  </a:cubicBezTo>
                  <a:cubicBezTo>
                    <a:pt x="62218" y="15464"/>
                    <a:pt x="58484" y="11306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732"/>
                    <a:pt x="41667" y="45019"/>
                    <a:pt x="48000" y="45000"/>
                  </a:cubicBezTo>
                  <a:cubicBezTo>
                    <a:pt x="54333" y="45945"/>
                    <a:pt x="60667" y="44120"/>
                    <a:pt x="67000" y="45000"/>
                  </a:cubicBezTo>
                  <a:cubicBezTo>
                    <a:pt x="66995" y="46333"/>
                    <a:pt x="66864" y="47667"/>
                    <a:pt x="67000" y="49000"/>
                  </a:cubicBezTo>
                  <a:cubicBezTo>
                    <a:pt x="60667" y="48354"/>
                    <a:pt x="54333" y="48783"/>
                    <a:pt x="48000" y="49000"/>
                  </a:cubicBezTo>
                  <a:cubicBezTo>
                    <a:pt x="41667" y="49083"/>
                    <a:pt x="35333" y="50044"/>
                    <a:pt x="29000" y="49000"/>
                  </a:cubicBezTo>
                  <a:cubicBezTo>
                    <a:pt x="29035" y="47667"/>
                    <a:pt x="2905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33"/>
                    <a:pt x="37667" y="37018"/>
                    <a:pt x="42000" y="37000"/>
                  </a:cubicBezTo>
                  <a:cubicBezTo>
                    <a:pt x="41880" y="38333"/>
                    <a:pt x="41773" y="39667"/>
                    <a:pt x="42000" y="41000"/>
                  </a:cubicBezTo>
                  <a:cubicBezTo>
                    <a:pt x="37667" y="40955"/>
                    <a:pt x="33333" y="41712"/>
                    <a:pt x="29000" y="41000"/>
                  </a:cubicBezTo>
                  <a:cubicBezTo>
                    <a:pt x="29232" y="39667"/>
                    <a:pt x="28827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971"/>
                    <a:pt x="41667" y="53301"/>
                    <a:pt x="48000" y="53000"/>
                  </a:cubicBezTo>
                  <a:cubicBezTo>
                    <a:pt x="54333" y="53232"/>
                    <a:pt x="60667" y="52097"/>
                    <a:pt x="67000" y="53000"/>
                  </a:cubicBezTo>
                  <a:cubicBezTo>
                    <a:pt x="67118" y="54333"/>
                    <a:pt x="67098" y="55667"/>
                    <a:pt x="67000" y="57000"/>
                  </a:cubicBezTo>
                  <a:cubicBezTo>
                    <a:pt x="60667" y="57973"/>
                    <a:pt x="54333" y="56744"/>
                    <a:pt x="48000" y="57000"/>
                  </a:cubicBezTo>
                  <a:cubicBezTo>
                    <a:pt x="41667" y="57747"/>
                    <a:pt x="35333" y="56552"/>
                    <a:pt x="29000" y="57000"/>
                  </a:cubicBezTo>
                  <a:cubicBezTo>
                    <a:pt x="28971" y="55667"/>
                    <a:pt x="29000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59880"/>
                    <a:pt x="41667" y="61160"/>
                    <a:pt x="48000" y="61000"/>
                  </a:cubicBezTo>
                  <a:cubicBezTo>
                    <a:pt x="54333" y="61957"/>
                    <a:pt x="60667" y="60479"/>
                    <a:pt x="67000" y="61000"/>
                  </a:cubicBezTo>
                  <a:cubicBezTo>
                    <a:pt x="66832" y="62333"/>
                    <a:pt x="67088" y="63667"/>
                    <a:pt x="67000" y="65000"/>
                  </a:cubicBezTo>
                  <a:cubicBezTo>
                    <a:pt x="60667" y="65108"/>
                    <a:pt x="54333" y="64786"/>
                    <a:pt x="48000" y="65000"/>
                  </a:cubicBezTo>
                  <a:cubicBezTo>
                    <a:pt x="41667" y="65393"/>
                    <a:pt x="35333" y="64323"/>
                    <a:pt x="29000" y="65000"/>
                  </a:cubicBezTo>
                  <a:cubicBezTo>
                    <a:pt x="28908" y="63667"/>
                    <a:pt x="29019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64"/>
                    <a:pt x="41667" y="68222"/>
                    <a:pt x="48000" y="69000"/>
                  </a:cubicBezTo>
                  <a:cubicBezTo>
                    <a:pt x="54333" y="68200"/>
                    <a:pt x="60667" y="68690"/>
                    <a:pt x="67000" y="69000"/>
                  </a:cubicBezTo>
                  <a:cubicBezTo>
                    <a:pt x="67005" y="70333"/>
                    <a:pt x="67118" y="71667"/>
                    <a:pt x="67000" y="73000"/>
                  </a:cubicBezTo>
                  <a:cubicBezTo>
                    <a:pt x="60667" y="73817"/>
                    <a:pt x="54333" y="73404"/>
                    <a:pt x="48000" y="73000"/>
                  </a:cubicBezTo>
                  <a:cubicBezTo>
                    <a:pt x="41667" y="73849"/>
                    <a:pt x="35333" y="73644"/>
                    <a:pt x="29000" y="73000"/>
                  </a:cubicBezTo>
                  <a:cubicBezTo>
                    <a:pt x="29176" y="71667"/>
                    <a:pt x="2907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{"category":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"emergency"}</a:t>
            </a:r>
          </a:p>
        </p:txBody>
      </p:sp>
      <p:cxnSp>
        <p:nvCxnSpPr>
          <p:cNvPr id="127" name="App-Queue"/>
          <p:cNvCxnSpPr/>
          <p:nvPr/>
        </p:nvCxnSpPr>
        <p:spPr>
          <a:xfrm>
            <a:off x="7440610" y="4118267"/>
            <a:ext cx="1200470" cy="197701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sp>
        <p:nvSpPr>
          <p:cNvPr id="128" name="Queue Emergency"/>
          <p:cNvSpPr/>
          <p:nvPr/>
        </p:nvSpPr>
        <p:spPr>
          <a:xfrm>
            <a:off x="8732520" y="4160520"/>
            <a:ext cx="1600200" cy="329184"/>
          </a:xfrm>
          <a:custGeom>
            <a:avLst/>
            <a:gdLst/>
            <a:ahLst/>
            <a:cxnLst/>
            <a:rect l="l" t="t" r="r" b="b"/>
            <a:pathLst>
              <a:path w="1600200" h="329184">
                <a:moveTo>
                  <a:pt x="0" y="0"/>
                </a:moveTo>
                <a:cubicBezTo>
                  <a:pt x="35560" y="8385"/>
                  <a:pt x="71120" y="-5217"/>
                  <a:pt x="106680" y="0"/>
                </a:cubicBezTo>
                <a:cubicBezTo>
                  <a:pt x="142240" y="4945"/>
                  <a:pt x="177800" y="3086"/>
                  <a:pt x="213360" y="0"/>
                </a:cubicBezTo>
                <a:cubicBezTo>
                  <a:pt x="248920" y="3775"/>
                  <a:pt x="284480" y="4201"/>
                  <a:pt x="320040" y="0"/>
                </a:cubicBezTo>
                <a:cubicBezTo>
                  <a:pt x="355600" y="-8590"/>
                  <a:pt x="391160" y="-1087"/>
                  <a:pt x="426720" y="0"/>
                </a:cubicBezTo>
                <a:cubicBezTo>
                  <a:pt x="462280" y="909"/>
                  <a:pt x="497840" y="591"/>
                  <a:pt x="533400" y="0"/>
                </a:cubicBezTo>
                <a:cubicBezTo>
                  <a:pt x="568960" y="7395"/>
                  <a:pt x="604520" y="4100"/>
                  <a:pt x="640080" y="0"/>
                </a:cubicBezTo>
                <a:cubicBezTo>
                  <a:pt x="675640" y="1295"/>
                  <a:pt x="711200" y="-838"/>
                  <a:pt x="746760" y="0"/>
                </a:cubicBezTo>
                <a:cubicBezTo>
                  <a:pt x="782320" y="-3255"/>
                  <a:pt x="817880" y="-2972"/>
                  <a:pt x="853440" y="0"/>
                </a:cubicBezTo>
                <a:cubicBezTo>
                  <a:pt x="889000" y="519"/>
                  <a:pt x="924560" y="-5590"/>
                  <a:pt x="960120" y="0"/>
                </a:cubicBezTo>
                <a:cubicBezTo>
                  <a:pt x="995680" y="1113"/>
                  <a:pt x="1031240" y="-335"/>
                  <a:pt x="1066800" y="0"/>
                </a:cubicBezTo>
                <a:cubicBezTo>
                  <a:pt x="1102360" y="-4850"/>
                  <a:pt x="1137920" y="-7252"/>
                  <a:pt x="1173480" y="0"/>
                </a:cubicBezTo>
                <a:cubicBezTo>
                  <a:pt x="1209040" y="-1084"/>
                  <a:pt x="1244600" y="-2955"/>
                  <a:pt x="1280160" y="0"/>
                </a:cubicBezTo>
                <a:cubicBezTo>
                  <a:pt x="1315720" y="6559"/>
                  <a:pt x="1351280" y="488"/>
                  <a:pt x="1386840" y="0"/>
                </a:cubicBezTo>
                <a:cubicBezTo>
                  <a:pt x="1422400" y="-7446"/>
                  <a:pt x="1457960" y="3668"/>
                  <a:pt x="1493520" y="0"/>
                </a:cubicBezTo>
                <a:cubicBezTo>
                  <a:pt x="1529080" y="8650"/>
                  <a:pt x="1564640" y="-7639"/>
                  <a:pt x="1600200" y="0"/>
                </a:cubicBezTo>
                <a:cubicBezTo>
                  <a:pt x="1601491" y="36576"/>
                  <a:pt x="1609501" y="73152"/>
                  <a:pt x="1600200" y="109728"/>
                </a:cubicBezTo>
                <a:cubicBezTo>
                  <a:pt x="1603424" y="146304"/>
                  <a:pt x="1609072" y="182880"/>
                  <a:pt x="1600200" y="219456"/>
                </a:cubicBezTo>
                <a:cubicBezTo>
                  <a:pt x="1594263" y="256032"/>
                  <a:pt x="1610073" y="292608"/>
                  <a:pt x="1600200" y="329184"/>
                </a:cubicBezTo>
                <a:cubicBezTo>
                  <a:pt x="1564640" y="326486"/>
                  <a:pt x="1529080" y="323230"/>
                  <a:pt x="1493520" y="329184"/>
                </a:cubicBezTo>
                <a:cubicBezTo>
                  <a:pt x="1457960" y="333578"/>
                  <a:pt x="1422400" y="327570"/>
                  <a:pt x="1386840" y="329184"/>
                </a:cubicBezTo>
                <a:cubicBezTo>
                  <a:pt x="1351280" y="335929"/>
                  <a:pt x="1315720" y="333067"/>
                  <a:pt x="1280160" y="329184"/>
                </a:cubicBezTo>
                <a:cubicBezTo>
                  <a:pt x="1244600" y="325700"/>
                  <a:pt x="1209040" y="328229"/>
                  <a:pt x="1173480" y="329184"/>
                </a:cubicBezTo>
                <a:cubicBezTo>
                  <a:pt x="1137920" y="325466"/>
                  <a:pt x="1102360" y="327315"/>
                  <a:pt x="1066800" y="329184"/>
                </a:cubicBezTo>
                <a:cubicBezTo>
                  <a:pt x="1031240" y="329169"/>
                  <a:pt x="995680" y="319959"/>
                  <a:pt x="960120" y="329184"/>
                </a:cubicBezTo>
                <a:cubicBezTo>
                  <a:pt x="924560" y="331084"/>
                  <a:pt x="889000" y="331239"/>
                  <a:pt x="853440" y="329184"/>
                </a:cubicBezTo>
                <a:cubicBezTo>
                  <a:pt x="817880" y="335652"/>
                  <a:pt x="782320" y="334475"/>
                  <a:pt x="746760" y="329184"/>
                </a:cubicBezTo>
                <a:cubicBezTo>
                  <a:pt x="711200" y="326964"/>
                  <a:pt x="675640" y="321271"/>
                  <a:pt x="640080" y="329184"/>
                </a:cubicBezTo>
                <a:cubicBezTo>
                  <a:pt x="604520" y="320916"/>
                  <a:pt x="568960" y="332976"/>
                  <a:pt x="533400" y="329184"/>
                </a:cubicBezTo>
                <a:cubicBezTo>
                  <a:pt x="497840" y="334275"/>
                  <a:pt x="462280" y="332476"/>
                  <a:pt x="426720" y="329184"/>
                </a:cubicBezTo>
                <a:cubicBezTo>
                  <a:pt x="391160" y="325529"/>
                  <a:pt x="355600" y="334514"/>
                  <a:pt x="320040" y="329184"/>
                </a:cubicBezTo>
                <a:cubicBezTo>
                  <a:pt x="284480" y="322687"/>
                  <a:pt x="248920" y="330166"/>
                  <a:pt x="213360" y="329184"/>
                </a:cubicBezTo>
                <a:cubicBezTo>
                  <a:pt x="177800" y="336735"/>
                  <a:pt x="142240" y="336141"/>
                  <a:pt x="106680" y="329184"/>
                </a:cubicBezTo>
                <a:cubicBezTo>
                  <a:pt x="71120" y="336628"/>
                  <a:pt x="35560" y="321812"/>
                  <a:pt x="0" y="329184"/>
                </a:cubicBezTo>
                <a:cubicBezTo>
                  <a:pt x="-4629" y="292608"/>
                  <a:pt x="532" y="256032"/>
                  <a:pt x="0" y="219456"/>
                </a:cubicBezTo>
                <a:cubicBezTo>
                  <a:pt x="8572" y="182880"/>
                  <a:pt x="-283" y="146304"/>
                  <a:pt x="0" y="109728"/>
                </a:cubicBezTo>
                <a:cubicBezTo>
                  <a:pt x="2406" y="73152"/>
                  <a:pt x="1304" y="36576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C00000"/>
            </a:solidFill>
            <a:round/>
            <a:extLst>
              <a:ext uri="{C807C97D-BFC1-408E-A445-0C87EB9F89A2}">
                <ask:lineSketchStyleProps xmlns:ask="http://schemas.microsoft.com/office/drawing/2018/sketchyshapes" sd="90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8385"/>
                          <a:pt x="71120" y="-5217"/>
                          <a:pt x="106680" y="0"/>
                        </a:cubicBezTo>
                        <a:cubicBezTo>
                          <a:pt x="142240" y="4945"/>
                          <a:pt x="177800" y="3086"/>
                          <a:pt x="213360" y="0"/>
                        </a:cubicBezTo>
                        <a:cubicBezTo>
                          <a:pt x="248920" y="3775"/>
                          <a:pt x="284480" y="4201"/>
                          <a:pt x="320040" y="0"/>
                        </a:cubicBezTo>
                        <a:cubicBezTo>
                          <a:pt x="355600" y="-8590"/>
                          <a:pt x="391160" y="-1087"/>
                          <a:pt x="426720" y="0"/>
                        </a:cubicBezTo>
                        <a:cubicBezTo>
                          <a:pt x="462280" y="909"/>
                          <a:pt x="497840" y="591"/>
                          <a:pt x="533400" y="0"/>
                        </a:cubicBezTo>
                        <a:cubicBezTo>
                          <a:pt x="568960" y="7395"/>
                          <a:pt x="604520" y="4100"/>
                          <a:pt x="640080" y="0"/>
                        </a:cubicBezTo>
                        <a:cubicBezTo>
                          <a:pt x="675640" y="1295"/>
                          <a:pt x="711200" y="-838"/>
                          <a:pt x="746760" y="0"/>
                        </a:cubicBezTo>
                        <a:cubicBezTo>
                          <a:pt x="782320" y="-3255"/>
                          <a:pt x="817880" y="-2972"/>
                          <a:pt x="853440" y="0"/>
                        </a:cubicBezTo>
                        <a:cubicBezTo>
                          <a:pt x="889000" y="519"/>
                          <a:pt x="924560" y="-5590"/>
                          <a:pt x="960120" y="0"/>
                        </a:cubicBezTo>
                        <a:cubicBezTo>
                          <a:pt x="995680" y="1113"/>
                          <a:pt x="1031240" y="-335"/>
                          <a:pt x="1066800" y="0"/>
                        </a:cubicBezTo>
                        <a:cubicBezTo>
                          <a:pt x="1102360" y="-4850"/>
                          <a:pt x="1137920" y="-7252"/>
                          <a:pt x="1173480" y="0"/>
                        </a:cubicBezTo>
                        <a:cubicBezTo>
                          <a:pt x="1209040" y="-1084"/>
                          <a:pt x="1244600" y="-2955"/>
                          <a:pt x="1280160" y="0"/>
                        </a:cubicBezTo>
                        <a:cubicBezTo>
                          <a:pt x="1315720" y="6559"/>
                          <a:pt x="1351280" y="488"/>
                          <a:pt x="1386840" y="0"/>
                        </a:cubicBezTo>
                        <a:cubicBezTo>
                          <a:pt x="1422400" y="-7446"/>
                          <a:pt x="1457960" y="3668"/>
                          <a:pt x="1493520" y="0"/>
                        </a:cubicBezTo>
                        <a:cubicBezTo>
                          <a:pt x="1529080" y="8650"/>
                          <a:pt x="1564640" y="-7639"/>
                          <a:pt x="1600200" y="0"/>
                        </a:cubicBezTo>
                        <a:cubicBezTo>
                          <a:pt x="1601491" y="36576"/>
                          <a:pt x="1609501" y="73152"/>
                          <a:pt x="1600200" y="109728"/>
                        </a:cubicBezTo>
                        <a:cubicBezTo>
                          <a:pt x="1603424" y="146304"/>
                          <a:pt x="1609072" y="182880"/>
                          <a:pt x="1600200" y="219456"/>
                        </a:cubicBezTo>
                        <a:cubicBezTo>
                          <a:pt x="1594263" y="256032"/>
                          <a:pt x="1610073" y="292608"/>
                          <a:pt x="1600200" y="329184"/>
                        </a:cubicBezTo>
                        <a:cubicBezTo>
                          <a:pt x="1564640" y="326486"/>
                          <a:pt x="1529080" y="323230"/>
                          <a:pt x="1493520" y="329184"/>
                        </a:cubicBezTo>
                        <a:cubicBezTo>
                          <a:pt x="1457960" y="333578"/>
                          <a:pt x="1422400" y="327570"/>
                          <a:pt x="1386840" y="329184"/>
                        </a:cubicBezTo>
                        <a:cubicBezTo>
                          <a:pt x="1351280" y="335929"/>
                          <a:pt x="1315720" y="333067"/>
                          <a:pt x="1280160" y="329184"/>
                        </a:cubicBezTo>
                        <a:cubicBezTo>
                          <a:pt x="1244600" y="325700"/>
                          <a:pt x="1209040" y="328229"/>
                          <a:pt x="1173480" y="329184"/>
                        </a:cubicBezTo>
                        <a:cubicBezTo>
                          <a:pt x="1137920" y="325466"/>
                          <a:pt x="1102360" y="327315"/>
                          <a:pt x="1066800" y="329184"/>
                        </a:cubicBezTo>
                        <a:cubicBezTo>
                          <a:pt x="1031240" y="329169"/>
                          <a:pt x="995680" y="319959"/>
                          <a:pt x="960120" y="329184"/>
                        </a:cubicBezTo>
                        <a:cubicBezTo>
                          <a:pt x="924560" y="331084"/>
                          <a:pt x="889000" y="331239"/>
                          <a:pt x="853440" y="329184"/>
                        </a:cubicBezTo>
                        <a:cubicBezTo>
                          <a:pt x="817880" y="335652"/>
                          <a:pt x="782320" y="334475"/>
                          <a:pt x="746760" y="329184"/>
                        </a:cubicBezTo>
                        <a:cubicBezTo>
                          <a:pt x="711200" y="326964"/>
                          <a:pt x="675640" y="321271"/>
                          <a:pt x="640080" y="329184"/>
                        </a:cubicBezTo>
                        <a:cubicBezTo>
                          <a:pt x="604520" y="320916"/>
                          <a:pt x="568960" y="332976"/>
                          <a:pt x="533400" y="329184"/>
                        </a:cubicBezTo>
                        <a:cubicBezTo>
                          <a:pt x="497840" y="334275"/>
                          <a:pt x="462280" y="332476"/>
                          <a:pt x="426720" y="329184"/>
                        </a:cubicBezTo>
                        <a:cubicBezTo>
                          <a:pt x="391160" y="325529"/>
                          <a:pt x="355600" y="334514"/>
                          <a:pt x="320040" y="329184"/>
                        </a:cubicBezTo>
                        <a:cubicBezTo>
                          <a:pt x="284480" y="322687"/>
                          <a:pt x="248920" y="330166"/>
                          <a:pt x="213360" y="329184"/>
                        </a:cubicBezTo>
                        <a:cubicBezTo>
                          <a:pt x="177800" y="336735"/>
                          <a:pt x="142240" y="336141"/>
                          <a:pt x="106680" y="329184"/>
                        </a:cubicBezTo>
                        <a:cubicBezTo>
                          <a:pt x="71120" y="336628"/>
                          <a:pt x="35560" y="321812"/>
                          <a:pt x="0" y="329184"/>
                        </a:cubicBezTo>
                        <a:cubicBezTo>
                          <a:pt x="-4629" y="292608"/>
                          <a:pt x="532" y="256032"/>
                          <a:pt x="0" y="219456"/>
                        </a:cubicBezTo>
                        <a:cubicBezTo>
                          <a:pt x="8572" y="182880"/>
                          <a:pt x="-283" y="146304"/>
                          <a:pt x="0" y="109728"/>
                        </a:cubicBezTo>
                        <a:cubicBezTo>
                          <a:pt x="2406" y="73152"/>
                          <a:pt x="1304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Queue label Emergency"/>
          <p:cNvSpPr txBox="1"/>
          <p:nvPr/>
        </p:nvSpPr>
        <p:spPr>
          <a:xfrm>
            <a:off x="8732520" y="4187952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C00000"/>
                </a:solidFill>
                <a:latin typeface="Ink Free" panose="03080402000500000000" pitchFamily="66" charset="0"/>
              </a:rPr>
              <a:t>Emergency</a:t>
            </a:r>
          </a:p>
        </p:txBody>
      </p:sp>
      <p:sp>
        <p:nvSpPr>
          <p:cNvPr id="130" name="Queue Permits"/>
          <p:cNvSpPr/>
          <p:nvPr/>
        </p:nvSpPr>
        <p:spPr>
          <a:xfrm>
            <a:off x="8732520" y="4590288"/>
            <a:ext cx="1600200" cy="329184"/>
          </a:xfrm>
          <a:custGeom>
            <a:avLst/>
            <a:gdLst/>
            <a:ahLst/>
            <a:cxnLst/>
            <a:rect l="l" t="t" r="r" b="b"/>
            <a:pathLst>
              <a:path w="1600200" h="329184">
                <a:moveTo>
                  <a:pt x="0" y="0"/>
                </a:moveTo>
                <a:cubicBezTo>
                  <a:pt x="35560" y="-1321"/>
                  <a:pt x="71120" y="-3944"/>
                  <a:pt x="106680" y="0"/>
                </a:cubicBezTo>
                <a:cubicBezTo>
                  <a:pt x="142240" y="1603"/>
                  <a:pt x="177800" y="-2193"/>
                  <a:pt x="213360" y="0"/>
                </a:cubicBezTo>
                <a:cubicBezTo>
                  <a:pt x="248920" y="4988"/>
                  <a:pt x="284480" y="-4491"/>
                  <a:pt x="320040" y="0"/>
                </a:cubicBezTo>
                <a:cubicBezTo>
                  <a:pt x="355600" y="4087"/>
                  <a:pt x="391160" y="9006"/>
                  <a:pt x="426720" y="0"/>
                </a:cubicBezTo>
                <a:cubicBezTo>
                  <a:pt x="462280" y="-3450"/>
                  <a:pt x="497840" y="2665"/>
                  <a:pt x="533400" y="0"/>
                </a:cubicBezTo>
                <a:cubicBezTo>
                  <a:pt x="568960" y="-2146"/>
                  <a:pt x="604520" y="-1731"/>
                  <a:pt x="640080" y="0"/>
                </a:cubicBezTo>
                <a:cubicBezTo>
                  <a:pt x="675640" y="2938"/>
                  <a:pt x="711200" y="1304"/>
                  <a:pt x="746760" y="0"/>
                </a:cubicBezTo>
                <a:cubicBezTo>
                  <a:pt x="782320" y="3691"/>
                  <a:pt x="817880" y="73"/>
                  <a:pt x="853440" y="0"/>
                </a:cubicBezTo>
                <a:cubicBezTo>
                  <a:pt x="889000" y="-7366"/>
                  <a:pt x="924560" y="-2386"/>
                  <a:pt x="960120" y="0"/>
                </a:cubicBezTo>
                <a:cubicBezTo>
                  <a:pt x="995680" y="-7516"/>
                  <a:pt x="1031240" y="-2782"/>
                  <a:pt x="1066800" y="0"/>
                </a:cubicBezTo>
                <a:cubicBezTo>
                  <a:pt x="1102360" y="-7598"/>
                  <a:pt x="1137920" y="-9271"/>
                  <a:pt x="1173480" y="0"/>
                </a:cubicBezTo>
                <a:cubicBezTo>
                  <a:pt x="1209040" y="6444"/>
                  <a:pt x="1244600" y="908"/>
                  <a:pt x="1280160" y="0"/>
                </a:cubicBezTo>
                <a:cubicBezTo>
                  <a:pt x="1315720" y="601"/>
                  <a:pt x="1351280" y="-3900"/>
                  <a:pt x="1386840" y="0"/>
                </a:cubicBezTo>
                <a:cubicBezTo>
                  <a:pt x="1422400" y="4086"/>
                  <a:pt x="1457960" y="-1226"/>
                  <a:pt x="1493520" y="0"/>
                </a:cubicBezTo>
                <a:cubicBezTo>
                  <a:pt x="1529080" y="8244"/>
                  <a:pt x="1564640" y="-2280"/>
                  <a:pt x="1600200" y="0"/>
                </a:cubicBezTo>
                <a:cubicBezTo>
                  <a:pt x="1593041" y="36576"/>
                  <a:pt x="1609977" y="73152"/>
                  <a:pt x="1600200" y="109728"/>
                </a:cubicBezTo>
                <a:cubicBezTo>
                  <a:pt x="1598122" y="146304"/>
                  <a:pt x="1597565" y="182880"/>
                  <a:pt x="1600200" y="219456"/>
                </a:cubicBezTo>
                <a:cubicBezTo>
                  <a:pt x="1597362" y="256032"/>
                  <a:pt x="1607969" y="292608"/>
                  <a:pt x="1600200" y="329184"/>
                </a:cubicBezTo>
                <a:cubicBezTo>
                  <a:pt x="1564640" y="324757"/>
                  <a:pt x="1529080" y="319795"/>
                  <a:pt x="1493520" y="329184"/>
                </a:cubicBezTo>
                <a:cubicBezTo>
                  <a:pt x="1457960" y="324636"/>
                  <a:pt x="1422400" y="328831"/>
                  <a:pt x="1386840" y="329184"/>
                </a:cubicBezTo>
                <a:cubicBezTo>
                  <a:pt x="1351280" y="331947"/>
                  <a:pt x="1315720" y="325389"/>
                  <a:pt x="1280160" y="329184"/>
                </a:cubicBezTo>
                <a:cubicBezTo>
                  <a:pt x="1244600" y="330496"/>
                  <a:pt x="1209040" y="320350"/>
                  <a:pt x="1173480" y="329184"/>
                </a:cubicBezTo>
                <a:cubicBezTo>
                  <a:pt x="1137920" y="332671"/>
                  <a:pt x="1102360" y="329203"/>
                  <a:pt x="1066800" y="329184"/>
                </a:cubicBezTo>
                <a:cubicBezTo>
                  <a:pt x="1031240" y="324692"/>
                  <a:pt x="995680" y="320485"/>
                  <a:pt x="960120" y="329184"/>
                </a:cubicBezTo>
                <a:cubicBezTo>
                  <a:pt x="924560" y="329308"/>
                  <a:pt x="889000" y="326096"/>
                  <a:pt x="853440" y="329184"/>
                </a:cubicBezTo>
                <a:cubicBezTo>
                  <a:pt x="817880" y="324060"/>
                  <a:pt x="782320" y="322871"/>
                  <a:pt x="746760" y="329184"/>
                </a:cubicBezTo>
                <a:cubicBezTo>
                  <a:pt x="711200" y="325087"/>
                  <a:pt x="675640" y="325484"/>
                  <a:pt x="640080" y="329184"/>
                </a:cubicBezTo>
                <a:cubicBezTo>
                  <a:pt x="604520" y="337548"/>
                  <a:pt x="568960" y="334825"/>
                  <a:pt x="533400" y="329184"/>
                </a:cubicBezTo>
                <a:cubicBezTo>
                  <a:pt x="497840" y="331519"/>
                  <a:pt x="462280" y="338649"/>
                  <a:pt x="426720" y="329184"/>
                </a:cubicBezTo>
                <a:cubicBezTo>
                  <a:pt x="391160" y="328706"/>
                  <a:pt x="355600" y="336158"/>
                  <a:pt x="320040" y="329184"/>
                </a:cubicBezTo>
                <a:cubicBezTo>
                  <a:pt x="284480" y="328249"/>
                  <a:pt x="248920" y="324301"/>
                  <a:pt x="213360" y="329184"/>
                </a:cubicBezTo>
                <a:cubicBezTo>
                  <a:pt x="177800" y="323197"/>
                  <a:pt x="142240" y="334476"/>
                  <a:pt x="106680" y="329184"/>
                </a:cubicBezTo>
                <a:cubicBezTo>
                  <a:pt x="71120" y="337593"/>
                  <a:pt x="35560" y="319930"/>
                  <a:pt x="0" y="329184"/>
                </a:cubicBezTo>
                <a:cubicBezTo>
                  <a:pt x="-4568" y="292608"/>
                  <a:pt x="2427" y="256032"/>
                  <a:pt x="0" y="219456"/>
                </a:cubicBezTo>
                <a:cubicBezTo>
                  <a:pt x="-9006" y="182880"/>
                  <a:pt x="8419" y="146304"/>
                  <a:pt x="0" y="109728"/>
                </a:cubicBezTo>
                <a:cubicBezTo>
                  <a:pt x="-2492" y="73152"/>
                  <a:pt x="4579" y="36576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1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-1321"/>
                          <a:pt x="71120" y="-3944"/>
                          <a:pt x="106680" y="0"/>
                        </a:cubicBezTo>
                        <a:cubicBezTo>
                          <a:pt x="142240" y="1603"/>
                          <a:pt x="177800" y="-2193"/>
                          <a:pt x="213360" y="0"/>
                        </a:cubicBezTo>
                        <a:cubicBezTo>
                          <a:pt x="248920" y="4988"/>
                          <a:pt x="284480" y="-4491"/>
                          <a:pt x="320040" y="0"/>
                        </a:cubicBezTo>
                        <a:cubicBezTo>
                          <a:pt x="355600" y="4087"/>
                          <a:pt x="391160" y="9006"/>
                          <a:pt x="426720" y="0"/>
                        </a:cubicBezTo>
                        <a:cubicBezTo>
                          <a:pt x="462280" y="-3450"/>
                          <a:pt x="497840" y="2665"/>
                          <a:pt x="533400" y="0"/>
                        </a:cubicBezTo>
                        <a:cubicBezTo>
                          <a:pt x="568960" y="-2146"/>
                          <a:pt x="604520" y="-1731"/>
                          <a:pt x="640080" y="0"/>
                        </a:cubicBezTo>
                        <a:cubicBezTo>
                          <a:pt x="675640" y="2938"/>
                          <a:pt x="711200" y="1304"/>
                          <a:pt x="746760" y="0"/>
                        </a:cubicBezTo>
                        <a:cubicBezTo>
                          <a:pt x="782320" y="3691"/>
                          <a:pt x="817880" y="73"/>
                          <a:pt x="853440" y="0"/>
                        </a:cubicBezTo>
                        <a:cubicBezTo>
                          <a:pt x="889000" y="-7366"/>
                          <a:pt x="924560" y="-2386"/>
                          <a:pt x="960120" y="0"/>
                        </a:cubicBezTo>
                        <a:cubicBezTo>
                          <a:pt x="995680" y="-7516"/>
                          <a:pt x="1031240" y="-2782"/>
                          <a:pt x="1066800" y="0"/>
                        </a:cubicBezTo>
                        <a:cubicBezTo>
                          <a:pt x="1102360" y="-7598"/>
                          <a:pt x="1137920" y="-9271"/>
                          <a:pt x="1173480" y="0"/>
                        </a:cubicBezTo>
                        <a:cubicBezTo>
                          <a:pt x="1209040" y="6444"/>
                          <a:pt x="1244600" y="908"/>
                          <a:pt x="1280160" y="0"/>
                        </a:cubicBezTo>
                        <a:cubicBezTo>
                          <a:pt x="1315720" y="601"/>
                          <a:pt x="1351280" y="-3900"/>
                          <a:pt x="1386840" y="0"/>
                        </a:cubicBezTo>
                        <a:cubicBezTo>
                          <a:pt x="1422400" y="4086"/>
                          <a:pt x="1457960" y="-1226"/>
                          <a:pt x="1493520" y="0"/>
                        </a:cubicBezTo>
                        <a:cubicBezTo>
                          <a:pt x="1529080" y="8244"/>
                          <a:pt x="1564640" y="-2280"/>
                          <a:pt x="1600200" y="0"/>
                        </a:cubicBezTo>
                        <a:cubicBezTo>
                          <a:pt x="1593041" y="36576"/>
                          <a:pt x="1609977" y="73152"/>
                          <a:pt x="1600200" y="109728"/>
                        </a:cubicBezTo>
                        <a:cubicBezTo>
                          <a:pt x="1598122" y="146304"/>
                          <a:pt x="1597565" y="182880"/>
                          <a:pt x="1600200" y="219456"/>
                        </a:cubicBezTo>
                        <a:cubicBezTo>
                          <a:pt x="1597362" y="256032"/>
                          <a:pt x="1607969" y="292608"/>
                          <a:pt x="1600200" y="329184"/>
                        </a:cubicBezTo>
                        <a:cubicBezTo>
                          <a:pt x="1564640" y="324757"/>
                          <a:pt x="1529080" y="319795"/>
                          <a:pt x="1493520" y="329184"/>
                        </a:cubicBezTo>
                        <a:cubicBezTo>
                          <a:pt x="1457960" y="324636"/>
                          <a:pt x="1422400" y="328831"/>
                          <a:pt x="1386840" y="329184"/>
                        </a:cubicBezTo>
                        <a:cubicBezTo>
                          <a:pt x="1351280" y="331947"/>
                          <a:pt x="1315720" y="325389"/>
                          <a:pt x="1280160" y="329184"/>
                        </a:cubicBezTo>
                        <a:cubicBezTo>
                          <a:pt x="1244600" y="330496"/>
                          <a:pt x="1209040" y="320350"/>
                          <a:pt x="1173480" y="329184"/>
                        </a:cubicBezTo>
                        <a:cubicBezTo>
                          <a:pt x="1137920" y="332671"/>
                          <a:pt x="1102360" y="329203"/>
                          <a:pt x="1066800" y="329184"/>
                        </a:cubicBezTo>
                        <a:cubicBezTo>
                          <a:pt x="1031240" y="324692"/>
                          <a:pt x="995680" y="320485"/>
                          <a:pt x="960120" y="329184"/>
                        </a:cubicBezTo>
                        <a:cubicBezTo>
                          <a:pt x="924560" y="329308"/>
                          <a:pt x="889000" y="326096"/>
                          <a:pt x="853440" y="329184"/>
                        </a:cubicBezTo>
                        <a:cubicBezTo>
                          <a:pt x="817880" y="324060"/>
                          <a:pt x="782320" y="322871"/>
                          <a:pt x="746760" y="329184"/>
                        </a:cubicBezTo>
                        <a:cubicBezTo>
                          <a:pt x="711200" y="325087"/>
                          <a:pt x="675640" y="325484"/>
                          <a:pt x="640080" y="329184"/>
                        </a:cubicBezTo>
                        <a:cubicBezTo>
                          <a:pt x="604520" y="337548"/>
                          <a:pt x="568960" y="334825"/>
                          <a:pt x="533400" y="329184"/>
                        </a:cubicBezTo>
                        <a:cubicBezTo>
                          <a:pt x="497840" y="331519"/>
                          <a:pt x="462280" y="338649"/>
                          <a:pt x="426720" y="329184"/>
                        </a:cubicBezTo>
                        <a:cubicBezTo>
                          <a:pt x="391160" y="328706"/>
                          <a:pt x="355600" y="336158"/>
                          <a:pt x="320040" y="329184"/>
                        </a:cubicBezTo>
                        <a:cubicBezTo>
                          <a:pt x="284480" y="328249"/>
                          <a:pt x="248920" y="324301"/>
                          <a:pt x="213360" y="329184"/>
                        </a:cubicBezTo>
                        <a:cubicBezTo>
                          <a:pt x="177800" y="323197"/>
                          <a:pt x="142240" y="334476"/>
                          <a:pt x="106680" y="329184"/>
                        </a:cubicBezTo>
                        <a:cubicBezTo>
                          <a:pt x="71120" y="337593"/>
                          <a:pt x="35560" y="319930"/>
                          <a:pt x="0" y="329184"/>
                        </a:cubicBezTo>
                        <a:cubicBezTo>
                          <a:pt x="-4568" y="292608"/>
                          <a:pt x="2427" y="256032"/>
                          <a:pt x="0" y="219456"/>
                        </a:cubicBezTo>
                        <a:cubicBezTo>
                          <a:pt x="-9006" y="182880"/>
                          <a:pt x="8419" y="146304"/>
                          <a:pt x="0" y="109728"/>
                        </a:cubicBezTo>
                        <a:cubicBezTo>
                          <a:pt x="-2492" y="73152"/>
                          <a:pt x="4579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Queue label Permits"/>
          <p:cNvSpPr txBox="1"/>
          <p:nvPr/>
        </p:nvSpPr>
        <p:spPr>
          <a:xfrm>
            <a:off x="8732520" y="4617720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Permits</a:t>
            </a:r>
          </a:p>
        </p:txBody>
      </p:sp>
      <p:sp>
        <p:nvSpPr>
          <p:cNvPr id="132" name="Queue Conditions"/>
          <p:cNvSpPr/>
          <p:nvPr/>
        </p:nvSpPr>
        <p:spPr>
          <a:xfrm>
            <a:off x="8732520" y="5020056"/>
            <a:ext cx="1600200" cy="329184"/>
          </a:xfrm>
          <a:custGeom>
            <a:avLst/>
            <a:gdLst/>
            <a:ahLst/>
            <a:cxnLst/>
            <a:rect l="l" t="t" r="r" b="b"/>
            <a:pathLst>
              <a:path w="1600200" h="329184">
                <a:moveTo>
                  <a:pt x="0" y="0"/>
                </a:moveTo>
                <a:cubicBezTo>
                  <a:pt x="35560" y="9320"/>
                  <a:pt x="71120" y="2822"/>
                  <a:pt x="106680" y="0"/>
                </a:cubicBezTo>
                <a:cubicBezTo>
                  <a:pt x="142240" y="-1910"/>
                  <a:pt x="177800" y="-8334"/>
                  <a:pt x="213360" y="0"/>
                </a:cubicBezTo>
                <a:cubicBezTo>
                  <a:pt x="248920" y="8107"/>
                  <a:pt x="284480" y="3457"/>
                  <a:pt x="320040" y="0"/>
                </a:cubicBezTo>
                <a:cubicBezTo>
                  <a:pt x="355600" y="611"/>
                  <a:pt x="391160" y="-5820"/>
                  <a:pt x="426720" y="0"/>
                </a:cubicBezTo>
                <a:cubicBezTo>
                  <a:pt x="462280" y="381"/>
                  <a:pt x="497840" y="237"/>
                  <a:pt x="533400" y="0"/>
                </a:cubicBezTo>
                <a:cubicBezTo>
                  <a:pt x="568960" y="4970"/>
                  <a:pt x="604520" y="1889"/>
                  <a:pt x="640080" y="0"/>
                </a:cubicBezTo>
                <a:cubicBezTo>
                  <a:pt x="675640" y="3546"/>
                  <a:pt x="711200" y="-650"/>
                  <a:pt x="746760" y="0"/>
                </a:cubicBezTo>
                <a:cubicBezTo>
                  <a:pt x="782320" y="5820"/>
                  <a:pt x="817880" y="3101"/>
                  <a:pt x="853440" y="0"/>
                </a:cubicBezTo>
                <a:cubicBezTo>
                  <a:pt x="889000" y="-6310"/>
                  <a:pt x="924560" y="-3795"/>
                  <a:pt x="960120" y="0"/>
                </a:cubicBezTo>
                <a:cubicBezTo>
                  <a:pt x="995680" y="4321"/>
                  <a:pt x="1031240" y="4908"/>
                  <a:pt x="1066800" y="0"/>
                </a:cubicBezTo>
                <a:cubicBezTo>
                  <a:pt x="1102360" y="-4374"/>
                  <a:pt x="1137920" y="-5560"/>
                  <a:pt x="1173480" y="0"/>
                </a:cubicBezTo>
                <a:cubicBezTo>
                  <a:pt x="1209040" y="6515"/>
                  <a:pt x="1244600" y="-6013"/>
                  <a:pt x="1280160" y="0"/>
                </a:cubicBezTo>
                <a:cubicBezTo>
                  <a:pt x="1315720" y="6889"/>
                  <a:pt x="1351280" y="-839"/>
                  <a:pt x="1386840" y="0"/>
                </a:cubicBezTo>
                <a:cubicBezTo>
                  <a:pt x="1422400" y="-6584"/>
                  <a:pt x="1457960" y="-768"/>
                  <a:pt x="1493520" y="0"/>
                </a:cubicBezTo>
                <a:cubicBezTo>
                  <a:pt x="1529080" y="-3905"/>
                  <a:pt x="1564640" y="2031"/>
                  <a:pt x="1600200" y="0"/>
                </a:cubicBezTo>
                <a:cubicBezTo>
                  <a:pt x="1598709" y="36576"/>
                  <a:pt x="1603004" y="73152"/>
                  <a:pt x="1600200" y="109728"/>
                </a:cubicBezTo>
                <a:cubicBezTo>
                  <a:pt x="1597389" y="146304"/>
                  <a:pt x="1602190" y="182880"/>
                  <a:pt x="1600200" y="219456"/>
                </a:cubicBezTo>
                <a:cubicBezTo>
                  <a:pt x="1604839" y="256032"/>
                  <a:pt x="1608798" y="292608"/>
                  <a:pt x="1600200" y="329184"/>
                </a:cubicBezTo>
                <a:cubicBezTo>
                  <a:pt x="1564640" y="328244"/>
                  <a:pt x="1529080" y="338367"/>
                  <a:pt x="1493520" y="329184"/>
                </a:cubicBezTo>
                <a:cubicBezTo>
                  <a:pt x="1457960" y="325738"/>
                  <a:pt x="1422400" y="320254"/>
                  <a:pt x="1386840" y="329184"/>
                </a:cubicBezTo>
                <a:cubicBezTo>
                  <a:pt x="1351280" y="334367"/>
                  <a:pt x="1315720" y="338517"/>
                  <a:pt x="1280160" y="329184"/>
                </a:cubicBezTo>
                <a:cubicBezTo>
                  <a:pt x="1244600" y="319959"/>
                  <a:pt x="1209040" y="335067"/>
                  <a:pt x="1173480" y="329184"/>
                </a:cubicBezTo>
                <a:cubicBezTo>
                  <a:pt x="1137920" y="324287"/>
                  <a:pt x="1102360" y="331824"/>
                  <a:pt x="1066800" y="329184"/>
                </a:cubicBezTo>
                <a:cubicBezTo>
                  <a:pt x="1031240" y="326870"/>
                  <a:pt x="995680" y="329702"/>
                  <a:pt x="960120" y="329184"/>
                </a:cubicBezTo>
                <a:cubicBezTo>
                  <a:pt x="924560" y="328616"/>
                  <a:pt x="889000" y="333443"/>
                  <a:pt x="853440" y="329184"/>
                </a:cubicBezTo>
                <a:cubicBezTo>
                  <a:pt x="817880" y="337103"/>
                  <a:pt x="782320" y="337595"/>
                  <a:pt x="746760" y="329184"/>
                </a:cubicBezTo>
                <a:cubicBezTo>
                  <a:pt x="711200" y="333825"/>
                  <a:pt x="675640" y="338100"/>
                  <a:pt x="640080" y="329184"/>
                </a:cubicBezTo>
                <a:cubicBezTo>
                  <a:pt x="604520" y="321143"/>
                  <a:pt x="568960" y="327439"/>
                  <a:pt x="533400" y="329184"/>
                </a:cubicBezTo>
                <a:cubicBezTo>
                  <a:pt x="497840" y="325355"/>
                  <a:pt x="462280" y="333727"/>
                  <a:pt x="426720" y="329184"/>
                </a:cubicBezTo>
                <a:cubicBezTo>
                  <a:pt x="391160" y="326384"/>
                  <a:pt x="355600" y="336836"/>
                  <a:pt x="320040" y="329184"/>
                </a:cubicBezTo>
                <a:cubicBezTo>
                  <a:pt x="284480" y="332015"/>
                  <a:pt x="248920" y="321610"/>
                  <a:pt x="213360" y="329184"/>
                </a:cubicBezTo>
                <a:cubicBezTo>
                  <a:pt x="177800" y="320148"/>
                  <a:pt x="142240" y="328005"/>
                  <a:pt x="106680" y="329184"/>
                </a:cubicBezTo>
                <a:cubicBezTo>
                  <a:pt x="71120" y="328090"/>
                  <a:pt x="35560" y="336258"/>
                  <a:pt x="0" y="329184"/>
                </a:cubicBezTo>
                <a:cubicBezTo>
                  <a:pt x="3358" y="292608"/>
                  <a:pt x="2624" y="256032"/>
                  <a:pt x="0" y="219456"/>
                </a:cubicBezTo>
                <a:cubicBezTo>
                  <a:pt x="-8352" y="182880"/>
                  <a:pt x="9335" y="146304"/>
                  <a:pt x="0" y="109728"/>
                </a:cubicBezTo>
                <a:cubicBezTo>
                  <a:pt x="2061" y="73152"/>
                  <a:pt x="9376" y="36576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2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9320"/>
                          <a:pt x="71120" y="2822"/>
                          <a:pt x="106680" y="0"/>
                        </a:cubicBezTo>
                        <a:cubicBezTo>
                          <a:pt x="142240" y="-1910"/>
                          <a:pt x="177800" y="-8334"/>
                          <a:pt x="213360" y="0"/>
                        </a:cubicBezTo>
                        <a:cubicBezTo>
                          <a:pt x="248920" y="8107"/>
                          <a:pt x="284480" y="3457"/>
                          <a:pt x="320040" y="0"/>
                        </a:cubicBezTo>
                        <a:cubicBezTo>
                          <a:pt x="355600" y="611"/>
                          <a:pt x="391160" y="-5820"/>
                          <a:pt x="426720" y="0"/>
                        </a:cubicBezTo>
                        <a:cubicBezTo>
                          <a:pt x="462280" y="381"/>
                          <a:pt x="497840" y="237"/>
                          <a:pt x="533400" y="0"/>
                        </a:cubicBezTo>
                        <a:cubicBezTo>
                          <a:pt x="568960" y="4970"/>
                          <a:pt x="604520" y="1889"/>
                          <a:pt x="640080" y="0"/>
                        </a:cubicBezTo>
                        <a:cubicBezTo>
                          <a:pt x="675640" y="3546"/>
                          <a:pt x="711200" y="-650"/>
                          <a:pt x="746760" y="0"/>
                        </a:cubicBezTo>
                        <a:cubicBezTo>
                          <a:pt x="782320" y="5820"/>
                          <a:pt x="817880" y="3101"/>
                          <a:pt x="853440" y="0"/>
                        </a:cubicBezTo>
                        <a:cubicBezTo>
                          <a:pt x="889000" y="-6310"/>
                          <a:pt x="924560" y="-3795"/>
                          <a:pt x="960120" y="0"/>
                        </a:cubicBezTo>
                        <a:cubicBezTo>
                          <a:pt x="995680" y="4321"/>
                          <a:pt x="1031240" y="4908"/>
                          <a:pt x="1066800" y="0"/>
                        </a:cubicBezTo>
                        <a:cubicBezTo>
                          <a:pt x="1102360" y="-4374"/>
                          <a:pt x="1137920" y="-5560"/>
                          <a:pt x="1173480" y="0"/>
                        </a:cubicBezTo>
                        <a:cubicBezTo>
                          <a:pt x="1209040" y="6515"/>
                          <a:pt x="1244600" y="-6013"/>
                          <a:pt x="1280160" y="0"/>
                        </a:cubicBezTo>
                        <a:cubicBezTo>
                          <a:pt x="1315720" y="6889"/>
                          <a:pt x="1351280" y="-839"/>
                          <a:pt x="1386840" y="0"/>
                        </a:cubicBezTo>
                        <a:cubicBezTo>
                          <a:pt x="1422400" y="-6584"/>
                          <a:pt x="1457960" y="-768"/>
                          <a:pt x="1493520" y="0"/>
                        </a:cubicBezTo>
                        <a:cubicBezTo>
                          <a:pt x="1529080" y="-3905"/>
                          <a:pt x="1564640" y="2031"/>
                          <a:pt x="1600200" y="0"/>
                        </a:cubicBezTo>
                        <a:cubicBezTo>
                          <a:pt x="1598709" y="36576"/>
                          <a:pt x="1603004" y="73152"/>
                          <a:pt x="1600200" y="109728"/>
                        </a:cubicBezTo>
                        <a:cubicBezTo>
                          <a:pt x="1597389" y="146304"/>
                          <a:pt x="1602190" y="182880"/>
                          <a:pt x="1600200" y="219456"/>
                        </a:cubicBezTo>
                        <a:cubicBezTo>
                          <a:pt x="1604839" y="256032"/>
                          <a:pt x="1608798" y="292608"/>
                          <a:pt x="1600200" y="329184"/>
                        </a:cubicBezTo>
                        <a:cubicBezTo>
                          <a:pt x="1564640" y="328244"/>
                          <a:pt x="1529080" y="338367"/>
                          <a:pt x="1493520" y="329184"/>
                        </a:cubicBezTo>
                        <a:cubicBezTo>
                          <a:pt x="1457960" y="325738"/>
                          <a:pt x="1422400" y="320254"/>
                          <a:pt x="1386840" y="329184"/>
                        </a:cubicBezTo>
                        <a:cubicBezTo>
                          <a:pt x="1351280" y="334367"/>
                          <a:pt x="1315720" y="338517"/>
                          <a:pt x="1280160" y="329184"/>
                        </a:cubicBezTo>
                        <a:cubicBezTo>
                          <a:pt x="1244600" y="319959"/>
                          <a:pt x="1209040" y="335067"/>
                          <a:pt x="1173480" y="329184"/>
                        </a:cubicBezTo>
                        <a:cubicBezTo>
                          <a:pt x="1137920" y="324287"/>
                          <a:pt x="1102360" y="331824"/>
                          <a:pt x="1066800" y="329184"/>
                        </a:cubicBezTo>
                        <a:cubicBezTo>
                          <a:pt x="1031240" y="326870"/>
                          <a:pt x="995680" y="329702"/>
                          <a:pt x="960120" y="329184"/>
                        </a:cubicBezTo>
                        <a:cubicBezTo>
                          <a:pt x="924560" y="328616"/>
                          <a:pt x="889000" y="333443"/>
                          <a:pt x="853440" y="329184"/>
                        </a:cubicBezTo>
                        <a:cubicBezTo>
                          <a:pt x="817880" y="337103"/>
                          <a:pt x="782320" y="337595"/>
                          <a:pt x="746760" y="329184"/>
                        </a:cubicBezTo>
                        <a:cubicBezTo>
                          <a:pt x="711200" y="333825"/>
                          <a:pt x="675640" y="338100"/>
                          <a:pt x="640080" y="329184"/>
                        </a:cubicBezTo>
                        <a:cubicBezTo>
                          <a:pt x="604520" y="321143"/>
                          <a:pt x="568960" y="327439"/>
                          <a:pt x="533400" y="329184"/>
                        </a:cubicBezTo>
                        <a:cubicBezTo>
                          <a:pt x="497840" y="325355"/>
                          <a:pt x="462280" y="333727"/>
                          <a:pt x="426720" y="329184"/>
                        </a:cubicBezTo>
                        <a:cubicBezTo>
                          <a:pt x="391160" y="326384"/>
                          <a:pt x="355600" y="336836"/>
                          <a:pt x="320040" y="329184"/>
                        </a:cubicBezTo>
                        <a:cubicBezTo>
                          <a:pt x="284480" y="332015"/>
                          <a:pt x="248920" y="321610"/>
                          <a:pt x="213360" y="329184"/>
                        </a:cubicBezTo>
                        <a:cubicBezTo>
                          <a:pt x="177800" y="320148"/>
                          <a:pt x="142240" y="328005"/>
                          <a:pt x="106680" y="329184"/>
                        </a:cubicBezTo>
                        <a:cubicBezTo>
                          <a:pt x="71120" y="328090"/>
                          <a:pt x="35560" y="336258"/>
                          <a:pt x="0" y="329184"/>
                        </a:cubicBezTo>
                        <a:cubicBezTo>
                          <a:pt x="3358" y="292608"/>
                          <a:pt x="2624" y="256032"/>
                          <a:pt x="0" y="219456"/>
                        </a:cubicBezTo>
                        <a:cubicBezTo>
                          <a:pt x="-8352" y="182880"/>
                          <a:pt x="9335" y="146304"/>
                          <a:pt x="0" y="109728"/>
                        </a:cubicBezTo>
                        <a:cubicBezTo>
                          <a:pt x="2061" y="73152"/>
                          <a:pt x="9376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Queue label Conditions"/>
          <p:cNvSpPr txBox="1"/>
          <p:nvPr/>
        </p:nvSpPr>
        <p:spPr>
          <a:xfrm>
            <a:off x="8732520" y="5047488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Conditions</a:t>
            </a:r>
          </a:p>
        </p:txBody>
      </p:sp>
      <p:sp>
        <p:nvSpPr>
          <p:cNvPr id="134" name="More queues"/>
          <p:cNvSpPr txBox="1"/>
          <p:nvPr/>
        </p:nvSpPr>
        <p:spPr>
          <a:xfrm>
            <a:off x="8732520" y="5449824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+ 4 more queues</a:t>
            </a:r>
          </a:p>
        </p:txBody>
      </p:sp>
      <p:sp>
        <p:nvSpPr>
          <p:cNvPr id="13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switch on label</a:t>
            </a:r>
          </a:p>
        </p:txBody>
      </p:sp>
      <p:cxnSp>
        <p:nvCxnSpPr>
          <p:cNvPr id="136" name="App-BottomLeft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8679"/>
                    <a:pt x="68667" y="38987"/>
                    <a:pt x="62000" y="38000"/>
                  </a:cubicBezTo>
                  <a:cubicBezTo>
                    <a:pt x="62370" y="34000"/>
                    <a:pt x="62355" y="30000"/>
                    <a:pt x="62000" y="26000"/>
                  </a:cubicBezTo>
                  <a:cubicBezTo>
                    <a:pt x="68667" y="25077"/>
                    <a:pt x="75333" y="24852"/>
                    <a:pt x="82000" y="26000"/>
                  </a:cubicBezTo>
                  <a:cubicBezTo>
                    <a:pt x="81872" y="30000"/>
                    <a:pt x="81296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2971"/>
                    <a:pt x="68667" y="54338"/>
                    <a:pt x="62000" y="54000"/>
                  </a:cubicBezTo>
                  <a:cubicBezTo>
                    <a:pt x="61704" y="50000"/>
                    <a:pt x="61642" y="46000"/>
                    <a:pt x="62000" y="42000"/>
                  </a:cubicBezTo>
                  <a:cubicBezTo>
                    <a:pt x="68667" y="42189"/>
                    <a:pt x="75333" y="41365"/>
                    <a:pt x="82000" y="42000"/>
                  </a:cubicBezTo>
                  <a:cubicBezTo>
                    <a:pt x="82454" y="46000"/>
                    <a:pt x="82390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853"/>
                    <a:pt x="68667" y="68932"/>
                    <a:pt x="62000" y="70000"/>
                  </a:cubicBezTo>
                  <a:cubicBezTo>
                    <a:pt x="62009" y="66000"/>
                    <a:pt x="62375" y="62000"/>
                    <a:pt x="62000" y="58000"/>
                  </a:cubicBezTo>
                  <a:cubicBezTo>
                    <a:pt x="68667" y="58736"/>
                    <a:pt x="75333" y="58047"/>
                    <a:pt x="82000" y="58000"/>
                  </a:cubicBezTo>
                  <a:cubicBezTo>
                    <a:pt x="81958" y="62000"/>
                    <a:pt x="82120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7845" y="66000"/>
                    <a:pt x="37685" y="62000"/>
                    <a:pt x="38000" y="58000"/>
                  </a:cubicBezTo>
                  <a:cubicBezTo>
                    <a:pt x="44667" y="57242"/>
                    <a:pt x="51333" y="58631"/>
                    <a:pt x="58000" y="58000"/>
                  </a:cubicBezTo>
                  <a:cubicBezTo>
                    <a:pt x="57393" y="62000"/>
                    <a:pt x="57766" y="66000"/>
                    <a:pt x="58000" y="70000"/>
                  </a:cubicBezTo>
                  <a:cubicBezTo>
                    <a:pt x="51333" y="70200"/>
                    <a:pt x="44667" y="70430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4363" y="66000"/>
                    <a:pt x="14594" y="62000"/>
                    <a:pt x="14000" y="58000"/>
                  </a:cubicBezTo>
                  <a:cubicBezTo>
                    <a:pt x="20667" y="57271"/>
                    <a:pt x="27333" y="57070"/>
                    <a:pt x="34000" y="58000"/>
                  </a:cubicBezTo>
                  <a:cubicBezTo>
                    <a:pt x="34453" y="62000"/>
                    <a:pt x="33767" y="66000"/>
                    <a:pt x="34000" y="70000"/>
                  </a:cubicBezTo>
                  <a:cubicBezTo>
                    <a:pt x="27333" y="69106"/>
                    <a:pt x="20667" y="69446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1502"/>
                    <a:pt x="27333" y="41263"/>
                    <a:pt x="34000" y="42000"/>
                  </a:cubicBezTo>
                  <a:cubicBezTo>
                    <a:pt x="33493" y="46000"/>
                    <a:pt x="34038" y="50000"/>
                    <a:pt x="34000" y="54000"/>
                  </a:cubicBezTo>
                  <a:cubicBezTo>
                    <a:pt x="27333" y="53099"/>
                    <a:pt x="20667" y="54727"/>
                    <a:pt x="14000" y="54000"/>
                  </a:cubicBezTo>
                  <a:cubicBezTo>
                    <a:pt x="14221" y="50000"/>
                    <a:pt x="13532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5245"/>
                    <a:pt x="27333" y="25696"/>
                    <a:pt x="34000" y="26000"/>
                  </a:cubicBezTo>
                  <a:cubicBezTo>
                    <a:pt x="33976" y="30000"/>
                    <a:pt x="33740" y="34000"/>
                    <a:pt x="34000" y="38000"/>
                  </a:cubicBezTo>
                  <a:cubicBezTo>
                    <a:pt x="27333" y="39113"/>
                    <a:pt x="20667" y="38699"/>
                    <a:pt x="14000" y="38000"/>
                  </a:cubicBezTo>
                  <a:cubicBezTo>
                    <a:pt x="14501" y="34000"/>
                    <a:pt x="13470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080" y="46000"/>
                    <a:pt x="57839" y="50000"/>
                    <a:pt x="58000" y="54000"/>
                  </a:cubicBezTo>
                  <a:cubicBezTo>
                    <a:pt x="51333" y="53404"/>
                    <a:pt x="44667" y="54089"/>
                    <a:pt x="38000" y="54000"/>
                  </a:cubicBezTo>
                  <a:cubicBezTo>
                    <a:pt x="38045" y="50000"/>
                    <a:pt x="38103" y="46000"/>
                    <a:pt x="38000" y="42000"/>
                  </a:cubicBezTo>
                  <a:cubicBezTo>
                    <a:pt x="44667" y="41836"/>
                    <a:pt x="51333" y="42172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8705" y="30000"/>
                    <a:pt x="58680" y="34000"/>
                    <a:pt x="58000" y="38000"/>
                  </a:cubicBezTo>
                  <a:cubicBezTo>
                    <a:pt x="51333" y="36861"/>
                    <a:pt x="44667" y="38220"/>
                    <a:pt x="38000" y="38000"/>
                  </a:cubicBezTo>
                  <a:cubicBezTo>
                    <a:pt x="37657" y="34000"/>
                    <a:pt x="38414" y="30000"/>
                    <a:pt x="38000" y="26000"/>
                  </a:cubicBezTo>
                  <a:cubicBezTo>
                    <a:pt x="44667" y="25242"/>
                    <a:pt x="51333" y="25486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474" y="26222"/>
                    <a:pt x="7389" y="32444"/>
                    <a:pt x="8000" y="38667"/>
                  </a:cubicBezTo>
                  <a:cubicBezTo>
                    <a:pt x="8017" y="44889"/>
                    <a:pt x="7277" y="51111"/>
                    <a:pt x="8000" y="57333"/>
                  </a:cubicBezTo>
                  <a:cubicBezTo>
                    <a:pt x="7677" y="63556"/>
                    <a:pt x="8652" y="69778"/>
                    <a:pt x="8000" y="76000"/>
                  </a:cubicBezTo>
                  <a:cubicBezTo>
                    <a:pt x="14667" y="74902"/>
                    <a:pt x="21333" y="75277"/>
                    <a:pt x="28000" y="76000"/>
                  </a:cubicBezTo>
                  <a:cubicBezTo>
                    <a:pt x="34667" y="76349"/>
                    <a:pt x="41333" y="75841"/>
                    <a:pt x="48000" y="76000"/>
                  </a:cubicBezTo>
                  <a:cubicBezTo>
                    <a:pt x="54667" y="76893"/>
                    <a:pt x="61333" y="75044"/>
                    <a:pt x="68000" y="76000"/>
                  </a:cubicBezTo>
                  <a:cubicBezTo>
                    <a:pt x="74667" y="75243"/>
                    <a:pt x="81333" y="75106"/>
                    <a:pt x="88000" y="76000"/>
                  </a:cubicBezTo>
                  <a:cubicBezTo>
                    <a:pt x="87753" y="69778"/>
                    <a:pt x="88335" y="63556"/>
                    <a:pt x="88000" y="57333"/>
                  </a:cubicBezTo>
                  <a:cubicBezTo>
                    <a:pt x="89065" y="51111"/>
                    <a:pt x="87417" y="44889"/>
                    <a:pt x="88000" y="38667"/>
                  </a:cubicBezTo>
                  <a:cubicBezTo>
                    <a:pt x="86964" y="32444"/>
                    <a:pt x="88330" y="26222"/>
                    <a:pt x="88000" y="20000"/>
                  </a:cubicBezTo>
                  <a:cubicBezTo>
                    <a:pt x="81333" y="18861"/>
                    <a:pt x="74667" y="19355"/>
                    <a:pt x="68000" y="20000"/>
                  </a:cubicBezTo>
                  <a:cubicBezTo>
                    <a:pt x="61333" y="19308"/>
                    <a:pt x="54667" y="21112"/>
                    <a:pt x="48000" y="20000"/>
                  </a:cubicBezTo>
                  <a:cubicBezTo>
                    <a:pt x="41333" y="20213"/>
                    <a:pt x="34667" y="20400"/>
                    <a:pt x="28000" y="20000"/>
                  </a:cubicBezTo>
                  <a:cubicBezTo>
                    <a:pt x="21333" y="19741"/>
                    <a:pt x="14667" y="19343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679"/>
                            <a:pt x="68667" y="38987"/>
                            <a:pt x="62000" y="38000"/>
                          </a:cubicBezTo>
                          <a:cubicBezTo>
                            <a:pt x="62370" y="34000"/>
                            <a:pt x="62355" y="30000"/>
                            <a:pt x="62000" y="26000"/>
                          </a:cubicBezTo>
                          <a:cubicBezTo>
                            <a:pt x="68667" y="25077"/>
                            <a:pt x="75333" y="24852"/>
                            <a:pt x="82000" y="26000"/>
                          </a:cubicBezTo>
                          <a:cubicBezTo>
                            <a:pt x="81872" y="30000"/>
                            <a:pt x="81296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2971"/>
                            <a:pt x="68667" y="54338"/>
                            <a:pt x="62000" y="54000"/>
                          </a:cubicBezTo>
                          <a:cubicBezTo>
                            <a:pt x="61704" y="50000"/>
                            <a:pt x="61642" y="46000"/>
                            <a:pt x="62000" y="42000"/>
                          </a:cubicBezTo>
                          <a:cubicBezTo>
                            <a:pt x="68667" y="42189"/>
                            <a:pt x="75333" y="41365"/>
                            <a:pt x="82000" y="42000"/>
                          </a:cubicBezTo>
                          <a:cubicBezTo>
                            <a:pt x="82454" y="46000"/>
                            <a:pt x="82390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853"/>
                            <a:pt x="68667" y="68932"/>
                            <a:pt x="62000" y="70000"/>
                          </a:cubicBezTo>
                          <a:cubicBezTo>
                            <a:pt x="62009" y="66000"/>
                            <a:pt x="62375" y="62000"/>
                            <a:pt x="62000" y="58000"/>
                          </a:cubicBezTo>
                          <a:cubicBezTo>
                            <a:pt x="68667" y="58736"/>
                            <a:pt x="75333" y="58047"/>
                            <a:pt x="82000" y="58000"/>
                          </a:cubicBezTo>
                          <a:cubicBezTo>
                            <a:pt x="81958" y="62000"/>
                            <a:pt x="82120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845" y="66000"/>
                            <a:pt x="37685" y="62000"/>
                            <a:pt x="38000" y="58000"/>
                          </a:cubicBezTo>
                          <a:cubicBezTo>
                            <a:pt x="44667" y="57242"/>
                            <a:pt x="51333" y="58631"/>
                            <a:pt x="58000" y="58000"/>
                          </a:cubicBezTo>
                          <a:cubicBezTo>
                            <a:pt x="57393" y="62000"/>
                            <a:pt x="57766" y="66000"/>
                            <a:pt x="58000" y="70000"/>
                          </a:cubicBezTo>
                          <a:cubicBezTo>
                            <a:pt x="51333" y="70200"/>
                            <a:pt x="44667" y="70430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4363" y="66000"/>
                            <a:pt x="14594" y="62000"/>
                            <a:pt x="14000" y="58000"/>
                          </a:cubicBezTo>
                          <a:cubicBezTo>
                            <a:pt x="20667" y="57271"/>
                            <a:pt x="27333" y="57070"/>
                            <a:pt x="34000" y="58000"/>
                          </a:cubicBezTo>
                          <a:cubicBezTo>
                            <a:pt x="34453" y="62000"/>
                            <a:pt x="33767" y="66000"/>
                            <a:pt x="34000" y="70000"/>
                          </a:cubicBezTo>
                          <a:cubicBezTo>
                            <a:pt x="27333" y="69106"/>
                            <a:pt x="20667" y="69446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502"/>
                            <a:pt x="27333" y="41263"/>
                            <a:pt x="34000" y="42000"/>
                          </a:cubicBezTo>
                          <a:cubicBezTo>
                            <a:pt x="33493" y="46000"/>
                            <a:pt x="34038" y="50000"/>
                            <a:pt x="34000" y="54000"/>
                          </a:cubicBezTo>
                          <a:cubicBezTo>
                            <a:pt x="27333" y="53099"/>
                            <a:pt x="20667" y="54727"/>
                            <a:pt x="14000" y="54000"/>
                          </a:cubicBezTo>
                          <a:cubicBezTo>
                            <a:pt x="14221" y="50000"/>
                            <a:pt x="13532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245"/>
                            <a:pt x="27333" y="25696"/>
                            <a:pt x="34000" y="26000"/>
                          </a:cubicBezTo>
                          <a:cubicBezTo>
                            <a:pt x="33976" y="30000"/>
                            <a:pt x="33740" y="34000"/>
                            <a:pt x="34000" y="38000"/>
                          </a:cubicBezTo>
                          <a:cubicBezTo>
                            <a:pt x="27333" y="39113"/>
                            <a:pt x="20667" y="38699"/>
                            <a:pt x="14000" y="38000"/>
                          </a:cubicBezTo>
                          <a:cubicBezTo>
                            <a:pt x="14501" y="34000"/>
                            <a:pt x="13470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080" y="46000"/>
                            <a:pt x="57839" y="50000"/>
                            <a:pt x="58000" y="54000"/>
                          </a:cubicBezTo>
                          <a:cubicBezTo>
                            <a:pt x="51333" y="53404"/>
                            <a:pt x="44667" y="54089"/>
                            <a:pt x="38000" y="54000"/>
                          </a:cubicBezTo>
                          <a:cubicBezTo>
                            <a:pt x="38045" y="50000"/>
                            <a:pt x="38103" y="46000"/>
                            <a:pt x="38000" y="42000"/>
                          </a:cubicBezTo>
                          <a:cubicBezTo>
                            <a:pt x="44667" y="41836"/>
                            <a:pt x="51333" y="4217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705" y="30000"/>
                            <a:pt x="58680" y="34000"/>
                            <a:pt x="58000" y="38000"/>
                          </a:cubicBezTo>
                          <a:cubicBezTo>
                            <a:pt x="51333" y="36861"/>
                            <a:pt x="44667" y="38220"/>
                            <a:pt x="38000" y="38000"/>
                          </a:cubicBezTo>
                          <a:cubicBezTo>
                            <a:pt x="37657" y="34000"/>
                            <a:pt x="38414" y="30000"/>
                            <a:pt x="38000" y="26000"/>
                          </a:cubicBezTo>
                          <a:cubicBezTo>
                            <a:pt x="44667" y="25242"/>
                            <a:pt x="51333" y="2548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474" y="26222"/>
                            <a:pt x="7389" y="32444"/>
                            <a:pt x="8000" y="38667"/>
                          </a:cubicBezTo>
                          <a:cubicBezTo>
                            <a:pt x="8017" y="44889"/>
                            <a:pt x="7277" y="51111"/>
                            <a:pt x="8000" y="57333"/>
                          </a:cubicBezTo>
                          <a:cubicBezTo>
                            <a:pt x="7677" y="63556"/>
                            <a:pt x="8652" y="69778"/>
                            <a:pt x="8000" y="76000"/>
                          </a:cubicBezTo>
                          <a:cubicBezTo>
                            <a:pt x="14667" y="74902"/>
                            <a:pt x="21333" y="75277"/>
                            <a:pt x="28000" y="76000"/>
                          </a:cubicBezTo>
                          <a:cubicBezTo>
                            <a:pt x="34667" y="76349"/>
                            <a:pt x="41333" y="75841"/>
                            <a:pt x="48000" y="76000"/>
                          </a:cubicBezTo>
                          <a:cubicBezTo>
                            <a:pt x="54667" y="76893"/>
                            <a:pt x="61333" y="75044"/>
                            <a:pt x="68000" y="76000"/>
                          </a:cubicBezTo>
                          <a:cubicBezTo>
                            <a:pt x="74667" y="75243"/>
                            <a:pt x="81333" y="75106"/>
                            <a:pt x="88000" y="76000"/>
                          </a:cubicBezTo>
                          <a:cubicBezTo>
                            <a:pt x="87753" y="69778"/>
                            <a:pt x="88335" y="63556"/>
                            <a:pt x="88000" y="57333"/>
                          </a:cubicBezTo>
                          <a:cubicBezTo>
                            <a:pt x="89065" y="51111"/>
                            <a:pt x="87417" y="44889"/>
                            <a:pt x="88000" y="38667"/>
                          </a:cubicBezTo>
                          <a:cubicBezTo>
                            <a:pt x="86964" y="32444"/>
                            <a:pt x="88330" y="26222"/>
                            <a:pt x="88000" y="20000"/>
                          </a:cubicBezTo>
                          <a:cubicBezTo>
                            <a:pt x="81333" y="18861"/>
                            <a:pt x="74667" y="19355"/>
                            <a:pt x="68000" y="20000"/>
                          </a:cubicBezTo>
                          <a:cubicBezTo>
                            <a:pt x="61333" y="19308"/>
                            <a:pt x="54667" y="21112"/>
                            <a:pt x="48000" y="20000"/>
                          </a:cubicBezTo>
                          <a:cubicBezTo>
                            <a:pt x="41333" y="20213"/>
                            <a:pt x="34667" y="20400"/>
                            <a:pt x="28000" y="20000"/>
                          </a:cubicBezTo>
                          <a:cubicBezTo>
                            <a:pt x="21333" y="19741"/>
                            <a:pt x="14667" y="19343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reference-labels.json</a:t>
            </a:r>
          </a:p>
        </p:txBody>
      </p:sp>
      <p:sp>
        <p:nvSpPr>
          <p:cNvPr id="142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18/20 correct</a:t>
            </a:r>
          </a:p>
        </p:txBody>
      </p:sp>
      <p:sp>
        <p:nvSpPr>
          <p:cNvPr id="143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emergencies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98585</TotalTime>
  <Words>3589</Words>
  <Application>Microsoft Macintosh PowerPoint</Application>
  <PresentationFormat>Widescreen</PresentationFormat>
  <Paragraphs>350</Paragraphs>
  <Slides>50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Consolas</vt:lpstr>
      <vt:lpstr>Segoe UI</vt:lpstr>
      <vt:lpstr>Calibri</vt:lpstr>
      <vt:lpstr>Arial</vt:lpstr>
      <vt:lpstr>Calibri Light</vt:lpstr>
      <vt:lpstr>Metropolitan</vt:lpstr>
      <vt:lpstr>Building Pragmatic AI</vt:lpstr>
      <vt:lpstr>This Module</vt:lpstr>
      <vt:lpstr>This Module</vt:lpstr>
      <vt:lpstr>This Module</vt:lpstr>
      <vt:lpstr>Three Ways to Decide</vt:lpstr>
      <vt:lpstr>Three Ways to Decide</vt:lpstr>
      <vt:lpstr>Three Ways to Decide</vt:lpstr>
      <vt:lpstr>Three Ways to Decide</vt:lpstr>
      <vt:lpstr>Three Ways to Decide</vt:lpstr>
      <vt:lpstr>Three Ways to Decide</vt:lpstr>
      <vt:lpstr>F07 · Classification &amp; Routing</vt:lpstr>
      <vt:lpstr>PowerPoint Presentation</vt:lpstr>
      <vt:lpstr>PowerPoint Presentation</vt:lpstr>
      <vt:lpstr>F07 · Classification &amp; Routing · Demo: What to Watch</vt:lpstr>
      <vt:lpstr>F07 · Classification &amp; Routing · Leadership Card</vt:lpstr>
      <vt:lpstr>F07 · Classification &amp; Routing · Leadership Card</vt:lpstr>
      <vt:lpstr>F07 · Classification &amp; Routing · Leadership Card</vt:lpstr>
      <vt:lpstr>F08 · Anomaly Detection</vt:lpstr>
      <vt:lpstr>PowerPoint Presentation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PowerPoint Presentation</vt:lpstr>
      <vt:lpstr>F08 · Anomaly Detection · Demo: What to Watch</vt:lpstr>
      <vt:lpstr>F08 · Anomaly Detection · Leadership Card</vt:lpstr>
      <vt:lpstr>F08 · Anomaly Detection · Leadership Card</vt:lpstr>
      <vt:lpstr>F08 · Anomaly Detection · Leadership Card</vt:lpstr>
      <vt:lpstr>F09 · Human-in-the-Loop</vt:lpstr>
      <vt:lpstr>PowerPoint Presentation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PowerPoint Presentation</vt:lpstr>
      <vt:lpstr>F09 · Human-in-the-Loop · Demo: What to Watch</vt:lpstr>
      <vt:lpstr>F09 · Human-in-the-Loop · Leadership Card</vt:lpstr>
      <vt:lpstr>F09 · Human-in-the-Loop · Leadership Card</vt:lpstr>
      <vt:lpstr>F09 · Human-in-the-Loop · Leadership Card</vt:lpstr>
      <vt:lpstr>Lab 3: ~60 Minutes</vt:lpstr>
      <vt:lpstr>Lab 3: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2026-09-16T15:08:05Z</dcterms:modified>
  <cp:category/>
</cp:coreProperties>
</file>