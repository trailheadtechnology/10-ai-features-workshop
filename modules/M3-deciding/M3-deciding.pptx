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576" r:id="rId2"/>
    <p:sldId id="577" r:id="rId3"/>
    <p:sldId id="578" r:id="rId4"/>
    <p:sldId id="579" r:id="rId5"/>
    <p:sldId id="586" r:id="rId6"/>
    <p:sldId id="587" r:id="rId7"/>
    <p:sldId id="626" r:id="rId8"/>
    <p:sldId id="627" r:id="rId9"/>
    <p:sldId id="628" r:id="rId10"/>
    <p:sldId id="629" r:id="rId11"/>
    <p:sldId id="630" r:id="rId12"/>
    <p:sldId id="631" r:id="rId13"/>
    <p:sldId id="632" r:id="rId14"/>
    <p:sldId id="588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4" r:id="rId28"/>
    <p:sldId id="606" r:id="rId29"/>
    <p:sldId id="607" r:id="rId30"/>
    <p:sldId id="608" r:id="rId31"/>
    <p:sldId id="609" r:id="rId32"/>
    <p:sldId id="610" r:id="rId33"/>
    <p:sldId id="611" r:id="rId34"/>
    <p:sldId id="612" r:id="rId35"/>
    <p:sldId id="613" r:id="rId36"/>
    <p:sldId id="614" r:id="rId37"/>
    <p:sldId id="615" r:id="rId38"/>
    <p:sldId id="616" r:id="rId39"/>
    <p:sldId id="617" r:id="rId40"/>
    <p:sldId id="618" r:id="rId41"/>
    <p:sldId id="619" r:id="rId42"/>
    <p:sldId id="621" r:id="rId43"/>
    <p:sldId id="622" r:id="rId44"/>
    <p:sldId id="623" r:id="rId45"/>
    <p:sldId id="624" r:id="rId46"/>
    <p:sldId id="625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Ink Free" panose="03080402000500000000" pitchFamily="66" charset="0"/>
      <p:regular r:id="rId53"/>
    </p:embeddedFont>
    <p:embeddedFont>
      <p:font typeface="Segoe UI" panose="020B0502040204020203" pitchFamily="34" charset="0"/>
      <p:regular r:id="rId54"/>
      <p:bold r:id="rId55"/>
      <p:italic r:id="rId56"/>
      <p:boldItalic r:id="rId5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4:28.704" v="1011" actId="2696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0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1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4"/>
        </pc:sldMkLst>
      </pc:sldChg>
      <pc:sldChg chg="modSp del mod">
        <pc:chgData name="J. Tower" userId="9d06de10716639e5" providerId="LiveId" clId="{F8931099-75CA-5660-A155-55881DF68D84}" dt="2026-09-21T20:24:28.704" v="1011" actId="2696"/>
        <pc:sldMkLst>
          <pc:docMk/>
          <pc:sldMk cId="0" sldId="585"/>
        </pc:sldMkLst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Three kinds of decision today: in 07 the model decides, in 08 arithmetic decides (the model only makes numbers), in 09 a person decides. 09 wraps the other two: the policy says which decisions a model may make alone.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inbox, everything mixed together. Here's inq-0013, a voicemail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each message in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small local model: llama3.2.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is the taxonomy: seven labels with a description each. The schema pins the answer to those seven, so it can't invent an eighth.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one label: emergency.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only labels. Your code routes: a plain switch sends each label to its queue, emergencies to the top.</a:t>
            </a:r>
          </a:p>
          <a:p>
            <a:r>
              <a:rPr lang="en-US" dirty="0"/>
              <a:t>And there's an unsure label for the message that needs two queues. inq-0035 lands there, which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it against hand labels: 18 of 20. The number that matters is emergency recall, 2 of 2, and zero false emergencies.</a:t>
            </a:r>
          </a:p>
          <a:p>
            <a:r>
              <a:rPr lang="en-US" dirty="0"/>
              <a:t>The misses get fixed by editing the category descriptions, not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What to watch: The room finds the emergency in the raw inbox · One method · plain-language taxonomy · one label · The pile → tidy queues, in seconds · inq-0030: fixed by editing a sentence · inq-0035 → unsure, correctly · 📊 17/20 · 2/2 emergencies · every run</a:t>
            </a:r>
          </a:p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Barely an AI feature: embeddings plus arithmetic. Start with one trail's forty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each report to be embedded.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nomic-embed-text, the same model as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With the classification: prefix. The prefix is in the model card, and it matters: without it the bridge report ranks 11th; with it, 2nd.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Average the vectors. That point is the centroid of "normal": mud, bugs, crowds.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Each report's distance from it. Threshold at mean plus one standard deviation: 7 of 40 land beyond it.</a:t>
            </a:r>
          </a:p>
          <a:p>
            <a:r>
              <a:rPr lang="en-US" dirty="0"/>
              <a:t>"Bridge washed out" sits farther from the mud cluster than mud reports sit from each other. So do the parking complaint and the glacier lilies.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alert rule is the feature: one flagged report is noise, two or more in fourteen days is an event. One alert, three reports, all real.</a:t>
            </a:r>
          </a:p>
          <a:p>
            <a:r>
              <a:rPr lang="en-US" dirty="0"/>
              <a:t>The model only made vectors: 40 embeddings, 0 chat completions.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What to watch: The stream is boring on purpose · The centroid: the center of normal · ❌ --raw: washouts lost mid-list · ✅ classification: prefix: rank 11 → 2 · Alert rule: 1 alert · 3 real reports · 0 false · The bear trail: cleaner still · Model calls: embeddings only</a:t>
            </a:r>
          </a:p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product pattern, not a model feature. It starts with an inquiry 07 already routed: the Avalanche Lake washout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gets the category and, the way 05 did, the park doc excerpt.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policy table sits in front of the model: auto-send, draft-for-approval, or human-only, by error cost and reversibility. Conditions questions are draft-for-approval.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drafts a reply from the inquiry and the excerpt. This one is accurate and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ranger approves, edits, or rejects. This box is the feature.</a:t>
            </a:r>
          </a:p>
          <a:p>
            <a:r>
              <a:rPr lang="en-US" dirty="0"/>
              <a:t>The easiest question in the queue came back with the closure reversed and the right document cited. Only a person reading it catches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Only approved text reaches the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Every decision is logged: draft, decision, final text, and the edit distance. Today's edits are tomorrow's prompt, and the log is how a lane earns promotion.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Emergencies skip the whole diagram. Told in the prompt not to draft for an emergency, the model drafted a reassuring reply three times out of three. A prompt instruction is a request; a policy lane is a guarantee.</a:t>
            </a:r>
          </a:p>
          <a:p>
            <a:r>
              <a:rPr lang="en-US" dirty="0"/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The escalation failure, live: ESCALATE… then the note anyway · A routed queue awaiting replies · One grounded draft: good, not perfect · Approve · edit · reject-and-rewrite · The audit log, with edit distance · The policy table: point at the emergency row</a:t>
            </a:r>
          </a:p>
          <a:p>
            <a:r>
              <a:t>~5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Break,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svg"/><Relationship Id="rId4" Type="http://schemas.openxmlformats.org/officeDocument/2006/relationships/image" Target="../media/image10.svg"/><Relationship Id="rIdNotes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495" y="6090"/>
                  <a:pt x="79478" y="-10132"/>
                  <a:pt x="106680" y="0"/>
                </a:cubicBezTo>
                <a:cubicBezTo>
                  <a:pt x="146807" y="11736"/>
                  <a:pt x="180074" y="7594"/>
                  <a:pt x="213360" y="0"/>
                </a:cubicBezTo>
                <a:cubicBezTo>
                  <a:pt x="251614" y="-5008"/>
                  <a:pt x="287550" y="8896"/>
                  <a:pt x="320040" y="0"/>
                </a:cubicBezTo>
                <a:cubicBezTo>
                  <a:pt x="358584" y="-11445"/>
                  <a:pt x="386240" y="-4268"/>
                  <a:pt x="426720" y="0"/>
                </a:cubicBezTo>
                <a:cubicBezTo>
                  <a:pt x="457621" y="-1410"/>
                  <a:pt x="501820" y="2895"/>
                  <a:pt x="533400" y="0"/>
                </a:cubicBezTo>
                <a:cubicBezTo>
                  <a:pt x="572394" y="8240"/>
                  <a:pt x="611729" y="3503"/>
                  <a:pt x="640080" y="0"/>
                </a:cubicBezTo>
                <a:cubicBezTo>
                  <a:pt x="671075" y="1038"/>
                  <a:pt x="708067" y="1158"/>
                  <a:pt x="746760" y="0"/>
                </a:cubicBezTo>
                <a:cubicBezTo>
                  <a:pt x="790874" y="150"/>
                  <a:pt x="824399" y="2953"/>
                  <a:pt x="853440" y="0"/>
                </a:cubicBezTo>
                <a:cubicBezTo>
                  <a:pt x="885713" y="-4083"/>
                  <a:pt x="924731" y="-1825"/>
                  <a:pt x="960120" y="0"/>
                </a:cubicBezTo>
                <a:cubicBezTo>
                  <a:pt x="992795" y="2283"/>
                  <a:pt x="1030806" y="-4877"/>
                  <a:pt x="1066800" y="0"/>
                </a:cubicBezTo>
                <a:cubicBezTo>
                  <a:pt x="1105176" y="2238"/>
                  <a:pt x="1142192" y="-1139"/>
                  <a:pt x="1173480" y="0"/>
                </a:cubicBezTo>
                <a:cubicBezTo>
                  <a:pt x="1208974" y="-7518"/>
                  <a:pt x="1240499" y="-11030"/>
                  <a:pt x="1280160" y="0"/>
                </a:cubicBezTo>
                <a:cubicBezTo>
                  <a:pt x="1319887" y="8068"/>
                  <a:pt x="1350943" y="-4185"/>
                  <a:pt x="1386840" y="0"/>
                </a:cubicBezTo>
                <a:cubicBezTo>
                  <a:pt x="1424127" y="-7217"/>
                  <a:pt x="1450031" y="2141"/>
                  <a:pt x="1493520" y="0"/>
                </a:cubicBezTo>
                <a:cubicBezTo>
                  <a:pt x="1528602" y="11970"/>
                  <a:pt x="1572762" y="-4620"/>
                  <a:pt x="1600200" y="0"/>
                </a:cubicBezTo>
                <a:cubicBezTo>
                  <a:pt x="1601173" y="32137"/>
                  <a:pt x="1610314" y="74109"/>
                  <a:pt x="1600200" y="109728"/>
                </a:cubicBezTo>
                <a:cubicBezTo>
                  <a:pt x="1610857" y="140205"/>
                  <a:pt x="1603173" y="186162"/>
                  <a:pt x="1600200" y="219456"/>
                </a:cubicBezTo>
                <a:cubicBezTo>
                  <a:pt x="1598979" y="253796"/>
                  <a:pt x="1610288" y="291417"/>
                  <a:pt x="1600200" y="329184"/>
                </a:cubicBezTo>
                <a:cubicBezTo>
                  <a:pt x="1565131" y="324049"/>
                  <a:pt x="1527505" y="326581"/>
                  <a:pt x="1493520" y="329184"/>
                </a:cubicBezTo>
                <a:cubicBezTo>
                  <a:pt x="1458697" y="331483"/>
                  <a:pt x="1418286" y="333684"/>
                  <a:pt x="1386840" y="329184"/>
                </a:cubicBezTo>
                <a:cubicBezTo>
                  <a:pt x="1351046" y="333831"/>
                  <a:pt x="1314900" y="328041"/>
                  <a:pt x="1280160" y="329184"/>
                </a:cubicBezTo>
                <a:cubicBezTo>
                  <a:pt x="1248359" y="330845"/>
                  <a:pt x="1209497" y="325839"/>
                  <a:pt x="1173480" y="329184"/>
                </a:cubicBezTo>
                <a:cubicBezTo>
                  <a:pt x="1141250" y="322377"/>
                  <a:pt x="1100217" y="330004"/>
                  <a:pt x="1066800" y="329184"/>
                </a:cubicBezTo>
                <a:cubicBezTo>
                  <a:pt x="1025298" y="328551"/>
                  <a:pt x="992576" y="320686"/>
                  <a:pt x="960120" y="329184"/>
                </a:cubicBezTo>
                <a:cubicBezTo>
                  <a:pt x="927096" y="336754"/>
                  <a:pt x="892419" y="324030"/>
                  <a:pt x="853440" y="329184"/>
                </a:cubicBezTo>
                <a:cubicBezTo>
                  <a:pt x="819825" y="335832"/>
                  <a:pt x="787481" y="325541"/>
                  <a:pt x="746760" y="329184"/>
                </a:cubicBezTo>
                <a:cubicBezTo>
                  <a:pt x="711892" y="327282"/>
                  <a:pt x="670506" y="312521"/>
                  <a:pt x="640080" y="329184"/>
                </a:cubicBezTo>
                <a:cubicBezTo>
                  <a:pt x="605795" y="325536"/>
                  <a:pt x="567601" y="340946"/>
                  <a:pt x="533400" y="329184"/>
                </a:cubicBezTo>
                <a:cubicBezTo>
                  <a:pt x="488672" y="332405"/>
                  <a:pt x="460490" y="333433"/>
                  <a:pt x="426720" y="329184"/>
                </a:cubicBezTo>
                <a:cubicBezTo>
                  <a:pt x="396192" y="331535"/>
                  <a:pt x="361798" y="341315"/>
                  <a:pt x="320040" y="329184"/>
                </a:cubicBezTo>
                <a:cubicBezTo>
                  <a:pt x="284685" y="326007"/>
                  <a:pt x="239515" y="327442"/>
                  <a:pt x="213360" y="329184"/>
                </a:cubicBezTo>
                <a:cubicBezTo>
                  <a:pt x="183584" y="344505"/>
                  <a:pt x="141524" y="330516"/>
                  <a:pt x="106680" y="329184"/>
                </a:cubicBezTo>
                <a:cubicBezTo>
                  <a:pt x="75210" y="331669"/>
                  <a:pt x="29109" y="322446"/>
                  <a:pt x="0" y="329184"/>
                </a:cubicBezTo>
                <a:cubicBezTo>
                  <a:pt x="-9987" y="294652"/>
                  <a:pt x="8748" y="257202"/>
                  <a:pt x="0" y="219456"/>
                </a:cubicBezTo>
                <a:cubicBezTo>
                  <a:pt x="13947" y="181718"/>
                  <a:pt x="371" y="138558"/>
                  <a:pt x="0" y="109728"/>
                </a:cubicBezTo>
                <a:cubicBezTo>
                  <a:pt x="1031" y="67125"/>
                  <a:pt x="-8399" y="37228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29604" y="-175"/>
                  <a:pt x="72541" y="1455"/>
                  <a:pt x="106680" y="0"/>
                </a:cubicBezTo>
                <a:cubicBezTo>
                  <a:pt x="141411" y="7582"/>
                  <a:pt x="172001" y="-817"/>
                  <a:pt x="213360" y="0"/>
                </a:cubicBezTo>
                <a:cubicBezTo>
                  <a:pt x="245005" y="14408"/>
                  <a:pt x="289090" y="-3587"/>
                  <a:pt x="320040" y="0"/>
                </a:cubicBezTo>
                <a:cubicBezTo>
                  <a:pt x="362530" y="8933"/>
                  <a:pt x="385325" y="10454"/>
                  <a:pt x="426720" y="0"/>
                </a:cubicBezTo>
                <a:cubicBezTo>
                  <a:pt x="467830" y="-2110"/>
                  <a:pt x="491151" y="-1020"/>
                  <a:pt x="533400" y="0"/>
                </a:cubicBezTo>
                <a:cubicBezTo>
                  <a:pt x="571155" y="2989"/>
                  <a:pt x="598738" y="-6239"/>
                  <a:pt x="640080" y="0"/>
                </a:cubicBezTo>
                <a:cubicBezTo>
                  <a:pt x="670244" y="11832"/>
                  <a:pt x="717143" y="5270"/>
                  <a:pt x="746760" y="0"/>
                </a:cubicBezTo>
                <a:cubicBezTo>
                  <a:pt x="776981" y="6700"/>
                  <a:pt x="820633" y="-5148"/>
                  <a:pt x="853440" y="0"/>
                </a:cubicBezTo>
                <a:cubicBezTo>
                  <a:pt x="890920" y="-10161"/>
                  <a:pt x="924352" y="-5318"/>
                  <a:pt x="960120" y="0"/>
                </a:cubicBezTo>
                <a:cubicBezTo>
                  <a:pt x="1003535" y="-12437"/>
                  <a:pt x="1038911" y="-10139"/>
                  <a:pt x="1066800" y="0"/>
                </a:cubicBezTo>
                <a:cubicBezTo>
                  <a:pt x="1108151" y="-9089"/>
                  <a:pt x="1139157" y="-5590"/>
                  <a:pt x="1173480" y="0"/>
                </a:cubicBezTo>
                <a:cubicBezTo>
                  <a:pt x="1208831" y="-1957"/>
                  <a:pt x="1239806" y="279"/>
                  <a:pt x="1280160" y="0"/>
                </a:cubicBezTo>
                <a:cubicBezTo>
                  <a:pt x="1323802" y="3775"/>
                  <a:pt x="1357645" y="-3023"/>
                  <a:pt x="1386840" y="0"/>
                </a:cubicBezTo>
                <a:cubicBezTo>
                  <a:pt x="1422014" y="-5741"/>
                  <a:pt x="1456929" y="3459"/>
                  <a:pt x="1493520" y="0"/>
                </a:cubicBezTo>
                <a:cubicBezTo>
                  <a:pt x="1531377" y="15709"/>
                  <a:pt x="1561284" y="5571"/>
                  <a:pt x="1600200" y="0"/>
                </a:cubicBezTo>
                <a:cubicBezTo>
                  <a:pt x="1596653" y="37777"/>
                  <a:pt x="1618172" y="71203"/>
                  <a:pt x="1600200" y="109728"/>
                </a:cubicBezTo>
                <a:cubicBezTo>
                  <a:pt x="1599080" y="145446"/>
                  <a:pt x="1591476" y="178241"/>
                  <a:pt x="1600200" y="219456"/>
                </a:cubicBezTo>
                <a:cubicBezTo>
                  <a:pt x="1600872" y="256036"/>
                  <a:pt x="1600613" y="296602"/>
                  <a:pt x="1600200" y="329184"/>
                </a:cubicBezTo>
                <a:cubicBezTo>
                  <a:pt x="1567766" y="326501"/>
                  <a:pt x="1535770" y="318590"/>
                  <a:pt x="1493520" y="329184"/>
                </a:cubicBezTo>
                <a:cubicBezTo>
                  <a:pt x="1454958" y="326502"/>
                  <a:pt x="1422631" y="330948"/>
                  <a:pt x="1386840" y="329184"/>
                </a:cubicBezTo>
                <a:cubicBezTo>
                  <a:pt x="1346196" y="340932"/>
                  <a:pt x="1318521" y="330215"/>
                  <a:pt x="1280160" y="329184"/>
                </a:cubicBezTo>
                <a:cubicBezTo>
                  <a:pt x="1247798" y="326856"/>
                  <a:pt x="1205419" y="322220"/>
                  <a:pt x="1173480" y="329184"/>
                </a:cubicBezTo>
                <a:cubicBezTo>
                  <a:pt x="1135409" y="338386"/>
                  <a:pt x="1101158" y="320227"/>
                  <a:pt x="1066800" y="329184"/>
                </a:cubicBezTo>
                <a:cubicBezTo>
                  <a:pt x="1034602" y="317356"/>
                  <a:pt x="998374" y="328006"/>
                  <a:pt x="960120" y="329184"/>
                </a:cubicBezTo>
                <a:cubicBezTo>
                  <a:pt x="932051" y="329730"/>
                  <a:pt x="887402" y="327282"/>
                  <a:pt x="853440" y="329184"/>
                </a:cubicBezTo>
                <a:cubicBezTo>
                  <a:pt x="807640" y="322912"/>
                  <a:pt x="781024" y="323808"/>
                  <a:pt x="746760" y="329184"/>
                </a:cubicBezTo>
                <a:cubicBezTo>
                  <a:pt x="716518" y="321003"/>
                  <a:pt x="670778" y="327675"/>
                  <a:pt x="640080" y="329184"/>
                </a:cubicBezTo>
                <a:cubicBezTo>
                  <a:pt x="595518" y="332934"/>
                  <a:pt x="572133" y="336284"/>
                  <a:pt x="533400" y="329184"/>
                </a:cubicBezTo>
                <a:cubicBezTo>
                  <a:pt x="503423" y="329844"/>
                  <a:pt x="463942" y="340404"/>
                  <a:pt x="426720" y="329184"/>
                </a:cubicBezTo>
                <a:cubicBezTo>
                  <a:pt x="391485" y="324724"/>
                  <a:pt x="358487" y="326789"/>
                  <a:pt x="320040" y="329184"/>
                </a:cubicBezTo>
                <a:cubicBezTo>
                  <a:pt x="291501" y="331864"/>
                  <a:pt x="250660" y="316612"/>
                  <a:pt x="213360" y="329184"/>
                </a:cubicBezTo>
                <a:cubicBezTo>
                  <a:pt x="178531" y="322380"/>
                  <a:pt x="145690" y="335259"/>
                  <a:pt x="106680" y="329184"/>
                </a:cubicBezTo>
                <a:cubicBezTo>
                  <a:pt x="68936" y="336508"/>
                  <a:pt x="39863" y="326991"/>
                  <a:pt x="0" y="329184"/>
                </a:cubicBezTo>
                <a:cubicBezTo>
                  <a:pt x="-7597" y="292199"/>
                  <a:pt x="1379" y="256970"/>
                  <a:pt x="0" y="219456"/>
                </a:cubicBezTo>
                <a:cubicBezTo>
                  <a:pt x="-16173" y="184961"/>
                  <a:pt x="7692" y="146807"/>
                  <a:pt x="0" y="109728"/>
                </a:cubicBezTo>
                <a:cubicBezTo>
                  <a:pt x="-3644" y="73559"/>
                  <a:pt x="-22" y="40747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006" y="12467"/>
                  <a:pt x="67866" y="6556"/>
                  <a:pt x="106680" y="0"/>
                </a:cubicBezTo>
                <a:cubicBezTo>
                  <a:pt x="143652" y="-50"/>
                  <a:pt x="171991" y="-10084"/>
                  <a:pt x="213360" y="0"/>
                </a:cubicBezTo>
                <a:cubicBezTo>
                  <a:pt x="248457" y="6117"/>
                  <a:pt x="287878" y="-890"/>
                  <a:pt x="320040" y="0"/>
                </a:cubicBezTo>
                <a:cubicBezTo>
                  <a:pt x="353678" y="-8762"/>
                  <a:pt x="388876" y="-12177"/>
                  <a:pt x="426720" y="0"/>
                </a:cubicBezTo>
                <a:cubicBezTo>
                  <a:pt x="463875" y="89"/>
                  <a:pt x="490729" y="2783"/>
                  <a:pt x="533400" y="0"/>
                </a:cubicBezTo>
                <a:cubicBezTo>
                  <a:pt x="568268" y="2306"/>
                  <a:pt x="599149" y="5000"/>
                  <a:pt x="640080" y="0"/>
                </a:cubicBezTo>
                <a:cubicBezTo>
                  <a:pt x="675608" y="4999"/>
                  <a:pt x="711049" y="298"/>
                  <a:pt x="746760" y="0"/>
                </a:cubicBezTo>
                <a:cubicBezTo>
                  <a:pt x="778760" y="6072"/>
                  <a:pt x="819203" y="6339"/>
                  <a:pt x="853440" y="0"/>
                </a:cubicBezTo>
                <a:cubicBezTo>
                  <a:pt x="884161" y="-2583"/>
                  <a:pt x="923512" y="-668"/>
                  <a:pt x="960120" y="0"/>
                </a:cubicBezTo>
                <a:cubicBezTo>
                  <a:pt x="997003" y="12881"/>
                  <a:pt x="1021457" y="9077"/>
                  <a:pt x="1066800" y="0"/>
                </a:cubicBezTo>
                <a:cubicBezTo>
                  <a:pt x="1103249" y="-10728"/>
                  <a:pt x="1145679" y="-12848"/>
                  <a:pt x="1173480" y="0"/>
                </a:cubicBezTo>
                <a:cubicBezTo>
                  <a:pt x="1211023" y="16494"/>
                  <a:pt x="1246106" y="-7647"/>
                  <a:pt x="1280160" y="0"/>
                </a:cubicBezTo>
                <a:cubicBezTo>
                  <a:pt x="1306835" y="3126"/>
                  <a:pt x="1346425" y="-2638"/>
                  <a:pt x="1386840" y="0"/>
                </a:cubicBezTo>
                <a:cubicBezTo>
                  <a:pt x="1421317" y="-6118"/>
                  <a:pt x="1451947" y="1824"/>
                  <a:pt x="1493520" y="0"/>
                </a:cubicBezTo>
                <a:cubicBezTo>
                  <a:pt x="1521553" y="-3248"/>
                  <a:pt x="1563759" y="96"/>
                  <a:pt x="1600200" y="0"/>
                </a:cubicBezTo>
                <a:cubicBezTo>
                  <a:pt x="1607612" y="38008"/>
                  <a:pt x="1604143" y="75062"/>
                  <a:pt x="1600200" y="109728"/>
                </a:cubicBezTo>
                <a:cubicBezTo>
                  <a:pt x="1602089" y="145121"/>
                  <a:pt x="1596867" y="179140"/>
                  <a:pt x="1600200" y="219456"/>
                </a:cubicBezTo>
                <a:cubicBezTo>
                  <a:pt x="1602900" y="260192"/>
                  <a:pt x="1602984" y="293476"/>
                  <a:pt x="1600200" y="329184"/>
                </a:cubicBezTo>
                <a:cubicBezTo>
                  <a:pt x="1558957" y="318817"/>
                  <a:pt x="1526936" y="333680"/>
                  <a:pt x="1493520" y="329184"/>
                </a:cubicBezTo>
                <a:cubicBezTo>
                  <a:pt x="1455219" y="318304"/>
                  <a:pt x="1414712" y="314564"/>
                  <a:pt x="1386840" y="329184"/>
                </a:cubicBezTo>
                <a:cubicBezTo>
                  <a:pt x="1354854" y="332813"/>
                  <a:pt x="1309658" y="337307"/>
                  <a:pt x="1280160" y="329184"/>
                </a:cubicBezTo>
                <a:cubicBezTo>
                  <a:pt x="1243158" y="320594"/>
                  <a:pt x="1213692" y="333167"/>
                  <a:pt x="1173480" y="329184"/>
                </a:cubicBezTo>
                <a:cubicBezTo>
                  <a:pt x="1136159" y="324680"/>
                  <a:pt x="1099018" y="326103"/>
                  <a:pt x="1066800" y="329184"/>
                </a:cubicBezTo>
                <a:cubicBezTo>
                  <a:pt x="1029382" y="332130"/>
                  <a:pt x="994324" y="332863"/>
                  <a:pt x="960120" y="329184"/>
                </a:cubicBezTo>
                <a:cubicBezTo>
                  <a:pt x="927666" y="321209"/>
                  <a:pt x="893953" y="332403"/>
                  <a:pt x="853440" y="329184"/>
                </a:cubicBezTo>
                <a:cubicBezTo>
                  <a:pt x="815445" y="338648"/>
                  <a:pt x="783187" y="330000"/>
                  <a:pt x="746760" y="329184"/>
                </a:cubicBezTo>
                <a:cubicBezTo>
                  <a:pt x="710762" y="335631"/>
                  <a:pt x="679188" y="338722"/>
                  <a:pt x="640080" y="329184"/>
                </a:cubicBezTo>
                <a:cubicBezTo>
                  <a:pt x="608554" y="313961"/>
                  <a:pt x="568303" y="319584"/>
                  <a:pt x="533400" y="329184"/>
                </a:cubicBezTo>
                <a:cubicBezTo>
                  <a:pt x="495022" y="327211"/>
                  <a:pt x="468473" y="332495"/>
                  <a:pt x="426720" y="329184"/>
                </a:cubicBezTo>
                <a:cubicBezTo>
                  <a:pt x="395430" y="327855"/>
                  <a:pt x="354357" y="335065"/>
                  <a:pt x="320040" y="329184"/>
                </a:cubicBezTo>
                <a:cubicBezTo>
                  <a:pt x="277622" y="338110"/>
                  <a:pt x="249448" y="323346"/>
                  <a:pt x="213360" y="329184"/>
                </a:cubicBezTo>
                <a:cubicBezTo>
                  <a:pt x="181513" y="316649"/>
                  <a:pt x="142196" y="330053"/>
                  <a:pt x="106680" y="329184"/>
                </a:cubicBezTo>
                <a:cubicBezTo>
                  <a:pt x="72282" y="329050"/>
                  <a:pt x="35260" y="335220"/>
                  <a:pt x="0" y="329184"/>
                </a:cubicBezTo>
                <a:cubicBezTo>
                  <a:pt x="4771" y="301589"/>
                  <a:pt x="4877" y="255198"/>
                  <a:pt x="0" y="219456"/>
                </a:cubicBezTo>
                <a:cubicBezTo>
                  <a:pt x="-11840" y="179337"/>
                  <a:pt x="7203" y="146229"/>
                  <a:pt x="0" y="109728"/>
                </a:cubicBezTo>
                <a:cubicBezTo>
                  <a:pt x="2360" y="75423"/>
                  <a:pt x="15192" y="36891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495" y="6090"/>
                  <a:pt x="79478" y="-10132"/>
                  <a:pt x="106680" y="0"/>
                </a:cubicBezTo>
                <a:cubicBezTo>
                  <a:pt x="146807" y="11736"/>
                  <a:pt x="180074" y="7594"/>
                  <a:pt x="213360" y="0"/>
                </a:cubicBezTo>
                <a:cubicBezTo>
                  <a:pt x="251614" y="-5008"/>
                  <a:pt x="287550" y="8896"/>
                  <a:pt x="320040" y="0"/>
                </a:cubicBezTo>
                <a:cubicBezTo>
                  <a:pt x="358584" y="-11445"/>
                  <a:pt x="386240" y="-4268"/>
                  <a:pt x="426720" y="0"/>
                </a:cubicBezTo>
                <a:cubicBezTo>
                  <a:pt x="457621" y="-1410"/>
                  <a:pt x="501820" y="2895"/>
                  <a:pt x="533400" y="0"/>
                </a:cubicBezTo>
                <a:cubicBezTo>
                  <a:pt x="572394" y="8240"/>
                  <a:pt x="611729" y="3503"/>
                  <a:pt x="640080" y="0"/>
                </a:cubicBezTo>
                <a:cubicBezTo>
                  <a:pt x="671075" y="1038"/>
                  <a:pt x="708067" y="1158"/>
                  <a:pt x="746760" y="0"/>
                </a:cubicBezTo>
                <a:cubicBezTo>
                  <a:pt x="790874" y="150"/>
                  <a:pt x="824399" y="2953"/>
                  <a:pt x="853440" y="0"/>
                </a:cubicBezTo>
                <a:cubicBezTo>
                  <a:pt x="885713" y="-4083"/>
                  <a:pt x="924731" y="-1825"/>
                  <a:pt x="960120" y="0"/>
                </a:cubicBezTo>
                <a:cubicBezTo>
                  <a:pt x="992795" y="2283"/>
                  <a:pt x="1030806" y="-4877"/>
                  <a:pt x="1066800" y="0"/>
                </a:cubicBezTo>
                <a:cubicBezTo>
                  <a:pt x="1105176" y="2238"/>
                  <a:pt x="1142192" y="-1139"/>
                  <a:pt x="1173480" y="0"/>
                </a:cubicBezTo>
                <a:cubicBezTo>
                  <a:pt x="1208974" y="-7518"/>
                  <a:pt x="1240499" y="-11030"/>
                  <a:pt x="1280160" y="0"/>
                </a:cubicBezTo>
                <a:cubicBezTo>
                  <a:pt x="1319887" y="8068"/>
                  <a:pt x="1350943" y="-4185"/>
                  <a:pt x="1386840" y="0"/>
                </a:cubicBezTo>
                <a:cubicBezTo>
                  <a:pt x="1424127" y="-7217"/>
                  <a:pt x="1450031" y="2141"/>
                  <a:pt x="1493520" y="0"/>
                </a:cubicBezTo>
                <a:cubicBezTo>
                  <a:pt x="1528602" y="11970"/>
                  <a:pt x="1572762" y="-4620"/>
                  <a:pt x="1600200" y="0"/>
                </a:cubicBezTo>
                <a:cubicBezTo>
                  <a:pt x="1601173" y="32137"/>
                  <a:pt x="1610314" y="74109"/>
                  <a:pt x="1600200" y="109728"/>
                </a:cubicBezTo>
                <a:cubicBezTo>
                  <a:pt x="1610857" y="140205"/>
                  <a:pt x="1603173" y="186162"/>
                  <a:pt x="1600200" y="219456"/>
                </a:cubicBezTo>
                <a:cubicBezTo>
                  <a:pt x="1598979" y="253796"/>
                  <a:pt x="1610288" y="291417"/>
                  <a:pt x="1600200" y="329184"/>
                </a:cubicBezTo>
                <a:cubicBezTo>
                  <a:pt x="1565131" y="324049"/>
                  <a:pt x="1527505" y="326581"/>
                  <a:pt x="1493520" y="329184"/>
                </a:cubicBezTo>
                <a:cubicBezTo>
                  <a:pt x="1458697" y="331483"/>
                  <a:pt x="1418286" y="333684"/>
                  <a:pt x="1386840" y="329184"/>
                </a:cubicBezTo>
                <a:cubicBezTo>
                  <a:pt x="1351046" y="333831"/>
                  <a:pt x="1314900" y="328041"/>
                  <a:pt x="1280160" y="329184"/>
                </a:cubicBezTo>
                <a:cubicBezTo>
                  <a:pt x="1248359" y="330845"/>
                  <a:pt x="1209497" y="325839"/>
                  <a:pt x="1173480" y="329184"/>
                </a:cubicBezTo>
                <a:cubicBezTo>
                  <a:pt x="1141250" y="322377"/>
                  <a:pt x="1100217" y="330004"/>
                  <a:pt x="1066800" y="329184"/>
                </a:cubicBezTo>
                <a:cubicBezTo>
                  <a:pt x="1025298" y="328551"/>
                  <a:pt x="992576" y="320686"/>
                  <a:pt x="960120" y="329184"/>
                </a:cubicBezTo>
                <a:cubicBezTo>
                  <a:pt x="927096" y="336754"/>
                  <a:pt x="892419" y="324030"/>
                  <a:pt x="853440" y="329184"/>
                </a:cubicBezTo>
                <a:cubicBezTo>
                  <a:pt x="819825" y="335832"/>
                  <a:pt x="787481" y="325541"/>
                  <a:pt x="746760" y="329184"/>
                </a:cubicBezTo>
                <a:cubicBezTo>
                  <a:pt x="711892" y="327282"/>
                  <a:pt x="670506" y="312521"/>
                  <a:pt x="640080" y="329184"/>
                </a:cubicBezTo>
                <a:cubicBezTo>
                  <a:pt x="605795" y="325536"/>
                  <a:pt x="567601" y="340946"/>
                  <a:pt x="533400" y="329184"/>
                </a:cubicBezTo>
                <a:cubicBezTo>
                  <a:pt x="488672" y="332405"/>
                  <a:pt x="460490" y="333433"/>
                  <a:pt x="426720" y="329184"/>
                </a:cubicBezTo>
                <a:cubicBezTo>
                  <a:pt x="396192" y="331535"/>
                  <a:pt x="361798" y="341315"/>
                  <a:pt x="320040" y="329184"/>
                </a:cubicBezTo>
                <a:cubicBezTo>
                  <a:pt x="284685" y="326007"/>
                  <a:pt x="239515" y="327442"/>
                  <a:pt x="213360" y="329184"/>
                </a:cubicBezTo>
                <a:cubicBezTo>
                  <a:pt x="183584" y="344505"/>
                  <a:pt x="141524" y="330516"/>
                  <a:pt x="106680" y="329184"/>
                </a:cubicBezTo>
                <a:cubicBezTo>
                  <a:pt x="75210" y="331669"/>
                  <a:pt x="29109" y="322446"/>
                  <a:pt x="0" y="329184"/>
                </a:cubicBezTo>
                <a:cubicBezTo>
                  <a:pt x="-9987" y="294652"/>
                  <a:pt x="8748" y="257202"/>
                  <a:pt x="0" y="219456"/>
                </a:cubicBezTo>
                <a:cubicBezTo>
                  <a:pt x="13947" y="181718"/>
                  <a:pt x="371" y="138558"/>
                  <a:pt x="0" y="109728"/>
                </a:cubicBezTo>
                <a:cubicBezTo>
                  <a:pt x="1031" y="67125"/>
                  <a:pt x="-8399" y="37228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29604" y="-175"/>
                  <a:pt x="72541" y="1455"/>
                  <a:pt x="106680" y="0"/>
                </a:cubicBezTo>
                <a:cubicBezTo>
                  <a:pt x="141411" y="7582"/>
                  <a:pt x="172001" y="-817"/>
                  <a:pt x="213360" y="0"/>
                </a:cubicBezTo>
                <a:cubicBezTo>
                  <a:pt x="245005" y="14408"/>
                  <a:pt x="289090" y="-3587"/>
                  <a:pt x="320040" y="0"/>
                </a:cubicBezTo>
                <a:cubicBezTo>
                  <a:pt x="362530" y="8933"/>
                  <a:pt x="385325" y="10454"/>
                  <a:pt x="426720" y="0"/>
                </a:cubicBezTo>
                <a:cubicBezTo>
                  <a:pt x="467830" y="-2110"/>
                  <a:pt x="491151" y="-1020"/>
                  <a:pt x="533400" y="0"/>
                </a:cubicBezTo>
                <a:cubicBezTo>
                  <a:pt x="571155" y="2989"/>
                  <a:pt x="598738" y="-6239"/>
                  <a:pt x="640080" y="0"/>
                </a:cubicBezTo>
                <a:cubicBezTo>
                  <a:pt x="670244" y="11832"/>
                  <a:pt x="717143" y="5270"/>
                  <a:pt x="746760" y="0"/>
                </a:cubicBezTo>
                <a:cubicBezTo>
                  <a:pt x="776981" y="6700"/>
                  <a:pt x="820633" y="-5148"/>
                  <a:pt x="853440" y="0"/>
                </a:cubicBezTo>
                <a:cubicBezTo>
                  <a:pt x="890920" y="-10161"/>
                  <a:pt x="924352" y="-5318"/>
                  <a:pt x="960120" y="0"/>
                </a:cubicBezTo>
                <a:cubicBezTo>
                  <a:pt x="1003535" y="-12437"/>
                  <a:pt x="1038911" y="-10139"/>
                  <a:pt x="1066800" y="0"/>
                </a:cubicBezTo>
                <a:cubicBezTo>
                  <a:pt x="1108151" y="-9089"/>
                  <a:pt x="1139157" y="-5590"/>
                  <a:pt x="1173480" y="0"/>
                </a:cubicBezTo>
                <a:cubicBezTo>
                  <a:pt x="1208831" y="-1957"/>
                  <a:pt x="1239806" y="279"/>
                  <a:pt x="1280160" y="0"/>
                </a:cubicBezTo>
                <a:cubicBezTo>
                  <a:pt x="1323802" y="3775"/>
                  <a:pt x="1357645" y="-3023"/>
                  <a:pt x="1386840" y="0"/>
                </a:cubicBezTo>
                <a:cubicBezTo>
                  <a:pt x="1422014" y="-5741"/>
                  <a:pt x="1456929" y="3459"/>
                  <a:pt x="1493520" y="0"/>
                </a:cubicBezTo>
                <a:cubicBezTo>
                  <a:pt x="1531377" y="15709"/>
                  <a:pt x="1561284" y="5571"/>
                  <a:pt x="1600200" y="0"/>
                </a:cubicBezTo>
                <a:cubicBezTo>
                  <a:pt x="1596653" y="37777"/>
                  <a:pt x="1618172" y="71203"/>
                  <a:pt x="1600200" y="109728"/>
                </a:cubicBezTo>
                <a:cubicBezTo>
                  <a:pt x="1599080" y="145446"/>
                  <a:pt x="1591476" y="178241"/>
                  <a:pt x="1600200" y="219456"/>
                </a:cubicBezTo>
                <a:cubicBezTo>
                  <a:pt x="1600872" y="256036"/>
                  <a:pt x="1600613" y="296602"/>
                  <a:pt x="1600200" y="329184"/>
                </a:cubicBezTo>
                <a:cubicBezTo>
                  <a:pt x="1567766" y="326501"/>
                  <a:pt x="1535770" y="318590"/>
                  <a:pt x="1493520" y="329184"/>
                </a:cubicBezTo>
                <a:cubicBezTo>
                  <a:pt x="1454958" y="326502"/>
                  <a:pt x="1422631" y="330948"/>
                  <a:pt x="1386840" y="329184"/>
                </a:cubicBezTo>
                <a:cubicBezTo>
                  <a:pt x="1346196" y="340932"/>
                  <a:pt x="1318521" y="330215"/>
                  <a:pt x="1280160" y="329184"/>
                </a:cubicBezTo>
                <a:cubicBezTo>
                  <a:pt x="1247798" y="326856"/>
                  <a:pt x="1205419" y="322220"/>
                  <a:pt x="1173480" y="329184"/>
                </a:cubicBezTo>
                <a:cubicBezTo>
                  <a:pt x="1135409" y="338386"/>
                  <a:pt x="1101158" y="320227"/>
                  <a:pt x="1066800" y="329184"/>
                </a:cubicBezTo>
                <a:cubicBezTo>
                  <a:pt x="1034602" y="317356"/>
                  <a:pt x="998374" y="328006"/>
                  <a:pt x="960120" y="329184"/>
                </a:cubicBezTo>
                <a:cubicBezTo>
                  <a:pt x="932051" y="329730"/>
                  <a:pt x="887402" y="327282"/>
                  <a:pt x="853440" y="329184"/>
                </a:cubicBezTo>
                <a:cubicBezTo>
                  <a:pt x="807640" y="322912"/>
                  <a:pt x="781024" y="323808"/>
                  <a:pt x="746760" y="329184"/>
                </a:cubicBezTo>
                <a:cubicBezTo>
                  <a:pt x="716518" y="321003"/>
                  <a:pt x="670778" y="327675"/>
                  <a:pt x="640080" y="329184"/>
                </a:cubicBezTo>
                <a:cubicBezTo>
                  <a:pt x="595518" y="332934"/>
                  <a:pt x="572133" y="336284"/>
                  <a:pt x="533400" y="329184"/>
                </a:cubicBezTo>
                <a:cubicBezTo>
                  <a:pt x="503423" y="329844"/>
                  <a:pt x="463942" y="340404"/>
                  <a:pt x="426720" y="329184"/>
                </a:cubicBezTo>
                <a:cubicBezTo>
                  <a:pt x="391485" y="324724"/>
                  <a:pt x="358487" y="326789"/>
                  <a:pt x="320040" y="329184"/>
                </a:cubicBezTo>
                <a:cubicBezTo>
                  <a:pt x="291501" y="331864"/>
                  <a:pt x="250660" y="316612"/>
                  <a:pt x="213360" y="329184"/>
                </a:cubicBezTo>
                <a:cubicBezTo>
                  <a:pt x="178531" y="322380"/>
                  <a:pt x="145690" y="335259"/>
                  <a:pt x="106680" y="329184"/>
                </a:cubicBezTo>
                <a:cubicBezTo>
                  <a:pt x="68936" y="336508"/>
                  <a:pt x="39863" y="326991"/>
                  <a:pt x="0" y="329184"/>
                </a:cubicBezTo>
                <a:cubicBezTo>
                  <a:pt x="-7597" y="292199"/>
                  <a:pt x="1379" y="256970"/>
                  <a:pt x="0" y="219456"/>
                </a:cubicBezTo>
                <a:cubicBezTo>
                  <a:pt x="-16173" y="184961"/>
                  <a:pt x="7692" y="146807"/>
                  <a:pt x="0" y="109728"/>
                </a:cubicBezTo>
                <a:cubicBezTo>
                  <a:pt x="-3644" y="73559"/>
                  <a:pt x="-22" y="40747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006" y="12467"/>
                  <a:pt x="67866" y="6556"/>
                  <a:pt x="106680" y="0"/>
                </a:cubicBezTo>
                <a:cubicBezTo>
                  <a:pt x="143652" y="-50"/>
                  <a:pt x="171991" y="-10084"/>
                  <a:pt x="213360" y="0"/>
                </a:cubicBezTo>
                <a:cubicBezTo>
                  <a:pt x="248457" y="6117"/>
                  <a:pt x="287878" y="-890"/>
                  <a:pt x="320040" y="0"/>
                </a:cubicBezTo>
                <a:cubicBezTo>
                  <a:pt x="353678" y="-8762"/>
                  <a:pt x="388876" y="-12177"/>
                  <a:pt x="426720" y="0"/>
                </a:cubicBezTo>
                <a:cubicBezTo>
                  <a:pt x="463875" y="89"/>
                  <a:pt x="490729" y="2783"/>
                  <a:pt x="533400" y="0"/>
                </a:cubicBezTo>
                <a:cubicBezTo>
                  <a:pt x="568268" y="2306"/>
                  <a:pt x="599149" y="5000"/>
                  <a:pt x="640080" y="0"/>
                </a:cubicBezTo>
                <a:cubicBezTo>
                  <a:pt x="675608" y="4999"/>
                  <a:pt x="711049" y="298"/>
                  <a:pt x="746760" y="0"/>
                </a:cubicBezTo>
                <a:cubicBezTo>
                  <a:pt x="778760" y="6072"/>
                  <a:pt x="819203" y="6339"/>
                  <a:pt x="853440" y="0"/>
                </a:cubicBezTo>
                <a:cubicBezTo>
                  <a:pt x="884161" y="-2583"/>
                  <a:pt x="923512" y="-668"/>
                  <a:pt x="960120" y="0"/>
                </a:cubicBezTo>
                <a:cubicBezTo>
                  <a:pt x="997003" y="12881"/>
                  <a:pt x="1021457" y="9077"/>
                  <a:pt x="1066800" y="0"/>
                </a:cubicBezTo>
                <a:cubicBezTo>
                  <a:pt x="1103249" y="-10728"/>
                  <a:pt x="1145679" y="-12848"/>
                  <a:pt x="1173480" y="0"/>
                </a:cubicBezTo>
                <a:cubicBezTo>
                  <a:pt x="1211023" y="16494"/>
                  <a:pt x="1246106" y="-7647"/>
                  <a:pt x="1280160" y="0"/>
                </a:cubicBezTo>
                <a:cubicBezTo>
                  <a:pt x="1306835" y="3126"/>
                  <a:pt x="1346425" y="-2638"/>
                  <a:pt x="1386840" y="0"/>
                </a:cubicBezTo>
                <a:cubicBezTo>
                  <a:pt x="1421317" y="-6118"/>
                  <a:pt x="1451947" y="1824"/>
                  <a:pt x="1493520" y="0"/>
                </a:cubicBezTo>
                <a:cubicBezTo>
                  <a:pt x="1521553" y="-3248"/>
                  <a:pt x="1563759" y="96"/>
                  <a:pt x="1600200" y="0"/>
                </a:cubicBezTo>
                <a:cubicBezTo>
                  <a:pt x="1607612" y="38008"/>
                  <a:pt x="1604143" y="75062"/>
                  <a:pt x="1600200" y="109728"/>
                </a:cubicBezTo>
                <a:cubicBezTo>
                  <a:pt x="1602089" y="145121"/>
                  <a:pt x="1596867" y="179140"/>
                  <a:pt x="1600200" y="219456"/>
                </a:cubicBezTo>
                <a:cubicBezTo>
                  <a:pt x="1602900" y="260192"/>
                  <a:pt x="1602984" y="293476"/>
                  <a:pt x="1600200" y="329184"/>
                </a:cubicBezTo>
                <a:cubicBezTo>
                  <a:pt x="1558957" y="318817"/>
                  <a:pt x="1526936" y="333680"/>
                  <a:pt x="1493520" y="329184"/>
                </a:cubicBezTo>
                <a:cubicBezTo>
                  <a:pt x="1455219" y="318304"/>
                  <a:pt x="1414712" y="314564"/>
                  <a:pt x="1386840" y="329184"/>
                </a:cubicBezTo>
                <a:cubicBezTo>
                  <a:pt x="1354854" y="332813"/>
                  <a:pt x="1309658" y="337307"/>
                  <a:pt x="1280160" y="329184"/>
                </a:cubicBezTo>
                <a:cubicBezTo>
                  <a:pt x="1243158" y="320594"/>
                  <a:pt x="1213692" y="333167"/>
                  <a:pt x="1173480" y="329184"/>
                </a:cubicBezTo>
                <a:cubicBezTo>
                  <a:pt x="1136159" y="324680"/>
                  <a:pt x="1099018" y="326103"/>
                  <a:pt x="1066800" y="329184"/>
                </a:cubicBezTo>
                <a:cubicBezTo>
                  <a:pt x="1029382" y="332130"/>
                  <a:pt x="994324" y="332863"/>
                  <a:pt x="960120" y="329184"/>
                </a:cubicBezTo>
                <a:cubicBezTo>
                  <a:pt x="927666" y="321209"/>
                  <a:pt x="893953" y="332403"/>
                  <a:pt x="853440" y="329184"/>
                </a:cubicBezTo>
                <a:cubicBezTo>
                  <a:pt x="815445" y="338648"/>
                  <a:pt x="783187" y="330000"/>
                  <a:pt x="746760" y="329184"/>
                </a:cubicBezTo>
                <a:cubicBezTo>
                  <a:pt x="710762" y="335631"/>
                  <a:pt x="679188" y="338722"/>
                  <a:pt x="640080" y="329184"/>
                </a:cubicBezTo>
                <a:cubicBezTo>
                  <a:pt x="608554" y="313961"/>
                  <a:pt x="568303" y="319584"/>
                  <a:pt x="533400" y="329184"/>
                </a:cubicBezTo>
                <a:cubicBezTo>
                  <a:pt x="495022" y="327211"/>
                  <a:pt x="468473" y="332495"/>
                  <a:pt x="426720" y="329184"/>
                </a:cubicBezTo>
                <a:cubicBezTo>
                  <a:pt x="395430" y="327855"/>
                  <a:pt x="354357" y="335065"/>
                  <a:pt x="320040" y="329184"/>
                </a:cubicBezTo>
                <a:cubicBezTo>
                  <a:pt x="277622" y="338110"/>
                  <a:pt x="249448" y="323346"/>
                  <a:pt x="213360" y="329184"/>
                </a:cubicBezTo>
                <a:cubicBezTo>
                  <a:pt x="181513" y="316649"/>
                  <a:pt x="142196" y="330053"/>
                  <a:pt x="106680" y="329184"/>
                </a:cubicBezTo>
                <a:cubicBezTo>
                  <a:pt x="72282" y="329050"/>
                  <a:pt x="35260" y="335220"/>
                  <a:pt x="0" y="329184"/>
                </a:cubicBezTo>
                <a:cubicBezTo>
                  <a:pt x="4771" y="301589"/>
                  <a:pt x="4877" y="255198"/>
                  <a:pt x="0" y="219456"/>
                </a:cubicBezTo>
                <a:cubicBezTo>
                  <a:pt x="-11840" y="179337"/>
                  <a:pt x="7203" y="146229"/>
                  <a:pt x="0" y="109728"/>
                </a:cubicBezTo>
                <a:cubicBezTo>
                  <a:pt x="2360" y="75423"/>
                  <a:pt x="15192" y="36891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  <p:cxnSp>
        <p:nvCxnSpPr>
          <p:cNvPr id="136" name="App-BottomLeft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546735 w 640080"/>
                <a:gd name="csY0" fmla="*/ 253365 h 640080"/>
                <a:gd name="csX1" fmla="*/ 413385 w 640080"/>
                <a:gd name="csY1" fmla="*/ 253365 h 640080"/>
                <a:gd name="csX2" fmla="*/ 413385 w 640080"/>
                <a:gd name="csY2" fmla="*/ 173355 h 640080"/>
                <a:gd name="csX3" fmla="*/ 546735 w 640080"/>
                <a:gd name="csY3" fmla="*/ 173355 h 640080"/>
                <a:gd name="csX4" fmla="*/ 546735 w 640080"/>
                <a:gd name="csY4" fmla="*/ 253365 h 640080"/>
                <a:gd name="csX5" fmla="*/ 546735 w 640080"/>
                <a:gd name="csY5" fmla="*/ 360045 h 640080"/>
                <a:gd name="csX6" fmla="*/ 413385 w 640080"/>
                <a:gd name="csY6" fmla="*/ 360045 h 640080"/>
                <a:gd name="csX7" fmla="*/ 413385 w 640080"/>
                <a:gd name="csY7" fmla="*/ 280035 h 640080"/>
                <a:gd name="csX8" fmla="*/ 546735 w 640080"/>
                <a:gd name="csY8" fmla="*/ 280035 h 640080"/>
                <a:gd name="csX9" fmla="*/ 546735 w 640080"/>
                <a:gd name="csY9" fmla="*/ 360045 h 640080"/>
                <a:gd name="csX10" fmla="*/ 546735 w 640080"/>
                <a:gd name="csY10" fmla="*/ 466725 h 640080"/>
                <a:gd name="csX11" fmla="*/ 413385 w 640080"/>
                <a:gd name="csY11" fmla="*/ 466725 h 640080"/>
                <a:gd name="csX12" fmla="*/ 413385 w 640080"/>
                <a:gd name="csY12" fmla="*/ 386715 h 640080"/>
                <a:gd name="csX13" fmla="*/ 546735 w 640080"/>
                <a:gd name="csY13" fmla="*/ 386715 h 640080"/>
                <a:gd name="csX14" fmla="*/ 546735 w 640080"/>
                <a:gd name="csY14" fmla="*/ 466725 h 640080"/>
                <a:gd name="csX15" fmla="*/ 253365 w 640080"/>
                <a:gd name="csY15" fmla="*/ 466725 h 640080"/>
                <a:gd name="csX16" fmla="*/ 253365 w 640080"/>
                <a:gd name="csY16" fmla="*/ 386715 h 640080"/>
                <a:gd name="csX17" fmla="*/ 386715 w 640080"/>
                <a:gd name="csY17" fmla="*/ 386715 h 640080"/>
                <a:gd name="csX18" fmla="*/ 386715 w 640080"/>
                <a:gd name="csY18" fmla="*/ 466725 h 640080"/>
                <a:gd name="csX19" fmla="*/ 253365 w 640080"/>
                <a:gd name="csY19" fmla="*/ 466725 h 640080"/>
                <a:gd name="csX20" fmla="*/ 93345 w 640080"/>
                <a:gd name="csY20" fmla="*/ 466725 h 640080"/>
                <a:gd name="csX21" fmla="*/ 93345 w 640080"/>
                <a:gd name="csY21" fmla="*/ 386715 h 640080"/>
                <a:gd name="csX22" fmla="*/ 226695 w 640080"/>
                <a:gd name="csY22" fmla="*/ 386715 h 640080"/>
                <a:gd name="csX23" fmla="*/ 226695 w 640080"/>
                <a:gd name="csY23" fmla="*/ 466725 h 640080"/>
                <a:gd name="csX24" fmla="*/ 93345 w 640080"/>
                <a:gd name="csY24" fmla="*/ 466725 h 640080"/>
                <a:gd name="csX25" fmla="*/ 93345 w 640080"/>
                <a:gd name="csY25" fmla="*/ 280035 h 640080"/>
                <a:gd name="csX26" fmla="*/ 226695 w 640080"/>
                <a:gd name="csY26" fmla="*/ 280035 h 640080"/>
                <a:gd name="csX27" fmla="*/ 226695 w 640080"/>
                <a:gd name="csY27" fmla="*/ 360045 h 640080"/>
                <a:gd name="csX28" fmla="*/ 93345 w 640080"/>
                <a:gd name="csY28" fmla="*/ 360045 h 640080"/>
                <a:gd name="csX29" fmla="*/ 93345 w 640080"/>
                <a:gd name="csY29" fmla="*/ 280035 h 640080"/>
                <a:gd name="csX30" fmla="*/ 93345 w 640080"/>
                <a:gd name="csY30" fmla="*/ 173355 h 640080"/>
                <a:gd name="csX31" fmla="*/ 226695 w 640080"/>
                <a:gd name="csY31" fmla="*/ 173355 h 640080"/>
                <a:gd name="csX32" fmla="*/ 226695 w 640080"/>
                <a:gd name="csY32" fmla="*/ 253365 h 640080"/>
                <a:gd name="csX33" fmla="*/ 93345 w 640080"/>
                <a:gd name="csY33" fmla="*/ 253365 h 640080"/>
                <a:gd name="csX34" fmla="*/ 93345 w 640080"/>
                <a:gd name="csY34" fmla="*/ 173355 h 640080"/>
                <a:gd name="csX35" fmla="*/ 386715 w 640080"/>
                <a:gd name="csY35" fmla="*/ 280035 h 640080"/>
                <a:gd name="csX36" fmla="*/ 386715 w 640080"/>
                <a:gd name="csY36" fmla="*/ 360045 h 640080"/>
                <a:gd name="csX37" fmla="*/ 253365 w 640080"/>
                <a:gd name="csY37" fmla="*/ 360045 h 640080"/>
                <a:gd name="csX38" fmla="*/ 253365 w 640080"/>
                <a:gd name="csY38" fmla="*/ 280035 h 640080"/>
                <a:gd name="csX39" fmla="*/ 386715 w 640080"/>
                <a:gd name="csY39" fmla="*/ 280035 h 640080"/>
                <a:gd name="csX40" fmla="*/ 386715 w 640080"/>
                <a:gd name="csY40" fmla="*/ 173355 h 640080"/>
                <a:gd name="csX41" fmla="*/ 386715 w 640080"/>
                <a:gd name="csY41" fmla="*/ 253365 h 640080"/>
                <a:gd name="csX42" fmla="*/ 253365 w 640080"/>
                <a:gd name="csY42" fmla="*/ 253365 h 640080"/>
                <a:gd name="csX43" fmla="*/ 253365 w 640080"/>
                <a:gd name="csY43" fmla="*/ 173355 h 640080"/>
                <a:gd name="csX44" fmla="*/ 386715 w 640080"/>
                <a:gd name="csY44" fmla="*/ 173355 h 640080"/>
                <a:gd name="csX45" fmla="*/ 53340 w 640080"/>
                <a:gd name="csY45" fmla="*/ 133350 h 640080"/>
                <a:gd name="csX46" fmla="*/ 53340 w 640080"/>
                <a:gd name="csY46" fmla="*/ 257812 h 640080"/>
                <a:gd name="csX47" fmla="*/ 53340 w 640080"/>
                <a:gd name="csY47" fmla="*/ 382267 h 640080"/>
                <a:gd name="csX48" fmla="*/ 53340 w 640080"/>
                <a:gd name="csY48" fmla="*/ 506730 h 640080"/>
                <a:gd name="csX49" fmla="*/ 186690 w 640080"/>
                <a:gd name="csY49" fmla="*/ 506730 h 640080"/>
                <a:gd name="csX50" fmla="*/ 320040 w 640080"/>
                <a:gd name="csY50" fmla="*/ 506730 h 640080"/>
                <a:gd name="csX51" fmla="*/ 453390 w 640080"/>
                <a:gd name="csY51" fmla="*/ 506730 h 640080"/>
                <a:gd name="csX52" fmla="*/ 586740 w 640080"/>
                <a:gd name="csY52" fmla="*/ 506730 h 640080"/>
                <a:gd name="csX53" fmla="*/ 586740 w 640080"/>
                <a:gd name="csY53" fmla="*/ 382267 h 640080"/>
                <a:gd name="csX54" fmla="*/ 586740 w 640080"/>
                <a:gd name="csY54" fmla="*/ 257812 h 640080"/>
                <a:gd name="csX55" fmla="*/ 586740 w 640080"/>
                <a:gd name="csY55" fmla="*/ 133350 h 640080"/>
                <a:gd name="csX56" fmla="*/ 453390 w 640080"/>
                <a:gd name="csY56" fmla="*/ 133350 h 640080"/>
                <a:gd name="csX57" fmla="*/ 320040 w 640080"/>
                <a:gd name="csY57" fmla="*/ 133350 h 640080"/>
                <a:gd name="csX58" fmla="*/ 186690 w 640080"/>
                <a:gd name="csY58" fmla="*/ 133350 h 640080"/>
                <a:gd name="csX59" fmla="*/ 53340 w 640080"/>
                <a:gd name="csY59" fmla="*/ 13335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640080" h="640080" extrusionOk="0">
                  <a:moveTo>
                    <a:pt x="546735" y="253365"/>
                  </a:moveTo>
                  <a:cubicBezTo>
                    <a:pt x="506527" y="267186"/>
                    <a:pt x="453364" y="249215"/>
                    <a:pt x="413385" y="253365"/>
                  </a:cubicBezTo>
                  <a:cubicBezTo>
                    <a:pt x="422713" y="228703"/>
                    <a:pt x="415003" y="200758"/>
                    <a:pt x="413385" y="173355"/>
                  </a:cubicBezTo>
                  <a:cubicBezTo>
                    <a:pt x="452327" y="167635"/>
                    <a:pt x="496920" y="161022"/>
                    <a:pt x="546735" y="173355"/>
                  </a:cubicBezTo>
                  <a:cubicBezTo>
                    <a:pt x="541166" y="201175"/>
                    <a:pt x="537187" y="229859"/>
                    <a:pt x="546735" y="253365"/>
                  </a:cubicBezTo>
                  <a:close/>
                  <a:moveTo>
                    <a:pt x="546735" y="360045"/>
                  </a:moveTo>
                  <a:cubicBezTo>
                    <a:pt x="502853" y="360872"/>
                    <a:pt x="458343" y="366668"/>
                    <a:pt x="413385" y="360045"/>
                  </a:cubicBezTo>
                  <a:cubicBezTo>
                    <a:pt x="408973" y="332241"/>
                    <a:pt x="406320" y="305681"/>
                    <a:pt x="413385" y="280035"/>
                  </a:cubicBezTo>
                  <a:cubicBezTo>
                    <a:pt x="445996" y="284009"/>
                    <a:pt x="502046" y="277906"/>
                    <a:pt x="546735" y="280035"/>
                  </a:cubicBezTo>
                  <a:cubicBezTo>
                    <a:pt x="550933" y="306816"/>
                    <a:pt x="554845" y="330912"/>
                    <a:pt x="546735" y="360045"/>
                  </a:cubicBezTo>
                  <a:close/>
                  <a:moveTo>
                    <a:pt x="546735" y="466725"/>
                  </a:moveTo>
                  <a:cubicBezTo>
                    <a:pt x="498197" y="472220"/>
                    <a:pt x="455163" y="462959"/>
                    <a:pt x="413385" y="466725"/>
                  </a:cubicBezTo>
                  <a:cubicBezTo>
                    <a:pt x="419450" y="435186"/>
                    <a:pt x="416461" y="412706"/>
                    <a:pt x="413385" y="386715"/>
                  </a:cubicBezTo>
                  <a:cubicBezTo>
                    <a:pt x="448234" y="391560"/>
                    <a:pt x="504140" y="386968"/>
                    <a:pt x="546735" y="386715"/>
                  </a:cubicBezTo>
                  <a:cubicBezTo>
                    <a:pt x="548646" y="406619"/>
                    <a:pt x="545251" y="438897"/>
                    <a:pt x="546735" y="466725"/>
                  </a:cubicBezTo>
                  <a:close/>
                  <a:moveTo>
                    <a:pt x="253365" y="466725"/>
                  </a:moveTo>
                  <a:cubicBezTo>
                    <a:pt x="253842" y="441501"/>
                    <a:pt x="252496" y="412940"/>
                    <a:pt x="253365" y="386715"/>
                  </a:cubicBezTo>
                  <a:cubicBezTo>
                    <a:pt x="294221" y="380871"/>
                    <a:pt x="339949" y="392185"/>
                    <a:pt x="386715" y="386715"/>
                  </a:cubicBezTo>
                  <a:cubicBezTo>
                    <a:pt x="388677" y="418102"/>
                    <a:pt x="383616" y="432889"/>
                    <a:pt x="386715" y="466725"/>
                  </a:cubicBezTo>
                  <a:cubicBezTo>
                    <a:pt x="338745" y="464275"/>
                    <a:pt x="292381" y="469577"/>
                    <a:pt x="253365" y="466725"/>
                  </a:cubicBezTo>
                  <a:close/>
                  <a:moveTo>
                    <a:pt x="93345" y="466725"/>
                  </a:moveTo>
                  <a:cubicBezTo>
                    <a:pt x="94811" y="438840"/>
                    <a:pt x="100553" y="409411"/>
                    <a:pt x="93345" y="386715"/>
                  </a:cubicBezTo>
                  <a:cubicBezTo>
                    <a:pt x="135978" y="394143"/>
                    <a:pt x="181061" y="386142"/>
                    <a:pt x="226695" y="386715"/>
                  </a:cubicBezTo>
                  <a:cubicBezTo>
                    <a:pt x="228555" y="410089"/>
                    <a:pt x="226006" y="441119"/>
                    <a:pt x="226695" y="466725"/>
                  </a:cubicBezTo>
                  <a:cubicBezTo>
                    <a:pt x="181846" y="453375"/>
                    <a:pt x="148903" y="458093"/>
                    <a:pt x="93345" y="466725"/>
                  </a:cubicBezTo>
                  <a:close/>
                  <a:moveTo>
                    <a:pt x="93345" y="280035"/>
                  </a:moveTo>
                  <a:cubicBezTo>
                    <a:pt x="138339" y="273191"/>
                    <a:pt x="172830" y="274702"/>
                    <a:pt x="226695" y="280035"/>
                  </a:cubicBezTo>
                  <a:cubicBezTo>
                    <a:pt x="224738" y="306577"/>
                    <a:pt x="228317" y="337158"/>
                    <a:pt x="226695" y="360045"/>
                  </a:cubicBezTo>
                  <a:cubicBezTo>
                    <a:pt x="180078" y="359555"/>
                    <a:pt x="145249" y="357861"/>
                    <a:pt x="93345" y="360045"/>
                  </a:cubicBezTo>
                  <a:cubicBezTo>
                    <a:pt x="91989" y="332834"/>
                    <a:pt x="92005" y="307189"/>
                    <a:pt x="93345" y="280035"/>
                  </a:cubicBezTo>
                  <a:close/>
                  <a:moveTo>
                    <a:pt x="93345" y="173355"/>
                  </a:moveTo>
                  <a:cubicBezTo>
                    <a:pt x="128259" y="175300"/>
                    <a:pt x="177424" y="180562"/>
                    <a:pt x="226695" y="173355"/>
                  </a:cubicBezTo>
                  <a:cubicBezTo>
                    <a:pt x="226275" y="193378"/>
                    <a:pt x="230352" y="230290"/>
                    <a:pt x="226695" y="253365"/>
                  </a:cubicBezTo>
                  <a:cubicBezTo>
                    <a:pt x="189451" y="256274"/>
                    <a:pt x="144495" y="259497"/>
                    <a:pt x="93345" y="253365"/>
                  </a:cubicBezTo>
                  <a:cubicBezTo>
                    <a:pt x="97551" y="231665"/>
                    <a:pt x="87229" y="204819"/>
                    <a:pt x="93345" y="173355"/>
                  </a:cubicBezTo>
                  <a:close/>
                  <a:moveTo>
                    <a:pt x="386715" y="280035"/>
                  </a:moveTo>
                  <a:cubicBezTo>
                    <a:pt x="388761" y="305190"/>
                    <a:pt x="389857" y="330741"/>
                    <a:pt x="386715" y="360045"/>
                  </a:cubicBezTo>
                  <a:cubicBezTo>
                    <a:pt x="344309" y="349543"/>
                    <a:pt x="299166" y="360995"/>
                    <a:pt x="253365" y="360045"/>
                  </a:cubicBezTo>
                  <a:cubicBezTo>
                    <a:pt x="250222" y="331548"/>
                    <a:pt x="246611" y="306962"/>
                    <a:pt x="253365" y="280035"/>
                  </a:cubicBezTo>
                  <a:cubicBezTo>
                    <a:pt x="293244" y="273321"/>
                    <a:pt x="333332" y="280477"/>
                    <a:pt x="386715" y="280035"/>
                  </a:cubicBezTo>
                  <a:close/>
                  <a:moveTo>
                    <a:pt x="386715" y="173355"/>
                  </a:moveTo>
                  <a:cubicBezTo>
                    <a:pt x="389402" y="201153"/>
                    <a:pt x="387851" y="226620"/>
                    <a:pt x="386715" y="253365"/>
                  </a:cubicBezTo>
                  <a:cubicBezTo>
                    <a:pt x="342378" y="255017"/>
                    <a:pt x="308375" y="259931"/>
                    <a:pt x="253365" y="253365"/>
                  </a:cubicBezTo>
                  <a:cubicBezTo>
                    <a:pt x="246682" y="228479"/>
                    <a:pt x="251032" y="199891"/>
                    <a:pt x="253365" y="173355"/>
                  </a:cubicBezTo>
                  <a:cubicBezTo>
                    <a:pt x="298509" y="167578"/>
                    <a:pt x="332879" y="164377"/>
                    <a:pt x="386715" y="173355"/>
                  </a:cubicBezTo>
                  <a:close/>
                  <a:moveTo>
                    <a:pt x="53340" y="133350"/>
                  </a:moveTo>
                  <a:cubicBezTo>
                    <a:pt x="44669" y="173461"/>
                    <a:pt x="47173" y="207282"/>
                    <a:pt x="53340" y="257812"/>
                  </a:cubicBezTo>
                  <a:cubicBezTo>
                    <a:pt x="50146" y="294060"/>
                    <a:pt x="53004" y="334123"/>
                    <a:pt x="53340" y="382267"/>
                  </a:cubicBezTo>
                  <a:cubicBezTo>
                    <a:pt x="62805" y="422505"/>
                    <a:pt x="57705" y="458712"/>
                    <a:pt x="53340" y="506730"/>
                  </a:cubicBezTo>
                  <a:cubicBezTo>
                    <a:pt x="97753" y="502525"/>
                    <a:pt x="151137" y="492239"/>
                    <a:pt x="186690" y="506730"/>
                  </a:cubicBezTo>
                  <a:cubicBezTo>
                    <a:pt x="239391" y="507230"/>
                    <a:pt x="279666" y="504717"/>
                    <a:pt x="320040" y="506730"/>
                  </a:cubicBezTo>
                  <a:cubicBezTo>
                    <a:pt x="371619" y="513055"/>
                    <a:pt x="402837" y="503813"/>
                    <a:pt x="453390" y="506730"/>
                  </a:cubicBezTo>
                  <a:cubicBezTo>
                    <a:pt x="506792" y="506343"/>
                    <a:pt x="545457" y="498373"/>
                    <a:pt x="586740" y="506730"/>
                  </a:cubicBezTo>
                  <a:cubicBezTo>
                    <a:pt x="584971" y="472872"/>
                    <a:pt x="581005" y="427636"/>
                    <a:pt x="586740" y="382267"/>
                  </a:cubicBezTo>
                  <a:cubicBezTo>
                    <a:pt x="589551" y="331500"/>
                    <a:pt x="591829" y="304110"/>
                    <a:pt x="586740" y="257812"/>
                  </a:cubicBezTo>
                  <a:cubicBezTo>
                    <a:pt x="579781" y="205972"/>
                    <a:pt x="590725" y="168702"/>
                    <a:pt x="586740" y="133350"/>
                  </a:cubicBezTo>
                  <a:cubicBezTo>
                    <a:pt x="529838" y="125200"/>
                    <a:pt x="507181" y="125069"/>
                    <a:pt x="453390" y="133350"/>
                  </a:cubicBezTo>
                  <a:cubicBezTo>
                    <a:pt x="395804" y="130938"/>
                    <a:pt x="360488" y="130892"/>
                    <a:pt x="320040" y="133350"/>
                  </a:cubicBezTo>
                  <a:cubicBezTo>
                    <a:pt x="272834" y="123756"/>
                    <a:pt x="238930" y="126616"/>
                    <a:pt x="186690" y="133350"/>
                  </a:cubicBezTo>
                  <a:cubicBezTo>
                    <a:pt x="143643" y="139983"/>
                    <a:pt x="99173" y="125775"/>
                    <a:pt x="53340" y="1333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679"/>
                            <a:pt x="68667" y="38987"/>
                            <a:pt x="62000" y="38000"/>
                          </a:cubicBezTo>
                          <a:cubicBezTo>
                            <a:pt x="62370" y="34000"/>
                            <a:pt x="62355" y="30000"/>
                            <a:pt x="62000" y="26000"/>
                          </a:cubicBezTo>
                          <a:cubicBezTo>
                            <a:pt x="68667" y="25077"/>
                            <a:pt x="75333" y="24852"/>
                            <a:pt x="82000" y="26000"/>
                          </a:cubicBezTo>
                          <a:cubicBezTo>
                            <a:pt x="81872" y="30000"/>
                            <a:pt x="81296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2971"/>
                            <a:pt x="68667" y="54338"/>
                            <a:pt x="62000" y="54000"/>
                          </a:cubicBezTo>
                          <a:cubicBezTo>
                            <a:pt x="61704" y="50000"/>
                            <a:pt x="61642" y="46000"/>
                            <a:pt x="62000" y="42000"/>
                          </a:cubicBezTo>
                          <a:cubicBezTo>
                            <a:pt x="68667" y="42189"/>
                            <a:pt x="75333" y="41365"/>
                            <a:pt x="82000" y="42000"/>
                          </a:cubicBezTo>
                          <a:cubicBezTo>
                            <a:pt x="82454" y="46000"/>
                            <a:pt x="82390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853"/>
                            <a:pt x="68667" y="68932"/>
                            <a:pt x="62000" y="70000"/>
                          </a:cubicBezTo>
                          <a:cubicBezTo>
                            <a:pt x="62009" y="66000"/>
                            <a:pt x="62375" y="62000"/>
                            <a:pt x="62000" y="58000"/>
                          </a:cubicBezTo>
                          <a:cubicBezTo>
                            <a:pt x="68667" y="58736"/>
                            <a:pt x="75333" y="58047"/>
                            <a:pt x="82000" y="58000"/>
                          </a:cubicBezTo>
                          <a:cubicBezTo>
                            <a:pt x="81958" y="62000"/>
                            <a:pt x="82120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845" y="66000"/>
                            <a:pt x="37685" y="62000"/>
                            <a:pt x="38000" y="58000"/>
                          </a:cubicBezTo>
                          <a:cubicBezTo>
                            <a:pt x="44667" y="57242"/>
                            <a:pt x="51333" y="58631"/>
                            <a:pt x="58000" y="58000"/>
                          </a:cubicBezTo>
                          <a:cubicBezTo>
                            <a:pt x="57393" y="62000"/>
                            <a:pt x="57766" y="66000"/>
                            <a:pt x="58000" y="70000"/>
                          </a:cubicBezTo>
                          <a:cubicBezTo>
                            <a:pt x="51333" y="70200"/>
                            <a:pt x="44667" y="70430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4363" y="66000"/>
                            <a:pt x="14594" y="62000"/>
                            <a:pt x="14000" y="58000"/>
                          </a:cubicBezTo>
                          <a:cubicBezTo>
                            <a:pt x="20667" y="57271"/>
                            <a:pt x="27333" y="57070"/>
                            <a:pt x="34000" y="58000"/>
                          </a:cubicBezTo>
                          <a:cubicBezTo>
                            <a:pt x="34453" y="62000"/>
                            <a:pt x="33767" y="66000"/>
                            <a:pt x="34000" y="70000"/>
                          </a:cubicBezTo>
                          <a:cubicBezTo>
                            <a:pt x="27333" y="69106"/>
                            <a:pt x="20667" y="69446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502"/>
                            <a:pt x="27333" y="41263"/>
                            <a:pt x="34000" y="42000"/>
                          </a:cubicBezTo>
                          <a:cubicBezTo>
                            <a:pt x="33493" y="46000"/>
                            <a:pt x="34038" y="50000"/>
                            <a:pt x="34000" y="54000"/>
                          </a:cubicBezTo>
                          <a:cubicBezTo>
                            <a:pt x="27333" y="53099"/>
                            <a:pt x="20667" y="54727"/>
                            <a:pt x="14000" y="54000"/>
                          </a:cubicBezTo>
                          <a:cubicBezTo>
                            <a:pt x="14221" y="50000"/>
                            <a:pt x="13532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245"/>
                            <a:pt x="27333" y="25696"/>
                            <a:pt x="34000" y="26000"/>
                          </a:cubicBezTo>
                          <a:cubicBezTo>
                            <a:pt x="33976" y="30000"/>
                            <a:pt x="33740" y="34000"/>
                            <a:pt x="34000" y="38000"/>
                          </a:cubicBezTo>
                          <a:cubicBezTo>
                            <a:pt x="27333" y="39113"/>
                            <a:pt x="20667" y="38699"/>
                            <a:pt x="14000" y="38000"/>
                          </a:cubicBezTo>
                          <a:cubicBezTo>
                            <a:pt x="14501" y="34000"/>
                            <a:pt x="13470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080" y="46000"/>
                            <a:pt x="57839" y="50000"/>
                            <a:pt x="58000" y="54000"/>
                          </a:cubicBezTo>
                          <a:cubicBezTo>
                            <a:pt x="51333" y="53404"/>
                            <a:pt x="44667" y="54089"/>
                            <a:pt x="38000" y="54000"/>
                          </a:cubicBezTo>
                          <a:cubicBezTo>
                            <a:pt x="38045" y="50000"/>
                            <a:pt x="38103" y="46000"/>
                            <a:pt x="38000" y="42000"/>
                          </a:cubicBezTo>
                          <a:cubicBezTo>
                            <a:pt x="44667" y="41836"/>
                            <a:pt x="51333" y="4217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705" y="30000"/>
                            <a:pt x="58680" y="34000"/>
                            <a:pt x="58000" y="38000"/>
                          </a:cubicBezTo>
                          <a:cubicBezTo>
                            <a:pt x="51333" y="36861"/>
                            <a:pt x="44667" y="38220"/>
                            <a:pt x="38000" y="38000"/>
                          </a:cubicBezTo>
                          <a:cubicBezTo>
                            <a:pt x="37657" y="34000"/>
                            <a:pt x="38414" y="30000"/>
                            <a:pt x="38000" y="26000"/>
                          </a:cubicBezTo>
                          <a:cubicBezTo>
                            <a:pt x="44667" y="25242"/>
                            <a:pt x="51333" y="2548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474" y="26222"/>
                            <a:pt x="7389" y="32444"/>
                            <a:pt x="8000" y="38667"/>
                          </a:cubicBezTo>
                          <a:cubicBezTo>
                            <a:pt x="8017" y="44889"/>
                            <a:pt x="7277" y="51111"/>
                            <a:pt x="8000" y="57333"/>
                          </a:cubicBezTo>
                          <a:cubicBezTo>
                            <a:pt x="7677" y="63556"/>
                            <a:pt x="8652" y="69778"/>
                            <a:pt x="8000" y="76000"/>
                          </a:cubicBezTo>
                          <a:cubicBezTo>
                            <a:pt x="14667" y="74902"/>
                            <a:pt x="21333" y="75277"/>
                            <a:pt x="28000" y="76000"/>
                          </a:cubicBezTo>
                          <a:cubicBezTo>
                            <a:pt x="34667" y="76349"/>
                            <a:pt x="41333" y="75841"/>
                            <a:pt x="48000" y="76000"/>
                          </a:cubicBezTo>
                          <a:cubicBezTo>
                            <a:pt x="54667" y="76893"/>
                            <a:pt x="61333" y="75044"/>
                            <a:pt x="68000" y="76000"/>
                          </a:cubicBezTo>
                          <a:cubicBezTo>
                            <a:pt x="74667" y="75243"/>
                            <a:pt x="81333" y="75106"/>
                            <a:pt x="88000" y="76000"/>
                          </a:cubicBezTo>
                          <a:cubicBezTo>
                            <a:pt x="87753" y="69778"/>
                            <a:pt x="88335" y="63556"/>
                            <a:pt x="88000" y="57333"/>
                          </a:cubicBezTo>
                          <a:cubicBezTo>
                            <a:pt x="89065" y="51111"/>
                            <a:pt x="87417" y="44889"/>
                            <a:pt x="88000" y="38667"/>
                          </a:cubicBezTo>
                          <a:cubicBezTo>
                            <a:pt x="86964" y="32444"/>
                            <a:pt x="88330" y="26222"/>
                            <a:pt x="88000" y="20000"/>
                          </a:cubicBezTo>
                          <a:cubicBezTo>
                            <a:pt x="81333" y="18861"/>
                            <a:pt x="74667" y="19355"/>
                            <a:pt x="68000" y="20000"/>
                          </a:cubicBezTo>
                          <a:cubicBezTo>
                            <a:pt x="61333" y="19308"/>
                            <a:pt x="54667" y="21112"/>
                            <a:pt x="48000" y="20000"/>
                          </a:cubicBezTo>
                          <a:cubicBezTo>
                            <a:pt x="41333" y="20213"/>
                            <a:pt x="34667" y="20400"/>
                            <a:pt x="28000" y="20000"/>
                          </a:cubicBezTo>
                          <a:cubicBezTo>
                            <a:pt x="21333" y="19741"/>
                            <a:pt x="14667" y="19343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reference-labels.json</a:t>
            </a:r>
          </a:p>
        </p:txBody>
      </p:sp>
      <p:sp>
        <p:nvSpPr>
          <p:cNvPr id="142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18/20 correct</a:t>
            </a:r>
          </a:p>
        </p:txBody>
      </p:sp>
      <p:sp>
        <p:nvSpPr>
          <p:cNvPr id="143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emergencies 2/2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  <p:sp>
        <p:nvSpPr>
          <p:cNvPr id="125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2+ in 14 days</a:t>
            </a:r>
          </a:p>
        </p:txBody>
      </p:sp>
      <p:cxnSp>
        <p:nvCxnSpPr>
          <p:cNvPr id="126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33" name="Alert icon"/>
          <p:cNvGrpSpPr/>
          <p:nvPr/>
        </p:nvGrpSpPr>
        <p:grpSpPr>
          <a:xfrm>
            <a:off x="9261736" y="4505738"/>
            <a:ext cx="731520" cy="731520"/>
            <a:chOff x="0" y="0"/>
            <a:chExt cx="731520" cy="731520"/>
          </a:xfrm>
        </p:grpSpPr>
        <p:sp>
          <p:nvSpPr>
            <p:cNvPr id="134" name="Alert icon backing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Alert icon 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175260 w 731520"/>
                <a:gd name="csY0" fmla="*/ 624840 h 731520"/>
                <a:gd name="csX1" fmla="*/ 175260 w 731520"/>
                <a:gd name="csY1" fmla="*/ 495300 h 731520"/>
                <a:gd name="csX2" fmla="*/ 175260 w 731520"/>
                <a:gd name="csY2" fmla="*/ 365760 h 731520"/>
                <a:gd name="csX3" fmla="*/ 175260 w 731520"/>
                <a:gd name="csY3" fmla="*/ 236220 h 731520"/>
                <a:gd name="csX4" fmla="*/ 175260 w 731520"/>
                <a:gd name="csY4" fmla="*/ 106680 h 731520"/>
                <a:gd name="csX5" fmla="*/ 365760 w 731520"/>
                <a:gd name="csY5" fmla="*/ 106680 h 731520"/>
                <a:gd name="csX6" fmla="*/ 365760 w 731520"/>
                <a:gd name="csY6" fmla="*/ 266700 h 731520"/>
                <a:gd name="csX7" fmla="*/ 556260 w 731520"/>
                <a:gd name="csY7" fmla="*/ 266700 h 731520"/>
                <a:gd name="csX8" fmla="*/ 556260 w 731520"/>
                <a:gd name="csY8" fmla="*/ 445770 h 731520"/>
                <a:gd name="csX9" fmla="*/ 556260 w 731520"/>
                <a:gd name="csY9" fmla="*/ 624840 h 731520"/>
                <a:gd name="csX10" fmla="*/ 429257 w 731520"/>
                <a:gd name="csY10" fmla="*/ 624840 h 731520"/>
                <a:gd name="csX11" fmla="*/ 302262 w 731520"/>
                <a:gd name="csY11" fmla="*/ 624840 h 731520"/>
                <a:gd name="csX12" fmla="*/ 175260 w 731520"/>
                <a:gd name="csY12" fmla="*/ 624840 h 731520"/>
                <a:gd name="csX13" fmla="*/ 411480 w 731520"/>
                <a:gd name="csY13" fmla="*/ 125730 h 731520"/>
                <a:gd name="csX14" fmla="*/ 506730 w 731520"/>
                <a:gd name="csY14" fmla="*/ 220980 h 731520"/>
                <a:gd name="csX15" fmla="*/ 411480 w 731520"/>
                <a:gd name="csY15" fmla="*/ 220980 h 731520"/>
                <a:gd name="csX16" fmla="*/ 411480 w 731520"/>
                <a:gd name="csY16" fmla="*/ 125730 h 731520"/>
                <a:gd name="csX17" fmla="*/ 411480 w 731520"/>
                <a:gd name="csY17" fmla="*/ 60960 h 731520"/>
                <a:gd name="csX18" fmla="*/ 270510 w 731520"/>
                <a:gd name="csY18" fmla="*/ 60960 h 731520"/>
                <a:gd name="csX19" fmla="*/ 129540 w 731520"/>
                <a:gd name="csY19" fmla="*/ 60960 h 731520"/>
                <a:gd name="csX20" fmla="*/ 129540 w 731520"/>
                <a:gd name="csY20" fmla="*/ 213360 h 731520"/>
                <a:gd name="csX21" fmla="*/ 129540 w 731520"/>
                <a:gd name="csY21" fmla="*/ 365760 h 731520"/>
                <a:gd name="csX22" fmla="*/ 129540 w 731520"/>
                <a:gd name="csY22" fmla="*/ 518160 h 731520"/>
                <a:gd name="csX23" fmla="*/ 129540 w 731520"/>
                <a:gd name="csY23" fmla="*/ 670560 h 731520"/>
                <a:gd name="csX24" fmla="*/ 287022 w 731520"/>
                <a:gd name="csY24" fmla="*/ 670560 h 731520"/>
                <a:gd name="csX25" fmla="*/ 444497 w 731520"/>
                <a:gd name="csY25" fmla="*/ 670560 h 731520"/>
                <a:gd name="csX26" fmla="*/ 601980 w 731520"/>
                <a:gd name="csY26" fmla="*/ 670560 h 731520"/>
                <a:gd name="csX27" fmla="*/ 601980 w 731520"/>
                <a:gd name="csY27" fmla="*/ 523242 h 731520"/>
                <a:gd name="csX28" fmla="*/ 601980 w 731520"/>
                <a:gd name="csY28" fmla="*/ 375917 h 731520"/>
                <a:gd name="csX29" fmla="*/ 601980 w 731520"/>
                <a:gd name="csY29" fmla="*/ 228600 h 731520"/>
                <a:gd name="csX30" fmla="*/ 506730 w 731520"/>
                <a:gd name="csY30" fmla="*/ 144780 h 731520"/>
                <a:gd name="csX31" fmla="*/ 411480 w 731520"/>
                <a:gd name="csY31" fmla="*/ 6096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731520" h="731520" extrusionOk="0">
                  <a:moveTo>
                    <a:pt x="175260" y="624840"/>
                  </a:moveTo>
                  <a:cubicBezTo>
                    <a:pt x="166664" y="577518"/>
                    <a:pt x="184796" y="539422"/>
                    <a:pt x="175260" y="495300"/>
                  </a:cubicBezTo>
                  <a:cubicBezTo>
                    <a:pt x="172758" y="441925"/>
                    <a:pt x="169683" y="411671"/>
                    <a:pt x="175260" y="365760"/>
                  </a:cubicBezTo>
                  <a:cubicBezTo>
                    <a:pt x="174079" y="331259"/>
                    <a:pt x="176927" y="267631"/>
                    <a:pt x="175260" y="236220"/>
                  </a:cubicBezTo>
                  <a:cubicBezTo>
                    <a:pt x="172839" y="189801"/>
                    <a:pt x="185686" y="151918"/>
                    <a:pt x="175260" y="106680"/>
                  </a:cubicBezTo>
                  <a:cubicBezTo>
                    <a:pt x="233711" y="92812"/>
                    <a:pt x="297863" y="87391"/>
                    <a:pt x="365760" y="106680"/>
                  </a:cubicBezTo>
                  <a:cubicBezTo>
                    <a:pt x="359606" y="153872"/>
                    <a:pt x="362274" y="221411"/>
                    <a:pt x="365760" y="266700"/>
                  </a:cubicBezTo>
                  <a:cubicBezTo>
                    <a:pt x="430257" y="266502"/>
                    <a:pt x="501233" y="244026"/>
                    <a:pt x="556260" y="266700"/>
                  </a:cubicBezTo>
                  <a:cubicBezTo>
                    <a:pt x="551580" y="328812"/>
                    <a:pt x="547008" y="375471"/>
                    <a:pt x="556260" y="445770"/>
                  </a:cubicBezTo>
                  <a:cubicBezTo>
                    <a:pt x="562307" y="500592"/>
                    <a:pt x="570193" y="558117"/>
                    <a:pt x="556260" y="624840"/>
                  </a:cubicBezTo>
                  <a:cubicBezTo>
                    <a:pt x="511830" y="625866"/>
                    <a:pt x="472915" y="630793"/>
                    <a:pt x="429257" y="624840"/>
                  </a:cubicBezTo>
                  <a:cubicBezTo>
                    <a:pt x="387037" y="623121"/>
                    <a:pt x="340984" y="623175"/>
                    <a:pt x="302262" y="624840"/>
                  </a:cubicBezTo>
                  <a:cubicBezTo>
                    <a:pt x="262375" y="620382"/>
                    <a:pt x="217052" y="622820"/>
                    <a:pt x="175260" y="624840"/>
                  </a:cubicBezTo>
                  <a:close/>
                  <a:moveTo>
                    <a:pt x="411480" y="125730"/>
                  </a:moveTo>
                  <a:cubicBezTo>
                    <a:pt x="437539" y="165168"/>
                    <a:pt x="474742" y="189087"/>
                    <a:pt x="506730" y="220980"/>
                  </a:cubicBezTo>
                  <a:cubicBezTo>
                    <a:pt x="478262" y="221586"/>
                    <a:pt x="443661" y="212431"/>
                    <a:pt x="411480" y="220980"/>
                  </a:cubicBezTo>
                  <a:cubicBezTo>
                    <a:pt x="417772" y="183430"/>
                    <a:pt x="421145" y="156163"/>
                    <a:pt x="411480" y="125730"/>
                  </a:cubicBezTo>
                  <a:close/>
                  <a:moveTo>
                    <a:pt x="411480" y="60960"/>
                  </a:moveTo>
                  <a:cubicBezTo>
                    <a:pt x="368036" y="56894"/>
                    <a:pt x="317419" y="66576"/>
                    <a:pt x="270510" y="60960"/>
                  </a:cubicBezTo>
                  <a:cubicBezTo>
                    <a:pt x="216890" y="61142"/>
                    <a:pt x="180822" y="57224"/>
                    <a:pt x="129540" y="60960"/>
                  </a:cubicBezTo>
                  <a:cubicBezTo>
                    <a:pt x="116152" y="114693"/>
                    <a:pt x="126845" y="155695"/>
                    <a:pt x="129540" y="213360"/>
                  </a:cubicBezTo>
                  <a:cubicBezTo>
                    <a:pt x="127262" y="258551"/>
                    <a:pt x="134858" y="301246"/>
                    <a:pt x="129540" y="365760"/>
                  </a:cubicBezTo>
                  <a:cubicBezTo>
                    <a:pt x="126842" y="428976"/>
                    <a:pt x="136073" y="472798"/>
                    <a:pt x="129540" y="518160"/>
                  </a:cubicBezTo>
                  <a:cubicBezTo>
                    <a:pt x="134907" y="570635"/>
                    <a:pt x="125220" y="617894"/>
                    <a:pt x="129540" y="670560"/>
                  </a:cubicBezTo>
                  <a:cubicBezTo>
                    <a:pt x="176099" y="659278"/>
                    <a:pt x="231643" y="665783"/>
                    <a:pt x="287022" y="670560"/>
                  </a:cubicBezTo>
                  <a:cubicBezTo>
                    <a:pt x="346458" y="657422"/>
                    <a:pt x="390598" y="662358"/>
                    <a:pt x="444497" y="670560"/>
                  </a:cubicBezTo>
                  <a:cubicBezTo>
                    <a:pt x="482860" y="659574"/>
                    <a:pt x="552341" y="659716"/>
                    <a:pt x="601980" y="670560"/>
                  </a:cubicBezTo>
                  <a:cubicBezTo>
                    <a:pt x="602921" y="626819"/>
                    <a:pt x="603563" y="573389"/>
                    <a:pt x="601980" y="523242"/>
                  </a:cubicBezTo>
                  <a:cubicBezTo>
                    <a:pt x="593800" y="477938"/>
                    <a:pt x="600765" y="423154"/>
                    <a:pt x="601980" y="375917"/>
                  </a:cubicBezTo>
                  <a:cubicBezTo>
                    <a:pt x="595927" y="335188"/>
                    <a:pt x="592871" y="272208"/>
                    <a:pt x="601980" y="228600"/>
                  </a:cubicBezTo>
                  <a:cubicBezTo>
                    <a:pt x="578917" y="199879"/>
                    <a:pt x="536904" y="166760"/>
                    <a:pt x="506730" y="144780"/>
                  </a:cubicBezTo>
                  <a:cubicBezTo>
                    <a:pt x="469628" y="117884"/>
                    <a:pt x="444640" y="86912"/>
                    <a:pt x="411480" y="6096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1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065" y="76333"/>
                            <a:pt x="23942" y="70667"/>
                            <a:pt x="23000" y="65000"/>
                          </a:cubicBezTo>
                          <a:cubicBezTo>
                            <a:pt x="23233" y="59333"/>
                            <a:pt x="23530" y="53667"/>
                            <a:pt x="23000" y="48000"/>
                          </a:cubicBezTo>
                          <a:cubicBezTo>
                            <a:pt x="23230" y="42333"/>
                            <a:pt x="23719" y="36667"/>
                            <a:pt x="23000" y="31000"/>
                          </a:cubicBezTo>
                          <a:cubicBezTo>
                            <a:pt x="23140" y="25333"/>
                            <a:pt x="22735" y="19667"/>
                            <a:pt x="23000" y="14000"/>
                          </a:cubicBezTo>
                          <a:cubicBezTo>
                            <a:pt x="31333" y="13158"/>
                            <a:pt x="39667" y="13649"/>
                            <a:pt x="48000" y="14000"/>
                          </a:cubicBezTo>
                          <a:cubicBezTo>
                            <a:pt x="47317" y="21000"/>
                            <a:pt x="46917" y="28000"/>
                            <a:pt x="48000" y="35000"/>
                          </a:cubicBezTo>
                          <a:cubicBezTo>
                            <a:pt x="56333" y="34076"/>
                            <a:pt x="64667" y="33919"/>
                            <a:pt x="73000" y="35000"/>
                          </a:cubicBezTo>
                          <a:cubicBezTo>
                            <a:pt x="72466" y="42833"/>
                            <a:pt x="71942" y="50667"/>
                            <a:pt x="73000" y="58500"/>
                          </a:cubicBezTo>
                          <a:cubicBezTo>
                            <a:pt x="73670" y="66333"/>
                            <a:pt x="74065" y="74167"/>
                            <a:pt x="73000" y="82000"/>
                          </a:cubicBezTo>
                          <a:cubicBezTo>
                            <a:pt x="67444" y="82173"/>
                            <a:pt x="61889" y="82764"/>
                            <a:pt x="56333" y="82000"/>
                          </a:cubicBezTo>
                          <a:cubicBezTo>
                            <a:pt x="50778" y="82866"/>
                            <a:pt x="45222" y="81593"/>
                            <a:pt x="39667" y="82000"/>
                          </a:cubicBezTo>
                          <a:cubicBezTo>
                            <a:pt x="34111" y="82676"/>
                            <a:pt x="28556" y="81977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503" y="21330"/>
                            <a:pt x="62424" y="24743"/>
                            <a:pt x="66500" y="29000"/>
                          </a:cubicBezTo>
                          <a:cubicBezTo>
                            <a:pt x="62333" y="29401"/>
                            <a:pt x="58167" y="28698"/>
                            <a:pt x="54000" y="29000"/>
                          </a:cubicBezTo>
                          <a:cubicBezTo>
                            <a:pt x="54006" y="24833"/>
                            <a:pt x="5466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863"/>
                            <a:pt x="41667" y="9073"/>
                            <a:pt x="35500" y="8000"/>
                          </a:cubicBezTo>
                          <a:cubicBezTo>
                            <a:pt x="29333" y="8747"/>
                            <a:pt x="23167" y="8035"/>
                            <a:pt x="17000" y="8000"/>
                          </a:cubicBezTo>
                          <a:cubicBezTo>
                            <a:pt x="16837" y="14667"/>
                            <a:pt x="16216" y="21333"/>
                            <a:pt x="17000" y="28000"/>
                          </a:cubicBezTo>
                          <a:cubicBezTo>
                            <a:pt x="17144" y="34667"/>
                            <a:pt x="17442" y="41333"/>
                            <a:pt x="17000" y="48000"/>
                          </a:cubicBezTo>
                          <a:cubicBezTo>
                            <a:pt x="15891" y="54667"/>
                            <a:pt x="18071" y="61333"/>
                            <a:pt x="17000" y="68000"/>
                          </a:cubicBezTo>
                          <a:cubicBezTo>
                            <a:pt x="17510" y="74667"/>
                            <a:pt x="16455" y="81333"/>
                            <a:pt x="17000" y="88000"/>
                          </a:cubicBezTo>
                          <a:cubicBezTo>
                            <a:pt x="23889" y="87438"/>
                            <a:pt x="30778" y="87289"/>
                            <a:pt x="37667" y="88000"/>
                          </a:cubicBezTo>
                          <a:cubicBezTo>
                            <a:pt x="44556" y="87119"/>
                            <a:pt x="51444" y="86893"/>
                            <a:pt x="58333" y="88000"/>
                          </a:cubicBezTo>
                          <a:cubicBezTo>
                            <a:pt x="65222" y="87431"/>
                            <a:pt x="72111" y="86856"/>
                            <a:pt x="79000" y="88000"/>
                          </a:cubicBezTo>
                          <a:cubicBezTo>
                            <a:pt x="79943" y="81556"/>
                            <a:pt x="79275" y="75111"/>
                            <a:pt x="79000" y="68667"/>
                          </a:cubicBezTo>
                          <a:cubicBezTo>
                            <a:pt x="78036" y="62222"/>
                            <a:pt x="80131" y="55778"/>
                            <a:pt x="79000" y="49333"/>
                          </a:cubicBezTo>
                          <a:cubicBezTo>
                            <a:pt x="79608" y="42889"/>
                            <a:pt x="79026" y="36444"/>
                            <a:pt x="79000" y="30000"/>
                          </a:cubicBezTo>
                          <a:cubicBezTo>
                            <a:pt x="74717" y="26466"/>
                            <a:pt x="70869" y="22437"/>
                            <a:pt x="66500" y="19000"/>
                          </a:cubicBezTo>
                          <a:cubicBezTo>
                            <a:pt x="62048" y="15658"/>
                            <a:pt x="58278" y="11541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Alert icon 2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342900 h 731520"/>
                <a:gd name="csX1" fmla="*/ 365760 w 731520"/>
                <a:gd name="csY1" fmla="*/ 342900 h 731520"/>
                <a:gd name="csX2" fmla="*/ 510540 w 731520"/>
                <a:gd name="csY2" fmla="*/ 342900 h 731520"/>
                <a:gd name="csX3" fmla="*/ 510540 w 731520"/>
                <a:gd name="csY3" fmla="*/ 373380 h 731520"/>
                <a:gd name="csX4" fmla="*/ 365760 w 731520"/>
                <a:gd name="csY4" fmla="*/ 373380 h 731520"/>
                <a:gd name="csX5" fmla="*/ 220980 w 731520"/>
                <a:gd name="csY5" fmla="*/ 373380 h 731520"/>
                <a:gd name="csX6" fmla="*/ 220980 w 731520"/>
                <a:gd name="csY6" fmla="*/ 34290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342900"/>
                  </a:moveTo>
                  <a:cubicBezTo>
                    <a:pt x="269285" y="347154"/>
                    <a:pt x="328144" y="336561"/>
                    <a:pt x="365760" y="342900"/>
                  </a:cubicBezTo>
                  <a:cubicBezTo>
                    <a:pt x="418953" y="344032"/>
                    <a:pt x="461823" y="353353"/>
                    <a:pt x="510540" y="342900"/>
                  </a:cubicBezTo>
                  <a:cubicBezTo>
                    <a:pt x="509443" y="352890"/>
                    <a:pt x="506937" y="362603"/>
                    <a:pt x="510540" y="373380"/>
                  </a:cubicBezTo>
                  <a:cubicBezTo>
                    <a:pt x="462873" y="382954"/>
                    <a:pt x="409869" y="363489"/>
                    <a:pt x="365760" y="373380"/>
                  </a:cubicBezTo>
                  <a:cubicBezTo>
                    <a:pt x="306687" y="381518"/>
                    <a:pt x="276883" y="369563"/>
                    <a:pt x="220980" y="373380"/>
                  </a:cubicBezTo>
                  <a:cubicBezTo>
                    <a:pt x="219444" y="362804"/>
                    <a:pt x="223484" y="355597"/>
                    <a:pt x="220980" y="3429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0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141"/>
                            <a:pt x="41667" y="44185"/>
                            <a:pt x="48000" y="45000"/>
                          </a:cubicBezTo>
                          <a:cubicBezTo>
                            <a:pt x="54333" y="45515"/>
                            <a:pt x="60667" y="45963"/>
                            <a:pt x="67000" y="45000"/>
                          </a:cubicBezTo>
                          <a:cubicBezTo>
                            <a:pt x="67028" y="46333"/>
                            <a:pt x="66867" y="47667"/>
                            <a:pt x="67000" y="49000"/>
                          </a:cubicBezTo>
                          <a:cubicBezTo>
                            <a:pt x="60667" y="48677"/>
                            <a:pt x="54333" y="48760"/>
                            <a:pt x="48000" y="49000"/>
                          </a:cubicBezTo>
                          <a:cubicBezTo>
                            <a:pt x="41667" y="50030"/>
                            <a:pt x="35333" y="49120"/>
                            <a:pt x="29000" y="49000"/>
                          </a:cubicBezTo>
                          <a:cubicBezTo>
                            <a:pt x="28831" y="47667"/>
                            <a:pt x="29108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Alert icon 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281940 h 731520"/>
                <a:gd name="csX1" fmla="*/ 320040 w 731520"/>
                <a:gd name="csY1" fmla="*/ 281940 h 731520"/>
                <a:gd name="csX2" fmla="*/ 320040 w 731520"/>
                <a:gd name="csY2" fmla="*/ 312420 h 731520"/>
                <a:gd name="csX3" fmla="*/ 220980 w 731520"/>
                <a:gd name="csY3" fmla="*/ 312420 h 731520"/>
                <a:gd name="csX4" fmla="*/ 220980 w 731520"/>
                <a:gd name="csY4" fmla="*/ 28194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1520" h="731520" extrusionOk="0">
                  <a:moveTo>
                    <a:pt x="220980" y="281940"/>
                  </a:moveTo>
                  <a:cubicBezTo>
                    <a:pt x="251999" y="280035"/>
                    <a:pt x="282607" y="277029"/>
                    <a:pt x="320040" y="281940"/>
                  </a:cubicBezTo>
                  <a:cubicBezTo>
                    <a:pt x="320421" y="292993"/>
                    <a:pt x="319572" y="301878"/>
                    <a:pt x="320040" y="312420"/>
                  </a:cubicBezTo>
                  <a:cubicBezTo>
                    <a:pt x="284819" y="313824"/>
                    <a:pt x="249990" y="311414"/>
                    <a:pt x="220980" y="312420"/>
                  </a:cubicBezTo>
                  <a:cubicBezTo>
                    <a:pt x="219518" y="301897"/>
                    <a:pt x="221535" y="292298"/>
                    <a:pt x="220980" y="28194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39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428"/>
                            <a:pt x="37667" y="36715"/>
                            <a:pt x="42000" y="37000"/>
                          </a:cubicBezTo>
                          <a:cubicBezTo>
                            <a:pt x="42184" y="38333"/>
                            <a:pt x="41931" y="39667"/>
                            <a:pt x="42000" y="41000"/>
                          </a:cubicBezTo>
                          <a:cubicBezTo>
                            <a:pt x="37667" y="41394"/>
                            <a:pt x="33333" y="40670"/>
                            <a:pt x="29000" y="41000"/>
                          </a:cubicBezTo>
                          <a:cubicBezTo>
                            <a:pt x="28978" y="39667"/>
                            <a:pt x="2908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Alert icon 4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403860 h 731520"/>
                <a:gd name="csX1" fmla="*/ 365760 w 731520"/>
                <a:gd name="csY1" fmla="*/ 403860 h 731520"/>
                <a:gd name="csX2" fmla="*/ 510540 w 731520"/>
                <a:gd name="csY2" fmla="*/ 403860 h 731520"/>
                <a:gd name="csX3" fmla="*/ 510540 w 731520"/>
                <a:gd name="csY3" fmla="*/ 434340 h 731520"/>
                <a:gd name="csX4" fmla="*/ 365760 w 731520"/>
                <a:gd name="csY4" fmla="*/ 434340 h 731520"/>
                <a:gd name="csX5" fmla="*/ 220980 w 731520"/>
                <a:gd name="csY5" fmla="*/ 434340 h 731520"/>
                <a:gd name="csX6" fmla="*/ 220980 w 731520"/>
                <a:gd name="csY6" fmla="*/ 40386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403860"/>
                  </a:moveTo>
                  <a:cubicBezTo>
                    <a:pt x="271200" y="393376"/>
                    <a:pt x="325013" y="401475"/>
                    <a:pt x="365760" y="403860"/>
                  </a:cubicBezTo>
                  <a:cubicBezTo>
                    <a:pt x="415460" y="404876"/>
                    <a:pt x="454583" y="403118"/>
                    <a:pt x="510540" y="403860"/>
                  </a:cubicBezTo>
                  <a:cubicBezTo>
                    <a:pt x="509577" y="414487"/>
                    <a:pt x="507796" y="424424"/>
                    <a:pt x="510540" y="434340"/>
                  </a:cubicBezTo>
                  <a:cubicBezTo>
                    <a:pt x="462540" y="419011"/>
                    <a:pt x="414980" y="423281"/>
                    <a:pt x="365760" y="434340"/>
                  </a:cubicBezTo>
                  <a:cubicBezTo>
                    <a:pt x="314439" y="432771"/>
                    <a:pt x="280460" y="428073"/>
                    <a:pt x="220980" y="434340"/>
                  </a:cubicBezTo>
                  <a:cubicBezTo>
                    <a:pt x="220490" y="422876"/>
                    <a:pt x="220588" y="414230"/>
                    <a:pt x="220980" y="40386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186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215"/>
                            <a:pt x="41667" y="53175"/>
                            <a:pt x="48000" y="53000"/>
                          </a:cubicBezTo>
                          <a:cubicBezTo>
                            <a:pt x="54333" y="52795"/>
                            <a:pt x="60667" y="52868"/>
                            <a:pt x="67000" y="53000"/>
                          </a:cubicBezTo>
                          <a:cubicBezTo>
                            <a:pt x="66778" y="54333"/>
                            <a:pt x="67002" y="55667"/>
                            <a:pt x="67000" y="57000"/>
                          </a:cubicBezTo>
                          <a:cubicBezTo>
                            <a:pt x="60667" y="55920"/>
                            <a:pt x="54333" y="56225"/>
                            <a:pt x="48000" y="57000"/>
                          </a:cubicBezTo>
                          <a:cubicBezTo>
                            <a:pt x="41667" y="57598"/>
                            <a:pt x="35333" y="56550"/>
                            <a:pt x="29000" y="57000"/>
                          </a:cubicBezTo>
                          <a:cubicBezTo>
                            <a:pt x="29160" y="55667"/>
                            <a:pt x="28795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Alert icon 5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464820 h 731520"/>
                <a:gd name="csX1" fmla="*/ 365760 w 731520"/>
                <a:gd name="csY1" fmla="*/ 464820 h 731520"/>
                <a:gd name="csX2" fmla="*/ 510540 w 731520"/>
                <a:gd name="csY2" fmla="*/ 464820 h 731520"/>
                <a:gd name="csX3" fmla="*/ 510540 w 731520"/>
                <a:gd name="csY3" fmla="*/ 495300 h 731520"/>
                <a:gd name="csX4" fmla="*/ 365760 w 731520"/>
                <a:gd name="csY4" fmla="*/ 495300 h 731520"/>
                <a:gd name="csX5" fmla="*/ 220980 w 731520"/>
                <a:gd name="csY5" fmla="*/ 495300 h 731520"/>
                <a:gd name="csX6" fmla="*/ 220980 w 731520"/>
                <a:gd name="csY6" fmla="*/ 4648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464820"/>
                  </a:moveTo>
                  <a:cubicBezTo>
                    <a:pt x="271371" y="474869"/>
                    <a:pt x="316989" y="451005"/>
                    <a:pt x="365760" y="464820"/>
                  </a:cubicBezTo>
                  <a:cubicBezTo>
                    <a:pt x="412856" y="465726"/>
                    <a:pt x="461647" y="461677"/>
                    <a:pt x="510540" y="464820"/>
                  </a:cubicBezTo>
                  <a:cubicBezTo>
                    <a:pt x="512714" y="476390"/>
                    <a:pt x="510243" y="484933"/>
                    <a:pt x="510540" y="495300"/>
                  </a:cubicBezTo>
                  <a:cubicBezTo>
                    <a:pt x="466068" y="505908"/>
                    <a:pt x="412512" y="497651"/>
                    <a:pt x="365760" y="495300"/>
                  </a:cubicBezTo>
                  <a:cubicBezTo>
                    <a:pt x="320275" y="494264"/>
                    <a:pt x="270576" y="500823"/>
                    <a:pt x="220980" y="495300"/>
                  </a:cubicBezTo>
                  <a:cubicBezTo>
                    <a:pt x="221766" y="487384"/>
                    <a:pt x="220245" y="474992"/>
                    <a:pt x="220980" y="46482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978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962"/>
                            <a:pt x="41667" y="59944"/>
                            <a:pt x="48000" y="61000"/>
                          </a:cubicBezTo>
                          <a:cubicBezTo>
                            <a:pt x="54333" y="60710"/>
                            <a:pt x="60667" y="60806"/>
                            <a:pt x="67000" y="61000"/>
                          </a:cubicBezTo>
                          <a:cubicBezTo>
                            <a:pt x="67169" y="62333"/>
                            <a:pt x="66933" y="63667"/>
                            <a:pt x="67000" y="65000"/>
                          </a:cubicBezTo>
                          <a:cubicBezTo>
                            <a:pt x="60667" y="65415"/>
                            <a:pt x="54333" y="65377"/>
                            <a:pt x="48000" y="65000"/>
                          </a:cubicBezTo>
                          <a:cubicBezTo>
                            <a:pt x="41667" y="65151"/>
                            <a:pt x="35333" y="65650"/>
                            <a:pt x="29000" y="65000"/>
                          </a:cubicBezTo>
                          <a:cubicBezTo>
                            <a:pt x="28877" y="63667"/>
                            <a:pt x="2906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Alert icon 6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525780 h 731520"/>
                <a:gd name="csX1" fmla="*/ 365760 w 731520"/>
                <a:gd name="csY1" fmla="*/ 525780 h 731520"/>
                <a:gd name="csX2" fmla="*/ 510540 w 731520"/>
                <a:gd name="csY2" fmla="*/ 525780 h 731520"/>
                <a:gd name="csX3" fmla="*/ 510540 w 731520"/>
                <a:gd name="csY3" fmla="*/ 556260 h 731520"/>
                <a:gd name="csX4" fmla="*/ 365760 w 731520"/>
                <a:gd name="csY4" fmla="*/ 556260 h 731520"/>
                <a:gd name="csX5" fmla="*/ 220980 w 731520"/>
                <a:gd name="csY5" fmla="*/ 556260 h 731520"/>
                <a:gd name="csX6" fmla="*/ 220980 w 731520"/>
                <a:gd name="csY6" fmla="*/ 52578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525780"/>
                  </a:moveTo>
                  <a:cubicBezTo>
                    <a:pt x="268336" y="535907"/>
                    <a:pt x="318054" y="532506"/>
                    <a:pt x="365760" y="525780"/>
                  </a:cubicBezTo>
                  <a:cubicBezTo>
                    <a:pt x="412823" y="515223"/>
                    <a:pt x="466306" y="518737"/>
                    <a:pt x="510540" y="525780"/>
                  </a:cubicBezTo>
                  <a:cubicBezTo>
                    <a:pt x="508738" y="536278"/>
                    <a:pt x="506982" y="546937"/>
                    <a:pt x="510540" y="556260"/>
                  </a:cubicBezTo>
                  <a:cubicBezTo>
                    <a:pt x="452662" y="556255"/>
                    <a:pt x="417629" y="551812"/>
                    <a:pt x="365760" y="556260"/>
                  </a:cubicBezTo>
                  <a:cubicBezTo>
                    <a:pt x="309745" y="567614"/>
                    <a:pt x="264680" y="566054"/>
                    <a:pt x="220980" y="556260"/>
                  </a:cubicBezTo>
                  <a:cubicBezTo>
                    <a:pt x="220503" y="547026"/>
                    <a:pt x="223306" y="534428"/>
                    <a:pt x="220980" y="52578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770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831"/>
                            <a:pt x="41667" y="68723"/>
                            <a:pt x="48000" y="69000"/>
                          </a:cubicBezTo>
                          <a:cubicBezTo>
                            <a:pt x="54333" y="69304"/>
                            <a:pt x="60667" y="68711"/>
                            <a:pt x="67000" y="69000"/>
                          </a:cubicBezTo>
                          <a:cubicBezTo>
                            <a:pt x="66876" y="70333"/>
                            <a:pt x="66831" y="71667"/>
                            <a:pt x="67000" y="73000"/>
                          </a:cubicBezTo>
                          <a:cubicBezTo>
                            <a:pt x="60667" y="73791"/>
                            <a:pt x="54333" y="72433"/>
                            <a:pt x="48000" y="73000"/>
                          </a:cubicBezTo>
                          <a:cubicBezTo>
                            <a:pt x="41667" y="73706"/>
                            <a:pt x="35333" y="72861"/>
                            <a:pt x="29000" y="73000"/>
                          </a:cubicBezTo>
                          <a:cubicBezTo>
                            <a:pt x="28797" y="71667"/>
                            <a:pt x="2897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5" name="Alert label"/>
          <p:cNvSpPr txBox="1"/>
          <p:nvPr/>
        </p:nvSpPr>
        <p:spPr>
          <a:xfrm>
            <a:off x="8713096" y="528297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Alert</a:t>
            </a:r>
          </a:p>
        </p:txBody>
      </p:sp>
      <p:sp>
        <p:nvSpPr>
          <p:cNvPr id="136" name="Alert detail"/>
          <p:cNvSpPr txBox="1"/>
          <p:nvPr/>
        </p:nvSpPr>
        <p:spPr>
          <a:xfrm>
            <a:off x="8353545" y="5648738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reports, 06-18 → 07-05</a:t>
            </a:r>
          </a:p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bridge washed out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133350 h 640080"/>
                <a:gd name="csX1" fmla="*/ 226695 w 640080"/>
                <a:gd name="csY1" fmla="*/ 133350 h 640080"/>
                <a:gd name="csX2" fmla="*/ 226695 w 640080"/>
                <a:gd name="csY2" fmla="*/ 173355 h 640080"/>
                <a:gd name="csX3" fmla="*/ 413385 w 640080"/>
                <a:gd name="csY3" fmla="*/ 173355 h 640080"/>
                <a:gd name="csX4" fmla="*/ 413385 w 640080"/>
                <a:gd name="csY4" fmla="*/ 133350 h 640080"/>
                <a:gd name="csX5" fmla="*/ 486727 w 640080"/>
                <a:gd name="csY5" fmla="*/ 133350 h 640080"/>
                <a:gd name="csX6" fmla="*/ 486727 w 640080"/>
                <a:gd name="csY6" fmla="*/ 271147 h 640080"/>
                <a:gd name="csX7" fmla="*/ 486727 w 640080"/>
                <a:gd name="csY7" fmla="*/ 408937 h 640080"/>
                <a:gd name="csX8" fmla="*/ 486727 w 640080"/>
                <a:gd name="csY8" fmla="*/ 546735 h 640080"/>
                <a:gd name="csX9" fmla="*/ 375600 w 640080"/>
                <a:gd name="csY9" fmla="*/ 546735 h 640080"/>
                <a:gd name="csX10" fmla="*/ 264479 w 640080"/>
                <a:gd name="csY10" fmla="*/ 546735 h 640080"/>
                <a:gd name="csX11" fmla="*/ 153352 w 640080"/>
                <a:gd name="csY11" fmla="*/ 546735 h 640080"/>
                <a:gd name="csX12" fmla="*/ 153352 w 640080"/>
                <a:gd name="csY12" fmla="*/ 408937 h 640080"/>
                <a:gd name="csX13" fmla="*/ 153352 w 640080"/>
                <a:gd name="csY13" fmla="*/ 271147 h 640080"/>
                <a:gd name="csX14" fmla="*/ 153352 w 640080"/>
                <a:gd name="csY14" fmla="*/ 133350 h 640080"/>
                <a:gd name="csX15" fmla="*/ 320706 w 640080"/>
                <a:gd name="csY15" fmla="*/ 80010 h 640080"/>
                <a:gd name="csX16" fmla="*/ 340042 w 640080"/>
                <a:gd name="csY16" fmla="*/ 100012 h 640080"/>
                <a:gd name="csX17" fmla="*/ 320040 w 640080"/>
                <a:gd name="csY17" fmla="*/ 120015 h 640080"/>
                <a:gd name="csX18" fmla="*/ 300037 w 640080"/>
                <a:gd name="csY18" fmla="*/ 100012 h 640080"/>
                <a:gd name="csX19" fmla="*/ 320706 w 640080"/>
                <a:gd name="csY19" fmla="*/ 80010 h 640080"/>
                <a:gd name="csX20" fmla="*/ 113347 w 640080"/>
                <a:gd name="csY20" fmla="*/ 120015 h 640080"/>
                <a:gd name="csX21" fmla="*/ 113347 w 640080"/>
                <a:gd name="csY21" fmla="*/ 266700 h 640080"/>
                <a:gd name="csX22" fmla="*/ 113347 w 640080"/>
                <a:gd name="csY22" fmla="*/ 413385 h 640080"/>
                <a:gd name="csX23" fmla="*/ 113347 w 640080"/>
                <a:gd name="csY23" fmla="*/ 560070 h 640080"/>
                <a:gd name="csX24" fmla="*/ 140017 w 640080"/>
                <a:gd name="csY24" fmla="*/ 586740 h 640080"/>
                <a:gd name="csX25" fmla="*/ 260032 w 640080"/>
                <a:gd name="csY25" fmla="*/ 586740 h 640080"/>
                <a:gd name="csX26" fmla="*/ 380047 w 640080"/>
                <a:gd name="csY26" fmla="*/ 586740 h 640080"/>
                <a:gd name="csX27" fmla="*/ 500062 w 640080"/>
                <a:gd name="csY27" fmla="*/ 586740 h 640080"/>
                <a:gd name="csX28" fmla="*/ 526732 w 640080"/>
                <a:gd name="csY28" fmla="*/ 560070 h 640080"/>
                <a:gd name="csX29" fmla="*/ 526732 w 640080"/>
                <a:gd name="csY29" fmla="*/ 413385 h 640080"/>
                <a:gd name="csX30" fmla="*/ 526732 w 640080"/>
                <a:gd name="csY30" fmla="*/ 266700 h 640080"/>
                <a:gd name="csX31" fmla="*/ 526732 w 640080"/>
                <a:gd name="csY31" fmla="*/ 120015 h 640080"/>
                <a:gd name="csX32" fmla="*/ 500062 w 640080"/>
                <a:gd name="csY32" fmla="*/ 93345 h 640080"/>
                <a:gd name="csX33" fmla="*/ 386715 w 640080"/>
                <a:gd name="csY33" fmla="*/ 93345 h 640080"/>
                <a:gd name="csX34" fmla="*/ 386715 w 640080"/>
                <a:gd name="csY34" fmla="*/ 80010 h 640080"/>
                <a:gd name="csX35" fmla="*/ 360045 w 640080"/>
                <a:gd name="csY35" fmla="*/ 53340 h 640080"/>
                <a:gd name="csX36" fmla="*/ 280035 w 640080"/>
                <a:gd name="csY36" fmla="*/ 53340 h 640080"/>
                <a:gd name="csX37" fmla="*/ 253365 w 640080"/>
                <a:gd name="csY37" fmla="*/ 80010 h 640080"/>
                <a:gd name="csX38" fmla="*/ 253365 w 640080"/>
                <a:gd name="csY38" fmla="*/ 93345 h 640080"/>
                <a:gd name="csX39" fmla="*/ 140017 w 640080"/>
                <a:gd name="csY39" fmla="*/ 93345 h 640080"/>
                <a:gd name="csX40" fmla="*/ 113347 w 640080"/>
                <a:gd name="csY40" fmla="*/ 1200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640080" h="640080" extrusionOk="0">
                  <a:moveTo>
                    <a:pt x="153352" y="133350"/>
                  </a:moveTo>
                  <a:cubicBezTo>
                    <a:pt x="178245" y="131159"/>
                    <a:pt x="195828" y="133506"/>
                    <a:pt x="226695" y="133350"/>
                  </a:cubicBezTo>
                  <a:cubicBezTo>
                    <a:pt x="222401" y="145366"/>
                    <a:pt x="228176" y="162844"/>
                    <a:pt x="226695" y="173355"/>
                  </a:cubicBezTo>
                  <a:cubicBezTo>
                    <a:pt x="287171" y="178725"/>
                    <a:pt x="348511" y="176201"/>
                    <a:pt x="413385" y="173355"/>
                  </a:cubicBezTo>
                  <a:cubicBezTo>
                    <a:pt x="417664" y="160254"/>
                    <a:pt x="413421" y="144807"/>
                    <a:pt x="413385" y="133350"/>
                  </a:cubicBezTo>
                  <a:cubicBezTo>
                    <a:pt x="436983" y="131189"/>
                    <a:pt x="458091" y="139079"/>
                    <a:pt x="486727" y="133350"/>
                  </a:cubicBezTo>
                  <a:cubicBezTo>
                    <a:pt x="481779" y="178634"/>
                    <a:pt x="488079" y="212317"/>
                    <a:pt x="486727" y="271147"/>
                  </a:cubicBezTo>
                  <a:cubicBezTo>
                    <a:pt x="489655" y="312143"/>
                    <a:pt x="489621" y="358020"/>
                    <a:pt x="486727" y="408937"/>
                  </a:cubicBezTo>
                  <a:cubicBezTo>
                    <a:pt x="472320" y="463756"/>
                    <a:pt x="482625" y="503654"/>
                    <a:pt x="486727" y="546735"/>
                  </a:cubicBezTo>
                  <a:cubicBezTo>
                    <a:pt x="443994" y="547736"/>
                    <a:pt x="414194" y="549779"/>
                    <a:pt x="375600" y="546735"/>
                  </a:cubicBezTo>
                  <a:cubicBezTo>
                    <a:pt x="337266" y="550695"/>
                    <a:pt x="302245" y="548116"/>
                    <a:pt x="264479" y="546735"/>
                  </a:cubicBezTo>
                  <a:cubicBezTo>
                    <a:pt x="222149" y="541561"/>
                    <a:pt x="186279" y="557081"/>
                    <a:pt x="153352" y="546735"/>
                  </a:cubicBezTo>
                  <a:cubicBezTo>
                    <a:pt x="157385" y="508384"/>
                    <a:pt x="156319" y="466398"/>
                    <a:pt x="153352" y="408937"/>
                  </a:cubicBezTo>
                  <a:cubicBezTo>
                    <a:pt x="163687" y="357713"/>
                    <a:pt x="147513" y="306866"/>
                    <a:pt x="153352" y="271147"/>
                  </a:cubicBezTo>
                  <a:cubicBezTo>
                    <a:pt x="167850" y="215411"/>
                    <a:pt x="140676" y="176936"/>
                    <a:pt x="153352" y="133350"/>
                  </a:cubicBezTo>
                  <a:close/>
                  <a:moveTo>
                    <a:pt x="320706" y="80010"/>
                  </a:moveTo>
                  <a:cubicBezTo>
                    <a:pt x="334269" y="76139"/>
                    <a:pt x="342647" y="89046"/>
                    <a:pt x="340042" y="100012"/>
                  </a:cubicBezTo>
                  <a:cubicBezTo>
                    <a:pt x="337049" y="109736"/>
                    <a:pt x="329165" y="117278"/>
                    <a:pt x="320040" y="120015"/>
                  </a:cubicBezTo>
                  <a:cubicBezTo>
                    <a:pt x="308219" y="121218"/>
                    <a:pt x="302548" y="113204"/>
                    <a:pt x="300037" y="100012"/>
                  </a:cubicBezTo>
                  <a:cubicBezTo>
                    <a:pt x="299811" y="87805"/>
                    <a:pt x="312335" y="78956"/>
                    <a:pt x="320706" y="80010"/>
                  </a:cubicBezTo>
                  <a:close/>
                  <a:moveTo>
                    <a:pt x="113347" y="120015"/>
                  </a:moveTo>
                  <a:cubicBezTo>
                    <a:pt x="124579" y="170066"/>
                    <a:pt x="108544" y="231279"/>
                    <a:pt x="113347" y="266700"/>
                  </a:cubicBezTo>
                  <a:cubicBezTo>
                    <a:pt x="108970" y="315512"/>
                    <a:pt x="118470" y="361270"/>
                    <a:pt x="113347" y="413385"/>
                  </a:cubicBezTo>
                  <a:cubicBezTo>
                    <a:pt x="106114" y="465079"/>
                    <a:pt x="120653" y="511483"/>
                    <a:pt x="113347" y="560070"/>
                  </a:cubicBezTo>
                  <a:cubicBezTo>
                    <a:pt x="109433" y="578178"/>
                    <a:pt x="131181" y="584575"/>
                    <a:pt x="140017" y="586740"/>
                  </a:cubicBezTo>
                  <a:cubicBezTo>
                    <a:pt x="180087" y="582503"/>
                    <a:pt x="224927" y="588088"/>
                    <a:pt x="260032" y="586740"/>
                  </a:cubicBezTo>
                  <a:cubicBezTo>
                    <a:pt x="295286" y="593459"/>
                    <a:pt x="345826" y="582337"/>
                    <a:pt x="380047" y="586740"/>
                  </a:cubicBezTo>
                  <a:cubicBezTo>
                    <a:pt x="416514" y="582822"/>
                    <a:pt x="459484" y="583249"/>
                    <a:pt x="500062" y="586740"/>
                  </a:cubicBezTo>
                  <a:cubicBezTo>
                    <a:pt x="509944" y="584562"/>
                    <a:pt x="528025" y="571576"/>
                    <a:pt x="526732" y="560070"/>
                  </a:cubicBezTo>
                  <a:cubicBezTo>
                    <a:pt x="526896" y="501497"/>
                    <a:pt x="517602" y="463820"/>
                    <a:pt x="526732" y="413385"/>
                  </a:cubicBezTo>
                  <a:cubicBezTo>
                    <a:pt x="537357" y="356281"/>
                    <a:pt x="518584" y="315407"/>
                    <a:pt x="526732" y="266700"/>
                  </a:cubicBezTo>
                  <a:cubicBezTo>
                    <a:pt x="528609" y="207997"/>
                    <a:pt x="524948" y="173809"/>
                    <a:pt x="526732" y="120015"/>
                  </a:cubicBezTo>
                  <a:cubicBezTo>
                    <a:pt x="529045" y="104013"/>
                    <a:pt x="511253" y="94181"/>
                    <a:pt x="500062" y="93345"/>
                  </a:cubicBezTo>
                  <a:cubicBezTo>
                    <a:pt x="462864" y="94990"/>
                    <a:pt x="433186" y="100895"/>
                    <a:pt x="386715" y="93345"/>
                  </a:cubicBezTo>
                  <a:cubicBezTo>
                    <a:pt x="387929" y="88940"/>
                    <a:pt x="386885" y="84420"/>
                    <a:pt x="386715" y="80010"/>
                  </a:cubicBezTo>
                  <a:cubicBezTo>
                    <a:pt x="384461" y="71168"/>
                    <a:pt x="370708" y="50505"/>
                    <a:pt x="360045" y="53340"/>
                  </a:cubicBezTo>
                  <a:cubicBezTo>
                    <a:pt x="336330" y="58171"/>
                    <a:pt x="301479" y="47647"/>
                    <a:pt x="280035" y="53340"/>
                  </a:cubicBezTo>
                  <a:cubicBezTo>
                    <a:pt x="269469" y="52151"/>
                    <a:pt x="255780" y="69153"/>
                    <a:pt x="253365" y="80010"/>
                  </a:cubicBezTo>
                  <a:cubicBezTo>
                    <a:pt x="252524" y="83531"/>
                    <a:pt x="253837" y="88698"/>
                    <a:pt x="253365" y="93345"/>
                  </a:cubicBezTo>
                  <a:cubicBezTo>
                    <a:pt x="211992" y="104826"/>
                    <a:pt x="180452" y="105872"/>
                    <a:pt x="140017" y="93345"/>
                  </a:cubicBezTo>
                  <a:cubicBezTo>
                    <a:pt x="129268" y="92441"/>
                    <a:pt x="110765" y="100905"/>
                    <a:pt x="113347" y="1200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26695 h 640080"/>
                <a:gd name="csX1" fmla="*/ 306705 w 640080"/>
                <a:gd name="csY1" fmla="*/ 226695 h 640080"/>
                <a:gd name="csX2" fmla="*/ 306705 w 640080"/>
                <a:gd name="csY2" fmla="*/ 253365 h 640080"/>
                <a:gd name="csX3" fmla="*/ 193357 w 640080"/>
                <a:gd name="csY3" fmla="*/ 253365 h 640080"/>
                <a:gd name="csX4" fmla="*/ 193357 w 640080"/>
                <a:gd name="csY4" fmla="*/ 22669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26695"/>
                  </a:moveTo>
                  <a:cubicBezTo>
                    <a:pt x="228367" y="229135"/>
                    <a:pt x="274075" y="223522"/>
                    <a:pt x="306705" y="226695"/>
                  </a:cubicBezTo>
                  <a:cubicBezTo>
                    <a:pt x="309542" y="234859"/>
                    <a:pt x="307583" y="244218"/>
                    <a:pt x="306705" y="253365"/>
                  </a:cubicBezTo>
                  <a:cubicBezTo>
                    <a:pt x="273513" y="247494"/>
                    <a:pt x="235716" y="254942"/>
                    <a:pt x="193357" y="253365"/>
                  </a:cubicBezTo>
                  <a:cubicBezTo>
                    <a:pt x="194155" y="244199"/>
                    <a:pt x="195820" y="237331"/>
                    <a:pt x="193357" y="2266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6705 h 640080"/>
                <a:gd name="csX1" fmla="*/ 306705 w 640080"/>
                <a:gd name="csY1" fmla="*/ 306705 h 640080"/>
                <a:gd name="csX2" fmla="*/ 306705 w 640080"/>
                <a:gd name="csY2" fmla="*/ 333375 h 640080"/>
                <a:gd name="csX3" fmla="*/ 193357 w 640080"/>
                <a:gd name="csY3" fmla="*/ 333375 h 640080"/>
                <a:gd name="csX4" fmla="*/ 193357 w 640080"/>
                <a:gd name="csY4" fmla="*/ 30670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06705"/>
                  </a:moveTo>
                  <a:cubicBezTo>
                    <a:pt x="231209" y="299300"/>
                    <a:pt x="269865" y="302560"/>
                    <a:pt x="306705" y="306705"/>
                  </a:cubicBezTo>
                  <a:cubicBezTo>
                    <a:pt x="303976" y="314472"/>
                    <a:pt x="308706" y="322209"/>
                    <a:pt x="306705" y="333375"/>
                  </a:cubicBezTo>
                  <a:cubicBezTo>
                    <a:pt x="276013" y="326187"/>
                    <a:pt x="232123" y="339312"/>
                    <a:pt x="193357" y="333375"/>
                  </a:cubicBezTo>
                  <a:cubicBezTo>
                    <a:pt x="195542" y="325768"/>
                    <a:pt x="193529" y="314944"/>
                    <a:pt x="193357" y="30670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86715 h 640080"/>
                <a:gd name="csX1" fmla="*/ 306705 w 640080"/>
                <a:gd name="csY1" fmla="*/ 386715 h 640080"/>
                <a:gd name="csX2" fmla="*/ 306705 w 640080"/>
                <a:gd name="csY2" fmla="*/ 413385 h 640080"/>
                <a:gd name="csX3" fmla="*/ 193357 w 640080"/>
                <a:gd name="csY3" fmla="*/ 413385 h 640080"/>
                <a:gd name="csX4" fmla="*/ 193357 w 640080"/>
                <a:gd name="csY4" fmla="*/ 3867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86715"/>
                  </a:moveTo>
                  <a:cubicBezTo>
                    <a:pt x="220443" y="385913"/>
                    <a:pt x="268138" y="393080"/>
                    <a:pt x="306705" y="386715"/>
                  </a:cubicBezTo>
                  <a:cubicBezTo>
                    <a:pt x="308414" y="393573"/>
                    <a:pt x="308869" y="403569"/>
                    <a:pt x="306705" y="413385"/>
                  </a:cubicBezTo>
                  <a:cubicBezTo>
                    <a:pt x="275780" y="419814"/>
                    <a:pt x="229659" y="416412"/>
                    <a:pt x="193357" y="413385"/>
                  </a:cubicBezTo>
                  <a:cubicBezTo>
                    <a:pt x="191411" y="402676"/>
                    <a:pt x="194478" y="394216"/>
                    <a:pt x="193357" y="3867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6725 h 640080"/>
                <a:gd name="csX1" fmla="*/ 306705 w 640080"/>
                <a:gd name="csY1" fmla="*/ 466725 h 640080"/>
                <a:gd name="csX2" fmla="*/ 306705 w 640080"/>
                <a:gd name="csY2" fmla="*/ 493395 h 640080"/>
                <a:gd name="csX3" fmla="*/ 193357 w 640080"/>
                <a:gd name="csY3" fmla="*/ 493395 h 640080"/>
                <a:gd name="csX4" fmla="*/ 193357 w 640080"/>
                <a:gd name="csY4" fmla="*/ 46672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466725"/>
                  </a:moveTo>
                  <a:cubicBezTo>
                    <a:pt x="229839" y="462069"/>
                    <a:pt x="278723" y="465027"/>
                    <a:pt x="306705" y="466725"/>
                  </a:cubicBezTo>
                  <a:cubicBezTo>
                    <a:pt x="306477" y="474203"/>
                    <a:pt x="305100" y="486680"/>
                    <a:pt x="306705" y="493395"/>
                  </a:cubicBezTo>
                  <a:cubicBezTo>
                    <a:pt x="270546" y="505408"/>
                    <a:pt x="226627" y="489338"/>
                    <a:pt x="193357" y="493395"/>
                  </a:cubicBezTo>
                  <a:cubicBezTo>
                    <a:pt x="192539" y="484397"/>
                    <a:pt x="193203" y="474497"/>
                    <a:pt x="193357" y="46672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238696 h 640080"/>
                <a:gd name="csX1" fmla="*/ 366712 w 640080"/>
                <a:gd name="csY1" fmla="*/ 224694 h 640080"/>
                <a:gd name="csX2" fmla="*/ 384048 w 640080"/>
                <a:gd name="csY2" fmla="*/ 242030 h 640080"/>
                <a:gd name="csX3" fmla="*/ 428053 w 640080"/>
                <a:gd name="csY3" fmla="*/ 198024 h 640080"/>
                <a:gd name="csX4" fmla="*/ 442055 w 640080"/>
                <a:gd name="csY4" fmla="*/ 212026 h 640080"/>
                <a:gd name="csX5" fmla="*/ 384048 w 640080"/>
                <a:gd name="csY5" fmla="*/ 270033 h 640080"/>
                <a:gd name="csX6" fmla="*/ 352710 w 640080"/>
                <a:gd name="csY6" fmla="*/ 23869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238696"/>
                  </a:moveTo>
                  <a:cubicBezTo>
                    <a:pt x="356822" y="233219"/>
                    <a:pt x="362834" y="229407"/>
                    <a:pt x="366712" y="224694"/>
                  </a:cubicBezTo>
                  <a:cubicBezTo>
                    <a:pt x="370936" y="230710"/>
                    <a:pt x="378012" y="233771"/>
                    <a:pt x="384048" y="242030"/>
                  </a:cubicBezTo>
                  <a:cubicBezTo>
                    <a:pt x="401824" y="232209"/>
                    <a:pt x="414752" y="215814"/>
                    <a:pt x="428053" y="198024"/>
                  </a:cubicBezTo>
                  <a:cubicBezTo>
                    <a:pt x="433425" y="200746"/>
                    <a:pt x="438729" y="206442"/>
                    <a:pt x="442055" y="212026"/>
                  </a:cubicBezTo>
                  <a:cubicBezTo>
                    <a:pt x="422642" y="227772"/>
                    <a:pt x="406246" y="246044"/>
                    <a:pt x="384048" y="270033"/>
                  </a:cubicBezTo>
                  <a:cubicBezTo>
                    <a:pt x="370399" y="260168"/>
                    <a:pt x="363063" y="247671"/>
                    <a:pt x="352710" y="23869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18706 h 640080"/>
                <a:gd name="csX1" fmla="*/ 366712 w 640080"/>
                <a:gd name="csY1" fmla="*/ 304704 h 640080"/>
                <a:gd name="csX2" fmla="*/ 384048 w 640080"/>
                <a:gd name="csY2" fmla="*/ 322040 h 640080"/>
                <a:gd name="csX3" fmla="*/ 428053 w 640080"/>
                <a:gd name="csY3" fmla="*/ 278034 h 640080"/>
                <a:gd name="csX4" fmla="*/ 442055 w 640080"/>
                <a:gd name="csY4" fmla="*/ 292036 h 640080"/>
                <a:gd name="csX5" fmla="*/ 384048 w 640080"/>
                <a:gd name="csY5" fmla="*/ 350043 h 640080"/>
                <a:gd name="csX6" fmla="*/ 352710 w 640080"/>
                <a:gd name="csY6" fmla="*/ 31870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18706"/>
                  </a:moveTo>
                  <a:cubicBezTo>
                    <a:pt x="358479" y="316295"/>
                    <a:pt x="361246" y="309319"/>
                    <a:pt x="366712" y="304704"/>
                  </a:cubicBezTo>
                  <a:cubicBezTo>
                    <a:pt x="371936" y="312896"/>
                    <a:pt x="380413" y="316651"/>
                    <a:pt x="384048" y="322040"/>
                  </a:cubicBezTo>
                  <a:cubicBezTo>
                    <a:pt x="396876" y="306273"/>
                    <a:pt x="416270" y="289969"/>
                    <a:pt x="428053" y="278034"/>
                  </a:cubicBezTo>
                  <a:cubicBezTo>
                    <a:pt x="431095" y="282252"/>
                    <a:pt x="437422" y="286073"/>
                    <a:pt x="442055" y="292036"/>
                  </a:cubicBezTo>
                  <a:cubicBezTo>
                    <a:pt x="426740" y="311030"/>
                    <a:pt x="403438" y="330607"/>
                    <a:pt x="384048" y="350043"/>
                  </a:cubicBezTo>
                  <a:cubicBezTo>
                    <a:pt x="371344" y="344285"/>
                    <a:pt x="362244" y="329234"/>
                    <a:pt x="352710" y="31870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98716 h 640080"/>
                <a:gd name="csX1" fmla="*/ 366712 w 640080"/>
                <a:gd name="csY1" fmla="*/ 384714 h 640080"/>
                <a:gd name="csX2" fmla="*/ 384048 w 640080"/>
                <a:gd name="csY2" fmla="*/ 402050 h 640080"/>
                <a:gd name="csX3" fmla="*/ 428053 w 640080"/>
                <a:gd name="csY3" fmla="*/ 358044 h 640080"/>
                <a:gd name="csX4" fmla="*/ 442055 w 640080"/>
                <a:gd name="csY4" fmla="*/ 372046 h 640080"/>
                <a:gd name="csX5" fmla="*/ 384048 w 640080"/>
                <a:gd name="csY5" fmla="*/ 430053 h 640080"/>
                <a:gd name="csX6" fmla="*/ 352710 w 640080"/>
                <a:gd name="csY6" fmla="*/ 39871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98716"/>
                  </a:moveTo>
                  <a:cubicBezTo>
                    <a:pt x="357703" y="394227"/>
                    <a:pt x="361390" y="389041"/>
                    <a:pt x="366712" y="384714"/>
                  </a:cubicBezTo>
                  <a:cubicBezTo>
                    <a:pt x="372561" y="390495"/>
                    <a:pt x="379314" y="398362"/>
                    <a:pt x="384048" y="402050"/>
                  </a:cubicBezTo>
                  <a:cubicBezTo>
                    <a:pt x="397611" y="385835"/>
                    <a:pt x="414846" y="369214"/>
                    <a:pt x="428053" y="358044"/>
                  </a:cubicBezTo>
                  <a:cubicBezTo>
                    <a:pt x="433509" y="361599"/>
                    <a:pt x="437111" y="365254"/>
                    <a:pt x="442055" y="372046"/>
                  </a:cubicBezTo>
                  <a:cubicBezTo>
                    <a:pt x="419591" y="389999"/>
                    <a:pt x="407808" y="411737"/>
                    <a:pt x="384048" y="430053"/>
                  </a:cubicBezTo>
                  <a:cubicBezTo>
                    <a:pt x="377394" y="420146"/>
                    <a:pt x="362913" y="410010"/>
                    <a:pt x="352710" y="39871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478726 h 640080"/>
                <a:gd name="csX1" fmla="*/ 366712 w 640080"/>
                <a:gd name="csY1" fmla="*/ 464724 h 640080"/>
                <a:gd name="csX2" fmla="*/ 384048 w 640080"/>
                <a:gd name="csY2" fmla="*/ 482060 h 640080"/>
                <a:gd name="csX3" fmla="*/ 428053 w 640080"/>
                <a:gd name="csY3" fmla="*/ 438054 h 640080"/>
                <a:gd name="csX4" fmla="*/ 442055 w 640080"/>
                <a:gd name="csY4" fmla="*/ 452056 h 640080"/>
                <a:gd name="csX5" fmla="*/ 384048 w 640080"/>
                <a:gd name="csY5" fmla="*/ 510063 h 640080"/>
                <a:gd name="csX6" fmla="*/ 352710 w 640080"/>
                <a:gd name="csY6" fmla="*/ 47872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478726"/>
                  </a:moveTo>
                  <a:cubicBezTo>
                    <a:pt x="357313" y="472908"/>
                    <a:pt x="361086" y="468802"/>
                    <a:pt x="366712" y="464724"/>
                  </a:cubicBezTo>
                  <a:cubicBezTo>
                    <a:pt x="372414" y="468497"/>
                    <a:pt x="381299" y="475596"/>
                    <a:pt x="384048" y="482060"/>
                  </a:cubicBezTo>
                  <a:cubicBezTo>
                    <a:pt x="401964" y="467848"/>
                    <a:pt x="413719" y="450218"/>
                    <a:pt x="428053" y="438054"/>
                  </a:cubicBezTo>
                  <a:cubicBezTo>
                    <a:pt x="432721" y="442446"/>
                    <a:pt x="437292" y="445554"/>
                    <a:pt x="442055" y="452056"/>
                  </a:cubicBezTo>
                  <a:cubicBezTo>
                    <a:pt x="421604" y="468672"/>
                    <a:pt x="397566" y="487011"/>
                    <a:pt x="384048" y="510063"/>
                  </a:cubicBezTo>
                  <a:cubicBezTo>
                    <a:pt x="374184" y="497662"/>
                    <a:pt x="362147" y="488116"/>
                    <a:pt x="352710" y="47872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133350 h 640080"/>
                <a:gd name="csX1" fmla="*/ 226695 w 640080"/>
                <a:gd name="csY1" fmla="*/ 133350 h 640080"/>
                <a:gd name="csX2" fmla="*/ 226695 w 640080"/>
                <a:gd name="csY2" fmla="*/ 173355 h 640080"/>
                <a:gd name="csX3" fmla="*/ 413385 w 640080"/>
                <a:gd name="csY3" fmla="*/ 173355 h 640080"/>
                <a:gd name="csX4" fmla="*/ 413385 w 640080"/>
                <a:gd name="csY4" fmla="*/ 133350 h 640080"/>
                <a:gd name="csX5" fmla="*/ 486727 w 640080"/>
                <a:gd name="csY5" fmla="*/ 133350 h 640080"/>
                <a:gd name="csX6" fmla="*/ 486727 w 640080"/>
                <a:gd name="csY6" fmla="*/ 271147 h 640080"/>
                <a:gd name="csX7" fmla="*/ 486727 w 640080"/>
                <a:gd name="csY7" fmla="*/ 408937 h 640080"/>
                <a:gd name="csX8" fmla="*/ 486727 w 640080"/>
                <a:gd name="csY8" fmla="*/ 546735 h 640080"/>
                <a:gd name="csX9" fmla="*/ 375600 w 640080"/>
                <a:gd name="csY9" fmla="*/ 546735 h 640080"/>
                <a:gd name="csX10" fmla="*/ 264479 w 640080"/>
                <a:gd name="csY10" fmla="*/ 546735 h 640080"/>
                <a:gd name="csX11" fmla="*/ 153352 w 640080"/>
                <a:gd name="csY11" fmla="*/ 546735 h 640080"/>
                <a:gd name="csX12" fmla="*/ 153352 w 640080"/>
                <a:gd name="csY12" fmla="*/ 408937 h 640080"/>
                <a:gd name="csX13" fmla="*/ 153352 w 640080"/>
                <a:gd name="csY13" fmla="*/ 271147 h 640080"/>
                <a:gd name="csX14" fmla="*/ 153352 w 640080"/>
                <a:gd name="csY14" fmla="*/ 133350 h 640080"/>
                <a:gd name="csX15" fmla="*/ 320706 w 640080"/>
                <a:gd name="csY15" fmla="*/ 80010 h 640080"/>
                <a:gd name="csX16" fmla="*/ 340042 w 640080"/>
                <a:gd name="csY16" fmla="*/ 100012 h 640080"/>
                <a:gd name="csX17" fmla="*/ 320040 w 640080"/>
                <a:gd name="csY17" fmla="*/ 120015 h 640080"/>
                <a:gd name="csX18" fmla="*/ 300037 w 640080"/>
                <a:gd name="csY18" fmla="*/ 100012 h 640080"/>
                <a:gd name="csX19" fmla="*/ 320706 w 640080"/>
                <a:gd name="csY19" fmla="*/ 80010 h 640080"/>
                <a:gd name="csX20" fmla="*/ 113347 w 640080"/>
                <a:gd name="csY20" fmla="*/ 120015 h 640080"/>
                <a:gd name="csX21" fmla="*/ 113347 w 640080"/>
                <a:gd name="csY21" fmla="*/ 266700 h 640080"/>
                <a:gd name="csX22" fmla="*/ 113347 w 640080"/>
                <a:gd name="csY22" fmla="*/ 413385 h 640080"/>
                <a:gd name="csX23" fmla="*/ 113347 w 640080"/>
                <a:gd name="csY23" fmla="*/ 560070 h 640080"/>
                <a:gd name="csX24" fmla="*/ 140017 w 640080"/>
                <a:gd name="csY24" fmla="*/ 586740 h 640080"/>
                <a:gd name="csX25" fmla="*/ 260032 w 640080"/>
                <a:gd name="csY25" fmla="*/ 586740 h 640080"/>
                <a:gd name="csX26" fmla="*/ 380047 w 640080"/>
                <a:gd name="csY26" fmla="*/ 586740 h 640080"/>
                <a:gd name="csX27" fmla="*/ 500062 w 640080"/>
                <a:gd name="csY27" fmla="*/ 586740 h 640080"/>
                <a:gd name="csX28" fmla="*/ 526732 w 640080"/>
                <a:gd name="csY28" fmla="*/ 560070 h 640080"/>
                <a:gd name="csX29" fmla="*/ 526732 w 640080"/>
                <a:gd name="csY29" fmla="*/ 413385 h 640080"/>
                <a:gd name="csX30" fmla="*/ 526732 w 640080"/>
                <a:gd name="csY30" fmla="*/ 266700 h 640080"/>
                <a:gd name="csX31" fmla="*/ 526732 w 640080"/>
                <a:gd name="csY31" fmla="*/ 120015 h 640080"/>
                <a:gd name="csX32" fmla="*/ 500062 w 640080"/>
                <a:gd name="csY32" fmla="*/ 93345 h 640080"/>
                <a:gd name="csX33" fmla="*/ 386715 w 640080"/>
                <a:gd name="csY33" fmla="*/ 93345 h 640080"/>
                <a:gd name="csX34" fmla="*/ 386715 w 640080"/>
                <a:gd name="csY34" fmla="*/ 80010 h 640080"/>
                <a:gd name="csX35" fmla="*/ 360045 w 640080"/>
                <a:gd name="csY35" fmla="*/ 53340 h 640080"/>
                <a:gd name="csX36" fmla="*/ 280035 w 640080"/>
                <a:gd name="csY36" fmla="*/ 53340 h 640080"/>
                <a:gd name="csX37" fmla="*/ 253365 w 640080"/>
                <a:gd name="csY37" fmla="*/ 80010 h 640080"/>
                <a:gd name="csX38" fmla="*/ 253365 w 640080"/>
                <a:gd name="csY38" fmla="*/ 93345 h 640080"/>
                <a:gd name="csX39" fmla="*/ 140017 w 640080"/>
                <a:gd name="csY39" fmla="*/ 93345 h 640080"/>
                <a:gd name="csX40" fmla="*/ 113347 w 640080"/>
                <a:gd name="csY40" fmla="*/ 1200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640080" h="640080" extrusionOk="0">
                  <a:moveTo>
                    <a:pt x="153352" y="133350"/>
                  </a:moveTo>
                  <a:cubicBezTo>
                    <a:pt x="178245" y="131159"/>
                    <a:pt x="195828" y="133506"/>
                    <a:pt x="226695" y="133350"/>
                  </a:cubicBezTo>
                  <a:cubicBezTo>
                    <a:pt x="222401" y="145366"/>
                    <a:pt x="228176" y="162844"/>
                    <a:pt x="226695" y="173355"/>
                  </a:cubicBezTo>
                  <a:cubicBezTo>
                    <a:pt x="287171" y="178725"/>
                    <a:pt x="348511" y="176201"/>
                    <a:pt x="413385" y="173355"/>
                  </a:cubicBezTo>
                  <a:cubicBezTo>
                    <a:pt x="417664" y="160254"/>
                    <a:pt x="413421" y="144807"/>
                    <a:pt x="413385" y="133350"/>
                  </a:cubicBezTo>
                  <a:cubicBezTo>
                    <a:pt x="436983" y="131189"/>
                    <a:pt x="458091" y="139079"/>
                    <a:pt x="486727" y="133350"/>
                  </a:cubicBezTo>
                  <a:cubicBezTo>
                    <a:pt x="481779" y="178634"/>
                    <a:pt x="488079" y="212317"/>
                    <a:pt x="486727" y="271147"/>
                  </a:cubicBezTo>
                  <a:cubicBezTo>
                    <a:pt x="489655" y="312143"/>
                    <a:pt x="489621" y="358020"/>
                    <a:pt x="486727" y="408937"/>
                  </a:cubicBezTo>
                  <a:cubicBezTo>
                    <a:pt x="472320" y="463756"/>
                    <a:pt x="482625" y="503654"/>
                    <a:pt x="486727" y="546735"/>
                  </a:cubicBezTo>
                  <a:cubicBezTo>
                    <a:pt x="443994" y="547736"/>
                    <a:pt x="414194" y="549779"/>
                    <a:pt x="375600" y="546735"/>
                  </a:cubicBezTo>
                  <a:cubicBezTo>
                    <a:pt x="337266" y="550695"/>
                    <a:pt x="302245" y="548116"/>
                    <a:pt x="264479" y="546735"/>
                  </a:cubicBezTo>
                  <a:cubicBezTo>
                    <a:pt x="222149" y="541561"/>
                    <a:pt x="186279" y="557081"/>
                    <a:pt x="153352" y="546735"/>
                  </a:cubicBezTo>
                  <a:cubicBezTo>
                    <a:pt x="157385" y="508384"/>
                    <a:pt x="156319" y="466398"/>
                    <a:pt x="153352" y="408937"/>
                  </a:cubicBezTo>
                  <a:cubicBezTo>
                    <a:pt x="163687" y="357713"/>
                    <a:pt x="147513" y="306866"/>
                    <a:pt x="153352" y="271147"/>
                  </a:cubicBezTo>
                  <a:cubicBezTo>
                    <a:pt x="167850" y="215411"/>
                    <a:pt x="140676" y="176936"/>
                    <a:pt x="153352" y="133350"/>
                  </a:cubicBezTo>
                  <a:close/>
                  <a:moveTo>
                    <a:pt x="320706" y="80010"/>
                  </a:moveTo>
                  <a:cubicBezTo>
                    <a:pt x="334269" y="76139"/>
                    <a:pt x="342647" y="89046"/>
                    <a:pt x="340042" y="100012"/>
                  </a:cubicBezTo>
                  <a:cubicBezTo>
                    <a:pt x="337049" y="109736"/>
                    <a:pt x="329165" y="117278"/>
                    <a:pt x="320040" y="120015"/>
                  </a:cubicBezTo>
                  <a:cubicBezTo>
                    <a:pt x="308219" y="121218"/>
                    <a:pt x="302548" y="113204"/>
                    <a:pt x="300037" y="100012"/>
                  </a:cubicBezTo>
                  <a:cubicBezTo>
                    <a:pt x="299811" y="87805"/>
                    <a:pt x="312335" y="78956"/>
                    <a:pt x="320706" y="80010"/>
                  </a:cubicBezTo>
                  <a:close/>
                  <a:moveTo>
                    <a:pt x="113347" y="120015"/>
                  </a:moveTo>
                  <a:cubicBezTo>
                    <a:pt x="124579" y="170066"/>
                    <a:pt x="108544" y="231279"/>
                    <a:pt x="113347" y="266700"/>
                  </a:cubicBezTo>
                  <a:cubicBezTo>
                    <a:pt x="108970" y="315512"/>
                    <a:pt x="118470" y="361270"/>
                    <a:pt x="113347" y="413385"/>
                  </a:cubicBezTo>
                  <a:cubicBezTo>
                    <a:pt x="106114" y="465079"/>
                    <a:pt x="120653" y="511483"/>
                    <a:pt x="113347" y="560070"/>
                  </a:cubicBezTo>
                  <a:cubicBezTo>
                    <a:pt x="109433" y="578178"/>
                    <a:pt x="131181" y="584575"/>
                    <a:pt x="140017" y="586740"/>
                  </a:cubicBezTo>
                  <a:cubicBezTo>
                    <a:pt x="180087" y="582503"/>
                    <a:pt x="224927" y="588088"/>
                    <a:pt x="260032" y="586740"/>
                  </a:cubicBezTo>
                  <a:cubicBezTo>
                    <a:pt x="295286" y="593459"/>
                    <a:pt x="345826" y="582337"/>
                    <a:pt x="380047" y="586740"/>
                  </a:cubicBezTo>
                  <a:cubicBezTo>
                    <a:pt x="416514" y="582822"/>
                    <a:pt x="459484" y="583249"/>
                    <a:pt x="500062" y="586740"/>
                  </a:cubicBezTo>
                  <a:cubicBezTo>
                    <a:pt x="509944" y="584562"/>
                    <a:pt x="528025" y="571576"/>
                    <a:pt x="526732" y="560070"/>
                  </a:cubicBezTo>
                  <a:cubicBezTo>
                    <a:pt x="526896" y="501497"/>
                    <a:pt x="517602" y="463820"/>
                    <a:pt x="526732" y="413385"/>
                  </a:cubicBezTo>
                  <a:cubicBezTo>
                    <a:pt x="537357" y="356281"/>
                    <a:pt x="518584" y="315407"/>
                    <a:pt x="526732" y="266700"/>
                  </a:cubicBezTo>
                  <a:cubicBezTo>
                    <a:pt x="528609" y="207997"/>
                    <a:pt x="524948" y="173809"/>
                    <a:pt x="526732" y="120015"/>
                  </a:cubicBezTo>
                  <a:cubicBezTo>
                    <a:pt x="529045" y="104013"/>
                    <a:pt x="511253" y="94181"/>
                    <a:pt x="500062" y="93345"/>
                  </a:cubicBezTo>
                  <a:cubicBezTo>
                    <a:pt x="462864" y="94990"/>
                    <a:pt x="433186" y="100895"/>
                    <a:pt x="386715" y="93345"/>
                  </a:cubicBezTo>
                  <a:cubicBezTo>
                    <a:pt x="387929" y="88940"/>
                    <a:pt x="386885" y="84420"/>
                    <a:pt x="386715" y="80010"/>
                  </a:cubicBezTo>
                  <a:cubicBezTo>
                    <a:pt x="384461" y="71168"/>
                    <a:pt x="370708" y="50505"/>
                    <a:pt x="360045" y="53340"/>
                  </a:cubicBezTo>
                  <a:cubicBezTo>
                    <a:pt x="336330" y="58171"/>
                    <a:pt x="301479" y="47647"/>
                    <a:pt x="280035" y="53340"/>
                  </a:cubicBezTo>
                  <a:cubicBezTo>
                    <a:pt x="269469" y="52151"/>
                    <a:pt x="255780" y="69153"/>
                    <a:pt x="253365" y="80010"/>
                  </a:cubicBezTo>
                  <a:cubicBezTo>
                    <a:pt x="252524" y="83531"/>
                    <a:pt x="253837" y="88698"/>
                    <a:pt x="253365" y="93345"/>
                  </a:cubicBezTo>
                  <a:cubicBezTo>
                    <a:pt x="211992" y="104826"/>
                    <a:pt x="180452" y="105872"/>
                    <a:pt x="140017" y="93345"/>
                  </a:cubicBezTo>
                  <a:cubicBezTo>
                    <a:pt x="129268" y="92441"/>
                    <a:pt x="110765" y="100905"/>
                    <a:pt x="113347" y="1200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26695 h 640080"/>
                <a:gd name="csX1" fmla="*/ 306705 w 640080"/>
                <a:gd name="csY1" fmla="*/ 226695 h 640080"/>
                <a:gd name="csX2" fmla="*/ 306705 w 640080"/>
                <a:gd name="csY2" fmla="*/ 253365 h 640080"/>
                <a:gd name="csX3" fmla="*/ 193357 w 640080"/>
                <a:gd name="csY3" fmla="*/ 253365 h 640080"/>
                <a:gd name="csX4" fmla="*/ 193357 w 640080"/>
                <a:gd name="csY4" fmla="*/ 22669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26695"/>
                  </a:moveTo>
                  <a:cubicBezTo>
                    <a:pt x="228367" y="229135"/>
                    <a:pt x="274075" y="223522"/>
                    <a:pt x="306705" y="226695"/>
                  </a:cubicBezTo>
                  <a:cubicBezTo>
                    <a:pt x="309542" y="234859"/>
                    <a:pt x="307583" y="244218"/>
                    <a:pt x="306705" y="253365"/>
                  </a:cubicBezTo>
                  <a:cubicBezTo>
                    <a:pt x="273513" y="247494"/>
                    <a:pt x="235716" y="254942"/>
                    <a:pt x="193357" y="253365"/>
                  </a:cubicBezTo>
                  <a:cubicBezTo>
                    <a:pt x="194155" y="244199"/>
                    <a:pt x="195820" y="237331"/>
                    <a:pt x="193357" y="2266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6705 h 640080"/>
                <a:gd name="csX1" fmla="*/ 306705 w 640080"/>
                <a:gd name="csY1" fmla="*/ 306705 h 640080"/>
                <a:gd name="csX2" fmla="*/ 306705 w 640080"/>
                <a:gd name="csY2" fmla="*/ 333375 h 640080"/>
                <a:gd name="csX3" fmla="*/ 193357 w 640080"/>
                <a:gd name="csY3" fmla="*/ 333375 h 640080"/>
                <a:gd name="csX4" fmla="*/ 193357 w 640080"/>
                <a:gd name="csY4" fmla="*/ 30670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06705"/>
                  </a:moveTo>
                  <a:cubicBezTo>
                    <a:pt x="231209" y="299300"/>
                    <a:pt x="269865" y="302560"/>
                    <a:pt x="306705" y="306705"/>
                  </a:cubicBezTo>
                  <a:cubicBezTo>
                    <a:pt x="303976" y="314472"/>
                    <a:pt x="308706" y="322209"/>
                    <a:pt x="306705" y="333375"/>
                  </a:cubicBezTo>
                  <a:cubicBezTo>
                    <a:pt x="276013" y="326187"/>
                    <a:pt x="232123" y="339312"/>
                    <a:pt x="193357" y="333375"/>
                  </a:cubicBezTo>
                  <a:cubicBezTo>
                    <a:pt x="195542" y="325768"/>
                    <a:pt x="193529" y="314944"/>
                    <a:pt x="193357" y="30670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86715 h 640080"/>
                <a:gd name="csX1" fmla="*/ 306705 w 640080"/>
                <a:gd name="csY1" fmla="*/ 386715 h 640080"/>
                <a:gd name="csX2" fmla="*/ 306705 w 640080"/>
                <a:gd name="csY2" fmla="*/ 413385 h 640080"/>
                <a:gd name="csX3" fmla="*/ 193357 w 640080"/>
                <a:gd name="csY3" fmla="*/ 413385 h 640080"/>
                <a:gd name="csX4" fmla="*/ 193357 w 640080"/>
                <a:gd name="csY4" fmla="*/ 3867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86715"/>
                  </a:moveTo>
                  <a:cubicBezTo>
                    <a:pt x="220443" y="385913"/>
                    <a:pt x="268138" y="393080"/>
                    <a:pt x="306705" y="386715"/>
                  </a:cubicBezTo>
                  <a:cubicBezTo>
                    <a:pt x="308414" y="393573"/>
                    <a:pt x="308869" y="403569"/>
                    <a:pt x="306705" y="413385"/>
                  </a:cubicBezTo>
                  <a:cubicBezTo>
                    <a:pt x="275780" y="419814"/>
                    <a:pt x="229659" y="416412"/>
                    <a:pt x="193357" y="413385"/>
                  </a:cubicBezTo>
                  <a:cubicBezTo>
                    <a:pt x="191411" y="402676"/>
                    <a:pt x="194478" y="394216"/>
                    <a:pt x="193357" y="3867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6725 h 640080"/>
                <a:gd name="csX1" fmla="*/ 306705 w 640080"/>
                <a:gd name="csY1" fmla="*/ 466725 h 640080"/>
                <a:gd name="csX2" fmla="*/ 306705 w 640080"/>
                <a:gd name="csY2" fmla="*/ 493395 h 640080"/>
                <a:gd name="csX3" fmla="*/ 193357 w 640080"/>
                <a:gd name="csY3" fmla="*/ 493395 h 640080"/>
                <a:gd name="csX4" fmla="*/ 193357 w 640080"/>
                <a:gd name="csY4" fmla="*/ 46672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466725"/>
                  </a:moveTo>
                  <a:cubicBezTo>
                    <a:pt x="229839" y="462069"/>
                    <a:pt x="278723" y="465027"/>
                    <a:pt x="306705" y="466725"/>
                  </a:cubicBezTo>
                  <a:cubicBezTo>
                    <a:pt x="306477" y="474203"/>
                    <a:pt x="305100" y="486680"/>
                    <a:pt x="306705" y="493395"/>
                  </a:cubicBezTo>
                  <a:cubicBezTo>
                    <a:pt x="270546" y="505408"/>
                    <a:pt x="226627" y="489338"/>
                    <a:pt x="193357" y="493395"/>
                  </a:cubicBezTo>
                  <a:cubicBezTo>
                    <a:pt x="192539" y="484397"/>
                    <a:pt x="193203" y="474497"/>
                    <a:pt x="193357" y="46672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238696 h 640080"/>
                <a:gd name="csX1" fmla="*/ 366712 w 640080"/>
                <a:gd name="csY1" fmla="*/ 224694 h 640080"/>
                <a:gd name="csX2" fmla="*/ 384048 w 640080"/>
                <a:gd name="csY2" fmla="*/ 242030 h 640080"/>
                <a:gd name="csX3" fmla="*/ 428053 w 640080"/>
                <a:gd name="csY3" fmla="*/ 198024 h 640080"/>
                <a:gd name="csX4" fmla="*/ 442055 w 640080"/>
                <a:gd name="csY4" fmla="*/ 212026 h 640080"/>
                <a:gd name="csX5" fmla="*/ 384048 w 640080"/>
                <a:gd name="csY5" fmla="*/ 270033 h 640080"/>
                <a:gd name="csX6" fmla="*/ 352710 w 640080"/>
                <a:gd name="csY6" fmla="*/ 23869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238696"/>
                  </a:moveTo>
                  <a:cubicBezTo>
                    <a:pt x="356822" y="233219"/>
                    <a:pt x="362834" y="229407"/>
                    <a:pt x="366712" y="224694"/>
                  </a:cubicBezTo>
                  <a:cubicBezTo>
                    <a:pt x="370936" y="230710"/>
                    <a:pt x="378012" y="233771"/>
                    <a:pt x="384048" y="242030"/>
                  </a:cubicBezTo>
                  <a:cubicBezTo>
                    <a:pt x="401824" y="232209"/>
                    <a:pt x="414752" y="215814"/>
                    <a:pt x="428053" y="198024"/>
                  </a:cubicBezTo>
                  <a:cubicBezTo>
                    <a:pt x="433425" y="200746"/>
                    <a:pt x="438729" y="206442"/>
                    <a:pt x="442055" y="212026"/>
                  </a:cubicBezTo>
                  <a:cubicBezTo>
                    <a:pt x="422642" y="227772"/>
                    <a:pt x="406246" y="246044"/>
                    <a:pt x="384048" y="270033"/>
                  </a:cubicBezTo>
                  <a:cubicBezTo>
                    <a:pt x="370399" y="260168"/>
                    <a:pt x="363063" y="247671"/>
                    <a:pt x="352710" y="23869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18706 h 640080"/>
                <a:gd name="csX1" fmla="*/ 366712 w 640080"/>
                <a:gd name="csY1" fmla="*/ 304704 h 640080"/>
                <a:gd name="csX2" fmla="*/ 384048 w 640080"/>
                <a:gd name="csY2" fmla="*/ 322040 h 640080"/>
                <a:gd name="csX3" fmla="*/ 428053 w 640080"/>
                <a:gd name="csY3" fmla="*/ 278034 h 640080"/>
                <a:gd name="csX4" fmla="*/ 442055 w 640080"/>
                <a:gd name="csY4" fmla="*/ 292036 h 640080"/>
                <a:gd name="csX5" fmla="*/ 384048 w 640080"/>
                <a:gd name="csY5" fmla="*/ 350043 h 640080"/>
                <a:gd name="csX6" fmla="*/ 352710 w 640080"/>
                <a:gd name="csY6" fmla="*/ 31870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18706"/>
                  </a:moveTo>
                  <a:cubicBezTo>
                    <a:pt x="358479" y="316295"/>
                    <a:pt x="361246" y="309319"/>
                    <a:pt x="366712" y="304704"/>
                  </a:cubicBezTo>
                  <a:cubicBezTo>
                    <a:pt x="371936" y="312896"/>
                    <a:pt x="380413" y="316651"/>
                    <a:pt x="384048" y="322040"/>
                  </a:cubicBezTo>
                  <a:cubicBezTo>
                    <a:pt x="396876" y="306273"/>
                    <a:pt x="416270" y="289969"/>
                    <a:pt x="428053" y="278034"/>
                  </a:cubicBezTo>
                  <a:cubicBezTo>
                    <a:pt x="431095" y="282252"/>
                    <a:pt x="437422" y="286073"/>
                    <a:pt x="442055" y="292036"/>
                  </a:cubicBezTo>
                  <a:cubicBezTo>
                    <a:pt x="426740" y="311030"/>
                    <a:pt x="403438" y="330607"/>
                    <a:pt x="384048" y="350043"/>
                  </a:cubicBezTo>
                  <a:cubicBezTo>
                    <a:pt x="371344" y="344285"/>
                    <a:pt x="362244" y="329234"/>
                    <a:pt x="352710" y="31870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98716 h 640080"/>
                <a:gd name="csX1" fmla="*/ 366712 w 640080"/>
                <a:gd name="csY1" fmla="*/ 384714 h 640080"/>
                <a:gd name="csX2" fmla="*/ 384048 w 640080"/>
                <a:gd name="csY2" fmla="*/ 402050 h 640080"/>
                <a:gd name="csX3" fmla="*/ 428053 w 640080"/>
                <a:gd name="csY3" fmla="*/ 358044 h 640080"/>
                <a:gd name="csX4" fmla="*/ 442055 w 640080"/>
                <a:gd name="csY4" fmla="*/ 372046 h 640080"/>
                <a:gd name="csX5" fmla="*/ 384048 w 640080"/>
                <a:gd name="csY5" fmla="*/ 430053 h 640080"/>
                <a:gd name="csX6" fmla="*/ 352710 w 640080"/>
                <a:gd name="csY6" fmla="*/ 39871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98716"/>
                  </a:moveTo>
                  <a:cubicBezTo>
                    <a:pt x="357703" y="394227"/>
                    <a:pt x="361390" y="389041"/>
                    <a:pt x="366712" y="384714"/>
                  </a:cubicBezTo>
                  <a:cubicBezTo>
                    <a:pt x="372561" y="390495"/>
                    <a:pt x="379314" y="398362"/>
                    <a:pt x="384048" y="402050"/>
                  </a:cubicBezTo>
                  <a:cubicBezTo>
                    <a:pt x="397611" y="385835"/>
                    <a:pt x="414846" y="369214"/>
                    <a:pt x="428053" y="358044"/>
                  </a:cubicBezTo>
                  <a:cubicBezTo>
                    <a:pt x="433509" y="361599"/>
                    <a:pt x="437111" y="365254"/>
                    <a:pt x="442055" y="372046"/>
                  </a:cubicBezTo>
                  <a:cubicBezTo>
                    <a:pt x="419591" y="389999"/>
                    <a:pt x="407808" y="411737"/>
                    <a:pt x="384048" y="430053"/>
                  </a:cubicBezTo>
                  <a:cubicBezTo>
                    <a:pt x="377394" y="420146"/>
                    <a:pt x="362913" y="410010"/>
                    <a:pt x="352710" y="39871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478726 h 640080"/>
                <a:gd name="csX1" fmla="*/ 366712 w 640080"/>
                <a:gd name="csY1" fmla="*/ 464724 h 640080"/>
                <a:gd name="csX2" fmla="*/ 384048 w 640080"/>
                <a:gd name="csY2" fmla="*/ 482060 h 640080"/>
                <a:gd name="csX3" fmla="*/ 428053 w 640080"/>
                <a:gd name="csY3" fmla="*/ 438054 h 640080"/>
                <a:gd name="csX4" fmla="*/ 442055 w 640080"/>
                <a:gd name="csY4" fmla="*/ 452056 h 640080"/>
                <a:gd name="csX5" fmla="*/ 384048 w 640080"/>
                <a:gd name="csY5" fmla="*/ 510063 h 640080"/>
                <a:gd name="csX6" fmla="*/ 352710 w 640080"/>
                <a:gd name="csY6" fmla="*/ 47872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478726"/>
                  </a:moveTo>
                  <a:cubicBezTo>
                    <a:pt x="357313" y="472908"/>
                    <a:pt x="361086" y="468802"/>
                    <a:pt x="366712" y="464724"/>
                  </a:cubicBezTo>
                  <a:cubicBezTo>
                    <a:pt x="372414" y="468497"/>
                    <a:pt x="381299" y="475596"/>
                    <a:pt x="384048" y="482060"/>
                  </a:cubicBezTo>
                  <a:cubicBezTo>
                    <a:pt x="401964" y="467848"/>
                    <a:pt x="413719" y="450218"/>
                    <a:pt x="428053" y="438054"/>
                  </a:cubicBezTo>
                  <a:cubicBezTo>
                    <a:pt x="432721" y="442446"/>
                    <a:pt x="437292" y="445554"/>
                    <a:pt x="442055" y="452056"/>
                  </a:cubicBezTo>
                  <a:cubicBezTo>
                    <a:pt x="421604" y="468672"/>
                    <a:pt x="397566" y="487011"/>
                    <a:pt x="384048" y="510063"/>
                  </a:cubicBezTo>
                  <a:cubicBezTo>
                    <a:pt x="374184" y="497662"/>
                    <a:pt x="362147" y="488116"/>
                    <a:pt x="352710" y="47872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  <p:sp>
        <p:nvSpPr>
          <p:cNvPr id="161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emergency:</a:t>
            </a:r>
          </a:p>
        </p:txBody>
      </p:sp>
      <p:sp>
        <p:nvSpPr>
          <p:cNvPr id="162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never reaches the model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3: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3497</Words>
  <Application>Microsoft Macintosh PowerPoint</Application>
  <PresentationFormat>Widescreen</PresentationFormat>
  <Paragraphs>391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Ink Free</vt:lpstr>
      <vt:lpstr>Segoe UI</vt:lpstr>
      <vt:lpstr>Calibri</vt:lpstr>
      <vt:lpstr>Consolas</vt:lpstr>
      <vt:lpstr>Arial</vt:lpstr>
      <vt:lpstr>Metropolitan</vt:lpstr>
      <vt:lpstr>Building Pragmatic AI</vt:lpstr>
      <vt:lpstr>This Module</vt:lpstr>
      <vt:lpstr>This Module</vt:lpstr>
      <vt:lpstr>This Module</vt:lpstr>
      <vt:lpstr>F07 · Classification &amp; Routing</vt:lpstr>
      <vt:lpstr>PowerPoint Presentation</vt:lpstr>
      <vt:lpstr>F07 · How It Works</vt:lpstr>
      <vt:lpstr>F07 · How It Works</vt:lpstr>
      <vt:lpstr>F07 · How It Works</vt:lpstr>
      <vt:lpstr>F07 · How It Works</vt:lpstr>
      <vt:lpstr>F07 · How It Works</vt:lpstr>
      <vt:lpstr>F07 · How It Works</vt:lpstr>
      <vt:lpstr>F07 · How It Works</vt:lpstr>
      <vt:lpstr>PowerPoint Presentation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Leadership Card</vt:lpstr>
      <vt:lpstr>F09 · Human-in-the-Loop · Leadership Card</vt:lpstr>
      <vt:lpstr>F09 · Human-in-the-Loop · Leadership Card</vt:lpstr>
      <vt:lpstr>Lab 3: ~50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2026-09-21T20:24:38Z</dcterms:modified>
  <cp:category/>
</cp:coreProperties>
</file>