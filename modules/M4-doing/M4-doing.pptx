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20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93" r:id="rId14"/>
    <p:sldId id="595" r:id="rId15"/>
    <p:sldId id="596" r:id="rId16"/>
    <p:sldId id="597" r:id="rId17"/>
    <p:sldId id="598" r:id="rId18"/>
    <p:sldId id="599" r:id="rId19"/>
  </p:sldIdLst>
  <p:sldSz cx="12192000" cy="6858000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Ink Free" panose="03080402000500000000" pitchFamily="66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5:04.790" v="979" actId="2696"/>
      <pc:docMkLst>
        <pc:docMk/>
      </pc:docMkLst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8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9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0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1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 agent is a model given tools and a goal, running in a loop. It starts with a trip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owns the loop.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model: gpt-5.5 on Azure. With no key, llama3.2 stands in, much weaker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goes out with the conversation so far and five tool descriptions. The descriptions are the model's manual; they're all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returns one of two things: "call this tool with these arguments," or a final answer. Here: search_trails for Glacier.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code runs the tool. The model never touches weather, trails, conditions, or campsites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result is appended to the conversation and the model is called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Around and around: a step budget of 12 so it cannot loop forever, and a confirmation gate before request_permit.</a:t>
            </a:r>
          </a:p>
          <a:p>
            <a:r>
              <a:rPr lang="en-US" dirty="0"/>
              <a:t>Tools return errors instead of throwing; every call, argument, and result is printed as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comes an itinerary and a full trace: eleven tool calls, most chosen without anyone asking for that order. That sequencing is the feature.</a:t>
            </a:r>
          </a:p>
          <a:p>
            <a:r>
              <a:rPr lang="en-US" dirty="0"/>
              <a:t>The demo prints the trace; it does not persist one. Shipping this means durable storage next to 09's approval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❌ Plain completion: lovely, generic, books nothing · Five C# methods · descriptions = the manual · Weather → trails → conditions → around the washout · It must discover: Sept 16 rain · the bridge · Campsites full → it adapts · The permit waits for a human yes</a:t>
            </a:r>
          </a:p>
          <a:p>
            <a:r>
              <a:t>~7 min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svg"/><Relationship Id="rId4" Type="http://schemas.openxmlformats.org/officeDocument/2006/relationships/image" Target="../media/image8.svg"/><Relationship Id="rIdNotes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sz="4000" b="1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  <p:sp>
        <p:nvSpPr>
          <p:cNvPr id="130" name="Left result"/>
          <p:cNvSpPr txBox="1"/>
          <p:nvPr/>
        </p:nvSpPr>
        <p:spPr>
          <a:xfrm>
            <a:off x="2651760" y="3793071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3-day itinerary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full trace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(11 tool calls)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~40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>
                <a:latin typeface="Consolas"/>
              </a:rPr>
              <a:t>modules/M4-doing/F10-agentic-workflows/</a:t>
            </a:r>
          </a:p>
          <a:p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r>
              <a:rPr sz="2400"/>
              <a:t>Steps 1 and 2: two tools and the round-trip loop</a:t>
            </a:r>
          </a:p>
          <a:p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4: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1721</Words>
  <Application>Microsoft Macintosh PowerPoint</Application>
  <PresentationFormat>Widescreen</PresentationFormat>
  <Paragraphs>174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Calibri Light</vt:lpstr>
      <vt:lpstr>Ink Free</vt:lpstr>
      <vt:lpstr>Calibri</vt:lpstr>
      <vt:lpstr>Segoe UI</vt:lpstr>
      <vt:lpstr>Consolas</vt:lpstr>
      <vt:lpstr>Arial</vt:lpstr>
      <vt:lpstr>Metropolitan</vt:lpstr>
      <vt:lpstr>Building Pragmatic AI</vt:lpstr>
      <vt:lpstr>This Module</vt:lpstr>
      <vt:lpstr>PowerPoint Presentation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PowerPoint Presentation</vt:lpstr>
      <vt:lpstr>Lab 4: ~45 Minutes · Everyone</vt:lpstr>
      <vt:lpstr>F10 · Agentic Workflows · Leadership Card</vt:lpstr>
      <vt:lpstr>F10 · Agentic Workflows · Leadership Card</vt:lpstr>
      <vt:lpstr>F10 · Agentic Workflows · Leadership Card</vt:lpstr>
      <vt:lpstr>Lab 4: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2026-09-21T20:25:07Z</dcterms:modified>
  <cp:category/>
</cp:coreProperties>
</file>