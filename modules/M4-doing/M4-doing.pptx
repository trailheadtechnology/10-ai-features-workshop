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20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93" r:id="rId14"/>
    <p:sldId id="595" r:id="rId15"/>
    <p:sldId id="596" r:id="rId16"/>
    <p:sldId id="597" r:id="rId17"/>
    <p:sldId id="598" r:id="rId18"/>
    <p:sldId id="599" r:id="rId19"/>
  </p:sldIdLst>
  <p:sldSz cx="12192000" cy="6858000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Ink Free" panose="03080402000500000000" pitchFamily="66" charset="0"/>
      <p:regular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6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1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21T20:25:04.790" v="979" actId="2696"/>
      <pc:docMkLst>
        <pc:docMk/>
      </pc:docMkLst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8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9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0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1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"Plan me a 3-day trip in Glacier" becomes real tool calls. Everyone attempts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Everyone builds it, no menu, and it uses F02, F04, F08, and F09.</a:t>
            </a:r>
          </a:p>
          <a:p>
            <a:r>
              <a:t>The user problem, spoken: "Plan me a 3-day trip in Glacier for mid-September." Today the user checks the forecast, searches trails, cross-references conditions, checks campsites, and files a permit in a separate system: five tools, one afternoon, and the app helped with exactly one step. They didn't want search results; they wanted the trip planned.</a:t>
            </a:r>
          </a:p>
          <a:p>
            <a:r>
              <a:t>Why it's the capstone: it searches trails semantically (04), grounds itself in 08's condition reports, consumes structured tool results (02 in reverse), and pauses for a human before the permit (09). And it fails every way the first nine fail, at once, compounding.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 agent is given a goal and tools; it chooses an action, your code executes it, it observes the result, and it repeats until the goal is met or a budget runs out. Reason, act, observe, repeat.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An agent is a model given tools and a goal, running in a loop. It starts with a trip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owns the loop. Not a framework,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model: gpt-5.5 on Azure. With no key, llama3.2 stands in, much weaker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goes out with the conversation so far and five tool descriptions. The descriptions are the model's manual; they're all it knows about your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returns one of two things: "call this tool with these arguments," or a final answer. Here: search_trails for Glacier.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code runs the tool. The model never touches weather, trails, conditions, or campsites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result is appended to the conversation and the model is called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Around and around: a step budget of 12 so it cannot loop forever, and a confirmation gate before request_permit.</a:t>
            </a:r>
          </a:p>
          <a:p>
            <a:r>
              <a:rPr lang="en-US" dirty="0"/>
              <a:t>Tools return errors instead of throwing; every call, argument, and result is printed as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comes an itinerary and a full trace: eleven tool calls, most chosen without anyone asking for that order. That sequencing is the feature.</a:t>
            </a:r>
          </a:p>
          <a:p>
            <a:r>
              <a:rPr lang="en-US" dirty="0"/>
              <a:t>The demo prints the trace; it does not persist one. Shipping this means durable storage next to 09's approval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to watch: ❌ Plain completion: lovely, generic, books nothing · Five C# methods · descriptions = the manual · Weather → trails → conditions → around the washout · It must discover: Sept 16 rain · the bridge · Campsites full → it adapts · The permit waits for a human yes</a:t>
            </a:r>
          </a:p>
          <a:p>
            <a:r>
              <a:t>~7 min · </a:t>
            </a:r>
            <a:r>
              <a:rPr>
                <a:latin typeface="Consolas"/>
              </a:rPr>
              <a:t>cd modules/M4-doing/F10-agentic-workflows/dotnet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200 trails · </a:t>
            </a:r>
            <a:r>
              <a:rPr>
                <a:latin typeface="Consolas"/>
              </a:rPr>
              <a:t>condition-reports.jsonl</a:t>
            </a:r>
            <a:r>
              <a:t> = 08's stream, the bridge is in it · </a:t>
            </a:r>
            <a:r>
              <a:rPr>
                <a:latin typeface="Consolas"/>
              </a:rPr>
              <a:t>mock-apis/</a:t>
            </a:r>
            <a:r>
              <a:t> = weather, campsites, permits as JSON</a:t>
            </a:r>
          </a:p>
          <a:p>
            <a:r>
              <a:t>Flags: </a:t>
            </a:r>
            <a:r>
              <a:rPr>
                <a:latin typeface="Consolas"/>
              </a:rPr>
              <a:t>--yes</a:t>
            </a:r>
            <a:r>
              <a:t> = auto-approve the permit gate · any other words = your own request (default: 3 days in Glacier, Sept 14 to 16)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same request, no tools. Lovely, generic, books nothing.</a:t>
            </a:r>
          </a:p>
          <a:p>
            <a:r>
              <a:t>2. Show the five methods in </a:t>
            </a:r>
            <a:r>
              <a:rPr>
                <a:latin typeface="Consolas"/>
              </a:rPr>
              <a:t>complete/Program.cs</a:t>
            </a:r>
            <a:r>
              <a:t>. The descriptions are the manual.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Narrate the trace. Weather, trails, conditions per trail, campsites. It stops at the permit gate; say yes.</a:t>
            </a:r>
          </a:p>
          <a:p>
            <a:r>
              <a:t>4. </a:t>
            </a:r>
            <a:r>
              <a:rPr>
                <a:latin typeface="Consolas"/>
              </a:rPr>
              <a:t>dotnet run -- "Plan me a 2-day trip in Glacier National Park for September 14-15 that includes the Avalanche Lake Trail (trail-0117)."</a:t>
            </a:r>
            <a:r>
              <a:t>: it reads the bridge report and routes around it.</a:t>
            </a:r>
          </a:p>
          <a:p>
            <a:r>
              <a:t>5. Point at the step budget and the trace. Printed, not persisted. Say so.</a:t>
            </a:r>
          </a:p>
          <a:p>
            <a:r>
              <a:t>Cut: 4 if the first run already hit the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Send the request with the tools array, read the tool call out of the response, send the follow-up with the tool result. Step 2's round-trip is </a:t>
            </a:r>
            <a:r>
              <a:rPr>
                <a:latin typeface="Consolas"/>
              </a:rPr>
              <a:t>search_trails</a:t>
            </a:r>
            <a:r>
              <a:t> + </a:t>
            </a:r>
            <a:r>
              <a:rPr>
                <a:latin typeface="Consolas"/>
              </a:rPr>
              <a:t>check_campsites</a:t>
            </a:r>
            <a:r>
              <a:t>.</a:t>
            </a:r>
          </a:p>
          <a:p>
            <a:r>
              <a:t>If you get an itinerary instead of a tool call on step 2, the model never saw your tools. Three failure modes on step 4, in ascending order of embarrassment: never calls conditions; calls it, reads "bridge is OUT", schedules anyway; drops the trail but invents a reason without calling. The third guessed right,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Trip planning, onboarding, procurement, incident response, report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On Azure the loop sequences all five tools from a single request with zero nudges, in all three languages, measured against the workshop's Foundry deployment; the contrast with the local counts is the argument. Row 10, and the one your board has already asked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Hard. If asked about cost: the highest of the ten. Weeks to months, frontier-model API costs, real design work on guardrails, confirmation gates, observability. Do one of 01 through 09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agent checked the bridge, and whose scheduled it anyway? Row 10 is done, so all ten rows are done. Closing next: the framework, and the pitch. Hand off to the closing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svg"/><Relationship Id="rId4" Type="http://schemas.openxmlformats.org/officeDocument/2006/relationships/image" Target="../media/image8.svg"/><Relationship Id="rIdNotes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4: Doing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Agentic Workflows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A model that </a:t>
            </a:r>
            <a:r>
              <a:rPr sz="4000" b="1">
                <a:solidFill>
                  <a:srgbClr val="017AB4"/>
                </a:solidFill>
              </a:rPr>
              <a:t>picks which tools to call</a:t>
            </a:r>
            <a:r>
              <a:rPr sz="4000"/>
              <a:t>, in a loop, until the job is done.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  <p:sp>
        <p:nvSpPr>
          <p:cNvPr id="130" name="Left result"/>
          <p:cNvSpPr txBox="1"/>
          <p:nvPr/>
        </p:nvSpPr>
        <p:spPr>
          <a:xfrm>
            <a:off x="2651760" y="3793071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3-day itinerary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full trace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(11 tool calls)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F10 Agentic Workflows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~45 Minutes · Everyone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>
                <a:latin typeface="Consolas"/>
              </a:rPr>
              <a:t>modules/M4-doing/F10-agentic-workflows/</a:t>
            </a:r>
          </a:p>
          <a:p>
            <a:r>
              <a:rPr sz="2400">
                <a:latin typeface="Consolas"/>
              </a:rPr>
              <a:t>dotnet/</a:t>
            </a:r>
            <a:r>
              <a:rPr sz="2400"/>
              <a:t> · </a:t>
            </a:r>
            <a:r>
              <a:rPr sz="2400">
                <a:latin typeface="Consolas"/>
              </a:rPr>
              <a:t>python/</a:t>
            </a:r>
            <a:r>
              <a:rPr sz="2400"/>
              <a:t> · </a:t>
            </a:r>
            <a:r>
              <a:rPr sz="2400">
                <a:latin typeface="Consolas"/>
              </a:rPr>
              <a:t>typescript/</a:t>
            </a:r>
            <a:r>
              <a:rPr sz="2400"/>
              <a:t>: </a:t>
            </a:r>
            <a:r>
              <a:rPr sz="2400" b="1"/>
              <a:t>you are the loop</a:t>
            </a:r>
          </a:p>
          <a:p>
            <a:r>
              <a:rPr sz="2400"/>
              <a:t>Steps 1 and 2: two tools and the round-trip loop</a:t>
            </a:r>
          </a:p>
          <a:p>
            <a:r>
              <a:rPr sz="2400"/>
              <a:t>Step 3: add </a:t>
            </a:r>
            <a:r>
              <a:rPr sz="2400">
                <a:latin typeface="Consolas"/>
              </a:rPr>
              <a:t>get_weather</a:t>
            </a:r>
            <a:r>
              <a:rPr sz="2400"/>
              <a:t>, do something about the 16th</a:t>
            </a:r>
          </a:p>
          <a:p>
            <a:r>
              <a:rPr sz="2400"/>
              <a:t>Step 4: </a:t>
            </a:r>
            <a:r>
              <a:rPr sz="2400">
                <a:latin typeface="Consolas"/>
              </a:rPr>
              <a:t>trail-0117</a:t>
            </a:r>
            <a:r>
              <a:rPr sz="2400"/>
              <a:t>, dropped for a tool-given reason</a:t>
            </a:r>
          </a:p>
          <a:p>
            <a:r>
              <a:rPr sz="2400"/>
              <a:t>Stretch: the human gate before </a:t>
            </a:r>
            <a:r>
              <a:rPr sz="2400">
                <a:latin typeface="Consolas"/>
              </a:rPr>
              <a:t>request_permit</a:t>
            </a:r>
          </a:p>
          <a:p>
            <a:r>
              <a:rPr sz="2400">
                <a:latin typeface="Consolas"/>
              </a:rPr>
              <a:t>reference-transcript.md</a:t>
            </a:r>
            <a:r>
              <a:rPr sz="2400"/>
              <a:t> when it goes sideways. It will.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4: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1721</Words>
  <Application>Microsoft Macintosh PowerPoint</Application>
  <PresentationFormat>Widescreen</PresentationFormat>
  <Paragraphs>174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Calibri Light</vt:lpstr>
      <vt:lpstr>Ink Free</vt:lpstr>
      <vt:lpstr>Calibri</vt:lpstr>
      <vt:lpstr>Segoe UI</vt:lpstr>
      <vt:lpstr>Consolas</vt:lpstr>
      <vt:lpstr>Arial</vt:lpstr>
      <vt:lpstr>Metropolitan</vt:lpstr>
      <vt:lpstr>Building Pragmatic AI</vt:lpstr>
      <vt:lpstr>This Module</vt:lpstr>
      <vt:lpstr>PowerPoint Presentation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PowerPoint Presentation</vt:lpstr>
      <vt:lpstr>Lab 4: ~45 Minutes · Everyone</vt:lpstr>
      <vt:lpstr>F10 · Agentic Workflows · Leadership Card</vt:lpstr>
      <vt:lpstr>F10 · Agentic Workflows · Leadership Card</vt:lpstr>
      <vt:lpstr>F10 · Agentic Workflows · Leadership Card</vt:lpstr>
      <vt:lpstr>Lab 4: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2026-09-21T20:25:07Z</dcterms:modified>
  <cp:category/>
</cp:coreProperties>
</file>