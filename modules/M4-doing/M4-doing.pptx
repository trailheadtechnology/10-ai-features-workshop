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24"/>
  </p:notesMasterIdLst>
  <p:sldIdLst>
    <p:sldId id="576" r:id="rId22"/>
    <p:sldId id="577" r:id="rId23"/>
    <p:sldId id="578" r:id="rId24"/>
    <p:sldId id="579" r:id="rId25"/>
    <p:sldId id="580" r:id="rId26"/>
    <p:sldId id="581" r:id="rId27"/>
    <p:sldId id="582" r:id="rId28"/>
    <p:sldId id="583" r:id="rId29"/>
    <p:sldId id="584" r:id="rId30"/>
    <p:sldId id="585" r:id="rId31"/>
    <p:sldId id="586" r:id="rId32"/>
    <p:sldId id="587" r:id="rId33"/>
    <p:sldId id="588" r:id="rId34"/>
    <p:sldId id="589" r:id="rId35"/>
    <p:sldId id="590" r:id="rId36"/>
    <p:sldId id="591" r:id="rId37"/>
    <p:sldId id="592" r:id="rId38"/>
    <p:sldId id="593" r:id="rId39"/>
    <p:sldId id="594" r:id="rId40"/>
    <p:sldId id="595" r:id="rId41"/>
    <p:sldId id="596" r:id="rId42"/>
    <p:sldId id="597" r:id="rId43"/>
    <p:sldId id="598" r:id="rId44"/>
    <p:sldId id="599" r:id="rId45"/>
  </p:sldIdLst>
  <p:sldSz cx="12192000" cy="6858000"/>
  <p:notesSz cx="6858000" cy="9144000"/>
  <p:embeddedFontLst>
    <p:embeddedFont>
      <p:font typeface="Consolas" panose="020B0609020204030204" pitchFamily="49" charset="0"/>
      <p:regular r:id="rId125"/>
      <p:bold r:id="rId126"/>
      <p:italic r:id="rId127"/>
      <p:boldItalic r:id="rId128"/>
    </p:embeddedFont>
    <p:embeddedFont>
      <p:font typeface="Ink Free" panose="03080402000500000000" pitchFamily="66" charset="0"/>
      <p:regular r:id="rId129"/>
    </p:embeddedFont>
    <p:embeddedFont>
      <p:font typeface="Segoe UI" panose="020B0502040204020203" pitchFamily="34" charset="0"/>
      <p:regular r:id="rId130"/>
      <p:bold r:id="rId131"/>
      <p:italic r:id="rId132"/>
      <p:boldItalic r:id="rId1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DBD21-9376-BB4E-B00A-D0B46311259E}" v="32" dt="2026-07-23T19:12:50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70" autoAdjust="0"/>
    <p:restoredTop sz="66867" autoAdjust="0"/>
  </p:normalViewPr>
  <p:slideViewPr>
    <p:cSldViewPr snapToGrid="0">
      <p:cViewPr varScale="1">
        <p:scale>
          <a:sx n="101" d="100"/>
          <a:sy n="101" d="100"/>
        </p:scale>
        <p:origin x="2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124" Type="http://schemas.openxmlformats.org/officeDocument/2006/relationships/notesMaster" Target="notesMasters/notesMaster1.xml"/><Relationship Id="rId125" Type="http://schemas.openxmlformats.org/officeDocument/2006/relationships/font" Target="fonts/font1.fntdata"/><Relationship Id="rId126" Type="http://schemas.openxmlformats.org/officeDocument/2006/relationships/font" Target="fonts/font2.fntdata"/><Relationship Id="rId127" Type="http://schemas.openxmlformats.org/officeDocument/2006/relationships/font" Target="fonts/font3.fntdata"/><Relationship Id="rId128" Type="http://schemas.openxmlformats.org/officeDocument/2006/relationships/font" Target="fonts/font4.fntdata"/><Relationship Id="rId129" Type="http://schemas.openxmlformats.org/officeDocument/2006/relationships/font" Target="fonts/font5.fntdata"/><Relationship Id="rId130" Type="http://schemas.openxmlformats.org/officeDocument/2006/relationships/font" Target="fonts/font6.fntdata"/><Relationship Id="rId131" Type="http://schemas.openxmlformats.org/officeDocument/2006/relationships/font" Target="fonts/font7.fntdata"/><Relationship Id="rId132" Type="http://schemas.openxmlformats.org/officeDocument/2006/relationships/font" Target="fonts/font8.fntdata"/><Relationship Id="rId133" Type="http://schemas.openxmlformats.org/officeDocument/2006/relationships/font" Target="fonts/font9.fnt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7-23T19:39:41.331" v="978"/>
      <pc:docMkLst>
        <pc:docMk/>
      </pc:docMkLst>
      <pc:sldChg chg="addSp delSp modSp mod">
        <pc:chgData name="J. Tower" userId="9d06de10716639e5" providerId="LiveId" clId="{F8931099-75CA-5660-A155-55881DF68D84}" dt="2026-07-22T17:34:15.803" v="298" actId="207"/>
        <pc:sldMkLst>
          <pc:docMk/>
          <pc:sldMk cId="1972911589" sldId="305"/>
        </pc:sldMkLst>
        <pc:spChg chg="mod">
          <ac:chgData name="J. Tower" userId="9d06de10716639e5" providerId="LiveId" clId="{F8931099-75CA-5660-A155-55881DF68D84}" dt="2026-07-22T17:34:15.803" v="298" actId="207"/>
          <ac:spMkLst>
            <pc:docMk/>
            <pc:sldMk cId="1972911589" sldId="305"/>
            <ac:spMk id="2" creationId="{E5422206-0EEA-0ED9-B408-CC3FB282F987}"/>
          </ac:spMkLst>
        </pc:spChg>
        <pc:spChg chg="add mod">
          <ac:chgData name="J. Tower" userId="9d06de10716639e5" providerId="LiveId" clId="{F8931099-75CA-5660-A155-55881DF68D84}" dt="2026-07-22T17:33:21.909" v="294" actId="1076"/>
          <ac:spMkLst>
            <pc:docMk/>
            <pc:sldMk cId="1972911589" sldId="305"/>
            <ac:spMk id="7" creationId="{F905BFAC-3397-4195-19D6-77090A9906CD}"/>
          </ac:spMkLst>
        </pc:spChg>
        <pc:spChg chg="del">
          <ac:chgData name="J. Tower" userId="9d06de10716639e5" providerId="LiveId" clId="{F8931099-75CA-5660-A155-55881DF68D84}" dt="2026-07-22T17:33:10.664" v="291" actId="478"/>
          <ac:spMkLst>
            <pc:docMk/>
            <pc:sldMk cId="1972911589" sldId="305"/>
            <ac:spMk id="11" creationId="{AA2DA1B6-C092-83BF-4A05-2991CE858D2C}"/>
          </ac:spMkLst>
        </pc:spChg>
        <pc:spChg chg="del">
          <ac:chgData name="J. Tower" userId="9d06de10716639e5" providerId="LiveId" clId="{F8931099-75CA-5660-A155-55881DF68D84}" dt="2026-07-22T17:33:10.664" v="291" actId="478"/>
          <ac:spMkLst>
            <pc:docMk/>
            <pc:sldMk cId="1972911589" sldId="305"/>
            <ac:spMk id="16" creationId="{01E0B7CA-1332-8CC2-521B-8B5D50A8E646}"/>
          </ac:spMkLst>
        </pc:spChg>
        <pc:spChg chg="add mod">
          <ac:chgData name="J. Tower" userId="9d06de10716639e5" providerId="LiveId" clId="{F8931099-75CA-5660-A155-55881DF68D84}" dt="2026-07-22T17:33:21.909" v="294" actId="1076"/>
          <ac:spMkLst>
            <pc:docMk/>
            <pc:sldMk cId="1972911589" sldId="305"/>
            <ac:spMk id="20" creationId="{A9AFE787-FB0C-EFB4-62F6-5DED5B34E76B}"/>
          </ac:spMkLst>
        </pc:spChg>
        <pc:spChg chg="mod">
          <ac:chgData name="J. Tower" userId="9d06de10716639e5" providerId="LiveId" clId="{F8931099-75CA-5660-A155-55881DF68D84}" dt="2026-07-22T17:33:12.402" v="292"/>
          <ac:spMkLst>
            <pc:docMk/>
            <pc:sldMk cId="1972911589" sldId="305"/>
            <ac:spMk id="23" creationId="{95680D52-7452-D141-3402-93ABDF35AD62}"/>
          </ac:spMkLst>
        </pc:spChg>
        <pc:grpChg chg="add mod">
          <ac:chgData name="J. Tower" userId="9d06de10716639e5" providerId="LiveId" clId="{F8931099-75CA-5660-A155-55881DF68D84}" dt="2026-07-22T17:33:21.909" v="294" actId="1076"/>
          <ac:grpSpMkLst>
            <pc:docMk/>
            <pc:sldMk cId="1972911589" sldId="305"/>
            <ac:grpSpMk id="21" creationId="{BDA97EEF-A042-AB7E-11A3-38DC3B16EAA9}"/>
          </ac:grpSpMkLst>
        </pc:grpChg>
        <pc:picChg chg="del">
          <ac:chgData name="J. Tower" userId="9d06de10716639e5" providerId="LiveId" clId="{F8931099-75CA-5660-A155-55881DF68D84}" dt="2026-07-22T17:33:10.664" v="291" actId="478"/>
          <ac:picMkLst>
            <pc:docMk/>
            <pc:sldMk cId="1972911589" sldId="305"/>
            <ac:picMk id="9" creationId="{E87FC25D-9B5D-6B5A-8D5A-74339A59A965}"/>
          </ac:picMkLst>
        </pc:picChg>
        <pc:picChg chg="mod">
          <ac:chgData name="J. Tower" userId="9d06de10716639e5" providerId="LiveId" clId="{F8931099-75CA-5660-A155-55881DF68D84}" dt="2026-07-22T17:33:12.402" v="292"/>
          <ac:picMkLst>
            <pc:docMk/>
            <pc:sldMk cId="1972911589" sldId="305"/>
            <ac:picMk id="22" creationId="{2574039F-009F-2A08-5BBB-486F5B4F0970}"/>
          </ac:picMkLst>
        </pc:picChg>
        <pc:picChg chg="mod">
          <ac:chgData name="J. Tower" userId="9d06de10716639e5" providerId="LiveId" clId="{F8931099-75CA-5660-A155-55881DF68D84}" dt="2026-07-22T17:33:12.402" v="292"/>
          <ac:picMkLst>
            <pc:docMk/>
            <pc:sldMk cId="1972911589" sldId="305"/>
            <ac:picMk id="24" creationId="{9D3F7610-2E9F-FF65-5DAD-4DA4EF603B46}"/>
          </ac:picMkLst>
        </pc:picChg>
      </pc:sldChg>
      <pc:sldChg chg="modSp mod">
        <pc:chgData name="J. Tower" userId="9d06de10716639e5" providerId="LiveId" clId="{F8931099-75CA-5660-A155-55881DF68D84}" dt="2026-07-22T17:30:12.011" v="226" actId="27636"/>
        <pc:sldMkLst>
          <pc:docMk/>
          <pc:sldMk cId="2598884527" sldId="456"/>
        </pc:sldMkLst>
        <pc:spChg chg="mod">
          <ac:chgData name="J. Tower" userId="9d06de10716639e5" providerId="LiveId" clId="{F8931099-75CA-5660-A155-55881DF68D84}" dt="2026-07-22T17:30:12.011" v="226" actId="27636"/>
          <ac:spMkLst>
            <pc:docMk/>
            <pc:sldMk cId="2598884527" sldId="456"/>
            <ac:spMk id="3" creationId="{158609D8-DD0B-4760-B11D-907664E37EB5}"/>
          </ac:spMkLst>
        </pc:spChg>
      </pc:sldChg>
      <pc:sldChg chg="addSp delSp modSp mod">
        <pc:chgData name="J. Tower" userId="9d06de10716639e5" providerId="LiveId" clId="{F8931099-75CA-5660-A155-55881DF68D84}" dt="2026-07-22T17:33:32.313" v="296"/>
        <pc:sldMkLst>
          <pc:docMk/>
          <pc:sldMk cId="934945236" sldId="540"/>
        </pc:sldMkLst>
        <pc:spChg chg="del">
          <ac:chgData name="J. Tower" userId="9d06de10716639e5" providerId="LiveId" clId="{F8931099-75CA-5660-A155-55881DF68D84}" dt="2026-07-22T17:33:31.967" v="295" actId="478"/>
          <ac:spMkLst>
            <pc:docMk/>
            <pc:sldMk cId="934945236" sldId="540"/>
            <ac:spMk id="2" creationId="{AD6CF2A6-BA24-E952-9C0B-429ECE9FD407}"/>
          </ac:spMkLst>
        </pc:spChg>
        <pc:spChg chg="del">
          <ac:chgData name="J. Tower" userId="9d06de10716639e5" providerId="LiveId" clId="{F8931099-75CA-5660-A155-55881DF68D84}" dt="2026-07-22T17:33:31.967" v="295" actId="478"/>
          <ac:spMkLst>
            <pc:docMk/>
            <pc:sldMk cId="934945236" sldId="540"/>
            <ac:spMk id="3" creationId="{B9981E71-45C3-1D3D-B7C9-4446DCE49357}"/>
          </ac:spMkLst>
        </pc:spChg>
        <pc:spChg chg="add 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5" creationId="{32F59F01-13CA-A538-EB00-C420909FADC1}"/>
          </ac:spMkLst>
        </pc:spChg>
        <pc:spChg chg="add 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7" creationId="{33E869C9-146B-DC31-A97B-A2F632A01FAF}"/>
          </ac:spMkLst>
        </pc:spChg>
        <pc:spChg chg="mod">
          <ac:chgData name="J. Tower" userId="9d06de10716639e5" providerId="LiveId" clId="{F8931099-75CA-5660-A155-55881DF68D84}" dt="2026-07-22T17:30:42.196" v="242" actId="20577"/>
          <ac:spMkLst>
            <pc:docMk/>
            <pc:sldMk cId="934945236" sldId="540"/>
            <ac:spMk id="9" creationId="{2CCFC013-6D9F-96DA-4013-3CA85BB1D357}"/>
          </ac:spMkLst>
        </pc:spChg>
        <pc:spChg chg="mod">
          <ac:chgData name="J. Tower" userId="9d06de10716639e5" providerId="LiveId" clId="{F8931099-75CA-5660-A155-55881DF68D84}" dt="2026-07-22T17:33:32.313" v="296"/>
          <ac:spMkLst>
            <pc:docMk/>
            <pc:sldMk cId="934945236" sldId="540"/>
            <ac:spMk id="22" creationId="{78756400-64DF-EB40-AC83-0458252B366C}"/>
          </ac:spMkLst>
        </pc:spChg>
        <pc:grpChg chg="add mod">
          <ac:chgData name="J. Tower" userId="9d06de10716639e5" providerId="LiveId" clId="{F8931099-75CA-5660-A155-55881DF68D84}" dt="2026-07-22T17:33:32.313" v="296"/>
          <ac:grpSpMkLst>
            <pc:docMk/>
            <pc:sldMk cId="934945236" sldId="540"/>
            <ac:grpSpMk id="13" creationId="{1B72D920-5FAD-6C7C-92E5-D7A6CD7728CE}"/>
          </ac:grpSpMkLst>
        </pc:grpChg>
        <pc:picChg chg="del">
          <ac:chgData name="J. Tower" userId="9d06de10716639e5" providerId="LiveId" clId="{F8931099-75CA-5660-A155-55881DF68D84}" dt="2026-07-22T17:33:31.967" v="295" actId="478"/>
          <ac:picMkLst>
            <pc:docMk/>
            <pc:sldMk cId="934945236" sldId="540"/>
            <ac:picMk id="4" creationId="{549E6445-9FE7-EBA8-1501-297CFEE7AE93}"/>
          </ac:picMkLst>
        </pc:picChg>
        <pc:picChg chg="mod">
          <ac:chgData name="J. Tower" userId="9d06de10716639e5" providerId="LiveId" clId="{F8931099-75CA-5660-A155-55881DF68D84}" dt="2026-07-22T17:33:32.313" v="296"/>
          <ac:picMkLst>
            <pc:docMk/>
            <pc:sldMk cId="934945236" sldId="540"/>
            <ac:picMk id="14" creationId="{587C4335-ECF3-9DD0-6A79-CCBE00793FFA}"/>
          </ac:picMkLst>
        </pc:picChg>
        <pc:picChg chg="mod">
          <ac:chgData name="J. Tower" userId="9d06de10716639e5" providerId="LiveId" clId="{F8931099-75CA-5660-A155-55881DF68D84}" dt="2026-07-22T17:33:32.313" v="296"/>
          <ac:picMkLst>
            <pc:docMk/>
            <pc:sldMk cId="934945236" sldId="540"/>
            <ac:picMk id="23" creationId="{2811BA38-866A-6911-EB15-652F44639437}"/>
          </ac:picMkLst>
        </pc:picChg>
      </pc:sldChg>
      <pc:sldChg chg="modSp mod">
        <pc:chgData name="J. Tower" userId="9d06de10716639e5" providerId="LiveId" clId="{F8931099-75CA-5660-A155-55881DF68D84}" dt="2026-07-22T17:35:04.115" v="302" actId="207"/>
        <pc:sldMkLst>
          <pc:docMk/>
          <pc:sldMk cId="2221029909" sldId="575"/>
        </pc:sldMkLst>
        <pc:spChg chg="mod">
          <ac:chgData name="J. Tower" userId="9d06de10716639e5" providerId="LiveId" clId="{F8931099-75CA-5660-A155-55881DF68D84}" dt="2026-07-22T17:35:04.115" v="302" actId="207"/>
          <ac:spMkLst>
            <pc:docMk/>
            <pc:sldMk cId="2221029909" sldId="575"/>
            <ac:spMk id="3" creationId="{4B92320E-39A1-8619-9101-65DEAF8C0097}"/>
          </ac:spMkLst>
        </pc:spChg>
      </pc:sldChg>
      <pc:sldChg chg="modNotesTx">
        <pc:chgData name="J. Tower" userId="9d06de10716639e5" providerId="LiveId" clId="{F8931099-75CA-5660-A155-55881DF68D84}" dt="2026-07-23T14:06:44.692" v="586" actId="20577"/>
        <pc:sldMkLst>
          <pc:docMk/>
          <pc:sldMk cId="4246035593" sldId="729"/>
        </pc:sldMkLst>
      </pc:sldChg>
      <pc:sldChg chg="modNotesTx">
        <pc:chgData name="J. Tower" userId="9d06de10716639e5" providerId="LiveId" clId="{F8931099-75CA-5660-A155-55881DF68D84}" dt="2026-07-23T14:05:53.736" v="576" actId="20577"/>
        <pc:sldMkLst>
          <pc:docMk/>
          <pc:sldMk cId="3205008461" sldId="855"/>
        </pc:sldMkLst>
      </pc:sldChg>
      <pc:sldChg chg="modNotesTx">
        <pc:chgData name="J. Tower" userId="9d06de10716639e5" providerId="LiveId" clId="{F8931099-75CA-5660-A155-55881DF68D84}" dt="2026-07-23T14:07:14.275" v="587" actId="113"/>
        <pc:sldMkLst>
          <pc:docMk/>
          <pc:sldMk cId="2736099825" sldId="856"/>
        </pc:sldMkLst>
      </pc:sldChg>
      <pc:sldChg chg="modNotesTx">
        <pc:chgData name="J. Tower" userId="9d06de10716639e5" providerId="LiveId" clId="{F8931099-75CA-5660-A155-55881DF68D84}" dt="2026-07-23T14:08:34.199" v="588" actId="113"/>
        <pc:sldMkLst>
          <pc:docMk/>
          <pc:sldMk cId="3447172628" sldId="863"/>
        </pc:sldMkLst>
      </pc:sldChg>
      <pc:sldChg chg="modSp mod">
        <pc:chgData name="J. Tower" userId="9d06de10716639e5" providerId="LiveId" clId="{F8931099-75CA-5660-A155-55881DF68D84}" dt="2026-07-22T17:28:07.252" v="128" actId="20577"/>
        <pc:sldMkLst>
          <pc:docMk/>
          <pc:sldMk cId="2032269521" sldId="880"/>
        </pc:sldMkLst>
        <pc:spChg chg="mod">
          <ac:chgData name="J. Tower" userId="9d06de10716639e5" providerId="LiveId" clId="{F8931099-75CA-5660-A155-55881DF68D84}" dt="2026-07-22T17:28:07.252" v="128" actId="20577"/>
          <ac:spMkLst>
            <pc:docMk/>
            <pc:sldMk cId="2032269521" sldId="880"/>
            <ac:spMk id="2" creationId="{A1DF4B6A-6893-86B6-9386-A995392A099A}"/>
          </ac:spMkLst>
        </pc:spChg>
      </pc:sldChg>
      <pc:sldChg chg="del">
        <pc:chgData name="J. Tower" userId="9d06de10716639e5" providerId="LiveId" clId="{F8931099-75CA-5660-A155-55881DF68D84}" dt="2026-07-23T19:25:07.127" v="924"/>
        <pc:sldMkLst>
          <pc:docMk/>
          <pc:sldMk cId="1885011996" sldId="881"/>
        </pc:sldMkLst>
      </pc:sldChg>
      <pc:sldChg chg="del">
        <pc:chgData name="J. Tower" userId="9d06de10716639e5" providerId="LiveId" clId="{F8931099-75CA-5660-A155-55881DF68D84}" dt="2026-07-23T14:43:21.676" v="890"/>
        <pc:sldMkLst>
          <pc:docMk/>
          <pc:sldMk cId="613446173" sldId="884"/>
        </pc:sldMkLst>
      </pc:sldChg>
      <pc:sldChg chg="del">
        <pc:chgData name="J. Tower" userId="9d06de10716639e5" providerId="LiveId" clId="{F8931099-75CA-5660-A155-55881DF68D84}" dt="2026-07-22T15:08:23.414" v="1"/>
        <pc:sldMkLst>
          <pc:docMk/>
          <pc:sldMk cId="3443821648" sldId="885"/>
        </pc:sldMkLst>
      </pc:sldChg>
      <pc:sldChg chg="del">
        <pc:chgData name="J. Tower" userId="9d06de10716639e5" providerId="LiveId" clId="{F8931099-75CA-5660-A155-55881DF68D84}" dt="2026-07-22T15:09:41.854" v="15"/>
        <pc:sldMkLst>
          <pc:docMk/>
          <pc:sldMk cId="2014264951" sldId="887"/>
        </pc:sldMkLst>
      </pc:sldChg>
      <pc:sldChg chg="del">
        <pc:chgData name="J. Tower" userId="9d06de10716639e5" providerId="LiveId" clId="{F8931099-75CA-5660-A155-55881DF68D84}" dt="2026-07-23T14:30:31.405" v="873"/>
        <pc:sldMkLst>
          <pc:docMk/>
          <pc:sldMk cId="2852340909" sldId="888"/>
        </pc:sldMkLst>
      </pc:sldChg>
      <pc:sldChg chg="del">
        <pc:chgData name="J. Tower" userId="9d06de10716639e5" providerId="LiveId" clId="{F8931099-75CA-5660-A155-55881DF68D84}" dt="2026-07-23T14:21:44.892" v="679"/>
        <pc:sldMkLst>
          <pc:docMk/>
          <pc:sldMk cId="2504112812" sldId="893"/>
        </pc:sldMkLst>
      </pc:sldChg>
      <pc:sldChg chg="del modNotesTx">
        <pc:chgData name="J. Tower" userId="9d06de10716639e5" providerId="LiveId" clId="{F8931099-75CA-5660-A155-55881DF68D84}" dt="2026-07-23T14:23:21.348" v="681"/>
        <pc:sldMkLst>
          <pc:docMk/>
          <pc:sldMk cId="2275922530" sldId="894"/>
        </pc:sldMkLst>
      </pc:sldChg>
      <pc:sldChg chg="del modNotesTx">
        <pc:chgData name="J. Tower" userId="9d06de10716639e5" providerId="LiveId" clId="{F8931099-75CA-5660-A155-55881DF68D84}" dt="2026-07-23T19:27:32.955" v="934"/>
        <pc:sldMkLst>
          <pc:docMk/>
          <pc:sldMk cId="555985146" sldId="896"/>
        </pc:sldMkLst>
      </pc:sldChg>
      <pc:sldChg chg="del">
        <pc:chgData name="J. Tower" userId="9d06de10716639e5" providerId="LiveId" clId="{F8931099-75CA-5660-A155-55881DF68D84}" dt="2026-07-23T19:28:36.102" v="940"/>
        <pc:sldMkLst>
          <pc:docMk/>
          <pc:sldMk cId="3480799871" sldId="897"/>
        </pc:sldMkLst>
      </pc:sldChg>
      <pc:sldChg chg="modSp">
        <pc:chgData name="J. Tower" userId="9d06de10716639e5" providerId="LiveId" clId="{F8931099-75CA-5660-A155-55881DF68D84}" dt="2026-07-23T14:14:09.789" v="641"/>
        <pc:sldMkLst>
          <pc:docMk/>
          <pc:sldMk cId="210841800" sldId="912"/>
        </pc:sldMkLst>
        <pc:spChg chg="mod">
          <ac:chgData name="J. Tower" userId="9d06de10716639e5" providerId="LiveId" clId="{F8931099-75CA-5660-A155-55881DF68D84}" dt="2026-07-23T14:14:09.789" v="641"/>
          <ac:spMkLst>
            <pc:docMk/>
            <pc:sldMk cId="210841800" sldId="912"/>
            <ac:spMk id="5" creationId="{12B2B7EF-28ED-3EF2-9492-8F584C9853E9}"/>
          </ac:spMkLst>
        </pc:spChg>
      </pc:sldChg>
      <pc:sldChg chg="modSp">
        <pc:chgData name="J. Tower" userId="9d06de10716639e5" providerId="LiveId" clId="{F8931099-75CA-5660-A155-55881DF68D84}" dt="2026-07-23T14:14:17.090" v="643"/>
        <pc:sldMkLst>
          <pc:docMk/>
          <pc:sldMk cId="553172039" sldId="913"/>
        </pc:sldMkLst>
        <pc:spChg chg="mod">
          <ac:chgData name="J. Tower" userId="9d06de10716639e5" providerId="LiveId" clId="{F8931099-75CA-5660-A155-55881DF68D84}" dt="2026-07-23T14:14:17.090" v="643"/>
          <ac:spMkLst>
            <pc:docMk/>
            <pc:sldMk cId="553172039" sldId="913"/>
            <ac:spMk id="5" creationId="{20EE34FD-0B17-CA36-6A6E-D8B546AA7554}"/>
          </ac:spMkLst>
        </pc:spChg>
      </pc:sldChg>
      <pc:sldChg chg="del">
        <pc:chgData name="J. Tower" userId="9d06de10716639e5" providerId="LiveId" clId="{F8931099-75CA-5660-A155-55881DF68D84}" dt="2026-07-22T17:35:36.639" v="303" actId="2696"/>
        <pc:sldMkLst>
          <pc:docMk/>
          <pc:sldMk cId="2460954310" sldId="914"/>
        </pc:sldMkLst>
      </pc:sldChg>
      <pc:sldChg chg="modSp">
        <pc:chgData name="J. Tower" userId="9d06de10716639e5" providerId="LiveId" clId="{F8931099-75CA-5660-A155-55881DF68D84}" dt="2026-07-23T14:15:47.668" v="673"/>
        <pc:sldMkLst>
          <pc:docMk/>
          <pc:sldMk cId="4249165283" sldId="916"/>
        </pc:sldMkLst>
        <pc:spChg chg="mod">
          <ac:chgData name="J. Tower" userId="9d06de10716639e5" providerId="LiveId" clId="{F8931099-75CA-5660-A155-55881DF68D84}" dt="2026-07-23T14:14:40.700" v="652"/>
          <ac:spMkLst>
            <pc:docMk/>
            <pc:sldMk cId="4249165283" sldId="916"/>
            <ac:spMk id="5" creationId="{8430E2AB-A6A0-879A-7940-5EE33DC3DCBC}"/>
          </ac:spMkLst>
        </pc:spChg>
        <pc:spChg chg="mod">
          <ac:chgData name="J. Tower" userId="9d06de10716639e5" providerId="LiveId" clId="{F8931099-75CA-5660-A155-55881DF68D84}" dt="2026-07-23T14:15:47.668" v="673"/>
          <ac:spMkLst>
            <pc:docMk/>
            <pc:sldMk cId="4249165283" sldId="916"/>
            <ac:spMk id="7" creationId="{69EDB736-88A0-F0D8-6696-4C639DADC2B4}"/>
          </ac:spMkLst>
        </pc:spChg>
      </pc:sldChg>
      <pc:sldChg chg="modNotesTx">
        <pc:chgData name="J. Tower" userId="9d06de10716639e5" providerId="LiveId" clId="{F8931099-75CA-5660-A155-55881DF68D84}" dt="2026-07-23T14:12:15.972" v="639" actId="20577"/>
        <pc:sldMkLst>
          <pc:docMk/>
          <pc:sldMk cId="2166782429" sldId="917"/>
        </pc:sldMkLst>
      </pc:sldChg>
      <pc:sldChg chg="modNotesTx">
        <pc:chgData name="J. Tower" userId="9d06de10716639e5" providerId="LiveId" clId="{F8931099-75CA-5660-A155-55881DF68D84}" dt="2026-07-23T14:12:48.353" v="640" actId="20577"/>
        <pc:sldMkLst>
          <pc:docMk/>
          <pc:sldMk cId="3030128795" sldId="918"/>
        </pc:sldMkLst>
      </pc:sldChg>
      <pc:sldChg chg="modSp">
        <pc:chgData name="J. Tower" userId="9d06de10716639e5" providerId="LiveId" clId="{F8931099-75CA-5660-A155-55881DF68D84}" dt="2026-07-23T14:14:13.543" v="642"/>
        <pc:sldMkLst>
          <pc:docMk/>
          <pc:sldMk cId="4102950063" sldId="920"/>
        </pc:sldMkLst>
        <pc:spChg chg="mod">
          <ac:chgData name="J. Tower" userId="9d06de10716639e5" providerId="LiveId" clId="{F8931099-75CA-5660-A155-55881DF68D84}" dt="2026-07-23T14:14:13.543" v="642"/>
          <ac:spMkLst>
            <pc:docMk/>
            <pc:sldMk cId="4102950063" sldId="920"/>
            <ac:spMk id="5" creationId="{4BCAD4E9-452A-7D8F-4017-609F3B2E6724}"/>
          </ac:spMkLst>
        </pc:spChg>
      </pc:sldChg>
      <pc:sldChg chg="modSp">
        <pc:chgData name="J. Tower" userId="9d06de10716639e5" providerId="LiveId" clId="{F8931099-75CA-5660-A155-55881DF68D84}" dt="2026-07-23T14:14:20.420" v="644"/>
        <pc:sldMkLst>
          <pc:docMk/>
          <pc:sldMk cId="3104105461" sldId="921"/>
        </pc:sldMkLst>
        <pc:spChg chg="mod">
          <ac:chgData name="J. Tower" userId="9d06de10716639e5" providerId="LiveId" clId="{F8931099-75CA-5660-A155-55881DF68D84}" dt="2026-07-23T14:14:20.420" v="644"/>
          <ac:spMkLst>
            <pc:docMk/>
            <pc:sldMk cId="3104105461" sldId="921"/>
            <ac:spMk id="5" creationId="{E81B21E8-72CE-E7C0-D716-20D2F9E8D740}"/>
          </ac:spMkLst>
        </pc:spChg>
      </pc:sldChg>
      <pc:sldChg chg="modSp">
        <pc:chgData name="J. Tower" userId="9d06de10716639e5" providerId="LiveId" clId="{F8931099-75CA-5660-A155-55881DF68D84}" dt="2026-07-23T14:14:23.910" v="645"/>
        <pc:sldMkLst>
          <pc:docMk/>
          <pc:sldMk cId="3892859101" sldId="922"/>
        </pc:sldMkLst>
        <pc:spChg chg="mod">
          <ac:chgData name="J. Tower" userId="9d06de10716639e5" providerId="LiveId" clId="{F8931099-75CA-5660-A155-55881DF68D84}" dt="2026-07-23T14:14:23.910" v="645"/>
          <ac:spMkLst>
            <pc:docMk/>
            <pc:sldMk cId="3892859101" sldId="922"/>
            <ac:spMk id="5" creationId="{75DBBF1D-963D-B40B-84D5-08FF7C205663}"/>
          </ac:spMkLst>
        </pc:spChg>
      </pc:sldChg>
      <pc:sldChg chg="modSp">
        <pc:chgData name="J. Tower" userId="9d06de10716639e5" providerId="LiveId" clId="{F8931099-75CA-5660-A155-55881DF68D84}" dt="2026-07-23T14:14:26.285" v="646"/>
        <pc:sldMkLst>
          <pc:docMk/>
          <pc:sldMk cId="394936117" sldId="923"/>
        </pc:sldMkLst>
        <pc:spChg chg="mod">
          <ac:chgData name="J. Tower" userId="9d06de10716639e5" providerId="LiveId" clId="{F8931099-75CA-5660-A155-55881DF68D84}" dt="2026-07-23T14:14:26.285" v="646"/>
          <ac:spMkLst>
            <pc:docMk/>
            <pc:sldMk cId="394936117" sldId="923"/>
            <ac:spMk id="5" creationId="{9332DA04-E04C-ABD2-04C1-FBFFDDF1A2F2}"/>
          </ac:spMkLst>
        </pc:spChg>
      </pc:sldChg>
      <pc:sldChg chg="modSp mod">
        <pc:chgData name="J. Tower" userId="9d06de10716639e5" providerId="LiveId" clId="{F8931099-75CA-5660-A155-55881DF68D84}" dt="2026-07-23T14:14:30.559" v="649"/>
        <pc:sldMkLst>
          <pc:docMk/>
          <pc:sldMk cId="44498495" sldId="925"/>
        </pc:sldMkLst>
        <pc:spChg chg="mod">
          <ac:chgData name="J. Tower" userId="9d06de10716639e5" providerId="LiveId" clId="{F8931099-75CA-5660-A155-55881DF68D84}" dt="2026-07-23T14:14:30.559" v="649"/>
          <ac:spMkLst>
            <pc:docMk/>
            <pc:sldMk cId="44498495" sldId="925"/>
            <ac:spMk id="5" creationId="{499B2C90-7514-5A97-1D62-64AAAEA6D7F1}"/>
          </ac:spMkLst>
        </pc:spChg>
      </pc:sldChg>
      <pc:sldChg chg="modSp">
        <pc:chgData name="J. Tower" userId="9d06de10716639e5" providerId="LiveId" clId="{F8931099-75CA-5660-A155-55881DF68D84}" dt="2026-07-23T14:14:33.850" v="650"/>
        <pc:sldMkLst>
          <pc:docMk/>
          <pc:sldMk cId="2363967969" sldId="926"/>
        </pc:sldMkLst>
        <pc:spChg chg="mod">
          <ac:chgData name="J. Tower" userId="9d06de10716639e5" providerId="LiveId" clId="{F8931099-75CA-5660-A155-55881DF68D84}" dt="2026-07-23T14:14:33.850" v="650"/>
          <ac:spMkLst>
            <pc:docMk/>
            <pc:sldMk cId="2363967969" sldId="926"/>
            <ac:spMk id="5" creationId="{01C770F8-4241-734F-2A97-5194B9D0DCD3}"/>
          </ac:spMkLst>
        </pc:spChg>
      </pc:sldChg>
      <pc:sldChg chg="modSp mod">
        <pc:chgData name="J. Tower" userId="9d06de10716639e5" providerId="LiveId" clId="{F8931099-75CA-5660-A155-55881DF68D84}" dt="2026-07-23T14:15:41.904" v="672" actId="20577"/>
        <pc:sldMkLst>
          <pc:docMk/>
          <pc:sldMk cId="454019570" sldId="927"/>
        </pc:sldMkLst>
        <pc:spChg chg="mod">
          <ac:chgData name="J. Tower" userId="9d06de10716639e5" providerId="LiveId" clId="{F8931099-75CA-5660-A155-55881DF68D84}" dt="2026-07-23T14:14:37.352" v="651"/>
          <ac:spMkLst>
            <pc:docMk/>
            <pc:sldMk cId="454019570" sldId="927"/>
            <ac:spMk id="5" creationId="{ABD02729-B4ED-687A-671E-C067EBA4B5BD}"/>
          </ac:spMkLst>
        </pc:spChg>
        <pc:spChg chg="mod">
          <ac:chgData name="J. Tower" userId="9d06de10716639e5" providerId="LiveId" clId="{F8931099-75CA-5660-A155-55881DF68D84}" dt="2026-07-23T14:15:41.904" v="672" actId="20577"/>
          <ac:spMkLst>
            <pc:docMk/>
            <pc:sldMk cId="454019570" sldId="927"/>
            <ac:spMk id="7" creationId="{013BF725-4253-78ED-B328-4710A7D019B2}"/>
          </ac:spMkLst>
        </pc:spChg>
      </pc:sldChg>
      <pc:sldChg chg="del">
        <pc:chgData name="J. Tower" userId="9d06de10716639e5" providerId="LiveId" clId="{F8931099-75CA-5660-A155-55881DF68D84}" dt="2026-07-23T19:26:49.032" v="930"/>
        <pc:sldMkLst>
          <pc:docMk/>
          <pc:sldMk cId="1511208586" sldId="931"/>
        </pc:sldMkLst>
      </pc:sldChg>
      <pc:sldChg chg="del">
        <pc:chgData name="J. Tower" userId="9d06de10716639e5" providerId="LiveId" clId="{F8931099-75CA-5660-A155-55881DF68D84}" dt="2026-07-23T19:27:11.316" v="932"/>
        <pc:sldMkLst>
          <pc:docMk/>
          <pc:sldMk cId="1254007352" sldId="932"/>
        </pc:sldMkLst>
      </pc:sldChg>
      <pc:sldChg chg="del">
        <pc:chgData name="J. Tower" userId="9d06de10716639e5" providerId="LiveId" clId="{F8931099-75CA-5660-A155-55881DF68D84}" dt="2026-07-23T19:26:07.661" v="926"/>
        <pc:sldMkLst>
          <pc:docMk/>
          <pc:sldMk cId="4087115035" sldId="933"/>
        </pc:sldMkLst>
      </pc:sldChg>
      <pc:sldChg chg="del">
        <pc:chgData name="J. Tower" userId="9d06de10716639e5" providerId="LiveId" clId="{F8931099-75CA-5660-A155-55881DF68D84}" dt="2026-07-23T19:26:28.663" v="928"/>
        <pc:sldMkLst>
          <pc:docMk/>
          <pc:sldMk cId="1838424444" sldId="935"/>
        </pc:sldMkLst>
      </pc:sldChg>
      <pc:sldChg chg="del">
        <pc:chgData name="J. Tower" userId="9d06de10716639e5" providerId="LiveId" clId="{F8931099-75CA-5660-A155-55881DF68D84}" dt="2026-07-23T19:29:42.597" v="946"/>
        <pc:sldMkLst>
          <pc:docMk/>
          <pc:sldMk cId="3681607655" sldId="936"/>
        </pc:sldMkLst>
      </pc:sldChg>
      <pc:sldChg chg="del">
        <pc:chgData name="J. Tower" userId="9d06de10716639e5" providerId="LiveId" clId="{F8931099-75CA-5660-A155-55881DF68D84}" dt="2026-07-23T19:30:02.075" v="948"/>
        <pc:sldMkLst>
          <pc:docMk/>
          <pc:sldMk cId="2296336208" sldId="937"/>
        </pc:sldMkLst>
      </pc:sldChg>
      <pc:sldChg chg="modSp del mod">
        <pc:chgData name="J. Tower" userId="9d06de10716639e5" providerId="LiveId" clId="{F8931099-75CA-5660-A155-55881DF68D84}" dt="2026-07-23T19:31:23.827" v="954"/>
        <pc:sldMkLst>
          <pc:docMk/>
          <pc:sldMk cId="51673440" sldId="938"/>
        </pc:sldMkLst>
        <pc:spChg chg="mod">
          <ac:chgData name="J. Tower" userId="9d06de10716639e5" providerId="LiveId" clId="{F8931099-75CA-5660-A155-55881DF68D84}" dt="2026-07-22T15:13:49.002" v="23" actId="20577"/>
          <ac:spMkLst>
            <pc:docMk/>
            <pc:sldMk cId="51673440" sldId="938"/>
            <ac:spMk id="2" creationId="{D1C651DE-92FE-AD5B-D925-9C24CB3059D2}"/>
          </ac:spMkLst>
        </pc:spChg>
      </pc:sldChg>
      <pc:sldChg chg="del">
        <pc:chgData name="J. Tower" userId="9d06de10716639e5" providerId="LiveId" clId="{F8931099-75CA-5660-A155-55881DF68D84}" dt="2026-07-23T19:31:44.788" v="956"/>
        <pc:sldMkLst>
          <pc:docMk/>
          <pc:sldMk cId="586042726" sldId="939"/>
        </pc:sldMkLst>
      </pc:sldChg>
      <pc:sldChg chg="del">
        <pc:chgData name="J. Tower" userId="9d06de10716639e5" providerId="LiveId" clId="{F8931099-75CA-5660-A155-55881DF68D84}" dt="2026-07-23T19:32:25.231" v="960"/>
        <pc:sldMkLst>
          <pc:docMk/>
          <pc:sldMk cId="1798226156" sldId="940"/>
        </pc:sldMkLst>
      </pc:sldChg>
      <pc:sldChg chg="del">
        <pc:chgData name="J. Tower" userId="9d06de10716639e5" providerId="LiveId" clId="{F8931099-75CA-5660-A155-55881DF68D84}" dt="2026-07-23T19:32:44.639" v="962"/>
        <pc:sldMkLst>
          <pc:docMk/>
          <pc:sldMk cId="1072179456" sldId="941"/>
        </pc:sldMkLst>
      </pc:sldChg>
      <pc:sldChg chg="del">
        <pc:chgData name="J. Tower" userId="9d06de10716639e5" providerId="LiveId" clId="{F8931099-75CA-5660-A155-55881DF68D84}" dt="2026-07-23T19:34:24.749" v="972"/>
        <pc:sldMkLst>
          <pc:docMk/>
          <pc:sldMk cId="3761668633" sldId="942"/>
        </pc:sldMkLst>
      </pc:sldChg>
      <pc:sldChg chg="del">
        <pc:chgData name="J. Tower" userId="9d06de10716639e5" providerId="LiveId" clId="{F8931099-75CA-5660-A155-55881DF68D84}" dt="2026-07-23T19:34:47.087" v="974"/>
        <pc:sldMkLst>
          <pc:docMk/>
          <pc:sldMk cId="2400402955" sldId="943"/>
        </pc:sldMkLst>
      </pc:sldChg>
      <pc:sldChg chg="addSp delSp modSp mod">
        <pc:chgData name="J. Tower" userId="9d06de10716639e5" providerId="LiveId" clId="{F8931099-75CA-5660-A155-55881DF68D84}" dt="2026-07-22T17:38:03.579" v="382" actId="478"/>
        <pc:sldMkLst>
          <pc:docMk/>
          <pc:sldMk cId="3598741161" sldId="945"/>
        </pc:sldMkLst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3" creationId="{8BEF8152-310C-70C0-921E-0730CD159ABF}"/>
          </ac:spMkLst>
        </pc:spChg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4" creationId="{BF1DBF5B-2B7F-C558-ACA9-5D80F89B633C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5" creationId="{00D21D3C-2501-9042-1C96-DAFD27E404F0}"/>
          </ac:spMkLst>
        </pc:spChg>
        <pc:spChg chg="mod">
          <ac:chgData name="J. Tower" userId="9d06de10716639e5" providerId="LiveId" clId="{F8931099-75CA-5660-A155-55881DF68D84}" dt="2026-07-22T17:38:00.580" v="381" actId="166"/>
          <ac:spMkLst>
            <pc:docMk/>
            <pc:sldMk cId="3598741161" sldId="945"/>
            <ac:spMk id="6" creationId="{06D4D8DF-EB84-5687-5C0C-4B201BC481B4}"/>
          </ac:spMkLst>
        </pc:spChg>
        <pc:spChg chg="add del mod">
          <ac:chgData name="J. Tower" userId="9d06de10716639e5" providerId="LiveId" clId="{F8931099-75CA-5660-A155-55881DF68D84}" dt="2026-07-22T17:38:03.579" v="382" actId="478"/>
          <ac:spMkLst>
            <pc:docMk/>
            <pc:sldMk cId="3598741161" sldId="945"/>
            <ac:spMk id="7" creationId="{F64060AE-9F0E-A3B5-695C-9969730AB62C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8" creationId="{C2B8B17A-7DE8-2FFC-4A66-13ACFB64DA52}"/>
          </ac:spMkLst>
        </pc:spChg>
        <pc:spChg chg="del">
          <ac:chgData name="J. Tower" userId="9d06de10716639e5" providerId="LiveId" clId="{F8931099-75CA-5660-A155-55881DF68D84}" dt="2026-07-22T17:36:32.146" v="309" actId="478"/>
          <ac:spMkLst>
            <pc:docMk/>
            <pc:sldMk cId="3598741161" sldId="945"/>
            <ac:spMk id="9" creationId="{CE4A4DB6-9B12-F287-406F-1608298B942F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0" creationId="{9C5B75E4-C547-A9E6-5387-F99815D4B279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1" creationId="{4188B749-D505-527F-9CBD-23806A33CDB5}"/>
          </ac:spMkLst>
        </pc:spChg>
        <pc:spChg chg="add mod">
          <ac:chgData name="J. Tower" userId="9d06de10716639e5" providerId="LiveId" clId="{F8931099-75CA-5660-A155-55881DF68D84}" dt="2026-07-22T17:37:50.004" v="354"/>
          <ac:spMkLst>
            <pc:docMk/>
            <pc:sldMk cId="3598741161" sldId="945"/>
            <ac:spMk id="12" creationId="{8C98A068-0AA9-53CF-B830-64312EEC0F83}"/>
          </ac:spMkLst>
        </pc:spChg>
      </pc:sldChg>
      <pc:sldChg chg="addSp delSp modSp mod">
        <pc:chgData name="J. Tower" userId="9d06de10716639e5" providerId="LiveId" clId="{F8931099-75CA-5660-A155-55881DF68D84}" dt="2026-07-23T14:16:12.622" v="675" actId="478"/>
        <pc:sldMkLst>
          <pc:docMk/>
          <pc:sldMk cId="3303466725" sldId="946"/>
        </pc:sldMkLst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3" creationId="{4638176F-53C9-4DDA-9D1F-1BDB5E7DE626}"/>
          </ac:spMkLst>
        </pc:spChg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4" creationId="{58DF62FD-74AF-9FDE-E1BD-3063E2E47C4E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5" creationId="{B06B6615-1789-3F9C-F197-850126F601AE}"/>
          </ac:spMkLst>
        </pc:spChg>
        <pc:spChg chg="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6" creationId="{5839A565-8096-18D9-D4AC-59AA63887D20}"/>
          </ac:spMkLst>
        </pc:spChg>
        <pc:spChg chg="add del mod">
          <ac:chgData name="J. Tower" userId="9d06de10716639e5" providerId="LiveId" clId="{F8931099-75CA-5660-A155-55881DF68D84}" dt="2026-07-23T14:16:12.622" v="675" actId="478"/>
          <ac:spMkLst>
            <pc:docMk/>
            <pc:sldMk cId="3303466725" sldId="946"/>
            <ac:spMk id="7" creationId="{8C6D485C-C8C0-0726-FF75-5F9F1325506D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8" creationId="{40BB0544-355C-8F69-E4FC-588C7D91976C}"/>
          </ac:spMkLst>
        </pc:spChg>
        <pc:spChg chg="del mod">
          <ac:chgData name="J. Tower" userId="9d06de10716639e5" providerId="LiveId" clId="{F8931099-75CA-5660-A155-55881DF68D84}" dt="2026-07-22T17:37:41.076" v="353" actId="478"/>
          <ac:spMkLst>
            <pc:docMk/>
            <pc:sldMk cId="3303466725" sldId="946"/>
            <ac:spMk id="9" creationId="{03B1D67A-D89E-607F-B96A-9D2C126433A4}"/>
          </ac:spMkLst>
        </pc:spChg>
      </pc:sldChg>
      <pc:sldChg chg="addSp delSp modSp mod">
        <pc:chgData name="J. Tower" userId="9d06de10716639e5" providerId="LiveId" clId="{F8931099-75CA-5660-A155-55881DF68D84}" dt="2026-07-22T17:37:13.320" v="318" actId="166"/>
        <pc:sldMkLst>
          <pc:docMk/>
          <pc:sldMk cId="2295188133" sldId="947"/>
        </pc:sldMkLst>
        <pc:spChg chg="mod">
          <ac:chgData name="J. Tower" userId="9d06de10716639e5" providerId="LiveId" clId="{F8931099-75CA-5660-A155-55881DF68D84}" dt="2026-07-22T17:37:04.227" v="316" actId="688"/>
          <ac:spMkLst>
            <pc:docMk/>
            <pc:sldMk cId="2295188133" sldId="947"/>
            <ac:spMk id="3" creationId="{A61B9C13-7DD9-0BAE-1BE5-351D72546389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4" creationId="{D9864F9A-EDFB-7C75-99F5-6CF5F390CBC3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5" creationId="{A4DE312F-CBB1-9C39-4AC4-034F3DD4AE6F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6" creationId="{8C5C6D94-006C-5585-A368-C78AEFCD8E0B}"/>
          </ac:spMkLst>
        </pc:spChg>
        <pc:spChg chg="add mod">
          <ac:chgData name="J. Tower" userId="9d06de10716639e5" providerId="LiveId" clId="{F8931099-75CA-5660-A155-55881DF68D84}" dt="2026-07-22T17:36:49.419" v="313"/>
          <ac:spMkLst>
            <pc:docMk/>
            <pc:sldMk cId="2295188133" sldId="947"/>
            <ac:spMk id="7" creationId="{DC1454EC-3BDA-9C37-83B6-032E76C2936A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8" creationId="{90F54E44-4A20-F9C9-6366-D61B770DC7C4}"/>
          </ac:spMkLst>
        </pc:spChg>
        <pc:spChg chg="del">
          <ac:chgData name="J. Tower" userId="9d06de10716639e5" providerId="LiveId" clId="{F8931099-75CA-5660-A155-55881DF68D84}" dt="2026-07-22T17:36:48.373" v="312" actId="478"/>
          <ac:spMkLst>
            <pc:docMk/>
            <pc:sldMk cId="2295188133" sldId="947"/>
            <ac:spMk id="9" creationId="{0461C04A-977F-49D6-E0D1-3F34C680902C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0" creationId="{925A8223-3C52-A57C-9788-83E2847D0611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1" creationId="{B9080E2F-A4EE-FBFA-A94B-0751848C4549}"/>
          </ac:spMkLst>
        </pc:spChg>
        <pc:spChg chg="add mod">
          <ac:chgData name="J. Tower" userId="9d06de10716639e5" providerId="LiveId" clId="{F8931099-75CA-5660-A155-55881DF68D84}" dt="2026-07-22T17:36:59.183" v="315" actId="1076"/>
          <ac:spMkLst>
            <pc:docMk/>
            <pc:sldMk cId="2295188133" sldId="947"/>
            <ac:spMk id="12" creationId="{48B58109-7957-B3E3-E7EC-EA86BDAF5E30}"/>
          </ac:spMkLst>
        </pc:spChg>
        <pc:spChg chg="mod">
          <ac:chgData name="J. Tower" userId="9d06de10716639e5" providerId="LiveId" clId="{F8931099-75CA-5660-A155-55881DF68D84}" dt="2026-07-22T17:37:08.151" v="317" actId="688"/>
          <ac:spMkLst>
            <pc:docMk/>
            <pc:sldMk cId="2295188133" sldId="947"/>
            <ac:spMk id="15" creationId="{308E5376-C49C-AF05-8DCD-D14ADC6FA5FB}"/>
          </ac:spMkLst>
        </pc:spChg>
        <pc:spChg chg="mod">
          <ac:chgData name="J. Tower" userId="9d06de10716639e5" providerId="LiveId" clId="{F8931099-75CA-5660-A155-55881DF68D84}" dt="2026-07-22T17:37:13.320" v="318" actId="166"/>
          <ac:spMkLst>
            <pc:docMk/>
            <pc:sldMk cId="2295188133" sldId="947"/>
            <ac:spMk id="16" creationId="{8E168570-A169-1439-8CAD-0F83C2738163}"/>
          </ac:spMkLst>
        </pc:spChg>
      </pc:sldChg>
      <pc:sldChg chg="addSp delSp modSp mod">
        <pc:chgData name="J. Tower" userId="9d06de10716639e5" providerId="LiveId" clId="{F8931099-75CA-5660-A155-55881DF68D84}" dt="2026-07-22T17:38:53.942" v="474" actId="1038"/>
        <pc:sldMkLst>
          <pc:docMk/>
          <pc:sldMk cId="2554511693" sldId="948"/>
        </pc:sldMkLst>
        <pc:spChg chg="mod">
          <ac:chgData name="J. Tower" userId="9d06de10716639e5" providerId="LiveId" clId="{F8931099-75CA-5660-A155-55881DF68D84}" dt="2026-07-22T17:38:32.408" v="386" actId="688"/>
          <ac:spMkLst>
            <pc:docMk/>
            <pc:sldMk cId="2554511693" sldId="948"/>
            <ac:spMk id="3" creationId="{04ECA20F-40B9-4004-B45A-A1CE1FBCD449}"/>
          </ac:spMkLst>
        </pc:spChg>
        <pc:spChg chg="mod">
          <ac:chgData name="J. Tower" userId="9d06de10716639e5" providerId="LiveId" clId="{F8931099-75CA-5660-A155-55881DF68D84}" dt="2026-07-22T17:38:53.942" v="474" actId="1038"/>
          <ac:spMkLst>
            <pc:docMk/>
            <pc:sldMk cId="2554511693" sldId="948"/>
            <ac:spMk id="4" creationId="{D5969FCE-C23F-2F98-5F09-867D803AD13E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5" creationId="{3D5CF3B1-AF33-B624-0A15-23EC78D2462D}"/>
          </ac:spMkLst>
        </pc:spChg>
        <pc:spChg chg="mod">
          <ac:chgData name="J. Tower" userId="9d06de10716639e5" providerId="LiveId" clId="{F8931099-75CA-5660-A155-55881DF68D84}" dt="2026-07-22T17:38:53.942" v="474" actId="1038"/>
          <ac:spMkLst>
            <pc:docMk/>
            <pc:sldMk cId="2554511693" sldId="948"/>
            <ac:spMk id="6" creationId="{C2233E55-8D3F-6774-FBE2-0874E5028E71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7" creationId="{F6309353-74B2-360A-2D77-BA64572EF343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8" creationId="{D54EC427-A312-BFD9-1F8F-9B9367639C30}"/>
          </ac:spMkLst>
        </pc:spChg>
        <pc:spChg chg="del">
          <ac:chgData name="J. Tower" userId="9d06de10716639e5" providerId="LiveId" clId="{F8931099-75CA-5660-A155-55881DF68D84}" dt="2026-07-22T17:38:22.286" v="383" actId="478"/>
          <ac:spMkLst>
            <pc:docMk/>
            <pc:sldMk cId="2554511693" sldId="948"/>
            <ac:spMk id="9" creationId="{F5922088-1A64-31C3-9EBB-07719C01EDA3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10" creationId="{2194168D-5925-17D9-318D-E4C58F9D4245}"/>
          </ac:spMkLst>
        </pc:spChg>
        <pc:spChg chg="add mod">
          <ac:chgData name="J. Tower" userId="9d06de10716639e5" providerId="LiveId" clId="{F8931099-75CA-5660-A155-55881DF68D84}" dt="2026-07-22T17:38:22.658" v="384"/>
          <ac:spMkLst>
            <pc:docMk/>
            <pc:sldMk cId="2554511693" sldId="948"/>
            <ac:spMk id="11" creationId="{80A04B14-1627-6D8D-2EBB-0D8925F7389C}"/>
          </ac:spMkLst>
        </pc:spChg>
        <pc:spChg chg="mod">
          <ac:chgData name="J. Tower" userId="9d06de10716639e5" providerId="LiveId" clId="{F8931099-75CA-5660-A155-55881DF68D84}" dt="2026-07-22T17:38:36.297" v="387" actId="688"/>
          <ac:spMkLst>
            <pc:docMk/>
            <pc:sldMk cId="2554511693" sldId="948"/>
            <ac:spMk id="15" creationId="{36D9602C-67DA-7FF2-597B-C846809EA735}"/>
          </ac:spMkLst>
        </pc:spChg>
        <pc:spChg chg="mod">
          <ac:chgData name="J. Tower" userId="9d06de10716639e5" providerId="LiveId" clId="{F8931099-75CA-5660-A155-55881DF68D84}" dt="2026-07-22T17:38:28.927" v="385" actId="166"/>
          <ac:spMkLst>
            <pc:docMk/>
            <pc:sldMk cId="2554511693" sldId="948"/>
            <ac:spMk id="16" creationId="{DDA5FB28-6503-8AA5-7248-4452B37E9A91}"/>
          </ac:spMkLst>
        </pc:spChg>
      </pc:sldChg>
      <pc:sldChg chg="del">
        <pc:chgData name="J. Tower" userId="9d06de10716639e5" providerId="LiveId" clId="{F8931099-75CA-5660-A155-55881DF68D84}" dt="2026-07-23T14:31:23.295" v="875"/>
        <pc:sldMkLst>
          <pc:docMk/>
          <pc:sldMk cId="3016990468" sldId="949"/>
        </pc:sldMkLst>
      </pc:sldChg>
      <pc:sldChg chg="del">
        <pc:chgData name="J. Tower" userId="9d06de10716639e5" providerId="LiveId" clId="{F8931099-75CA-5660-A155-55881DF68D84}" dt="2026-07-23T14:32:01.081" v="877"/>
        <pc:sldMkLst>
          <pc:docMk/>
          <pc:sldMk cId="2588110502" sldId="950"/>
        </pc:sldMkLst>
      </pc:sldChg>
      <pc:sldChg chg="del">
        <pc:chgData name="J. Tower" userId="9d06de10716639e5" providerId="LiveId" clId="{F8931099-75CA-5660-A155-55881DF68D84}" dt="2026-07-23T14:49:56.254" v="914"/>
        <pc:sldMkLst>
          <pc:docMk/>
          <pc:sldMk cId="9999961" sldId="951"/>
        </pc:sldMkLst>
      </pc:sldChg>
      <pc:sldChg chg="del">
        <pc:chgData name="J. Tower" userId="9d06de10716639e5" providerId="LiveId" clId="{F8931099-75CA-5660-A155-55881DF68D84}" dt="2026-07-23T14:50:32.874" v="916"/>
        <pc:sldMkLst>
          <pc:docMk/>
          <pc:sldMk cId="688783251" sldId="952"/>
        </pc:sldMkLst>
      </pc:sldChg>
      <pc:sldChg chg="del">
        <pc:chgData name="J. Tower" userId="9d06de10716639e5" providerId="LiveId" clId="{F8931099-75CA-5660-A155-55881DF68D84}" dt="2026-07-23T14:51:52.914" v="922"/>
        <pc:sldMkLst>
          <pc:docMk/>
          <pc:sldMk cId="2372623074" sldId="955"/>
        </pc:sldMkLst>
      </pc:sldChg>
      <pc:sldChg chg="del">
        <pc:chgData name="J. Tower" userId="9d06de10716639e5" providerId="LiveId" clId="{F8931099-75CA-5660-A155-55881DF68D84}" dt="2026-07-23T19:30:21" v="950"/>
        <pc:sldMkLst>
          <pc:docMk/>
          <pc:sldMk cId="1930113288" sldId="956"/>
        </pc:sldMkLst>
      </pc:sldChg>
      <pc:sldChg chg="del">
        <pc:chgData name="J. Tower" userId="9d06de10716639e5" providerId="LiveId" clId="{F8931099-75CA-5660-A155-55881DF68D84}" dt="2026-07-23T19:30:45.569" v="952"/>
        <pc:sldMkLst>
          <pc:docMk/>
          <pc:sldMk cId="349432613" sldId="957"/>
        </pc:sldMkLst>
      </pc:sldChg>
      <pc:sldChg chg="del">
        <pc:chgData name="J. Tower" userId="9d06de10716639e5" providerId="LiveId" clId="{F8931099-75CA-5660-A155-55881DF68D84}" dt="2026-07-23T19:32:03.488" v="958"/>
        <pc:sldMkLst>
          <pc:docMk/>
          <pc:sldMk cId="869461942" sldId="958"/>
        </pc:sldMkLst>
      </pc:sldChg>
      <pc:sldChg chg="del">
        <pc:chgData name="J. Tower" userId="9d06de10716639e5" providerId="LiveId" clId="{F8931099-75CA-5660-A155-55881DF68D84}" dt="2026-07-22T15:18:49.288" v="25"/>
        <pc:sldMkLst>
          <pc:docMk/>
          <pc:sldMk cId="970239318" sldId="959"/>
        </pc:sldMkLst>
      </pc:sldChg>
      <pc:sldChg chg="del">
        <pc:chgData name="J. Tower" userId="9d06de10716639e5" providerId="LiveId" clId="{F8931099-75CA-5660-A155-55881DF68D84}" dt="2026-07-23T19:33:23.998" v="966"/>
        <pc:sldMkLst>
          <pc:docMk/>
          <pc:sldMk cId="559650111" sldId="960"/>
        </pc:sldMkLst>
      </pc:sldChg>
      <pc:sldChg chg="del">
        <pc:chgData name="J. Tower" userId="9d06de10716639e5" providerId="LiveId" clId="{F8931099-75CA-5660-A155-55881DF68D84}" dt="2026-07-23T19:33:43.470" v="968"/>
        <pc:sldMkLst>
          <pc:docMk/>
          <pc:sldMk cId="1380243444" sldId="964"/>
        </pc:sldMkLst>
      </pc:sldChg>
      <pc:sldChg chg="modSp del mod">
        <pc:chgData name="J. Tower" userId="9d06de10716639e5" providerId="LiveId" clId="{F8931099-75CA-5660-A155-55881DF68D84}" dt="2026-07-23T19:34:03.191" v="970"/>
        <pc:sldMkLst>
          <pc:docMk/>
          <pc:sldMk cId="3375524048" sldId="965"/>
        </pc:sldMkLst>
        <pc:spChg chg="mod">
          <ac:chgData name="J. Tower" userId="9d06de10716639e5" providerId="LiveId" clId="{F8931099-75CA-5660-A155-55881DF68D84}" dt="2026-07-22T17:23:57.475" v="112" actId="20577"/>
          <ac:spMkLst>
            <pc:docMk/>
            <pc:sldMk cId="3375524048" sldId="965"/>
            <ac:spMk id="2" creationId="{38ED83D5-57EB-0B9B-E148-8C9D75C6438B}"/>
          </ac:spMkLst>
        </pc:spChg>
      </pc:sldChg>
      <pc:sldChg chg="del">
        <pc:chgData name="J. Tower" userId="9d06de10716639e5" providerId="LiveId" clId="{F8931099-75CA-5660-A155-55881DF68D84}" dt="2026-07-23T14:24:38.935" v="827"/>
        <pc:sldMkLst>
          <pc:docMk/>
          <pc:sldMk cId="3053302117" sldId="968"/>
        </pc:sldMkLst>
      </pc:sldChg>
      <pc:sldChg chg="del">
        <pc:chgData name="J. Tower" userId="9d06de10716639e5" providerId="LiveId" clId="{F8931099-75CA-5660-A155-55881DF68D84}" dt="2026-07-23T14:26:18.111" v="844"/>
        <pc:sldMkLst>
          <pc:docMk/>
          <pc:sldMk cId="501613534" sldId="969"/>
        </pc:sldMkLst>
      </pc:sldChg>
      <pc:sldChg chg="add del">
        <pc:chgData name="J. Tower" userId="9d06de10716639e5" providerId="LiveId" clId="{F8931099-75CA-5660-A155-55881DF68D84}" dt="2026-07-22T15:12:41.198" v="21"/>
        <pc:sldMkLst>
          <pc:docMk/>
          <pc:sldMk cId="2877731959" sldId="970"/>
        </pc:sldMkLst>
      </pc:sldChg>
      <pc:sldChg chg="del">
        <pc:chgData name="J. Tower" userId="9d06de10716639e5" providerId="LiveId" clId="{F8931099-75CA-5660-A155-55881DF68D84}" dt="2026-07-22T15:09:47.137" v="17"/>
        <pc:sldMkLst>
          <pc:docMk/>
          <pc:sldMk cId="3764582370" sldId="971"/>
        </pc:sldMkLst>
      </pc:sldChg>
      <pc:sldChg chg="del">
        <pc:chgData name="J. Tower" userId="9d06de10716639e5" providerId="LiveId" clId="{F8931099-75CA-5660-A155-55881DF68D84}" dt="2026-07-23T14:32:22.216" v="879"/>
        <pc:sldMkLst>
          <pc:docMk/>
          <pc:sldMk cId="2731366515" sldId="972"/>
        </pc:sldMkLst>
      </pc:sldChg>
      <pc:sldChg chg="del">
        <pc:chgData name="J. Tower" userId="9d06de10716639e5" providerId="LiveId" clId="{F8931099-75CA-5660-A155-55881DF68D84}" dt="2026-07-23T14:43:57.944" v="892"/>
        <pc:sldMkLst>
          <pc:docMk/>
          <pc:sldMk cId="2625973047" sldId="973"/>
        </pc:sldMkLst>
      </pc:sldChg>
      <pc:sldChg chg="del">
        <pc:chgData name="J. Tower" userId="9d06de10716639e5" providerId="LiveId" clId="{F8931099-75CA-5660-A155-55881DF68D84}" dt="2026-07-23T14:44:21.981" v="894"/>
        <pc:sldMkLst>
          <pc:docMk/>
          <pc:sldMk cId="1276698067" sldId="974"/>
        </pc:sldMkLst>
      </pc:sldChg>
      <pc:sldChg chg="del">
        <pc:chgData name="J. Tower" userId="9d06de10716639e5" providerId="LiveId" clId="{F8931099-75CA-5660-A155-55881DF68D84}" dt="2026-07-23T14:44:45.419" v="896"/>
        <pc:sldMkLst>
          <pc:docMk/>
          <pc:sldMk cId="1681806958" sldId="975"/>
        </pc:sldMkLst>
      </pc:sldChg>
      <pc:sldChg chg="del">
        <pc:chgData name="J. Tower" userId="9d06de10716639e5" providerId="LiveId" clId="{F8931099-75CA-5660-A155-55881DF68D84}" dt="2026-07-23T14:45:08.911" v="898"/>
        <pc:sldMkLst>
          <pc:docMk/>
          <pc:sldMk cId="2835129121" sldId="976"/>
        </pc:sldMkLst>
      </pc:sldChg>
      <pc:sldChg chg="del">
        <pc:chgData name="J. Tower" userId="9d06de10716639e5" providerId="LiveId" clId="{F8931099-75CA-5660-A155-55881DF68D84}" dt="2026-07-22T15:08:32.619" v="3"/>
        <pc:sldMkLst>
          <pc:docMk/>
          <pc:sldMk cId="3326777995" sldId="977"/>
        </pc:sldMkLst>
      </pc:sldChg>
      <pc:sldChg chg="del">
        <pc:chgData name="J. Tower" userId="9d06de10716639e5" providerId="LiveId" clId="{F8931099-75CA-5660-A155-55881DF68D84}" dt="2026-07-22T15:08:40.099" v="5"/>
        <pc:sldMkLst>
          <pc:docMk/>
          <pc:sldMk cId="1272709593" sldId="978"/>
        </pc:sldMkLst>
      </pc:sldChg>
      <pc:sldChg chg="del">
        <pc:chgData name="J. Tower" userId="9d06de10716639e5" providerId="LiveId" clId="{F8931099-75CA-5660-A155-55881DF68D84}" dt="2026-07-22T15:08:44.684" v="7"/>
        <pc:sldMkLst>
          <pc:docMk/>
          <pc:sldMk cId="4177593595" sldId="979"/>
        </pc:sldMkLst>
      </pc:sldChg>
      <pc:sldChg chg="del">
        <pc:chgData name="J. Tower" userId="9d06de10716639e5" providerId="LiveId" clId="{F8931099-75CA-5660-A155-55881DF68D84}" dt="2026-07-22T15:08:57.585" v="9"/>
        <pc:sldMkLst>
          <pc:docMk/>
          <pc:sldMk cId="2732213289" sldId="980"/>
        </pc:sldMkLst>
      </pc:sldChg>
      <pc:sldChg chg="del">
        <pc:chgData name="J. Tower" userId="9d06de10716639e5" providerId="LiveId" clId="{F8931099-75CA-5660-A155-55881DF68D84}" dt="2026-07-22T15:09:07.506" v="11"/>
        <pc:sldMkLst>
          <pc:docMk/>
          <pc:sldMk cId="2060202290" sldId="981"/>
        </pc:sldMkLst>
      </pc:sldChg>
      <pc:sldChg chg="del">
        <pc:chgData name="J. Tower" userId="9d06de10716639e5" providerId="LiveId" clId="{F8931099-75CA-5660-A155-55881DF68D84}" dt="2026-07-22T15:09:10.862" v="13"/>
        <pc:sldMkLst>
          <pc:docMk/>
          <pc:sldMk cId="2817854769" sldId="982"/>
        </pc:sldMkLst>
      </pc:sldChg>
      <pc:sldChg chg="del">
        <pc:chgData name="J. Tower" userId="9d06de10716639e5" providerId="LiveId" clId="{F8931099-75CA-5660-A155-55881DF68D84}" dt="2026-07-23T14:50:53.735" v="918"/>
        <pc:sldMkLst>
          <pc:docMk/>
          <pc:sldMk cId="845922992" sldId="983"/>
        </pc:sldMkLst>
      </pc:sldChg>
      <pc:sldChg chg="del">
        <pc:chgData name="J. Tower" userId="9d06de10716639e5" providerId="LiveId" clId="{F8931099-75CA-5660-A155-55881DF68D84}" dt="2026-07-23T14:51:32.291" v="920"/>
        <pc:sldMkLst>
          <pc:docMk/>
          <pc:sldMk cId="307283080" sldId="984"/>
        </pc:sldMkLst>
      </pc:sldChg>
      <pc:sldChg chg="del">
        <pc:chgData name="J. Tower" userId="9d06de10716639e5" providerId="LiveId" clId="{F8931099-75CA-5660-A155-55881DF68D84}" dt="2026-07-23T19:27:54.865" v="936"/>
        <pc:sldMkLst>
          <pc:docMk/>
          <pc:sldMk cId="2862623153" sldId="985"/>
        </pc:sldMkLst>
      </pc:sldChg>
      <pc:sldChg chg="del">
        <pc:chgData name="J. Tower" userId="9d06de10716639e5" providerId="LiveId" clId="{F8931099-75CA-5660-A155-55881DF68D84}" dt="2026-07-23T19:28:15.271" v="938"/>
        <pc:sldMkLst>
          <pc:docMk/>
          <pc:sldMk cId="959080444" sldId="986"/>
        </pc:sldMkLst>
      </pc:sldChg>
      <pc:sldChg chg="del">
        <pc:chgData name="J. Tower" userId="9d06de10716639e5" providerId="LiveId" clId="{F8931099-75CA-5660-A155-55881DF68D84}" dt="2026-07-23T19:28:55.725" v="942"/>
        <pc:sldMkLst>
          <pc:docMk/>
          <pc:sldMk cId="426978608" sldId="987"/>
        </pc:sldMkLst>
      </pc:sldChg>
      <pc:sldChg chg="del">
        <pc:chgData name="J. Tower" userId="9d06de10716639e5" providerId="LiveId" clId="{F8931099-75CA-5660-A155-55881DF68D84}" dt="2026-07-23T19:29:15.361" v="944"/>
        <pc:sldMkLst>
          <pc:docMk/>
          <pc:sldMk cId="2026769911" sldId="988"/>
        </pc:sldMkLst>
      </pc:sldChg>
      <pc:sldChg chg="del">
        <pc:chgData name="J. Tower" userId="9d06de10716639e5" providerId="LiveId" clId="{F8931099-75CA-5660-A155-55881DF68D84}" dt="2026-07-23T14:23:45.938" v="684" actId="2696"/>
        <pc:sldMkLst>
          <pc:docMk/>
          <pc:sldMk cId="589922249" sldId="990"/>
        </pc:sldMkLst>
      </pc:sldChg>
      <pc:sldChg chg="add del">
        <pc:chgData name="J. Tower" userId="9d06de10716639e5" providerId="LiveId" clId="{F8931099-75CA-5660-A155-55881DF68D84}" dt="2026-07-23T14:46:12.751" v="900"/>
        <pc:sldMkLst>
          <pc:docMk/>
          <pc:sldMk cId="798412512" sldId="993"/>
        </pc:sldMkLst>
      </pc:sldChg>
      <pc:sldChg chg="add del">
        <pc:chgData name="J. Tower" userId="9d06de10716639e5" providerId="LiveId" clId="{F8931099-75CA-5660-A155-55881DF68D84}" dt="2026-07-23T14:46:44.792" v="902"/>
        <pc:sldMkLst>
          <pc:docMk/>
          <pc:sldMk cId="3197260045" sldId="994"/>
        </pc:sldMkLst>
      </pc:sldChg>
      <pc:sldChg chg="add del">
        <pc:chgData name="J. Tower" userId="9d06de10716639e5" providerId="LiveId" clId="{F8931099-75CA-5660-A155-55881DF68D84}" dt="2026-07-23T14:47:11.206" v="904"/>
        <pc:sldMkLst>
          <pc:docMk/>
          <pc:sldMk cId="2928582378" sldId="995"/>
        </pc:sldMkLst>
      </pc:sldChg>
      <pc:sldChg chg="add del">
        <pc:chgData name="J. Tower" userId="9d06de10716639e5" providerId="LiveId" clId="{F8931099-75CA-5660-A155-55881DF68D84}" dt="2026-07-23T14:47:56.519" v="906"/>
        <pc:sldMkLst>
          <pc:docMk/>
          <pc:sldMk cId="956334858" sldId="996"/>
        </pc:sldMkLst>
      </pc:sldChg>
      <pc:sldChg chg="add del">
        <pc:chgData name="J. Tower" userId="9d06de10716639e5" providerId="LiveId" clId="{F8931099-75CA-5660-A155-55881DF68D84}" dt="2026-07-23T14:48:21.567" v="908"/>
        <pc:sldMkLst>
          <pc:docMk/>
          <pc:sldMk cId="180200022" sldId="997"/>
        </pc:sldMkLst>
      </pc:sldChg>
      <pc:sldChg chg="add del">
        <pc:chgData name="J. Tower" userId="9d06de10716639e5" providerId="LiveId" clId="{F8931099-75CA-5660-A155-55881DF68D84}" dt="2026-07-23T14:48:47.426" v="910"/>
        <pc:sldMkLst>
          <pc:docMk/>
          <pc:sldMk cId="1893142196" sldId="998"/>
        </pc:sldMkLst>
      </pc:sldChg>
      <pc:sldChg chg="add del">
        <pc:chgData name="J. Tower" userId="9d06de10716639e5" providerId="LiveId" clId="{F8931099-75CA-5660-A155-55881DF68D84}" dt="2026-07-23T14:49:23.290" v="912"/>
        <pc:sldMkLst>
          <pc:docMk/>
          <pc:sldMk cId="4252315377" sldId="999"/>
        </pc:sldMkLst>
      </pc:sldChg>
      <pc:sldChg chg="add del modNotesTx">
        <pc:chgData name="J. Tower" userId="9d06de10716639e5" providerId="LiveId" clId="{F8931099-75CA-5660-A155-55881DF68D84}" dt="2026-07-23T14:28:26.519" v="867"/>
        <pc:sldMkLst>
          <pc:docMk/>
          <pc:sldMk cId="2479003900" sldId="1000"/>
        </pc:sldMkLst>
      </pc:sldChg>
      <pc:sldChg chg="add del modNotesTx">
        <pc:chgData name="J. Tower" userId="9d06de10716639e5" providerId="LiveId" clId="{F8931099-75CA-5660-A155-55881DF68D84}" dt="2026-07-23T14:29:36.963" v="871"/>
        <pc:sldMkLst>
          <pc:docMk/>
          <pc:sldMk cId="3893776547" sldId="1001"/>
        </pc:sldMkLst>
      </pc:sldChg>
      <pc:sldChg chg="add del modNotesTx">
        <pc:chgData name="J. Tower" userId="9d06de10716639e5" providerId="LiveId" clId="{F8931099-75CA-5660-A155-55881DF68D84}" dt="2026-07-23T14:29:15.899" v="869"/>
        <pc:sldMkLst>
          <pc:docMk/>
          <pc:sldMk cId="110146681" sldId="1002"/>
        </pc:sldMkLst>
      </pc:sldChg>
      <pc:sldChg chg="add del">
        <pc:chgData name="J. Tower" userId="9d06de10716639e5" providerId="LiveId" clId="{F8931099-75CA-5660-A155-55881DF68D84}" dt="2026-07-23T19:33:04.656" v="964"/>
        <pc:sldMkLst>
          <pc:docMk/>
          <pc:sldMk cId="824133476" sldId="1003"/>
        </pc:sldMkLst>
      </pc:sldChg>
      <pc:sldChg chg="addSp modSp add del mod">
        <pc:chgData name="J. Tower" userId="9d06de10716639e5" providerId="LiveId" clId="{F8931099-75CA-5660-A155-55881DF68D84}" dt="2026-07-23T14:16:56.612" v="676" actId="2696"/>
        <pc:sldMkLst>
          <pc:docMk/>
          <pc:sldMk cId="960307442" sldId="1004"/>
        </pc:sldMkLst>
        <pc:spChg chg="add mod">
          <ac:chgData name="J. Tower" userId="9d06de10716639e5" providerId="LiveId" clId="{F8931099-75CA-5660-A155-55881DF68D84}" dt="2026-07-22T17:39:42.143" v="549" actId="207"/>
          <ac:spMkLst>
            <pc:docMk/>
            <pc:sldMk cId="960307442" sldId="1004"/>
            <ac:spMk id="5" creationId="{9185D80A-8581-3635-D7B7-6F2E20A50EF5}"/>
          </ac:spMkLst>
        </pc:spChg>
      </pc:sldChg>
      <pc:sldChg chg="modSp add mod ord">
        <pc:chgData name="J. Tower" userId="9d06de10716639e5" providerId="LiveId" clId="{F8931099-75CA-5660-A155-55881DF68D84}" dt="2026-07-22T17:42:34.901" v="556" actId="20578"/>
        <pc:sldMkLst>
          <pc:docMk/>
          <pc:sldMk cId="564184913" sldId="1005"/>
        </pc:sldMkLst>
        <pc:spChg chg="mod">
          <ac:chgData name="J. Tower" userId="9d06de10716639e5" providerId="LiveId" clId="{F8931099-75CA-5660-A155-55881DF68D84}" dt="2026-07-22T17:42:27.785" v="555" actId="20577"/>
          <ac:spMkLst>
            <pc:docMk/>
            <pc:sldMk cId="564184913" sldId="1005"/>
            <ac:spMk id="3" creationId="{738DCC90-7F97-4EB4-10A2-3956FCB0064D}"/>
          </ac:spMkLst>
        </pc:spChg>
      </pc:sldChg>
      <pc:sldChg chg="add">
        <pc:chgData name="J. Tower" userId="9d06de10716639e5" providerId="LiveId" clId="{F8931099-75CA-5660-A155-55881DF68D84}" dt="2026-07-23T14:16:08.676" v="674" actId="2890"/>
        <pc:sldMkLst>
          <pc:docMk/>
          <pc:sldMk cId="3211785631" sldId="1006"/>
        </pc:sldMkLst>
      </pc:sldChg>
      <pc:sldChg chg="add">
        <pc:chgData name="J. Tower" userId="9d06de10716639e5" providerId="LiveId" clId="{F8931099-75CA-5660-A155-55881DF68D84}" dt="2026-07-23T14:21:44.886" v="678"/>
        <pc:sldMkLst>
          <pc:docMk/>
          <pc:sldMk cId="823823958" sldId="1007"/>
        </pc:sldMkLst>
      </pc:sldChg>
      <pc:sldChg chg="add">
        <pc:chgData name="J. Tower" userId="9d06de10716639e5" providerId="LiveId" clId="{F8931099-75CA-5660-A155-55881DF68D84}" dt="2026-07-23T14:23:21.341" v="680"/>
        <pc:sldMkLst>
          <pc:docMk/>
          <pc:sldMk cId="4130276673" sldId="1008"/>
        </pc:sldMkLst>
      </pc:sldChg>
      <pc:sldChg chg="addSp modSp add mod modNotesTx">
        <pc:chgData name="J. Tower" userId="9d06de10716639e5" providerId="LiveId" clId="{F8931099-75CA-5660-A155-55881DF68D84}" dt="2026-07-23T14:24:55.656" v="842" actId="313"/>
        <pc:sldMkLst>
          <pc:docMk/>
          <pc:sldMk cId="2921239428" sldId="1009"/>
        </pc:sldMkLst>
        <pc:spChg chg="add mod">
          <ac:chgData name="J. Tower" userId="9d06de10716639e5" providerId="LiveId" clId="{F8931099-75CA-5660-A155-55881DF68D84}" dt="2026-07-23T14:23:44.095" v="683"/>
          <ac:spMkLst>
            <pc:docMk/>
            <pc:sldMk cId="2921239428" sldId="1009"/>
            <ac:spMk id="3" creationId="{D4B9B0FB-422F-347A-7D53-85663769E690}"/>
          </ac:spMkLst>
        </pc:spChg>
        <pc:spChg chg="add mod">
          <ac:chgData name="J. Tower" userId="9d06de10716639e5" providerId="LiveId" clId="{F8931099-75CA-5660-A155-55881DF68D84}" dt="2026-07-23T14:24:52.733" v="841" actId="313"/>
          <ac:spMkLst>
            <pc:docMk/>
            <pc:sldMk cId="2921239428" sldId="1009"/>
            <ac:spMk id="6" creationId="{A5D57921-30D6-B0B4-5A33-72FE7EA62756}"/>
          </ac:spMkLst>
        </pc:spChg>
        <pc:spChg chg="add mod">
          <ac:chgData name="J. Tower" userId="9d06de10716639e5" providerId="LiveId" clId="{F8931099-75CA-5660-A155-55881DF68D84}" dt="2026-07-23T14:23:44.095" v="683"/>
          <ac:spMkLst>
            <pc:docMk/>
            <pc:sldMk cId="2921239428" sldId="1009"/>
            <ac:spMk id="7" creationId="{94E19EF5-F7E9-BB2A-B5B5-1F550E8AD1F2}"/>
          </ac:spMkLst>
        </pc:spChg>
      </pc:sldChg>
      <pc:sldChg chg="add">
        <pc:chgData name="J. Tower" userId="9d06de10716639e5" providerId="LiveId" clId="{F8931099-75CA-5660-A155-55881DF68D84}" dt="2026-07-23T14:24:38.933" v="826"/>
        <pc:sldMkLst>
          <pc:docMk/>
          <pc:sldMk cId="2566835873" sldId="1010"/>
        </pc:sldMkLst>
      </pc:sldChg>
      <pc:sldChg chg="add">
        <pc:chgData name="J. Tower" userId="9d06de10716639e5" providerId="LiveId" clId="{F8931099-75CA-5660-A155-55881DF68D84}" dt="2026-07-23T14:26:18.109" v="843"/>
        <pc:sldMkLst>
          <pc:docMk/>
          <pc:sldMk cId="2500154418" sldId="1011"/>
        </pc:sldMkLst>
      </pc:sldChg>
      <pc:sldChg chg="add">
        <pc:chgData name="J. Tower" userId="9d06de10716639e5" providerId="LiveId" clId="{F8931099-75CA-5660-A155-55881DF68D84}" dt="2026-07-23T14:28:26.517" v="866"/>
        <pc:sldMkLst>
          <pc:docMk/>
          <pc:sldMk cId="802331092" sldId="1012"/>
        </pc:sldMkLst>
      </pc:sldChg>
      <pc:sldChg chg="add">
        <pc:chgData name="J. Tower" userId="9d06de10716639e5" providerId="LiveId" clId="{F8931099-75CA-5660-A155-55881DF68D84}" dt="2026-07-23T14:29:15.897" v="868"/>
        <pc:sldMkLst>
          <pc:docMk/>
          <pc:sldMk cId="59724984" sldId="1013"/>
        </pc:sldMkLst>
      </pc:sldChg>
      <pc:sldChg chg="add">
        <pc:chgData name="J. Tower" userId="9d06de10716639e5" providerId="LiveId" clId="{F8931099-75CA-5660-A155-55881DF68D84}" dt="2026-07-23T14:29:36.961" v="870"/>
        <pc:sldMkLst>
          <pc:docMk/>
          <pc:sldMk cId="1834747444" sldId="1014"/>
        </pc:sldMkLst>
      </pc:sldChg>
      <pc:sldChg chg="add modNotesTx">
        <pc:chgData name="J. Tower" userId="9d06de10716639e5" providerId="LiveId" clId="{F8931099-75CA-5660-A155-55881DF68D84}" dt="2026-07-23T14:33:50.376" v="880" actId="20577"/>
        <pc:sldMkLst>
          <pc:docMk/>
          <pc:sldMk cId="1119816949" sldId="1015"/>
        </pc:sldMkLst>
      </pc:sldChg>
      <pc:sldChg chg="add modNotesTx">
        <pc:chgData name="J. Tower" userId="9d06de10716639e5" providerId="LiveId" clId="{F8931099-75CA-5660-A155-55881DF68D84}" dt="2026-07-23T14:34:05.651" v="882" actId="20577"/>
        <pc:sldMkLst>
          <pc:docMk/>
          <pc:sldMk cId="2162509311" sldId="1016"/>
        </pc:sldMkLst>
      </pc:sldChg>
      <pc:sldChg chg="add modNotesTx">
        <pc:chgData name="J. Tower" userId="9d06de10716639e5" providerId="LiveId" clId="{F8931099-75CA-5660-A155-55881DF68D84}" dt="2026-07-23T14:34:16.828" v="884" actId="20577"/>
        <pc:sldMkLst>
          <pc:docMk/>
          <pc:sldMk cId="2736070910" sldId="1017"/>
        </pc:sldMkLst>
      </pc:sldChg>
      <pc:sldChg chg="add modNotesTx">
        <pc:chgData name="J. Tower" userId="9d06de10716639e5" providerId="LiveId" clId="{F8931099-75CA-5660-A155-55881DF68D84}" dt="2026-07-23T14:34:30.931" v="886" actId="20577"/>
        <pc:sldMkLst>
          <pc:docMk/>
          <pc:sldMk cId="1047169501" sldId="1018"/>
        </pc:sldMkLst>
      </pc:sldChg>
      <pc:sldChg chg="add">
        <pc:chgData name="J. Tower" userId="9d06de10716639e5" providerId="LiveId" clId="{F8931099-75CA-5660-A155-55881DF68D84}" dt="2026-07-23T14:43:21.674" v="889"/>
        <pc:sldMkLst>
          <pc:docMk/>
          <pc:sldMk cId="937264815" sldId="1019"/>
        </pc:sldMkLst>
      </pc:sldChg>
      <pc:sldChg chg="add">
        <pc:chgData name="J. Tower" userId="9d06de10716639e5" providerId="LiveId" clId="{F8931099-75CA-5660-A155-55881DF68D84}" dt="2026-07-23T14:43:57.942" v="891"/>
        <pc:sldMkLst>
          <pc:docMk/>
          <pc:sldMk cId="3508868225" sldId="1020"/>
        </pc:sldMkLst>
      </pc:sldChg>
      <pc:sldChg chg="add">
        <pc:chgData name="J. Tower" userId="9d06de10716639e5" providerId="LiveId" clId="{F8931099-75CA-5660-A155-55881DF68D84}" dt="2026-07-23T14:44:21.979" v="893"/>
        <pc:sldMkLst>
          <pc:docMk/>
          <pc:sldMk cId="2929215452" sldId="1021"/>
        </pc:sldMkLst>
      </pc:sldChg>
      <pc:sldChg chg="add">
        <pc:chgData name="J. Tower" userId="9d06de10716639e5" providerId="LiveId" clId="{F8931099-75CA-5660-A155-55881DF68D84}" dt="2026-07-23T14:44:45.417" v="895"/>
        <pc:sldMkLst>
          <pc:docMk/>
          <pc:sldMk cId="894853912" sldId="1022"/>
        </pc:sldMkLst>
      </pc:sldChg>
      <pc:sldChg chg="add">
        <pc:chgData name="J. Tower" userId="9d06de10716639e5" providerId="LiveId" clId="{F8931099-75CA-5660-A155-55881DF68D84}" dt="2026-07-23T14:45:08.909" v="897"/>
        <pc:sldMkLst>
          <pc:docMk/>
          <pc:sldMk cId="2315321067" sldId="1023"/>
        </pc:sldMkLst>
      </pc:sldChg>
      <pc:sldChg chg="add">
        <pc:chgData name="J. Tower" userId="9d06de10716639e5" providerId="LiveId" clId="{F8931099-75CA-5660-A155-55881DF68D84}" dt="2026-07-23T14:46:12.743" v="899"/>
        <pc:sldMkLst>
          <pc:docMk/>
          <pc:sldMk cId="3081219128" sldId="1024"/>
        </pc:sldMkLst>
      </pc:sldChg>
      <pc:sldChg chg="add">
        <pc:chgData name="J. Tower" userId="9d06de10716639e5" providerId="LiveId" clId="{F8931099-75CA-5660-A155-55881DF68D84}" dt="2026-07-23T14:46:44.790" v="901"/>
        <pc:sldMkLst>
          <pc:docMk/>
          <pc:sldMk cId="1406205258" sldId="1025"/>
        </pc:sldMkLst>
      </pc:sldChg>
      <pc:sldChg chg="add">
        <pc:chgData name="J. Tower" userId="9d06de10716639e5" providerId="LiveId" clId="{F8931099-75CA-5660-A155-55881DF68D84}" dt="2026-07-23T14:47:11.198" v="903"/>
        <pc:sldMkLst>
          <pc:docMk/>
          <pc:sldMk cId="3640525435" sldId="1026"/>
        </pc:sldMkLst>
      </pc:sldChg>
      <pc:sldChg chg="add">
        <pc:chgData name="J. Tower" userId="9d06de10716639e5" providerId="LiveId" clId="{F8931099-75CA-5660-A155-55881DF68D84}" dt="2026-07-23T14:47:56.517" v="905"/>
        <pc:sldMkLst>
          <pc:docMk/>
          <pc:sldMk cId="2836013283" sldId="1027"/>
        </pc:sldMkLst>
      </pc:sldChg>
      <pc:sldChg chg="add">
        <pc:chgData name="J. Tower" userId="9d06de10716639e5" providerId="LiveId" clId="{F8931099-75CA-5660-A155-55881DF68D84}" dt="2026-07-23T14:48:21.565" v="907"/>
        <pc:sldMkLst>
          <pc:docMk/>
          <pc:sldMk cId="674764231" sldId="1028"/>
        </pc:sldMkLst>
      </pc:sldChg>
      <pc:sldChg chg="add">
        <pc:chgData name="J. Tower" userId="9d06de10716639e5" providerId="LiveId" clId="{F8931099-75CA-5660-A155-55881DF68D84}" dt="2026-07-23T14:48:47.424" v="909"/>
        <pc:sldMkLst>
          <pc:docMk/>
          <pc:sldMk cId="3793223757" sldId="1029"/>
        </pc:sldMkLst>
      </pc:sldChg>
      <pc:sldChg chg="add">
        <pc:chgData name="J. Tower" userId="9d06de10716639e5" providerId="LiveId" clId="{F8931099-75CA-5660-A155-55881DF68D84}" dt="2026-07-23T14:49:23.288" v="911"/>
        <pc:sldMkLst>
          <pc:docMk/>
          <pc:sldMk cId="131633082" sldId="1030"/>
        </pc:sldMkLst>
      </pc:sldChg>
      <pc:sldChg chg="add">
        <pc:chgData name="J. Tower" userId="9d06de10716639e5" providerId="LiveId" clId="{F8931099-75CA-5660-A155-55881DF68D84}" dt="2026-07-23T14:49:56.253" v="913"/>
        <pc:sldMkLst>
          <pc:docMk/>
          <pc:sldMk cId="2128655419" sldId="1031"/>
        </pc:sldMkLst>
      </pc:sldChg>
      <pc:sldChg chg="add">
        <pc:chgData name="J. Tower" userId="9d06de10716639e5" providerId="LiveId" clId="{F8931099-75CA-5660-A155-55881DF68D84}" dt="2026-07-23T14:50:32.872" v="915"/>
        <pc:sldMkLst>
          <pc:docMk/>
          <pc:sldMk cId="1222917327" sldId="1032"/>
        </pc:sldMkLst>
      </pc:sldChg>
      <pc:sldChg chg="add">
        <pc:chgData name="J. Tower" userId="9d06de10716639e5" providerId="LiveId" clId="{F8931099-75CA-5660-A155-55881DF68D84}" dt="2026-07-23T14:50:53.731" v="917"/>
        <pc:sldMkLst>
          <pc:docMk/>
          <pc:sldMk cId="2562532650" sldId="1033"/>
        </pc:sldMkLst>
      </pc:sldChg>
      <pc:sldChg chg="add">
        <pc:chgData name="J. Tower" userId="9d06de10716639e5" providerId="LiveId" clId="{F8931099-75CA-5660-A155-55881DF68D84}" dt="2026-07-23T14:51:32.287" v="919"/>
        <pc:sldMkLst>
          <pc:docMk/>
          <pc:sldMk cId="4278728072" sldId="1034"/>
        </pc:sldMkLst>
      </pc:sldChg>
      <pc:sldChg chg="add">
        <pc:chgData name="J. Tower" userId="9d06de10716639e5" providerId="LiveId" clId="{F8931099-75CA-5660-A155-55881DF68D84}" dt="2026-07-23T14:51:52.910" v="921"/>
        <pc:sldMkLst>
          <pc:docMk/>
          <pc:sldMk cId="48129285" sldId="1035"/>
        </pc:sldMkLst>
      </pc:sldChg>
      <pc:sldChg chg="add">
        <pc:chgData name="J. Tower" userId="9d06de10716639e5" providerId="LiveId" clId="{F8931099-75CA-5660-A155-55881DF68D84}" dt="2026-07-23T19:25:07.116" v="923"/>
        <pc:sldMkLst>
          <pc:docMk/>
          <pc:sldMk cId="4099665203" sldId="1036"/>
        </pc:sldMkLst>
      </pc:sldChg>
      <pc:sldChg chg="add">
        <pc:chgData name="J. Tower" userId="9d06de10716639e5" providerId="LiveId" clId="{F8931099-75CA-5660-A155-55881DF68D84}" dt="2026-07-23T19:26:07.658" v="925"/>
        <pc:sldMkLst>
          <pc:docMk/>
          <pc:sldMk cId="3691882659" sldId="1037"/>
        </pc:sldMkLst>
      </pc:sldChg>
      <pc:sldChg chg="add">
        <pc:chgData name="J. Tower" userId="9d06de10716639e5" providerId="LiveId" clId="{F8931099-75CA-5660-A155-55881DF68D84}" dt="2026-07-23T19:26:28.660" v="927"/>
        <pc:sldMkLst>
          <pc:docMk/>
          <pc:sldMk cId="942239955" sldId="1038"/>
        </pc:sldMkLst>
      </pc:sldChg>
      <pc:sldChg chg="add">
        <pc:chgData name="J. Tower" userId="9d06de10716639e5" providerId="LiveId" clId="{F8931099-75CA-5660-A155-55881DF68D84}" dt="2026-07-23T19:26:49.030" v="929"/>
        <pc:sldMkLst>
          <pc:docMk/>
          <pc:sldMk cId="4197467227" sldId="1039"/>
        </pc:sldMkLst>
      </pc:sldChg>
      <pc:sldChg chg="add">
        <pc:chgData name="J. Tower" userId="9d06de10716639e5" providerId="LiveId" clId="{F8931099-75CA-5660-A155-55881DF68D84}" dt="2026-07-23T19:27:11.314" v="931"/>
        <pc:sldMkLst>
          <pc:docMk/>
          <pc:sldMk cId="545703398" sldId="1040"/>
        </pc:sldMkLst>
      </pc:sldChg>
      <pc:sldChg chg="add">
        <pc:chgData name="J. Tower" userId="9d06de10716639e5" providerId="LiveId" clId="{F8931099-75CA-5660-A155-55881DF68D84}" dt="2026-07-23T19:27:32.953" v="933"/>
        <pc:sldMkLst>
          <pc:docMk/>
          <pc:sldMk cId="932314959" sldId="1041"/>
        </pc:sldMkLst>
      </pc:sldChg>
      <pc:sldChg chg="add">
        <pc:chgData name="J. Tower" userId="9d06de10716639e5" providerId="LiveId" clId="{F8931099-75CA-5660-A155-55881DF68D84}" dt="2026-07-23T19:27:54.863" v="935"/>
        <pc:sldMkLst>
          <pc:docMk/>
          <pc:sldMk cId="3364760678" sldId="1042"/>
        </pc:sldMkLst>
      </pc:sldChg>
      <pc:sldChg chg="add">
        <pc:chgData name="J. Tower" userId="9d06de10716639e5" providerId="LiveId" clId="{F8931099-75CA-5660-A155-55881DF68D84}" dt="2026-07-23T19:28:15.269" v="937"/>
        <pc:sldMkLst>
          <pc:docMk/>
          <pc:sldMk cId="2186282649" sldId="1043"/>
        </pc:sldMkLst>
      </pc:sldChg>
      <pc:sldChg chg="add">
        <pc:chgData name="J. Tower" userId="9d06de10716639e5" providerId="LiveId" clId="{F8931099-75CA-5660-A155-55881DF68D84}" dt="2026-07-23T19:28:36.099" v="939"/>
        <pc:sldMkLst>
          <pc:docMk/>
          <pc:sldMk cId="2843280452" sldId="1044"/>
        </pc:sldMkLst>
      </pc:sldChg>
      <pc:sldChg chg="add">
        <pc:chgData name="J. Tower" userId="9d06de10716639e5" providerId="LiveId" clId="{F8931099-75CA-5660-A155-55881DF68D84}" dt="2026-07-23T19:28:55.724" v="941"/>
        <pc:sldMkLst>
          <pc:docMk/>
          <pc:sldMk cId="1535175024" sldId="1045"/>
        </pc:sldMkLst>
      </pc:sldChg>
      <pc:sldChg chg="add">
        <pc:chgData name="J. Tower" userId="9d06de10716639e5" providerId="LiveId" clId="{F8931099-75CA-5660-A155-55881DF68D84}" dt="2026-07-23T19:29:15.356" v="943"/>
        <pc:sldMkLst>
          <pc:docMk/>
          <pc:sldMk cId="2988944652" sldId="1046"/>
        </pc:sldMkLst>
      </pc:sldChg>
      <pc:sldChg chg="add">
        <pc:chgData name="J. Tower" userId="9d06de10716639e5" providerId="LiveId" clId="{F8931099-75CA-5660-A155-55881DF68D84}" dt="2026-07-23T19:29:42.591" v="945"/>
        <pc:sldMkLst>
          <pc:docMk/>
          <pc:sldMk cId="4011192384" sldId="1047"/>
        </pc:sldMkLst>
      </pc:sldChg>
      <pc:sldChg chg="add">
        <pc:chgData name="J. Tower" userId="9d06de10716639e5" providerId="LiveId" clId="{F8931099-75CA-5660-A155-55881DF68D84}" dt="2026-07-23T19:30:02.073" v="947"/>
        <pc:sldMkLst>
          <pc:docMk/>
          <pc:sldMk cId="1343491904" sldId="1048"/>
        </pc:sldMkLst>
      </pc:sldChg>
      <pc:sldChg chg="add del">
        <pc:chgData name="J. Tower" userId="9d06de10716639e5" providerId="LiveId" clId="{F8931099-75CA-5660-A155-55881DF68D84}" dt="2026-07-23T19:38:02.730" v="976"/>
        <pc:sldMkLst>
          <pc:docMk/>
          <pc:sldMk cId="2124736573" sldId="1049"/>
        </pc:sldMkLst>
      </pc:sldChg>
      <pc:sldChg chg="add">
        <pc:chgData name="J. Tower" userId="9d06de10716639e5" providerId="LiveId" clId="{F8931099-75CA-5660-A155-55881DF68D84}" dt="2026-07-23T19:30:45.565" v="951"/>
        <pc:sldMkLst>
          <pc:docMk/>
          <pc:sldMk cId="2677444251" sldId="1050"/>
        </pc:sldMkLst>
      </pc:sldChg>
      <pc:sldChg chg="add">
        <pc:chgData name="J. Tower" userId="9d06de10716639e5" providerId="LiveId" clId="{F8931099-75CA-5660-A155-55881DF68D84}" dt="2026-07-23T19:31:23.825" v="953"/>
        <pc:sldMkLst>
          <pc:docMk/>
          <pc:sldMk cId="1094132319" sldId="1051"/>
        </pc:sldMkLst>
      </pc:sldChg>
      <pc:sldChg chg="add">
        <pc:chgData name="J. Tower" userId="9d06de10716639e5" providerId="LiveId" clId="{F8931099-75CA-5660-A155-55881DF68D84}" dt="2026-07-23T19:31:44.787" v="955"/>
        <pc:sldMkLst>
          <pc:docMk/>
          <pc:sldMk cId="1473013847" sldId="1052"/>
        </pc:sldMkLst>
      </pc:sldChg>
      <pc:sldChg chg="add">
        <pc:chgData name="J. Tower" userId="9d06de10716639e5" providerId="LiveId" clId="{F8931099-75CA-5660-A155-55881DF68D84}" dt="2026-07-23T19:32:03.486" v="957"/>
        <pc:sldMkLst>
          <pc:docMk/>
          <pc:sldMk cId="2631331820" sldId="1053"/>
        </pc:sldMkLst>
      </pc:sldChg>
      <pc:sldChg chg="add">
        <pc:chgData name="J. Tower" userId="9d06de10716639e5" providerId="LiveId" clId="{F8931099-75CA-5660-A155-55881DF68D84}" dt="2026-07-23T19:32:25.230" v="959"/>
        <pc:sldMkLst>
          <pc:docMk/>
          <pc:sldMk cId="3370053802" sldId="1054"/>
        </pc:sldMkLst>
      </pc:sldChg>
      <pc:sldChg chg="add">
        <pc:chgData name="J. Tower" userId="9d06de10716639e5" providerId="LiveId" clId="{F8931099-75CA-5660-A155-55881DF68D84}" dt="2026-07-23T19:32:44.637" v="961"/>
        <pc:sldMkLst>
          <pc:docMk/>
          <pc:sldMk cId="72846134" sldId="1055"/>
        </pc:sldMkLst>
      </pc:sldChg>
      <pc:sldChg chg="add">
        <pc:chgData name="J. Tower" userId="9d06de10716639e5" providerId="LiveId" clId="{F8931099-75CA-5660-A155-55881DF68D84}" dt="2026-07-23T19:33:04.654" v="963"/>
        <pc:sldMkLst>
          <pc:docMk/>
          <pc:sldMk cId="2911668436" sldId="1056"/>
        </pc:sldMkLst>
      </pc:sldChg>
      <pc:sldChg chg="add">
        <pc:chgData name="J. Tower" userId="9d06de10716639e5" providerId="LiveId" clId="{F8931099-75CA-5660-A155-55881DF68D84}" dt="2026-07-23T19:33:23.996" v="965"/>
        <pc:sldMkLst>
          <pc:docMk/>
          <pc:sldMk cId="733055622" sldId="1057"/>
        </pc:sldMkLst>
      </pc:sldChg>
      <pc:sldChg chg="add">
        <pc:chgData name="J. Tower" userId="9d06de10716639e5" providerId="LiveId" clId="{F8931099-75CA-5660-A155-55881DF68D84}" dt="2026-07-23T19:33:43.468" v="967"/>
        <pc:sldMkLst>
          <pc:docMk/>
          <pc:sldMk cId="4266294602" sldId="1058"/>
        </pc:sldMkLst>
      </pc:sldChg>
      <pc:sldChg chg="add">
        <pc:chgData name="J. Tower" userId="9d06de10716639e5" providerId="LiveId" clId="{F8931099-75CA-5660-A155-55881DF68D84}" dt="2026-07-23T19:34:03.189" v="969"/>
        <pc:sldMkLst>
          <pc:docMk/>
          <pc:sldMk cId="89201700" sldId="1059"/>
        </pc:sldMkLst>
      </pc:sldChg>
      <pc:sldChg chg="add">
        <pc:chgData name="J. Tower" userId="9d06de10716639e5" providerId="LiveId" clId="{F8931099-75CA-5660-A155-55881DF68D84}" dt="2026-07-23T19:34:24.748" v="971"/>
        <pc:sldMkLst>
          <pc:docMk/>
          <pc:sldMk cId="3802169251" sldId="1060"/>
        </pc:sldMkLst>
      </pc:sldChg>
      <pc:sldChg chg="add">
        <pc:chgData name="J. Tower" userId="9d06de10716639e5" providerId="LiveId" clId="{F8931099-75CA-5660-A155-55881DF68D84}" dt="2026-07-23T19:34:47.085" v="973"/>
        <pc:sldMkLst>
          <pc:docMk/>
          <pc:sldMk cId="73221224" sldId="1061"/>
        </pc:sldMkLst>
      </pc:sldChg>
      <pc:sldChg chg="add del">
        <pc:chgData name="J. Tower" userId="9d06de10716639e5" providerId="LiveId" clId="{F8931099-75CA-5660-A155-55881DF68D84}" dt="2026-07-23T19:39:41.331" v="978"/>
        <pc:sldMkLst>
          <pc:docMk/>
          <pc:sldMk cId="1641270364" sldId="1062"/>
        </pc:sldMkLst>
      </pc:sldChg>
      <pc:sldChg chg="add">
        <pc:chgData name="J. Tower" userId="9d06de10716639e5" providerId="LiveId" clId="{F8931099-75CA-5660-A155-55881DF68D84}" dt="2026-07-23T19:39:41.329" v="977"/>
        <pc:sldMkLst>
          <pc:docMk/>
          <pc:sldMk cId="82946099" sldId="106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Your app owns the loop. Not a framework,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An agent is a model given tools and a goal, running in a loop. It starts with a trip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capstone. "Plan me a 3-day trip in Glacier" becomes real tool calls. Everyone attempts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capstone. Everyone builds it, no menu, and it uses F02, F04, F08, and F09.</a:t>
            </a:r>
          </a:p>
          <a:p>
            <a:r>
              <a:t>The user problem, spoken: "Plan me a 3-day trip in Glacier for mid-September." Today the user checks the forecast, searches trails, cross-references conditions, checks campsites, and files a permit in a separate system: five tools, one afternoon, and the app helped with exactly one step. They didn't want search results; they wanted the trip planned.</a:t>
            </a:r>
          </a:p>
          <a:p>
            <a:r>
              <a:t>Why it's the capstone: it searches trails semantically (04), grounds itself in 08's condition reports, consumes structured tool results (02 in reverse), and pauses for a human before the permit (09). And it fails every way the first nine fail, at once, compounding.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textbook version: an agent is given a goal and tools; it chooses an action, your code executes it, it observes the result, and it repeats until the goal is met or a budget runs out. Reason, act, observe, repeat.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model: gpt-5.5 on Azure. With no key, llama3.2 stands in, much weaker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request goes out with the conversation so far and five tool descriptions. The descriptions are the model's manual; they're all it knows about your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model returns one of two things: "call this tool with these arguments," or a final answer. Here: search_trails for Glacier.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Your code runs the tool. The model never touches weather, trails, conditions, or campsites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The result is appended to the conversation and the model is called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Around and around: a step budget of 12 so it cannot loop forever, and a confirmation gate before request_permit.</a:t>
            </a:r>
          </a:p>
          <a:p>
            <a:r>
              <a:rPr lang="en-US" dirty="0"/>
              <a:t>Tools return errors instead of throwing; every call, argument, and result is printed as it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Out comes an itinerary and a full trace: eleven tool calls, most chosen without anyone asking for that order. That sequencing is the feature.</a:t>
            </a:r>
          </a:p>
          <a:p>
            <a:r>
              <a:rPr lang="en-US" dirty="0"/>
              <a:t>The demo prints the trace; it does not persist one. Shipping this means durable storage next to 09's approval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advance. This is the "why not just RAG" slide.</a:t>
            </a:r>
          </a:p>
          <a:p>
            <a:r>
              <a:t>RAG: your code retrieves the context, the model answers once,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the model asks for what it needs, your code fetches it, the model asks again or answers. Done after N turns.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RAG: you pick the context, once, and pay for one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Agent: the model picks, repeatedly, and you pay N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 you name the context up front? Then RAG. The trip request needs weather before it can pick a trail and conditions before it can book, and nobody knows that order up front. That is the whole case for the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 min · prefix every run with </a:t>
            </a:r>
            <a:r>
              <a:rPr>
                <a:latin typeface="Consolas"/>
              </a:rPr>
              <a:t>AZURE_OPENAI_DEPLOYMENT=gpt-5.5</a:t>
            </a:r>
            <a:r>
              <a:t> · </a:t>
            </a:r>
            <a:r>
              <a:rPr>
                <a:latin typeface="Consolas"/>
              </a:rPr>
              <a:t>cd modules/M4-doing/F10-agentic-workflows/dotnet</a:t>
            </a:r>
          </a:p>
          <a:p>
            <a:r>
              <a:t>Files: </a:t>
            </a:r>
            <a:r>
              <a:rPr>
                <a:latin typeface="Consolas"/>
              </a:rPr>
              <a:t>trails.json</a:t>
            </a:r>
            <a:r>
              <a:t> = 200 trails · </a:t>
            </a:r>
            <a:r>
              <a:rPr>
                <a:latin typeface="Consolas"/>
              </a:rPr>
              <a:t>condition-reports.jsonl</a:t>
            </a:r>
            <a:r>
              <a:t> = 08's stream, the bridge is in it · </a:t>
            </a:r>
            <a:r>
              <a:rPr>
                <a:latin typeface="Consolas"/>
              </a:rPr>
              <a:t>mock-apis/</a:t>
            </a:r>
            <a:r>
              <a:t> = weather, campsites, permits as JSON</a:t>
            </a:r>
          </a:p>
          <a:p>
            <a:r>
              <a:t>Flags: </a:t>
            </a:r>
            <a:r>
              <a:rPr>
                <a:latin typeface="Consolas"/>
              </a:rPr>
              <a:t>--yes</a:t>
            </a:r>
            <a:r>
              <a:t> = auto-approve the permit gate · any other words = your own request (default: 3 days in Glacier, Sept 14 to 16)</a:t>
            </a:r>
          </a:p>
          <a:p>
            <a:r>
              <a:t>1. Before: </a:t>
            </a:r>
            <a:r>
              <a:rPr>
                <a:latin typeface="Consolas"/>
              </a:rPr>
              <a:t>cd starter &amp;&amp; dotnet run</a:t>
            </a:r>
            <a:r>
              <a:t>. The same request, no tools. Lovely, generic, books nothing.</a:t>
            </a:r>
          </a:p>
          <a:p>
            <a:r>
              <a:t>2. Show the five methods in </a:t>
            </a:r>
            <a:r>
              <a:rPr>
                <a:latin typeface="Consolas"/>
              </a:rPr>
              <a:t>complete/Program.cs</a:t>
            </a:r>
            <a:r>
              <a:t>. The descriptions are the manual.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</a:t>
            </a:r>
            <a:r>
              <a:t>. Narrate the trace. Weather, trails, conditions per trail, campsites. It stops at the permit gate; say yes.</a:t>
            </a:r>
          </a:p>
          <a:p>
            <a:r>
              <a:t>4. </a:t>
            </a:r>
            <a:r>
              <a:rPr>
                <a:latin typeface="Consolas"/>
              </a:rPr>
              <a:t>dotnet run -- "Plan me a 2-day trip in Glacier National Park for September 14-15 that includes the Avalanche Lake Trail (trail-0117)."</a:t>
            </a:r>
            <a:r>
              <a:t>: it reads the bridge report and routes around it.</a:t>
            </a:r>
          </a:p>
          <a:p>
            <a:r>
              <a:t>5. Point at the step budget and the trace. Printed, not persisted. Say so.</a:t>
            </a:r>
          </a:p>
          <a:p>
            <a:r>
              <a:t>Cut: 4 if the first run already hit the bridge.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the request with the tools array, read the tool call out of the response, send the follow-up with the tool result. Step 2's round-trip is </a:t>
            </a:r>
            <a:r>
              <a:rPr>
                <a:latin typeface="Consolas"/>
              </a:rPr>
              <a:t>search_trails</a:t>
            </a:r>
            <a:r>
              <a:t> + </a:t>
            </a:r>
            <a:r>
              <a:rPr>
                <a:latin typeface="Consolas"/>
              </a:rPr>
              <a:t>check_campsites</a:t>
            </a:r>
            <a:r>
              <a:t>.</a:t>
            </a:r>
          </a:p>
          <a:p>
            <a:r>
              <a:t>If you get an itinerary instead of a tool call on step 2, the model never saw your tools. Three failure modes on step 4, in ascending order of embarrassment: never calls conditions; calls it, reads "bridge is OUT", schedules anyway; drops the trail but invents a reason without calling. The third guessed right, which is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Trip planning, onboarding, procurement, incident response, report 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for your boss. On Azure the loop sequences all five tools from a single request with zero nudges, in all three languages, measured against the workshop's Foundry deployment; the contrast with the local counts is the argument. Row 10, and the one your board has already asked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Hard. If asked about cost: the highest of the ten. Weeks to months, frontier-model API costs, real design work on guardrails, confirmation gates, observability. Do one of 01 through 09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whose agent checked the bridge, and whose scheduled it anyway? Row 10 is done, so all ten rows are done. Closing next: the framework, and the pitch. Hand off to the closing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7/23/26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7/23/26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Module 4: Doing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F10 Agentic Workflows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A model that </a:t>
            </a:r>
            <a:r>
              <a:rPr b="1" sz="4000">
                <a:solidFill>
                  <a:srgbClr val="017AB4"/>
                </a:solidFill>
              </a:rPr>
              <a:t>picks which tools to call</a:t>
            </a:r>
            <a:r>
              <a:rPr sz="4000"/>
              <a:t>, in a loop, until the job is done.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/>
            <a:ahLst/>
            <a:cxnLst/>
            <a:rect l="l" t="t" r="r" b="b"/>
            <a:pathLst>
              <a:path w="1965960" h="1024128">
                <a:moveTo>
                  <a:pt x="0" y="0"/>
                </a:moveTo>
                <a:cubicBezTo>
                  <a:pt x="109220" y="10086"/>
                  <a:pt x="218440" y="21029"/>
                  <a:pt x="327660" y="0"/>
                </a:cubicBezTo>
                <a:cubicBezTo>
                  <a:pt x="436880" y="-14923"/>
                  <a:pt x="546100" y="-24584"/>
                  <a:pt x="655320" y="0"/>
                </a:cubicBezTo>
                <a:cubicBezTo>
                  <a:pt x="764540" y="-3878"/>
                  <a:pt x="873760" y="-19797"/>
                  <a:pt x="982980" y="0"/>
                </a:cubicBezTo>
                <a:cubicBezTo>
                  <a:pt x="1092200" y="-3730"/>
                  <a:pt x="1201420" y="13497"/>
                  <a:pt x="1310640" y="0"/>
                </a:cubicBezTo>
                <a:cubicBezTo>
                  <a:pt x="1419860" y="-17439"/>
                  <a:pt x="1529080" y="19697"/>
                  <a:pt x="1638300" y="0"/>
                </a:cubicBezTo>
                <a:cubicBezTo>
                  <a:pt x="1747520" y="583"/>
                  <a:pt x="1856740" y="319"/>
                  <a:pt x="1965960" y="0"/>
                </a:cubicBezTo>
                <a:cubicBezTo>
                  <a:pt x="1935440" y="113792"/>
                  <a:pt x="1961318" y="227584"/>
                  <a:pt x="1965960" y="341376"/>
                </a:cubicBezTo>
                <a:cubicBezTo>
                  <a:pt x="1987704" y="455168"/>
                  <a:pt x="1967339" y="568960"/>
                  <a:pt x="1965960" y="682752"/>
                </a:cubicBezTo>
                <a:cubicBezTo>
                  <a:pt x="1949336" y="796544"/>
                  <a:pt x="1974050" y="910336"/>
                  <a:pt x="1965960" y="1024128"/>
                </a:cubicBezTo>
                <a:cubicBezTo>
                  <a:pt x="1856740" y="1049112"/>
                  <a:pt x="1747520" y="1022504"/>
                  <a:pt x="1638300" y="1024128"/>
                </a:cubicBezTo>
                <a:cubicBezTo>
                  <a:pt x="1529080" y="1021055"/>
                  <a:pt x="1419860" y="1036782"/>
                  <a:pt x="1310640" y="1024128"/>
                </a:cubicBezTo>
                <a:cubicBezTo>
                  <a:pt x="1201420" y="1011922"/>
                  <a:pt x="1092200" y="1044873"/>
                  <a:pt x="982980" y="1024128"/>
                </a:cubicBezTo>
                <a:cubicBezTo>
                  <a:pt x="873760" y="1023813"/>
                  <a:pt x="764540" y="999970"/>
                  <a:pt x="655320" y="1024128"/>
                </a:cubicBezTo>
                <a:cubicBezTo>
                  <a:pt x="546100" y="994725"/>
                  <a:pt x="436880" y="1007184"/>
                  <a:pt x="327660" y="1024128"/>
                </a:cubicBezTo>
                <a:cubicBezTo>
                  <a:pt x="218440" y="994701"/>
                  <a:pt x="109220" y="1010318"/>
                  <a:pt x="0" y="1024128"/>
                </a:cubicBezTo>
                <a:cubicBezTo>
                  <a:pt x="-19000" y="910336"/>
                  <a:pt x="-4096" y="796544"/>
                  <a:pt x="0" y="682752"/>
                </a:cubicBezTo>
                <a:cubicBezTo>
                  <a:pt x="12304" y="568960"/>
                  <a:pt x="-29693" y="455168"/>
                  <a:pt x="0" y="341376"/>
                </a:cubicBezTo>
                <a:cubicBezTo>
                  <a:pt x="21999" y="227584"/>
                  <a:pt x="26193" y="113792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/>
            <a:ahLst/>
            <a:cxnLst/>
            <a:rect l="l" t="t" r="r" b="b"/>
            <a:pathLst>
              <a:path w="1965960" h="1024128">
                <a:moveTo>
                  <a:pt x="0" y="0"/>
                </a:moveTo>
                <a:cubicBezTo>
                  <a:pt x="109220" y="10086"/>
                  <a:pt x="218440" y="21029"/>
                  <a:pt x="327660" y="0"/>
                </a:cubicBezTo>
                <a:cubicBezTo>
                  <a:pt x="436880" y="-14923"/>
                  <a:pt x="546100" y="-24584"/>
                  <a:pt x="655320" y="0"/>
                </a:cubicBezTo>
                <a:cubicBezTo>
                  <a:pt x="764540" y="-3878"/>
                  <a:pt x="873760" y="-19797"/>
                  <a:pt x="982980" y="0"/>
                </a:cubicBezTo>
                <a:cubicBezTo>
                  <a:pt x="1092200" y="-3730"/>
                  <a:pt x="1201420" y="13497"/>
                  <a:pt x="1310640" y="0"/>
                </a:cubicBezTo>
                <a:cubicBezTo>
                  <a:pt x="1419860" y="-17439"/>
                  <a:pt x="1529080" y="19697"/>
                  <a:pt x="1638300" y="0"/>
                </a:cubicBezTo>
                <a:cubicBezTo>
                  <a:pt x="1747520" y="583"/>
                  <a:pt x="1856740" y="319"/>
                  <a:pt x="1965960" y="0"/>
                </a:cubicBezTo>
                <a:cubicBezTo>
                  <a:pt x="1935440" y="113792"/>
                  <a:pt x="1961318" y="227584"/>
                  <a:pt x="1965960" y="341376"/>
                </a:cubicBezTo>
                <a:cubicBezTo>
                  <a:pt x="1987704" y="455168"/>
                  <a:pt x="1967339" y="568960"/>
                  <a:pt x="1965960" y="682752"/>
                </a:cubicBezTo>
                <a:cubicBezTo>
                  <a:pt x="1949336" y="796544"/>
                  <a:pt x="1974050" y="910336"/>
                  <a:pt x="1965960" y="1024128"/>
                </a:cubicBezTo>
                <a:cubicBezTo>
                  <a:pt x="1856740" y="1049112"/>
                  <a:pt x="1747520" y="1022504"/>
                  <a:pt x="1638300" y="1024128"/>
                </a:cubicBezTo>
                <a:cubicBezTo>
                  <a:pt x="1529080" y="1021055"/>
                  <a:pt x="1419860" y="1036782"/>
                  <a:pt x="1310640" y="1024128"/>
                </a:cubicBezTo>
                <a:cubicBezTo>
                  <a:pt x="1201420" y="1011922"/>
                  <a:pt x="1092200" y="1044873"/>
                  <a:pt x="982980" y="1024128"/>
                </a:cubicBezTo>
                <a:cubicBezTo>
                  <a:pt x="873760" y="1023813"/>
                  <a:pt x="764540" y="999970"/>
                  <a:pt x="655320" y="1024128"/>
                </a:cubicBezTo>
                <a:cubicBezTo>
                  <a:pt x="546100" y="994725"/>
                  <a:pt x="436880" y="1007184"/>
                  <a:pt x="327660" y="1024128"/>
                </a:cubicBezTo>
                <a:cubicBezTo>
                  <a:pt x="218440" y="994701"/>
                  <a:pt x="109220" y="1010318"/>
                  <a:pt x="0" y="1024128"/>
                </a:cubicBezTo>
                <a:cubicBezTo>
                  <a:pt x="-19000" y="910336"/>
                  <a:pt x="-4096" y="796544"/>
                  <a:pt x="0" y="682752"/>
                </a:cubicBezTo>
                <a:cubicBezTo>
                  <a:pt x="12304" y="568960"/>
                  <a:pt x="-29693" y="455168"/>
                  <a:pt x="0" y="341376"/>
                </a:cubicBezTo>
                <a:cubicBezTo>
                  <a:pt x="21999" y="227584"/>
                  <a:pt x="26193" y="113792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  <p:sp>
        <p:nvSpPr>
          <p:cNvPr id="126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+= result</a:t>
            </a:r>
          </a:p>
        </p:txBody>
      </p:sp>
      <p:sp>
        <p:nvSpPr>
          <p:cNvPr id="127" name="Result"/>
          <p:cNvSpPr txBox="1"/>
          <p:nvPr/>
        </p:nvSpPr>
        <p:spPr>
          <a:xfrm>
            <a:off x="6720840" y="4983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[{"id":"trail-0003",…}]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/>
            <a:ahLst/>
            <a:cxnLst/>
            <a:rect l="l" t="t" r="r" b="b"/>
            <a:pathLst>
              <a:path w="1965960" h="1024128">
                <a:moveTo>
                  <a:pt x="0" y="0"/>
                </a:moveTo>
                <a:cubicBezTo>
                  <a:pt x="109220" y="10086"/>
                  <a:pt x="218440" y="21029"/>
                  <a:pt x="327660" y="0"/>
                </a:cubicBezTo>
                <a:cubicBezTo>
                  <a:pt x="436880" y="-14923"/>
                  <a:pt x="546100" y="-24584"/>
                  <a:pt x="655320" y="0"/>
                </a:cubicBezTo>
                <a:cubicBezTo>
                  <a:pt x="764540" y="-3878"/>
                  <a:pt x="873760" y="-19797"/>
                  <a:pt x="982980" y="0"/>
                </a:cubicBezTo>
                <a:cubicBezTo>
                  <a:pt x="1092200" y="-3730"/>
                  <a:pt x="1201420" y="13497"/>
                  <a:pt x="1310640" y="0"/>
                </a:cubicBezTo>
                <a:cubicBezTo>
                  <a:pt x="1419860" y="-17439"/>
                  <a:pt x="1529080" y="19697"/>
                  <a:pt x="1638300" y="0"/>
                </a:cubicBezTo>
                <a:cubicBezTo>
                  <a:pt x="1747520" y="583"/>
                  <a:pt x="1856740" y="319"/>
                  <a:pt x="1965960" y="0"/>
                </a:cubicBezTo>
                <a:cubicBezTo>
                  <a:pt x="1935440" y="113792"/>
                  <a:pt x="1961318" y="227584"/>
                  <a:pt x="1965960" y="341376"/>
                </a:cubicBezTo>
                <a:cubicBezTo>
                  <a:pt x="1987704" y="455168"/>
                  <a:pt x="1967339" y="568960"/>
                  <a:pt x="1965960" y="682752"/>
                </a:cubicBezTo>
                <a:cubicBezTo>
                  <a:pt x="1949336" y="796544"/>
                  <a:pt x="1974050" y="910336"/>
                  <a:pt x="1965960" y="1024128"/>
                </a:cubicBezTo>
                <a:cubicBezTo>
                  <a:pt x="1856740" y="1049112"/>
                  <a:pt x="1747520" y="1022504"/>
                  <a:pt x="1638300" y="1024128"/>
                </a:cubicBezTo>
                <a:cubicBezTo>
                  <a:pt x="1529080" y="1021055"/>
                  <a:pt x="1419860" y="1036782"/>
                  <a:pt x="1310640" y="1024128"/>
                </a:cubicBezTo>
                <a:cubicBezTo>
                  <a:pt x="1201420" y="1011922"/>
                  <a:pt x="1092200" y="1044873"/>
                  <a:pt x="982980" y="1024128"/>
                </a:cubicBezTo>
                <a:cubicBezTo>
                  <a:pt x="873760" y="1023813"/>
                  <a:pt x="764540" y="999970"/>
                  <a:pt x="655320" y="1024128"/>
                </a:cubicBezTo>
                <a:cubicBezTo>
                  <a:pt x="546100" y="994725"/>
                  <a:pt x="436880" y="1007184"/>
                  <a:pt x="327660" y="1024128"/>
                </a:cubicBezTo>
                <a:cubicBezTo>
                  <a:pt x="218440" y="994701"/>
                  <a:pt x="109220" y="1010318"/>
                  <a:pt x="0" y="1024128"/>
                </a:cubicBezTo>
                <a:cubicBezTo>
                  <a:pt x="-19000" y="910336"/>
                  <a:pt x="-4096" y="796544"/>
                  <a:pt x="0" y="682752"/>
                </a:cubicBezTo>
                <a:cubicBezTo>
                  <a:pt x="12304" y="568960"/>
                  <a:pt x="-29693" y="455168"/>
                  <a:pt x="0" y="341376"/>
                </a:cubicBezTo>
                <a:cubicBezTo>
                  <a:pt x="21999" y="227584"/>
                  <a:pt x="26193" y="113792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  <p:sp>
        <p:nvSpPr>
          <p:cNvPr id="126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+= result</a:t>
            </a:r>
          </a:p>
        </p:txBody>
      </p:sp>
      <p:sp>
        <p:nvSpPr>
          <p:cNvPr id="127" name="Result"/>
          <p:cNvSpPr txBox="1"/>
          <p:nvPr/>
        </p:nvSpPr>
        <p:spPr>
          <a:xfrm>
            <a:off x="6720840" y="4983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[{"id":"trail-0003",…}]</a:t>
            </a:r>
          </a:p>
        </p:txBody>
      </p:sp>
      <p:sp>
        <p:nvSpPr>
          <p:cNvPr id="128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72C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 ≤ 12 steps</a:t>
            </a:r>
          </a:p>
        </p:txBody>
      </p:sp>
      <p:sp>
        <p:nvSpPr>
          <p:cNvPr id="129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permit → ask first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How the Loop Works</a:t>
            </a:r>
          </a:p>
        </p:txBody>
      </p:sp>
      <p:sp>
        <p:nvSpPr>
          <p:cNvPr id="101" name="Freeform 54"/>
          <p:cNvSpPr/>
          <p:nvPr/>
        </p:nvSpPr>
        <p:spPr>
          <a:xfrm>
            <a:off x="1356360" y="3360636"/>
            <a:ext cx="762000" cy="590550"/>
          </a:xfrm>
          <a:custGeom>
            <a:avLst/>
            <a:gdLst>
              <a:gd name="csX0" fmla="*/ 0 w 762000"/>
              <a:gd name="csY0" fmla="*/ 0 h 590550"/>
              <a:gd name="csX1" fmla="*/ 0 w 762000"/>
              <a:gd name="csY1" fmla="*/ 590550 h 590550"/>
              <a:gd name="csX2" fmla="*/ 396240 w 762000"/>
              <a:gd name="csY2" fmla="*/ 590550 h 590550"/>
              <a:gd name="csX3" fmla="*/ 762000 w 762000"/>
              <a:gd name="csY3" fmla="*/ 590550 h 590550"/>
              <a:gd name="csX4" fmla="*/ 762000 w 762000"/>
              <a:gd name="csY4" fmla="*/ 0 h 590550"/>
              <a:gd name="csX5" fmla="*/ 365760 w 762000"/>
              <a:gd name="csY5" fmla="*/ 0 h 590550"/>
              <a:gd name="csX6" fmla="*/ 0 w 762000"/>
              <a:gd name="csY6" fmla="*/ 0 h 590550"/>
              <a:gd name="csX7" fmla="*/ 657225 w 762000"/>
              <a:gd name="csY7" fmla="*/ 57150 h 590550"/>
              <a:gd name="csX8" fmla="*/ 676275 w 762000"/>
              <a:gd name="csY8" fmla="*/ 76200 h 590550"/>
              <a:gd name="csX9" fmla="*/ 657225 w 762000"/>
              <a:gd name="csY9" fmla="*/ 95250 h 590550"/>
              <a:gd name="csX10" fmla="*/ 638175 w 762000"/>
              <a:gd name="csY10" fmla="*/ 76200 h 590550"/>
              <a:gd name="csX11" fmla="*/ 657225 w 762000"/>
              <a:gd name="csY11" fmla="*/ 57150 h 590550"/>
              <a:gd name="csX12" fmla="*/ 590550 w 762000"/>
              <a:gd name="csY12" fmla="*/ 57150 h 590550"/>
              <a:gd name="csX13" fmla="*/ 609600 w 762000"/>
              <a:gd name="csY13" fmla="*/ 76200 h 590550"/>
              <a:gd name="csX14" fmla="*/ 590550 w 762000"/>
              <a:gd name="csY14" fmla="*/ 95250 h 590550"/>
              <a:gd name="csX15" fmla="*/ 571500 w 762000"/>
              <a:gd name="csY15" fmla="*/ 76200 h 590550"/>
              <a:gd name="csX16" fmla="*/ 590550 w 762000"/>
              <a:gd name="csY16" fmla="*/ 57150 h 590550"/>
              <a:gd name="csX17" fmla="*/ 523875 w 762000"/>
              <a:gd name="csY17" fmla="*/ 57150 h 590550"/>
              <a:gd name="csX18" fmla="*/ 542925 w 762000"/>
              <a:gd name="csY18" fmla="*/ 76200 h 590550"/>
              <a:gd name="csX19" fmla="*/ 523875 w 762000"/>
              <a:gd name="csY19" fmla="*/ 95250 h 590550"/>
              <a:gd name="csX20" fmla="*/ 504825 w 762000"/>
              <a:gd name="csY20" fmla="*/ 76200 h 590550"/>
              <a:gd name="csX21" fmla="*/ 523875 w 762000"/>
              <a:gd name="csY21" fmla="*/ 57150 h 590550"/>
              <a:gd name="csX22" fmla="*/ 704850 w 762000"/>
              <a:gd name="csY22" fmla="*/ 533400 h 590550"/>
              <a:gd name="csX23" fmla="*/ 381000 w 762000"/>
              <a:gd name="csY23" fmla="*/ 533400 h 590550"/>
              <a:gd name="csX24" fmla="*/ 57150 w 762000"/>
              <a:gd name="csY24" fmla="*/ 533400 h 590550"/>
              <a:gd name="csX25" fmla="*/ 57150 w 762000"/>
              <a:gd name="csY25" fmla="*/ 152400 h 590550"/>
              <a:gd name="csX26" fmla="*/ 381000 w 762000"/>
              <a:gd name="csY26" fmla="*/ 152400 h 590550"/>
              <a:gd name="csX27" fmla="*/ 704850 w 762000"/>
              <a:gd name="csY27" fmla="*/ 152400 h 590550"/>
              <a:gd name="csX28" fmla="*/ 704850 w 762000"/>
              <a:gd name="csY28" fmla="*/ 533400 h 5905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62000" h="590550" extrusionOk="0">
                <a:moveTo>
                  <a:pt x="0" y="0"/>
                </a:moveTo>
                <a:cubicBezTo>
                  <a:pt x="54956" y="142574"/>
                  <a:pt x="-69821" y="403786"/>
                  <a:pt x="0" y="590550"/>
                </a:cubicBezTo>
                <a:cubicBezTo>
                  <a:pt x="194394" y="568982"/>
                  <a:pt x="226255" y="615435"/>
                  <a:pt x="396240" y="590550"/>
                </a:cubicBezTo>
                <a:cubicBezTo>
                  <a:pt x="566225" y="565665"/>
                  <a:pt x="603205" y="590783"/>
                  <a:pt x="762000" y="590550"/>
                </a:cubicBezTo>
                <a:cubicBezTo>
                  <a:pt x="703329" y="331245"/>
                  <a:pt x="799085" y="211008"/>
                  <a:pt x="762000" y="0"/>
                </a:cubicBezTo>
                <a:cubicBezTo>
                  <a:pt x="583420" y="39675"/>
                  <a:pt x="488361" y="-13777"/>
                  <a:pt x="365760" y="0"/>
                </a:cubicBezTo>
                <a:cubicBezTo>
                  <a:pt x="243159" y="13777"/>
                  <a:pt x="94700" y="-41376"/>
                  <a:pt x="0" y="0"/>
                </a:cubicBezTo>
                <a:close/>
                <a:moveTo>
                  <a:pt x="657225" y="57150"/>
                </a:moveTo>
                <a:cubicBezTo>
                  <a:pt x="666906" y="56704"/>
                  <a:pt x="673620" y="67121"/>
                  <a:pt x="676275" y="76200"/>
                </a:cubicBezTo>
                <a:cubicBezTo>
                  <a:pt x="677097" y="86270"/>
                  <a:pt x="668165" y="96396"/>
                  <a:pt x="657225" y="95250"/>
                </a:cubicBezTo>
                <a:cubicBezTo>
                  <a:pt x="645421" y="96305"/>
                  <a:pt x="639099" y="86358"/>
                  <a:pt x="638175" y="76200"/>
                </a:cubicBezTo>
                <a:cubicBezTo>
                  <a:pt x="637911" y="68440"/>
                  <a:pt x="647631" y="57525"/>
                  <a:pt x="657225" y="57150"/>
                </a:cubicBezTo>
                <a:close/>
                <a:moveTo>
                  <a:pt x="590550" y="57150"/>
                </a:moveTo>
                <a:cubicBezTo>
                  <a:pt x="601474" y="57483"/>
                  <a:pt x="609552" y="63079"/>
                  <a:pt x="609600" y="76200"/>
                </a:cubicBezTo>
                <a:cubicBezTo>
                  <a:pt x="610227" y="86179"/>
                  <a:pt x="600032" y="94162"/>
                  <a:pt x="590550" y="95250"/>
                </a:cubicBezTo>
                <a:cubicBezTo>
                  <a:pt x="579885" y="95466"/>
                  <a:pt x="571244" y="88201"/>
                  <a:pt x="571500" y="76200"/>
                </a:cubicBezTo>
                <a:cubicBezTo>
                  <a:pt x="573704" y="65483"/>
                  <a:pt x="577284" y="57935"/>
                  <a:pt x="590550" y="57150"/>
                </a:cubicBezTo>
                <a:close/>
                <a:moveTo>
                  <a:pt x="523875" y="57150"/>
                </a:moveTo>
                <a:cubicBezTo>
                  <a:pt x="535051" y="58906"/>
                  <a:pt x="541614" y="64885"/>
                  <a:pt x="542925" y="76200"/>
                </a:cubicBezTo>
                <a:cubicBezTo>
                  <a:pt x="542533" y="85734"/>
                  <a:pt x="536489" y="96561"/>
                  <a:pt x="523875" y="95250"/>
                </a:cubicBezTo>
                <a:cubicBezTo>
                  <a:pt x="514658" y="98131"/>
                  <a:pt x="504610" y="87013"/>
                  <a:pt x="504825" y="76200"/>
                </a:cubicBezTo>
                <a:cubicBezTo>
                  <a:pt x="506542" y="65159"/>
                  <a:pt x="513487" y="56265"/>
                  <a:pt x="523875" y="57150"/>
                </a:cubicBezTo>
                <a:close/>
                <a:moveTo>
                  <a:pt x="704850" y="533400"/>
                </a:moveTo>
                <a:cubicBezTo>
                  <a:pt x="629916" y="554602"/>
                  <a:pt x="474105" y="511107"/>
                  <a:pt x="381000" y="533400"/>
                </a:cubicBezTo>
                <a:cubicBezTo>
                  <a:pt x="287895" y="555693"/>
                  <a:pt x="197674" y="530326"/>
                  <a:pt x="57150" y="533400"/>
                </a:cubicBezTo>
                <a:cubicBezTo>
                  <a:pt x="51525" y="444891"/>
                  <a:pt x="83651" y="258296"/>
                  <a:pt x="57150" y="152400"/>
                </a:cubicBezTo>
                <a:cubicBezTo>
                  <a:pt x="181146" y="122155"/>
                  <a:pt x="307086" y="167604"/>
                  <a:pt x="381000" y="152400"/>
                </a:cubicBezTo>
                <a:cubicBezTo>
                  <a:pt x="454914" y="137196"/>
                  <a:pt x="624785" y="175302"/>
                  <a:pt x="704850" y="152400"/>
                </a:cubicBezTo>
                <a:cubicBezTo>
                  <a:pt x="711036" y="301923"/>
                  <a:pt x="686241" y="356416"/>
                  <a:pt x="704850" y="533400"/>
                </a:cubicBezTo>
                <a:close/>
              </a:path>
            </a:pathLst>
          </a:custGeom>
          <a:noFill/>
          <a:ln w="22225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2506668300">
                  <a:custGeom>
                    <a:avLst/>
                    <a:gdLst>
                      <a:gd name="connsiteX0" fmla="*/ 0 w 762000"/>
                      <a:gd name="connsiteY0" fmla="*/ 0 h 590550"/>
                      <a:gd name="connsiteX1" fmla="*/ 0 w 762000"/>
                      <a:gd name="connsiteY1" fmla="*/ 590550 h 590550"/>
                      <a:gd name="connsiteX2" fmla="*/ 762000 w 762000"/>
                      <a:gd name="connsiteY2" fmla="*/ 590550 h 590550"/>
                      <a:gd name="connsiteX3" fmla="*/ 762000 w 762000"/>
                      <a:gd name="connsiteY3" fmla="*/ 0 h 590550"/>
                      <a:gd name="connsiteX4" fmla="*/ 0 w 762000"/>
                      <a:gd name="connsiteY4" fmla="*/ 0 h 590550"/>
                      <a:gd name="connsiteX5" fmla="*/ 657225 w 762000"/>
                      <a:gd name="connsiteY5" fmla="*/ 57150 h 590550"/>
                      <a:gd name="connsiteX6" fmla="*/ 676275 w 762000"/>
                      <a:gd name="connsiteY6" fmla="*/ 76200 h 590550"/>
                      <a:gd name="connsiteX7" fmla="*/ 657225 w 762000"/>
                      <a:gd name="connsiteY7" fmla="*/ 95250 h 590550"/>
                      <a:gd name="connsiteX8" fmla="*/ 638175 w 762000"/>
                      <a:gd name="connsiteY8" fmla="*/ 76200 h 590550"/>
                      <a:gd name="connsiteX9" fmla="*/ 657225 w 762000"/>
                      <a:gd name="connsiteY9" fmla="*/ 57150 h 590550"/>
                      <a:gd name="connsiteX10" fmla="*/ 590550 w 762000"/>
                      <a:gd name="connsiteY10" fmla="*/ 57150 h 590550"/>
                      <a:gd name="connsiteX11" fmla="*/ 609600 w 762000"/>
                      <a:gd name="connsiteY11" fmla="*/ 76200 h 590550"/>
                      <a:gd name="connsiteX12" fmla="*/ 590550 w 762000"/>
                      <a:gd name="connsiteY12" fmla="*/ 95250 h 590550"/>
                      <a:gd name="connsiteX13" fmla="*/ 571500 w 762000"/>
                      <a:gd name="connsiteY13" fmla="*/ 76200 h 590550"/>
                      <a:gd name="connsiteX14" fmla="*/ 590550 w 762000"/>
                      <a:gd name="connsiteY14" fmla="*/ 57150 h 590550"/>
                      <a:gd name="connsiteX15" fmla="*/ 523875 w 762000"/>
                      <a:gd name="connsiteY15" fmla="*/ 57150 h 590550"/>
                      <a:gd name="connsiteX16" fmla="*/ 542925 w 762000"/>
                      <a:gd name="connsiteY16" fmla="*/ 76200 h 590550"/>
                      <a:gd name="connsiteX17" fmla="*/ 523875 w 762000"/>
                      <a:gd name="connsiteY17" fmla="*/ 95250 h 590550"/>
                      <a:gd name="connsiteX18" fmla="*/ 504825 w 762000"/>
                      <a:gd name="connsiteY18" fmla="*/ 76200 h 590550"/>
                      <a:gd name="connsiteX19" fmla="*/ 523875 w 762000"/>
                      <a:gd name="connsiteY19" fmla="*/ 57150 h 590550"/>
                      <a:gd name="connsiteX20" fmla="*/ 704850 w 762000"/>
                      <a:gd name="connsiteY20" fmla="*/ 533400 h 590550"/>
                      <a:gd name="connsiteX21" fmla="*/ 57150 w 762000"/>
                      <a:gd name="connsiteY21" fmla="*/ 533400 h 590550"/>
                      <a:gd name="connsiteX22" fmla="*/ 57150 w 762000"/>
                      <a:gd name="connsiteY22" fmla="*/ 152400 h 590550"/>
                      <a:gd name="connsiteX23" fmla="*/ 704850 w 762000"/>
                      <a:gd name="connsiteY23" fmla="*/ 152400 h 590550"/>
                      <a:gd name="connsiteX24" fmla="*/ 704850 w 762000"/>
                      <a:gd name="connsiteY24" fmla="*/ 533400 h 590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</a:cxnLst>
                    <a:rect l="l" t="t" r="r" b="b"/>
                    <a:pathLst>
                      <a:path w="762000" h="590550">
                        <a:moveTo>
                          <a:pt x="0" y="0"/>
                        </a:moveTo>
                        <a:lnTo>
                          <a:pt x="0" y="590550"/>
                        </a:lnTo>
                        <a:lnTo>
                          <a:pt x="762000" y="590550"/>
                        </a:lnTo>
                        <a:lnTo>
                          <a:pt x="762000" y="0"/>
                        </a:lnTo>
                        <a:lnTo>
                          <a:pt x="0" y="0"/>
                        </a:lnTo>
                        <a:close/>
                        <a:moveTo>
                          <a:pt x="657225" y="57150"/>
                        </a:moveTo>
                        <a:cubicBezTo>
                          <a:pt x="667703" y="57150"/>
                          <a:pt x="676275" y="65723"/>
                          <a:pt x="676275" y="76200"/>
                        </a:cubicBezTo>
                        <a:cubicBezTo>
                          <a:pt x="676275" y="86678"/>
                          <a:pt x="667703" y="95250"/>
                          <a:pt x="657225" y="95250"/>
                        </a:cubicBezTo>
                        <a:cubicBezTo>
                          <a:pt x="646748" y="95250"/>
                          <a:pt x="638175" y="86678"/>
                          <a:pt x="638175" y="76200"/>
                        </a:cubicBezTo>
                        <a:cubicBezTo>
                          <a:pt x="638175" y="65723"/>
                          <a:pt x="646748" y="57150"/>
                          <a:pt x="657225" y="57150"/>
                        </a:cubicBezTo>
                        <a:close/>
                        <a:moveTo>
                          <a:pt x="590550" y="57150"/>
                        </a:moveTo>
                        <a:cubicBezTo>
                          <a:pt x="601028" y="57150"/>
                          <a:pt x="609600" y="65723"/>
                          <a:pt x="609600" y="76200"/>
                        </a:cubicBezTo>
                        <a:cubicBezTo>
                          <a:pt x="609600" y="86678"/>
                          <a:pt x="601028" y="95250"/>
                          <a:pt x="590550" y="95250"/>
                        </a:cubicBezTo>
                        <a:cubicBezTo>
                          <a:pt x="580073" y="95250"/>
                          <a:pt x="571500" y="86678"/>
                          <a:pt x="571500" y="76200"/>
                        </a:cubicBezTo>
                        <a:cubicBezTo>
                          <a:pt x="571500" y="65723"/>
                          <a:pt x="580073" y="57150"/>
                          <a:pt x="590550" y="57150"/>
                        </a:cubicBezTo>
                        <a:close/>
                        <a:moveTo>
                          <a:pt x="523875" y="57150"/>
                        </a:moveTo>
                        <a:cubicBezTo>
                          <a:pt x="534353" y="57150"/>
                          <a:pt x="542925" y="65723"/>
                          <a:pt x="542925" y="76200"/>
                        </a:cubicBezTo>
                        <a:cubicBezTo>
                          <a:pt x="542925" y="86678"/>
                          <a:pt x="534353" y="95250"/>
                          <a:pt x="523875" y="95250"/>
                        </a:cubicBezTo>
                        <a:cubicBezTo>
                          <a:pt x="513398" y="95250"/>
                          <a:pt x="504825" y="86678"/>
                          <a:pt x="504825" y="76200"/>
                        </a:cubicBezTo>
                        <a:cubicBezTo>
                          <a:pt x="504825" y="65723"/>
                          <a:pt x="513398" y="57150"/>
                          <a:pt x="523875" y="57150"/>
                        </a:cubicBezTo>
                        <a:close/>
                        <a:moveTo>
                          <a:pt x="704850" y="533400"/>
                        </a:moveTo>
                        <a:lnTo>
                          <a:pt x="57150" y="533400"/>
                        </a:lnTo>
                        <a:lnTo>
                          <a:pt x="57150" y="152400"/>
                        </a:lnTo>
                        <a:lnTo>
                          <a:pt x="704850" y="152400"/>
                        </a:lnTo>
                        <a:lnTo>
                          <a:pt x="704850" y="5334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 53"/>
          <p:cNvSpPr/>
          <p:nvPr/>
        </p:nvSpPr>
        <p:spPr>
          <a:xfrm>
            <a:off x="1490662" y="3580663"/>
            <a:ext cx="135254" cy="217170"/>
          </a:xfrm>
          <a:custGeom>
            <a:avLst/>
            <a:gdLst>
              <a:gd name="csX0" fmla="*/ 26670 w 135254"/>
              <a:gd name="csY0" fmla="*/ 217170 h 217170"/>
              <a:gd name="csX1" fmla="*/ 0 w 135254"/>
              <a:gd name="csY1" fmla="*/ 190500 h 217170"/>
              <a:gd name="csX2" fmla="*/ 81915 w 135254"/>
              <a:gd name="csY2" fmla="*/ 108585 h 217170"/>
              <a:gd name="csX3" fmla="*/ 0 w 135254"/>
              <a:gd name="csY3" fmla="*/ 26670 h 217170"/>
              <a:gd name="csX4" fmla="*/ 26670 w 135254"/>
              <a:gd name="csY4" fmla="*/ 0 h 217170"/>
              <a:gd name="csX5" fmla="*/ 135255 w 135254"/>
              <a:gd name="csY5" fmla="*/ 108585 h 217170"/>
              <a:gd name="csX6" fmla="*/ 26670 w 135254"/>
              <a:gd name="csY6" fmla="*/ 217170 h 2171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5254" h="217170" extrusionOk="0">
                <a:moveTo>
                  <a:pt x="26670" y="217170"/>
                </a:moveTo>
                <a:cubicBezTo>
                  <a:pt x="11369" y="207205"/>
                  <a:pt x="12283" y="198282"/>
                  <a:pt x="0" y="190500"/>
                </a:cubicBezTo>
                <a:cubicBezTo>
                  <a:pt x="14973" y="172072"/>
                  <a:pt x="47366" y="143737"/>
                  <a:pt x="81915" y="108585"/>
                </a:cubicBezTo>
                <a:cubicBezTo>
                  <a:pt x="46422" y="75570"/>
                  <a:pt x="31297" y="48786"/>
                  <a:pt x="0" y="26670"/>
                </a:cubicBezTo>
                <a:cubicBezTo>
                  <a:pt x="7593" y="18382"/>
                  <a:pt x="17151" y="13116"/>
                  <a:pt x="26670" y="0"/>
                </a:cubicBezTo>
                <a:cubicBezTo>
                  <a:pt x="69410" y="31114"/>
                  <a:pt x="87852" y="71307"/>
                  <a:pt x="135255" y="108585"/>
                </a:cubicBezTo>
                <a:cubicBezTo>
                  <a:pt x="109352" y="150152"/>
                  <a:pt x="72936" y="163840"/>
                  <a:pt x="26670" y="21717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26670 w 135254"/>
                      <a:gd name="connsiteY0" fmla="*/ 217170 h 217170"/>
                      <a:gd name="connsiteX1" fmla="*/ 0 w 135254"/>
                      <a:gd name="connsiteY1" fmla="*/ 190500 h 217170"/>
                      <a:gd name="connsiteX2" fmla="*/ 81915 w 135254"/>
                      <a:gd name="connsiteY2" fmla="*/ 108585 h 217170"/>
                      <a:gd name="connsiteX3" fmla="*/ 0 w 135254"/>
                      <a:gd name="connsiteY3" fmla="*/ 26670 h 217170"/>
                      <a:gd name="connsiteX4" fmla="*/ 26670 w 135254"/>
                      <a:gd name="connsiteY4" fmla="*/ 0 h 217170"/>
                      <a:gd name="connsiteX5" fmla="*/ 135255 w 135254"/>
                      <a:gd name="connsiteY5" fmla="*/ 108585 h 2171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135254" h="217170">
                        <a:moveTo>
                          <a:pt x="26670" y="217170"/>
                        </a:moveTo>
                        <a:lnTo>
                          <a:pt x="0" y="190500"/>
                        </a:lnTo>
                        <a:lnTo>
                          <a:pt x="81915" y="108585"/>
                        </a:lnTo>
                        <a:lnTo>
                          <a:pt x="0" y="26670"/>
                        </a:lnTo>
                        <a:lnTo>
                          <a:pt x="26670" y="0"/>
                        </a:lnTo>
                        <a:lnTo>
                          <a:pt x="135255" y="108585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3" name="Freeform 55"/>
          <p:cNvSpPr/>
          <p:nvPr/>
        </p:nvSpPr>
        <p:spPr>
          <a:xfrm>
            <a:off x="1642110" y="3760686"/>
            <a:ext cx="152400" cy="38100"/>
          </a:xfrm>
          <a:custGeom>
            <a:avLst/>
            <a:gdLst>
              <a:gd name="csX0" fmla="*/ 0 w 152400"/>
              <a:gd name="csY0" fmla="*/ 0 h 38100"/>
              <a:gd name="csX1" fmla="*/ 152400 w 152400"/>
              <a:gd name="csY1" fmla="*/ 0 h 38100"/>
              <a:gd name="csX2" fmla="*/ 152400 w 152400"/>
              <a:gd name="csY2" fmla="*/ 38100 h 38100"/>
              <a:gd name="csX3" fmla="*/ 0 w 152400"/>
              <a:gd name="csY3" fmla="*/ 38100 h 38100"/>
              <a:gd name="csX4" fmla="*/ 0 w 152400"/>
              <a:gd name="csY4" fmla="*/ 0 h 38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52400" h="38100" extrusionOk="0">
                <a:moveTo>
                  <a:pt x="0" y="0"/>
                </a:moveTo>
                <a:cubicBezTo>
                  <a:pt x="71416" y="-7638"/>
                  <a:pt x="119603" y="1413"/>
                  <a:pt x="152400" y="0"/>
                </a:cubicBezTo>
                <a:cubicBezTo>
                  <a:pt x="156950" y="15884"/>
                  <a:pt x="150574" y="24756"/>
                  <a:pt x="152400" y="38100"/>
                </a:cubicBezTo>
                <a:cubicBezTo>
                  <a:pt x="80746" y="54922"/>
                  <a:pt x="71330" y="29548"/>
                  <a:pt x="0" y="38100"/>
                </a:cubicBezTo>
                <a:cubicBezTo>
                  <a:pt x="-1466" y="24275"/>
                  <a:pt x="1120" y="9537"/>
                  <a:pt x="0" y="0"/>
                </a:cubicBezTo>
                <a:close/>
              </a:path>
            </a:pathLst>
          </a:custGeom>
          <a:noFill/>
          <a:ln w="19050" cap="flat">
            <a:solidFill>
              <a:srgbClr val="1F3A5F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1078293354">
                  <a:custGeom>
                    <a:avLst/>
                    <a:gdLst>
                      <a:gd name="connsiteX0" fmla="*/ 0 w 152400"/>
                      <a:gd name="connsiteY0" fmla="*/ 0 h 38100"/>
                      <a:gd name="connsiteX1" fmla="*/ 152400 w 152400"/>
                      <a:gd name="connsiteY1" fmla="*/ 0 h 38100"/>
                      <a:gd name="connsiteX2" fmla="*/ 152400 w 152400"/>
                      <a:gd name="connsiteY2" fmla="*/ 38100 h 38100"/>
                      <a:gd name="connsiteX3" fmla="*/ 0 w 152400"/>
                      <a:gd name="connsiteY3" fmla="*/ 38100 h 381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52400" h="38100">
                        <a:moveTo>
                          <a:pt x="0" y="0"/>
                        </a:moveTo>
                        <a:lnTo>
                          <a:pt x="152400" y="0"/>
                        </a:lnTo>
                        <a:lnTo>
                          <a:pt x="152400" y="38100"/>
                        </a:lnTo>
                        <a:lnTo>
                          <a:pt x="0" y="38100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4" name="Node label"/>
          <p:cNvSpPr txBox="1"/>
          <p:nvPr/>
        </p:nvSpPr>
        <p:spPr>
          <a:xfrm>
            <a:off x="868680" y="41605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Trip Request</a:t>
            </a:r>
          </a:p>
        </p:txBody>
      </p:sp>
      <p:cxnSp>
        <p:nvCxnSpPr>
          <p:cNvPr id="105" name="Left-App"/>
          <p:cNvCxnSpPr/>
          <p:nvPr/>
        </p:nvCxnSpPr>
        <p:spPr>
          <a:xfrm>
            <a:off x="2331720" y="3655911"/>
            <a:ext cx="2437190" cy="0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06" name="Left label"/>
          <p:cNvSpPr txBox="1"/>
          <p:nvPr/>
        </p:nvSpPr>
        <p:spPr>
          <a:xfrm>
            <a:off x="2423160" y="3152991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"Plan me a 3-day trip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 Glacier, Sept 14-16"</a:t>
            </a:r>
          </a:p>
        </p:txBody>
      </p:sp>
      <p:sp>
        <p:nvSpPr>
          <p:cNvPr id="107" name="Rectangle 69"/>
          <p:cNvSpPr/>
          <p:nvPr/>
        </p:nvSpPr>
        <p:spPr>
          <a:xfrm>
            <a:off x="4878638" y="2472202"/>
            <a:ext cx="2367419" cy="2367419"/>
          </a:xfrm>
          <a:custGeom>
            <a:avLst/>
            <a:gdLst>
              <a:gd name="csX0" fmla="*/ 0 w 2367419"/>
              <a:gd name="csY0" fmla="*/ 0 h 2367419"/>
              <a:gd name="csX1" fmla="*/ 568181 w 2367419"/>
              <a:gd name="csY1" fmla="*/ 0 h 2367419"/>
              <a:gd name="csX2" fmla="*/ 1089013 w 2367419"/>
              <a:gd name="csY2" fmla="*/ 0 h 2367419"/>
              <a:gd name="csX3" fmla="*/ 1728216 w 2367419"/>
              <a:gd name="csY3" fmla="*/ 0 h 2367419"/>
              <a:gd name="csX4" fmla="*/ 2367419 w 2367419"/>
              <a:gd name="csY4" fmla="*/ 0 h 2367419"/>
              <a:gd name="csX5" fmla="*/ 2367419 w 2367419"/>
              <a:gd name="csY5" fmla="*/ 568181 h 2367419"/>
              <a:gd name="csX6" fmla="*/ 2367419 w 2367419"/>
              <a:gd name="csY6" fmla="*/ 1112687 h 2367419"/>
              <a:gd name="csX7" fmla="*/ 2367419 w 2367419"/>
              <a:gd name="csY7" fmla="*/ 1704542 h 2367419"/>
              <a:gd name="csX8" fmla="*/ 2367419 w 2367419"/>
              <a:gd name="csY8" fmla="*/ 2367419 h 2367419"/>
              <a:gd name="csX9" fmla="*/ 1822913 w 2367419"/>
              <a:gd name="csY9" fmla="*/ 2367419 h 2367419"/>
              <a:gd name="csX10" fmla="*/ 1231058 w 2367419"/>
              <a:gd name="csY10" fmla="*/ 2367419 h 2367419"/>
              <a:gd name="csX11" fmla="*/ 639203 w 2367419"/>
              <a:gd name="csY11" fmla="*/ 2367419 h 2367419"/>
              <a:gd name="csX12" fmla="*/ 0 w 2367419"/>
              <a:gd name="csY12" fmla="*/ 2367419 h 2367419"/>
              <a:gd name="csX13" fmla="*/ 0 w 2367419"/>
              <a:gd name="csY13" fmla="*/ 1728216 h 2367419"/>
              <a:gd name="csX14" fmla="*/ 0 w 2367419"/>
              <a:gd name="csY14" fmla="*/ 1089013 h 2367419"/>
              <a:gd name="csX15" fmla="*/ 0 w 2367419"/>
              <a:gd name="csY15" fmla="*/ 0 h 23674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2367419" h="2367419" extrusionOk="0">
                <a:moveTo>
                  <a:pt x="0" y="0"/>
                </a:moveTo>
                <a:cubicBezTo>
                  <a:pt x="129485" y="-60502"/>
                  <a:pt x="327484" y="13711"/>
                  <a:pt x="568181" y="0"/>
                </a:cubicBezTo>
                <a:cubicBezTo>
                  <a:pt x="808878" y="-13711"/>
                  <a:pt x="898599" y="9989"/>
                  <a:pt x="1089013" y="0"/>
                </a:cubicBezTo>
                <a:cubicBezTo>
                  <a:pt x="1279427" y="-9989"/>
                  <a:pt x="1480529" y="25447"/>
                  <a:pt x="1728216" y="0"/>
                </a:cubicBezTo>
                <a:cubicBezTo>
                  <a:pt x="1975903" y="-25447"/>
                  <a:pt x="2201235" y="27907"/>
                  <a:pt x="2367419" y="0"/>
                </a:cubicBezTo>
                <a:cubicBezTo>
                  <a:pt x="2373882" y="122999"/>
                  <a:pt x="2363472" y="365613"/>
                  <a:pt x="2367419" y="568181"/>
                </a:cubicBezTo>
                <a:cubicBezTo>
                  <a:pt x="2371366" y="770749"/>
                  <a:pt x="2342050" y="955673"/>
                  <a:pt x="2367419" y="1112687"/>
                </a:cubicBezTo>
                <a:cubicBezTo>
                  <a:pt x="2392788" y="1269701"/>
                  <a:pt x="2361771" y="1562281"/>
                  <a:pt x="2367419" y="1704542"/>
                </a:cubicBezTo>
                <a:cubicBezTo>
                  <a:pt x="2373067" y="1846803"/>
                  <a:pt x="2341053" y="2044663"/>
                  <a:pt x="2367419" y="2367419"/>
                </a:cubicBezTo>
                <a:cubicBezTo>
                  <a:pt x="2102587" y="2430501"/>
                  <a:pt x="2059831" y="2346030"/>
                  <a:pt x="1822913" y="2367419"/>
                </a:cubicBezTo>
                <a:cubicBezTo>
                  <a:pt x="1585995" y="2388808"/>
                  <a:pt x="1365772" y="2335187"/>
                  <a:pt x="1231058" y="2367419"/>
                </a:cubicBezTo>
                <a:cubicBezTo>
                  <a:pt x="1096345" y="2399651"/>
                  <a:pt x="821682" y="2336477"/>
                  <a:pt x="639203" y="2367419"/>
                </a:cubicBezTo>
                <a:cubicBezTo>
                  <a:pt x="456725" y="2398361"/>
                  <a:pt x="163212" y="2361921"/>
                  <a:pt x="0" y="2367419"/>
                </a:cubicBezTo>
                <a:cubicBezTo>
                  <a:pt x="-995" y="2123461"/>
                  <a:pt x="7061" y="1936936"/>
                  <a:pt x="0" y="1728216"/>
                </a:cubicBezTo>
                <a:cubicBezTo>
                  <a:pt x="-7061" y="1519496"/>
                  <a:pt x="41287" y="1302925"/>
                  <a:pt x="0" y="1089013"/>
                </a:cubicBezTo>
                <a:cubicBezTo>
                  <a:pt x="-41287" y="875101"/>
                  <a:pt x="47252" y="415155"/>
                  <a:pt x="0" y="0"/>
                </a:cubicBezTo>
                <a:close/>
              </a:path>
            </a:pathLst>
          </a:custGeom>
          <a:noFill/>
          <a:ln w="22225">
            <a:solidFill>
              <a:srgbClr val="1F3A5F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Graphic 2" descr="Single gear outline"/>
          <p:cNvGrpSpPr/>
          <p:nvPr/>
        </p:nvGrpSpPr>
        <p:grpSpPr>
          <a:xfrm>
            <a:off x="5738021" y="2728234"/>
            <a:ext cx="648652" cy="647861"/>
            <a:chOff x="5772150" y="3332061"/>
            <a:chExt cx="648652" cy="647861"/>
          </a:xfrm>
          <a:noFill/>
        </p:grpSpPr>
        <p:sp>
          <p:nvSpPr>
            <p:cNvPr id="109" name="Freeform 5"/>
            <p:cNvSpPr/>
            <p:nvPr/>
          </p:nvSpPr>
          <p:spPr>
            <a:xfrm>
              <a:off x="5772150" y="3332061"/>
              <a:ext cx="648652" cy="647861"/>
            </a:xfrm>
            <a:custGeom>
              <a:avLst/>
              <a:gdLst>
                <a:gd name="csX0" fmla="*/ 91440 w 648652"/>
                <a:gd name="csY0" fmla="*/ 454504 h 647861"/>
                <a:gd name="csX1" fmla="*/ 67628 w 648652"/>
                <a:gd name="csY1" fmla="*/ 525942 h 647861"/>
                <a:gd name="csX2" fmla="*/ 121920 w 648652"/>
                <a:gd name="csY2" fmla="*/ 580234 h 647861"/>
                <a:gd name="csX3" fmla="*/ 193358 w 648652"/>
                <a:gd name="csY3" fmla="*/ 556422 h 647861"/>
                <a:gd name="csX4" fmla="*/ 253365 w 648652"/>
                <a:gd name="csY4" fmla="*/ 581187 h 647861"/>
                <a:gd name="csX5" fmla="*/ 286703 w 648652"/>
                <a:gd name="csY5" fmla="*/ 647862 h 647861"/>
                <a:gd name="csX6" fmla="*/ 362903 w 648652"/>
                <a:gd name="csY6" fmla="*/ 647862 h 647861"/>
                <a:gd name="csX7" fmla="*/ 396240 w 648652"/>
                <a:gd name="csY7" fmla="*/ 581187 h 647861"/>
                <a:gd name="csX8" fmla="*/ 455295 w 648652"/>
                <a:gd name="csY8" fmla="*/ 556422 h 647861"/>
                <a:gd name="csX9" fmla="*/ 526733 w 648652"/>
                <a:gd name="csY9" fmla="*/ 580234 h 647861"/>
                <a:gd name="csX10" fmla="*/ 581025 w 648652"/>
                <a:gd name="csY10" fmla="*/ 525942 h 647861"/>
                <a:gd name="csX11" fmla="*/ 557213 w 648652"/>
                <a:gd name="csY11" fmla="*/ 454504 h 647861"/>
                <a:gd name="csX12" fmla="*/ 581978 w 648652"/>
                <a:gd name="csY12" fmla="*/ 394497 h 647861"/>
                <a:gd name="csX13" fmla="*/ 648653 w 648652"/>
                <a:gd name="csY13" fmla="*/ 361159 h 647861"/>
                <a:gd name="csX14" fmla="*/ 648653 w 648652"/>
                <a:gd name="csY14" fmla="*/ 284959 h 647861"/>
                <a:gd name="csX15" fmla="*/ 581025 w 648652"/>
                <a:gd name="csY15" fmla="*/ 252574 h 647861"/>
                <a:gd name="csX16" fmla="*/ 556260 w 648652"/>
                <a:gd name="csY16" fmla="*/ 193519 h 647861"/>
                <a:gd name="csX17" fmla="*/ 580073 w 648652"/>
                <a:gd name="csY17" fmla="*/ 122082 h 647861"/>
                <a:gd name="csX18" fmla="*/ 525780 w 648652"/>
                <a:gd name="csY18" fmla="*/ 67789 h 647861"/>
                <a:gd name="csX19" fmla="*/ 454343 w 648652"/>
                <a:gd name="csY19" fmla="*/ 91602 h 647861"/>
                <a:gd name="csX20" fmla="*/ 394335 w 648652"/>
                <a:gd name="csY20" fmla="*/ 66837 h 647861"/>
                <a:gd name="csX21" fmla="*/ 361950 w 648652"/>
                <a:gd name="csY21" fmla="*/ 0 h 647861"/>
                <a:gd name="csX22" fmla="*/ 285750 w 648652"/>
                <a:gd name="csY22" fmla="*/ 0 h 647861"/>
                <a:gd name="csX23" fmla="*/ 252413 w 648652"/>
                <a:gd name="csY23" fmla="*/ 66675 h 647861"/>
                <a:gd name="csX24" fmla="*/ 193358 w 648652"/>
                <a:gd name="csY24" fmla="*/ 91440 h 647861"/>
                <a:gd name="csX25" fmla="*/ 121920 w 648652"/>
                <a:gd name="csY25" fmla="*/ 67628 h 647861"/>
                <a:gd name="csX26" fmla="*/ 67628 w 648652"/>
                <a:gd name="csY26" fmla="*/ 121920 h 647861"/>
                <a:gd name="csX27" fmla="*/ 91440 w 648652"/>
                <a:gd name="csY27" fmla="*/ 193358 h 647861"/>
                <a:gd name="csX28" fmla="*/ 66675 w 648652"/>
                <a:gd name="csY28" fmla="*/ 253365 h 647861"/>
                <a:gd name="csX29" fmla="*/ 0 w 648652"/>
                <a:gd name="csY29" fmla="*/ 285750 h 647861"/>
                <a:gd name="csX30" fmla="*/ 0 w 648652"/>
                <a:gd name="csY30" fmla="*/ 361950 h 647861"/>
                <a:gd name="csX31" fmla="*/ 66675 w 648652"/>
                <a:gd name="csY31" fmla="*/ 395288 h 647861"/>
                <a:gd name="csX32" fmla="*/ 91440 w 648652"/>
                <a:gd name="csY32" fmla="*/ 454504 h 647861"/>
                <a:gd name="csX33" fmla="*/ 19050 w 648652"/>
                <a:gd name="csY33" fmla="*/ 297790 h 647861"/>
                <a:gd name="csX34" fmla="*/ 75000 w 648652"/>
                <a:gd name="csY34" fmla="*/ 270605 h 647861"/>
                <a:gd name="csX35" fmla="*/ 82782 w 648652"/>
                <a:gd name="csY35" fmla="*/ 266795 h 647861"/>
                <a:gd name="csX36" fmla="*/ 85058 w 648652"/>
                <a:gd name="csY36" fmla="*/ 258451 h 647861"/>
                <a:gd name="csX37" fmla="*/ 108137 w 648652"/>
                <a:gd name="csY37" fmla="*/ 202587 h 647861"/>
                <a:gd name="csX38" fmla="*/ 112147 w 648652"/>
                <a:gd name="csY38" fmla="*/ 195291 h 647861"/>
                <a:gd name="csX39" fmla="*/ 109518 w 648652"/>
                <a:gd name="csY39" fmla="*/ 187385 h 647861"/>
                <a:gd name="csX40" fmla="*/ 89421 w 648652"/>
                <a:gd name="csY40" fmla="*/ 127102 h 647861"/>
                <a:gd name="csX41" fmla="*/ 127073 w 648652"/>
                <a:gd name="csY41" fmla="*/ 89440 h 647861"/>
                <a:gd name="csX42" fmla="*/ 187338 w 648652"/>
                <a:gd name="csY42" fmla="*/ 109538 h 647861"/>
                <a:gd name="csX43" fmla="*/ 195482 w 648652"/>
                <a:gd name="csY43" fmla="*/ 112252 h 647861"/>
                <a:gd name="csX44" fmla="*/ 202911 w 648652"/>
                <a:gd name="csY44" fmla="*/ 107947 h 647861"/>
                <a:gd name="csX45" fmla="*/ 257432 w 648652"/>
                <a:gd name="csY45" fmla="*/ 85087 h 647861"/>
                <a:gd name="csX46" fmla="*/ 265652 w 648652"/>
                <a:gd name="csY46" fmla="*/ 82848 h 647861"/>
                <a:gd name="csX47" fmla="*/ 269462 w 648652"/>
                <a:gd name="csY47" fmla="*/ 75228 h 647861"/>
                <a:gd name="csX48" fmla="*/ 297542 w 648652"/>
                <a:gd name="csY48" fmla="*/ 19050 h 647861"/>
                <a:gd name="csX49" fmla="*/ 350044 w 648652"/>
                <a:gd name="csY49" fmla="*/ 19050 h 647861"/>
                <a:gd name="csX50" fmla="*/ 377190 w 648652"/>
                <a:gd name="csY50" fmla="*/ 75057 h 647861"/>
                <a:gd name="csX51" fmla="*/ 381000 w 648652"/>
                <a:gd name="csY51" fmla="*/ 82829 h 647861"/>
                <a:gd name="csX52" fmla="*/ 389344 w 648652"/>
                <a:gd name="csY52" fmla="*/ 85106 h 647861"/>
                <a:gd name="csX53" fmla="*/ 445189 w 648652"/>
                <a:gd name="csY53" fmla="*/ 108194 h 647861"/>
                <a:gd name="csX54" fmla="*/ 452495 w 648652"/>
                <a:gd name="csY54" fmla="*/ 112214 h 647861"/>
                <a:gd name="csX55" fmla="*/ 460400 w 648652"/>
                <a:gd name="csY55" fmla="*/ 109576 h 647861"/>
                <a:gd name="csX56" fmla="*/ 520665 w 648652"/>
                <a:gd name="csY56" fmla="*/ 89478 h 647861"/>
                <a:gd name="csX57" fmla="*/ 558317 w 648652"/>
                <a:gd name="csY57" fmla="*/ 127140 h 647861"/>
                <a:gd name="csX58" fmla="*/ 538220 w 648652"/>
                <a:gd name="csY58" fmla="*/ 187423 h 647861"/>
                <a:gd name="csX59" fmla="*/ 535505 w 648652"/>
                <a:gd name="csY59" fmla="*/ 195567 h 647861"/>
                <a:gd name="csX60" fmla="*/ 539810 w 648652"/>
                <a:gd name="csY60" fmla="*/ 202987 h 647861"/>
                <a:gd name="csX61" fmla="*/ 562670 w 648652"/>
                <a:gd name="csY61" fmla="*/ 257527 h 647861"/>
                <a:gd name="csX62" fmla="*/ 564966 w 648652"/>
                <a:gd name="csY62" fmla="*/ 265938 h 647861"/>
                <a:gd name="csX63" fmla="*/ 572824 w 648652"/>
                <a:gd name="csY63" fmla="*/ 269700 h 647861"/>
                <a:gd name="csX64" fmla="*/ 629603 w 648652"/>
                <a:gd name="csY64" fmla="*/ 296913 h 647861"/>
                <a:gd name="csX65" fmla="*/ 629603 w 648652"/>
                <a:gd name="csY65" fmla="*/ 349367 h 647861"/>
                <a:gd name="csX66" fmla="*/ 573453 w 648652"/>
                <a:gd name="csY66" fmla="*/ 377447 h 647861"/>
                <a:gd name="csX67" fmla="*/ 565833 w 648652"/>
                <a:gd name="csY67" fmla="*/ 381257 h 647861"/>
                <a:gd name="csX68" fmla="*/ 563594 w 648652"/>
                <a:gd name="csY68" fmla="*/ 389468 h 647861"/>
                <a:gd name="csX69" fmla="*/ 540515 w 648652"/>
                <a:gd name="csY69" fmla="*/ 445332 h 647861"/>
                <a:gd name="csX70" fmla="*/ 536505 w 648652"/>
                <a:gd name="csY70" fmla="*/ 452628 h 647861"/>
                <a:gd name="csX71" fmla="*/ 539134 w 648652"/>
                <a:gd name="csY71" fmla="*/ 460534 h 647861"/>
                <a:gd name="csX72" fmla="*/ 559232 w 648652"/>
                <a:gd name="csY72" fmla="*/ 520817 h 647861"/>
                <a:gd name="csX73" fmla="*/ 521580 w 648652"/>
                <a:gd name="csY73" fmla="*/ 558479 h 647861"/>
                <a:gd name="csX74" fmla="*/ 461315 w 648652"/>
                <a:gd name="csY74" fmla="*/ 538382 h 647861"/>
                <a:gd name="csX75" fmla="*/ 453171 w 648652"/>
                <a:gd name="csY75" fmla="*/ 535667 h 647861"/>
                <a:gd name="csX76" fmla="*/ 445741 w 648652"/>
                <a:gd name="csY76" fmla="*/ 539972 h 647861"/>
                <a:gd name="csX77" fmla="*/ 391211 w 648652"/>
                <a:gd name="csY77" fmla="*/ 562832 h 647861"/>
                <a:gd name="csX78" fmla="*/ 383000 w 648652"/>
                <a:gd name="csY78" fmla="*/ 565071 h 647861"/>
                <a:gd name="csX79" fmla="*/ 379190 w 648652"/>
                <a:gd name="csY79" fmla="*/ 572691 h 647861"/>
                <a:gd name="csX80" fmla="*/ 351111 w 648652"/>
                <a:gd name="csY80" fmla="*/ 628888 h 647861"/>
                <a:gd name="csX81" fmla="*/ 298494 w 648652"/>
                <a:gd name="csY81" fmla="*/ 628888 h 647861"/>
                <a:gd name="csX82" fmla="*/ 270424 w 648652"/>
                <a:gd name="csY82" fmla="*/ 572691 h 647861"/>
                <a:gd name="csX83" fmla="*/ 266614 w 648652"/>
                <a:gd name="csY83" fmla="*/ 565071 h 647861"/>
                <a:gd name="csX84" fmla="*/ 258394 w 648652"/>
                <a:gd name="csY84" fmla="*/ 562832 h 647861"/>
                <a:gd name="csX85" fmla="*/ 202559 w 648652"/>
                <a:gd name="csY85" fmla="*/ 539744 h 647861"/>
                <a:gd name="csX86" fmla="*/ 195253 w 648652"/>
                <a:gd name="csY86" fmla="*/ 535724 h 647861"/>
                <a:gd name="csX87" fmla="*/ 187347 w 648652"/>
                <a:gd name="csY87" fmla="*/ 538363 h 647861"/>
                <a:gd name="csX88" fmla="*/ 127083 w 648652"/>
                <a:gd name="csY88" fmla="*/ 558460 h 647861"/>
                <a:gd name="csX89" fmla="*/ 89430 w 648652"/>
                <a:gd name="csY89" fmla="*/ 520798 h 647861"/>
                <a:gd name="csX90" fmla="*/ 109538 w 648652"/>
                <a:gd name="csY90" fmla="*/ 460534 h 647861"/>
                <a:gd name="csX91" fmla="*/ 112243 w 648652"/>
                <a:gd name="csY91" fmla="*/ 452390 h 647861"/>
                <a:gd name="csX92" fmla="*/ 107947 w 648652"/>
                <a:gd name="csY92" fmla="*/ 444960 h 647861"/>
                <a:gd name="csX93" fmla="*/ 85087 w 648652"/>
                <a:gd name="csY93" fmla="*/ 390420 h 647861"/>
                <a:gd name="csX94" fmla="*/ 82839 w 648652"/>
                <a:gd name="csY94" fmla="*/ 382210 h 647861"/>
                <a:gd name="csX95" fmla="*/ 75219 w 648652"/>
                <a:gd name="csY95" fmla="*/ 378400 h 647861"/>
                <a:gd name="csX96" fmla="*/ 19050 w 648652"/>
                <a:gd name="csY96" fmla="*/ 350320 h 647861"/>
                <a:gd name="csX97" fmla="*/ 19050 w 648652"/>
                <a:gd name="csY97" fmla="*/ 297790 h 6478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</a:cxnLst>
              <a:rect l="l" t="t" r="r" b="b"/>
              <a:pathLst>
                <a:path w="648652" h="647861" fill="none" extrusionOk="0">
                  <a:moveTo>
                    <a:pt x="91440" y="454504"/>
                  </a:moveTo>
                  <a:cubicBezTo>
                    <a:pt x="85123" y="481539"/>
                    <a:pt x="74471" y="503051"/>
                    <a:pt x="67628" y="525942"/>
                  </a:cubicBezTo>
                  <a:cubicBezTo>
                    <a:pt x="95346" y="540963"/>
                    <a:pt x="100158" y="566442"/>
                    <a:pt x="121920" y="580234"/>
                  </a:cubicBezTo>
                  <a:cubicBezTo>
                    <a:pt x="155136" y="568995"/>
                    <a:pt x="177064" y="569612"/>
                    <a:pt x="193358" y="556422"/>
                  </a:cubicBezTo>
                  <a:cubicBezTo>
                    <a:pt x="213514" y="562415"/>
                    <a:pt x="234709" y="576405"/>
                    <a:pt x="253365" y="581187"/>
                  </a:cubicBezTo>
                  <a:cubicBezTo>
                    <a:pt x="266160" y="596833"/>
                    <a:pt x="267449" y="621526"/>
                    <a:pt x="286703" y="647862"/>
                  </a:cubicBezTo>
                  <a:cubicBezTo>
                    <a:pt x="324641" y="641013"/>
                    <a:pt x="327668" y="654883"/>
                    <a:pt x="362903" y="647862"/>
                  </a:cubicBezTo>
                  <a:cubicBezTo>
                    <a:pt x="368775" y="622165"/>
                    <a:pt x="393302" y="600756"/>
                    <a:pt x="396240" y="581187"/>
                  </a:cubicBezTo>
                  <a:cubicBezTo>
                    <a:pt x="418292" y="573248"/>
                    <a:pt x="435859" y="565431"/>
                    <a:pt x="455295" y="556422"/>
                  </a:cubicBezTo>
                  <a:cubicBezTo>
                    <a:pt x="484449" y="565423"/>
                    <a:pt x="501225" y="576163"/>
                    <a:pt x="526733" y="580234"/>
                  </a:cubicBezTo>
                  <a:cubicBezTo>
                    <a:pt x="539930" y="564600"/>
                    <a:pt x="571365" y="544322"/>
                    <a:pt x="581025" y="525942"/>
                  </a:cubicBezTo>
                  <a:cubicBezTo>
                    <a:pt x="568739" y="498099"/>
                    <a:pt x="573731" y="482614"/>
                    <a:pt x="557213" y="454504"/>
                  </a:cubicBezTo>
                  <a:cubicBezTo>
                    <a:pt x="562794" y="437453"/>
                    <a:pt x="577873" y="416433"/>
                    <a:pt x="581978" y="394497"/>
                  </a:cubicBezTo>
                  <a:cubicBezTo>
                    <a:pt x="609958" y="371508"/>
                    <a:pt x="638715" y="375700"/>
                    <a:pt x="648653" y="361159"/>
                  </a:cubicBezTo>
                  <a:cubicBezTo>
                    <a:pt x="647518" y="338926"/>
                    <a:pt x="650953" y="314500"/>
                    <a:pt x="648653" y="284959"/>
                  </a:cubicBezTo>
                  <a:cubicBezTo>
                    <a:pt x="631191" y="281253"/>
                    <a:pt x="608425" y="257480"/>
                    <a:pt x="581025" y="252574"/>
                  </a:cubicBezTo>
                  <a:cubicBezTo>
                    <a:pt x="579375" y="233425"/>
                    <a:pt x="566208" y="212096"/>
                    <a:pt x="556260" y="193519"/>
                  </a:cubicBezTo>
                  <a:cubicBezTo>
                    <a:pt x="555517" y="170268"/>
                    <a:pt x="573276" y="151735"/>
                    <a:pt x="580073" y="122082"/>
                  </a:cubicBezTo>
                  <a:cubicBezTo>
                    <a:pt x="555295" y="106758"/>
                    <a:pt x="555446" y="84695"/>
                    <a:pt x="525780" y="67789"/>
                  </a:cubicBezTo>
                  <a:cubicBezTo>
                    <a:pt x="505636" y="81053"/>
                    <a:pt x="482752" y="77083"/>
                    <a:pt x="454343" y="91602"/>
                  </a:cubicBezTo>
                  <a:cubicBezTo>
                    <a:pt x="432150" y="78235"/>
                    <a:pt x="416314" y="69638"/>
                    <a:pt x="394335" y="66837"/>
                  </a:cubicBezTo>
                  <a:cubicBezTo>
                    <a:pt x="385469" y="48953"/>
                    <a:pt x="382266" y="25495"/>
                    <a:pt x="361950" y="0"/>
                  </a:cubicBezTo>
                  <a:cubicBezTo>
                    <a:pt x="323887" y="7724"/>
                    <a:pt x="305226" y="-5587"/>
                    <a:pt x="285750" y="0"/>
                  </a:cubicBezTo>
                  <a:cubicBezTo>
                    <a:pt x="281041" y="21349"/>
                    <a:pt x="257252" y="48163"/>
                    <a:pt x="252413" y="66675"/>
                  </a:cubicBezTo>
                  <a:cubicBezTo>
                    <a:pt x="226454" y="69072"/>
                    <a:pt x="214559" y="76600"/>
                    <a:pt x="193358" y="91440"/>
                  </a:cubicBezTo>
                  <a:cubicBezTo>
                    <a:pt x="175003" y="92017"/>
                    <a:pt x="154977" y="74665"/>
                    <a:pt x="121920" y="67628"/>
                  </a:cubicBezTo>
                  <a:cubicBezTo>
                    <a:pt x="105302" y="87101"/>
                    <a:pt x="87871" y="97421"/>
                    <a:pt x="67628" y="121920"/>
                  </a:cubicBezTo>
                  <a:cubicBezTo>
                    <a:pt x="87575" y="154882"/>
                    <a:pt x="74983" y="169065"/>
                    <a:pt x="91440" y="193358"/>
                  </a:cubicBezTo>
                  <a:cubicBezTo>
                    <a:pt x="75465" y="210089"/>
                    <a:pt x="74219" y="233557"/>
                    <a:pt x="66675" y="253365"/>
                  </a:cubicBezTo>
                  <a:cubicBezTo>
                    <a:pt x="46119" y="267123"/>
                    <a:pt x="27002" y="268762"/>
                    <a:pt x="0" y="285750"/>
                  </a:cubicBezTo>
                  <a:cubicBezTo>
                    <a:pt x="1292" y="316852"/>
                    <a:pt x="-2264" y="343022"/>
                    <a:pt x="0" y="361950"/>
                  </a:cubicBezTo>
                  <a:cubicBezTo>
                    <a:pt x="23882" y="365081"/>
                    <a:pt x="38259" y="390251"/>
                    <a:pt x="66675" y="395288"/>
                  </a:cubicBezTo>
                  <a:cubicBezTo>
                    <a:pt x="72889" y="417007"/>
                    <a:pt x="85244" y="436514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4105" y="288327"/>
                    <a:pt x="59060" y="284692"/>
                    <a:pt x="75000" y="270605"/>
                  </a:cubicBezTo>
                  <a:cubicBezTo>
                    <a:pt x="76486" y="268998"/>
                    <a:pt x="79438" y="269329"/>
                    <a:pt x="82782" y="266795"/>
                  </a:cubicBezTo>
                  <a:cubicBezTo>
                    <a:pt x="83206" y="263704"/>
                    <a:pt x="84562" y="260504"/>
                    <a:pt x="85058" y="258451"/>
                  </a:cubicBezTo>
                  <a:cubicBezTo>
                    <a:pt x="93583" y="240323"/>
                    <a:pt x="96899" y="225746"/>
                    <a:pt x="108137" y="202587"/>
                  </a:cubicBezTo>
                  <a:cubicBezTo>
                    <a:pt x="109114" y="200562"/>
                    <a:pt x="111437" y="197678"/>
                    <a:pt x="112147" y="195291"/>
                  </a:cubicBezTo>
                  <a:cubicBezTo>
                    <a:pt x="111027" y="192317"/>
                    <a:pt x="110281" y="189358"/>
                    <a:pt x="109518" y="187385"/>
                  </a:cubicBezTo>
                  <a:cubicBezTo>
                    <a:pt x="97493" y="173811"/>
                    <a:pt x="96574" y="141922"/>
                    <a:pt x="89421" y="127102"/>
                  </a:cubicBezTo>
                  <a:cubicBezTo>
                    <a:pt x="99971" y="109799"/>
                    <a:pt x="116733" y="108395"/>
                    <a:pt x="127073" y="89440"/>
                  </a:cubicBezTo>
                  <a:cubicBezTo>
                    <a:pt x="150134" y="95833"/>
                    <a:pt x="156495" y="104288"/>
                    <a:pt x="187338" y="109538"/>
                  </a:cubicBezTo>
                  <a:cubicBezTo>
                    <a:pt x="190273" y="110442"/>
                    <a:pt x="192741" y="112298"/>
                    <a:pt x="195482" y="112252"/>
                  </a:cubicBezTo>
                  <a:cubicBezTo>
                    <a:pt x="197153" y="110953"/>
                    <a:pt x="200454" y="109403"/>
                    <a:pt x="202911" y="107947"/>
                  </a:cubicBezTo>
                  <a:cubicBezTo>
                    <a:pt x="220237" y="97525"/>
                    <a:pt x="238398" y="96077"/>
                    <a:pt x="257432" y="85087"/>
                  </a:cubicBezTo>
                  <a:cubicBezTo>
                    <a:pt x="259605" y="83875"/>
                    <a:pt x="263993" y="83307"/>
                    <a:pt x="265652" y="82848"/>
                  </a:cubicBezTo>
                  <a:cubicBezTo>
                    <a:pt x="266881" y="79579"/>
                    <a:pt x="268096" y="78372"/>
                    <a:pt x="269462" y="75228"/>
                  </a:cubicBezTo>
                  <a:cubicBezTo>
                    <a:pt x="275517" y="46501"/>
                    <a:pt x="292370" y="36388"/>
                    <a:pt x="297542" y="19050"/>
                  </a:cubicBezTo>
                  <a:cubicBezTo>
                    <a:pt x="314758" y="15919"/>
                    <a:pt x="337736" y="22141"/>
                    <a:pt x="350044" y="19050"/>
                  </a:cubicBezTo>
                  <a:cubicBezTo>
                    <a:pt x="358906" y="35196"/>
                    <a:pt x="359948" y="49815"/>
                    <a:pt x="377190" y="75057"/>
                  </a:cubicBezTo>
                  <a:cubicBezTo>
                    <a:pt x="379095" y="76957"/>
                    <a:pt x="378744" y="79751"/>
                    <a:pt x="381000" y="82829"/>
                  </a:cubicBezTo>
                  <a:cubicBezTo>
                    <a:pt x="384198" y="83460"/>
                    <a:pt x="387651" y="84727"/>
                    <a:pt x="389344" y="85106"/>
                  </a:cubicBezTo>
                  <a:cubicBezTo>
                    <a:pt x="410872" y="86037"/>
                    <a:pt x="431517" y="96330"/>
                    <a:pt x="445189" y="108194"/>
                  </a:cubicBezTo>
                  <a:cubicBezTo>
                    <a:pt x="448517" y="109248"/>
                    <a:pt x="449362" y="111578"/>
                    <a:pt x="452495" y="112214"/>
                  </a:cubicBezTo>
                  <a:cubicBezTo>
                    <a:pt x="454619" y="111415"/>
                    <a:pt x="458434" y="110720"/>
                    <a:pt x="460400" y="109576"/>
                  </a:cubicBezTo>
                  <a:cubicBezTo>
                    <a:pt x="473775" y="98469"/>
                    <a:pt x="506712" y="94462"/>
                    <a:pt x="520665" y="89478"/>
                  </a:cubicBezTo>
                  <a:cubicBezTo>
                    <a:pt x="538428" y="100292"/>
                    <a:pt x="550140" y="119914"/>
                    <a:pt x="558317" y="127140"/>
                  </a:cubicBezTo>
                  <a:cubicBezTo>
                    <a:pt x="552780" y="154354"/>
                    <a:pt x="542398" y="158692"/>
                    <a:pt x="538220" y="187423"/>
                  </a:cubicBezTo>
                  <a:cubicBezTo>
                    <a:pt x="538256" y="190173"/>
                    <a:pt x="535243" y="193424"/>
                    <a:pt x="535505" y="195567"/>
                  </a:cubicBezTo>
                  <a:cubicBezTo>
                    <a:pt x="537723" y="198911"/>
                    <a:pt x="537958" y="201049"/>
                    <a:pt x="539810" y="202987"/>
                  </a:cubicBezTo>
                  <a:cubicBezTo>
                    <a:pt x="554114" y="222114"/>
                    <a:pt x="559063" y="235653"/>
                    <a:pt x="562670" y="257527"/>
                  </a:cubicBezTo>
                  <a:cubicBezTo>
                    <a:pt x="564066" y="261537"/>
                    <a:pt x="563120" y="262950"/>
                    <a:pt x="564966" y="265938"/>
                  </a:cubicBezTo>
                  <a:cubicBezTo>
                    <a:pt x="567170" y="266440"/>
                    <a:pt x="569879" y="268600"/>
                    <a:pt x="572824" y="269700"/>
                  </a:cubicBezTo>
                  <a:cubicBezTo>
                    <a:pt x="586511" y="276025"/>
                    <a:pt x="604032" y="291823"/>
                    <a:pt x="629603" y="296913"/>
                  </a:cubicBezTo>
                  <a:cubicBezTo>
                    <a:pt x="635001" y="314236"/>
                    <a:pt x="623459" y="332378"/>
                    <a:pt x="629603" y="349367"/>
                  </a:cubicBezTo>
                  <a:cubicBezTo>
                    <a:pt x="607342" y="365740"/>
                    <a:pt x="590825" y="360946"/>
                    <a:pt x="573453" y="377447"/>
                  </a:cubicBezTo>
                  <a:cubicBezTo>
                    <a:pt x="571436" y="378478"/>
                    <a:pt x="568124" y="379614"/>
                    <a:pt x="565833" y="381257"/>
                  </a:cubicBezTo>
                  <a:cubicBezTo>
                    <a:pt x="565670" y="383309"/>
                    <a:pt x="564009" y="386431"/>
                    <a:pt x="563594" y="389468"/>
                  </a:cubicBezTo>
                  <a:cubicBezTo>
                    <a:pt x="552564" y="410174"/>
                    <a:pt x="553375" y="425738"/>
                    <a:pt x="540515" y="445332"/>
                  </a:cubicBezTo>
                  <a:cubicBezTo>
                    <a:pt x="539019" y="448456"/>
                    <a:pt x="538031" y="448931"/>
                    <a:pt x="536505" y="452628"/>
                  </a:cubicBezTo>
                  <a:cubicBezTo>
                    <a:pt x="537742" y="455140"/>
                    <a:pt x="537669" y="457563"/>
                    <a:pt x="539134" y="460534"/>
                  </a:cubicBezTo>
                  <a:cubicBezTo>
                    <a:pt x="549760" y="473966"/>
                    <a:pt x="551088" y="502219"/>
                    <a:pt x="559232" y="520817"/>
                  </a:cubicBezTo>
                  <a:cubicBezTo>
                    <a:pt x="548833" y="536270"/>
                    <a:pt x="534620" y="538798"/>
                    <a:pt x="521580" y="558479"/>
                  </a:cubicBezTo>
                  <a:cubicBezTo>
                    <a:pt x="501400" y="558567"/>
                    <a:pt x="484344" y="539627"/>
                    <a:pt x="461315" y="538382"/>
                  </a:cubicBezTo>
                  <a:cubicBezTo>
                    <a:pt x="459163" y="537762"/>
                    <a:pt x="455204" y="535704"/>
                    <a:pt x="453171" y="535667"/>
                  </a:cubicBezTo>
                  <a:cubicBezTo>
                    <a:pt x="450490" y="537592"/>
                    <a:pt x="447506" y="538012"/>
                    <a:pt x="445741" y="539972"/>
                  </a:cubicBezTo>
                  <a:cubicBezTo>
                    <a:pt x="430810" y="549471"/>
                    <a:pt x="408929" y="555268"/>
                    <a:pt x="391211" y="562832"/>
                  </a:cubicBezTo>
                  <a:cubicBezTo>
                    <a:pt x="388413" y="564154"/>
                    <a:pt x="386481" y="564091"/>
                    <a:pt x="383000" y="565071"/>
                  </a:cubicBezTo>
                  <a:cubicBezTo>
                    <a:pt x="382187" y="568782"/>
                    <a:pt x="379178" y="570452"/>
                    <a:pt x="379190" y="572691"/>
                  </a:cubicBezTo>
                  <a:cubicBezTo>
                    <a:pt x="375622" y="593808"/>
                    <a:pt x="354589" y="605535"/>
                    <a:pt x="351111" y="628888"/>
                  </a:cubicBezTo>
                  <a:cubicBezTo>
                    <a:pt x="339262" y="634218"/>
                    <a:pt x="318346" y="626531"/>
                    <a:pt x="298494" y="628888"/>
                  </a:cubicBezTo>
                  <a:cubicBezTo>
                    <a:pt x="284081" y="605186"/>
                    <a:pt x="283029" y="586970"/>
                    <a:pt x="270424" y="572691"/>
                  </a:cubicBezTo>
                  <a:cubicBezTo>
                    <a:pt x="269269" y="571108"/>
                    <a:pt x="268608" y="568473"/>
                    <a:pt x="266614" y="565071"/>
                  </a:cubicBezTo>
                  <a:cubicBezTo>
                    <a:pt x="263574" y="565058"/>
                    <a:pt x="261494" y="562899"/>
                    <a:pt x="258394" y="562832"/>
                  </a:cubicBezTo>
                  <a:cubicBezTo>
                    <a:pt x="238516" y="562647"/>
                    <a:pt x="217829" y="551064"/>
                    <a:pt x="202559" y="539744"/>
                  </a:cubicBezTo>
                  <a:cubicBezTo>
                    <a:pt x="199542" y="538524"/>
                    <a:pt x="199004" y="537467"/>
                    <a:pt x="195253" y="535724"/>
                  </a:cubicBezTo>
                  <a:cubicBezTo>
                    <a:pt x="193586" y="537032"/>
                    <a:pt x="189899" y="536644"/>
                    <a:pt x="187347" y="538363"/>
                  </a:cubicBezTo>
                  <a:cubicBezTo>
                    <a:pt x="169015" y="545479"/>
                    <a:pt x="144217" y="552682"/>
                    <a:pt x="127083" y="558460"/>
                  </a:cubicBezTo>
                  <a:cubicBezTo>
                    <a:pt x="113159" y="544862"/>
                    <a:pt x="107850" y="538755"/>
                    <a:pt x="89430" y="520798"/>
                  </a:cubicBezTo>
                  <a:cubicBezTo>
                    <a:pt x="91491" y="493852"/>
                    <a:pt x="101793" y="486232"/>
                    <a:pt x="109538" y="460534"/>
                  </a:cubicBezTo>
                  <a:cubicBezTo>
                    <a:pt x="110067" y="457868"/>
                    <a:pt x="112377" y="454303"/>
                    <a:pt x="112243" y="452390"/>
                  </a:cubicBezTo>
                  <a:cubicBezTo>
                    <a:pt x="110083" y="450191"/>
                    <a:pt x="109526" y="446225"/>
                    <a:pt x="107947" y="444960"/>
                  </a:cubicBezTo>
                  <a:cubicBezTo>
                    <a:pt x="98691" y="423216"/>
                    <a:pt x="86897" y="405234"/>
                    <a:pt x="85087" y="390420"/>
                  </a:cubicBezTo>
                  <a:cubicBezTo>
                    <a:pt x="83477" y="386773"/>
                    <a:pt x="84570" y="385639"/>
                    <a:pt x="82839" y="382210"/>
                  </a:cubicBezTo>
                  <a:cubicBezTo>
                    <a:pt x="78726" y="381173"/>
                    <a:pt x="77989" y="379021"/>
                    <a:pt x="75219" y="378400"/>
                  </a:cubicBezTo>
                  <a:cubicBezTo>
                    <a:pt x="60159" y="378945"/>
                    <a:pt x="38932" y="352833"/>
                    <a:pt x="19050" y="350320"/>
                  </a:cubicBezTo>
                  <a:cubicBezTo>
                    <a:pt x="13274" y="327480"/>
                    <a:pt x="21475" y="311403"/>
                    <a:pt x="19050" y="297790"/>
                  </a:cubicBezTo>
                  <a:close/>
                </a:path>
                <a:path w="648652" h="647861" stroke="0" extrusionOk="0">
                  <a:moveTo>
                    <a:pt x="91440" y="454504"/>
                  </a:moveTo>
                  <a:cubicBezTo>
                    <a:pt x="85090" y="482702"/>
                    <a:pt x="67975" y="505553"/>
                    <a:pt x="67628" y="525942"/>
                  </a:cubicBezTo>
                  <a:cubicBezTo>
                    <a:pt x="93038" y="543455"/>
                    <a:pt x="93400" y="557852"/>
                    <a:pt x="121920" y="580234"/>
                  </a:cubicBezTo>
                  <a:cubicBezTo>
                    <a:pt x="149469" y="565931"/>
                    <a:pt x="163436" y="573138"/>
                    <a:pt x="193358" y="556422"/>
                  </a:cubicBezTo>
                  <a:cubicBezTo>
                    <a:pt x="211143" y="563267"/>
                    <a:pt x="232632" y="574673"/>
                    <a:pt x="253365" y="581187"/>
                  </a:cubicBezTo>
                  <a:cubicBezTo>
                    <a:pt x="262623" y="598845"/>
                    <a:pt x="277758" y="632950"/>
                    <a:pt x="286703" y="647862"/>
                  </a:cubicBezTo>
                  <a:cubicBezTo>
                    <a:pt x="316744" y="643229"/>
                    <a:pt x="334103" y="649459"/>
                    <a:pt x="362903" y="647862"/>
                  </a:cubicBezTo>
                  <a:cubicBezTo>
                    <a:pt x="372129" y="612610"/>
                    <a:pt x="387129" y="603842"/>
                    <a:pt x="396240" y="581187"/>
                  </a:cubicBezTo>
                  <a:cubicBezTo>
                    <a:pt x="417883" y="576303"/>
                    <a:pt x="437095" y="567685"/>
                    <a:pt x="455295" y="556422"/>
                  </a:cubicBezTo>
                  <a:cubicBezTo>
                    <a:pt x="482061" y="563426"/>
                    <a:pt x="504179" y="574147"/>
                    <a:pt x="526733" y="580234"/>
                  </a:cubicBezTo>
                  <a:cubicBezTo>
                    <a:pt x="536192" y="562632"/>
                    <a:pt x="563999" y="550721"/>
                    <a:pt x="581025" y="525942"/>
                  </a:cubicBezTo>
                  <a:cubicBezTo>
                    <a:pt x="569515" y="501599"/>
                    <a:pt x="567650" y="474406"/>
                    <a:pt x="557213" y="454504"/>
                  </a:cubicBezTo>
                  <a:cubicBezTo>
                    <a:pt x="566657" y="433830"/>
                    <a:pt x="574524" y="421422"/>
                    <a:pt x="581978" y="394497"/>
                  </a:cubicBezTo>
                  <a:cubicBezTo>
                    <a:pt x="597798" y="385486"/>
                    <a:pt x="622690" y="375106"/>
                    <a:pt x="648653" y="361159"/>
                  </a:cubicBezTo>
                  <a:cubicBezTo>
                    <a:pt x="642462" y="324024"/>
                    <a:pt x="656578" y="309097"/>
                    <a:pt x="648653" y="284959"/>
                  </a:cubicBezTo>
                  <a:cubicBezTo>
                    <a:pt x="623226" y="280045"/>
                    <a:pt x="611682" y="265564"/>
                    <a:pt x="581025" y="252574"/>
                  </a:cubicBezTo>
                  <a:cubicBezTo>
                    <a:pt x="575581" y="232388"/>
                    <a:pt x="563455" y="213937"/>
                    <a:pt x="556260" y="193519"/>
                  </a:cubicBezTo>
                  <a:cubicBezTo>
                    <a:pt x="557742" y="175673"/>
                    <a:pt x="580429" y="143877"/>
                    <a:pt x="580073" y="122082"/>
                  </a:cubicBezTo>
                  <a:cubicBezTo>
                    <a:pt x="556945" y="104461"/>
                    <a:pt x="555734" y="85210"/>
                    <a:pt x="525780" y="67789"/>
                  </a:cubicBezTo>
                  <a:cubicBezTo>
                    <a:pt x="504138" y="75570"/>
                    <a:pt x="471408" y="81544"/>
                    <a:pt x="454343" y="91602"/>
                  </a:cubicBezTo>
                  <a:cubicBezTo>
                    <a:pt x="440185" y="79592"/>
                    <a:pt x="419141" y="71834"/>
                    <a:pt x="394335" y="66837"/>
                  </a:cubicBezTo>
                  <a:cubicBezTo>
                    <a:pt x="378078" y="41373"/>
                    <a:pt x="375152" y="11309"/>
                    <a:pt x="361950" y="0"/>
                  </a:cubicBezTo>
                  <a:cubicBezTo>
                    <a:pt x="341092" y="2036"/>
                    <a:pt x="309021" y="-925"/>
                    <a:pt x="285750" y="0"/>
                  </a:cubicBezTo>
                  <a:cubicBezTo>
                    <a:pt x="281868" y="24828"/>
                    <a:pt x="260867" y="45657"/>
                    <a:pt x="252413" y="66675"/>
                  </a:cubicBezTo>
                  <a:cubicBezTo>
                    <a:pt x="232842" y="75329"/>
                    <a:pt x="216581" y="79751"/>
                    <a:pt x="193358" y="91440"/>
                  </a:cubicBezTo>
                  <a:cubicBezTo>
                    <a:pt x="177167" y="90711"/>
                    <a:pt x="155445" y="78272"/>
                    <a:pt x="121920" y="67628"/>
                  </a:cubicBezTo>
                  <a:cubicBezTo>
                    <a:pt x="98993" y="94038"/>
                    <a:pt x="85598" y="97784"/>
                    <a:pt x="67628" y="121920"/>
                  </a:cubicBezTo>
                  <a:cubicBezTo>
                    <a:pt x="74255" y="138861"/>
                    <a:pt x="80855" y="175563"/>
                    <a:pt x="91440" y="193358"/>
                  </a:cubicBezTo>
                  <a:cubicBezTo>
                    <a:pt x="77455" y="212717"/>
                    <a:pt x="75585" y="235662"/>
                    <a:pt x="66675" y="253365"/>
                  </a:cubicBezTo>
                  <a:cubicBezTo>
                    <a:pt x="38077" y="274383"/>
                    <a:pt x="29443" y="269351"/>
                    <a:pt x="0" y="285750"/>
                  </a:cubicBezTo>
                  <a:cubicBezTo>
                    <a:pt x="5391" y="306147"/>
                    <a:pt x="-5868" y="333621"/>
                    <a:pt x="0" y="361950"/>
                  </a:cubicBezTo>
                  <a:cubicBezTo>
                    <a:pt x="24352" y="373951"/>
                    <a:pt x="48411" y="393670"/>
                    <a:pt x="66675" y="395288"/>
                  </a:cubicBezTo>
                  <a:cubicBezTo>
                    <a:pt x="74894" y="419139"/>
                    <a:pt x="82171" y="436170"/>
                    <a:pt x="91440" y="454504"/>
                  </a:cubicBezTo>
                  <a:close/>
                  <a:moveTo>
                    <a:pt x="19050" y="297790"/>
                  </a:moveTo>
                  <a:cubicBezTo>
                    <a:pt x="32411" y="286850"/>
                    <a:pt x="54895" y="286620"/>
                    <a:pt x="75000" y="270605"/>
                  </a:cubicBezTo>
                  <a:cubicBezTo>
                    <a:pt x="77753" y="269203"/>
                    <a:pt x="80798" y="267947"/>
                    <a:pt x="82782" y="266795"/>
                  </a:cubicBezTo>
                  <a:cubicBezTo>
                    <a:pt x="83496" y="262667"/>
                    <a:pt x="85153" y="261988"/>
                    <a:pt x="85058" y="258451"/>
                  </a:cubicBezTo>
                  <a:cubicBezTo>
                    <a:pt x="88706" y="235750"/>
                    <a:pt x="98483" y="218372"/>
                    <a:pt x="108137" y="202587"/>
                  </a:cubicBezTo>
                  <a:cubicBezTo>
                    <a:pt x="109306" y="199827"/>
                    <a:pt x="110448" y="198641"/>
                    <a:pt x="112147" y="195291"/>
                  </a:cubicBezTo>
                  <a:cubicBezTo>
                    <a:pt x="111320" y="192994"/>
                    <a:pt x="111120" y="189526"/>
                    <a:pt x="109518" y="187385"/>
                  </a:cubicBezTo>
                  <a:cubicBezTo>
                    <a:pt x="97458" y="174540"/>
                    <a:pt x="102336" y="145024"/>
                    <a:pt x="89421" y="127102"/>
                  </a:cubicBezTo>
                  <a:cubicBezTo>
                    <a:pt x="100185" y="112097"/>
                    <a:pt x="117632" y="103661"/>
                    <a:pt x="127073" y="89440"/>
                  </a:cubicBezTo>
                  <a:cubicBezTo>
                    <a:pt x="148521" y="91833"/>
                    <a:pt x="159186" y="104083"/>
                    <a:pt x="187338" y="109538"/>
                  </a:cubicBezTo>
                  <a:cubicBezTo>
                    <a:pt x="189536" y="109935"/>
                    <a:pt x="193045" y="112215"/>
                    <a:pt x="195482" y="112252"/>
                  </a:cubicBezTo>
                  <a:cubicBezTo>
                    <a:pt x="196905" y="111011"/>
                    <a:pt x="200207" y="109773"/>
                    <a:pt x="202911" y="107947"/>
                  </a:cubicBezTo>
                  <a:cubicBezTo>
                    <a:pt x="220766" y="100043"/>
                    <a:pt x="237511" y="90182"/>
                    <a:pt x="257432" y="85087"/>
                  </a:cubicBezTo>
                  <a:cubicBezTo>
                    <a:pt x="259780" y="84115"/>
                    <a:pt x="263468" y="83850"/>
                    <a:pt x="265652" y="82848"/>
                  </a:cubicBezTo>
                  <a:cubicBezTo>
                    <a:pt x="265880" y="80451"/>
                    <a:pt x="268546" y="79242"/>
                    <a:pt x="269462" y="75228"/>
                  </a:cubicBezTo>
                  <a:cubicBezTo>
                    <a:pt x="279276" y="51375"/>
                    <a:pt x="291572" y="40201"/>
                    <a:pt x="297542" y="19050"/>
                  </a:cubicBezTo>
                  <a:cubicBezTo>
                    <a:pt x="316605" y="17807"/>
                    <a:pt x="335731" y="24808"/>
                    <a:pt x="350044" y="19050"/>
                  </a:cubicBezTo>
                  <a:cubicBezTo>
                    <a:pt x="365228" y="39416"/>
                    <a:pt x="361111" y="53767"/>
                    <a:pt x="377190" y="75057"/>
                  </a:cubicBezTo>
                  <a:cubicBezTo>
                    <a:pt x="379163" y="77472"/>
                    <a:pt x="378793" y="80033"/>
                    <a:pt x="381000" y="82829"/>
                  </a:cubicBezTo>
                  <a:cubicBezTo>
                    <a:pt x="385351" y="83234"/>
                    <a:pt x="387335" y="84952"/>
                    <a:pt x="389344" y="85106"/>
                  </a:cubicBezTo>
                  <a:cubicBezTo>
                    <a:pt x="414580" y="91052"/>
                    <a:pt x="422675" y="99897"/>
                    <a:pt x="445189" y="108194"/>
                  </a:cubicBezTo>
                  <a:cubicBezTo>
                    <a:pt x="448064" y="109423"/>
                    <a:pt x="450240" y="111499"/>
                    <a:pt x="452495" y="112214"/>
                  </a:cubicBezTo>
                  <a:cubicBezTo>
                    <a:pt x="455738" y="110731"/>
                    <a:pt x="457143" y="111445"/>
                    <a:pt x="460400" y="109576"/>
                  </a:cubicBezTo>
                  <a:cubicBezTo>
                    <a:pt x="474187" y="103311"/>
                    <a:pt x="494191" y="103091"/>
                    <a:pt x="520665" y="89478"/>
                  </a:cubicBezTo>
                  <a:cubicBezTo>
                    <a:pt x="541246" y="101346"/>
                    <a:pt x="541426" y="114722"/>
                    <a:pt x="558317" y="127140"/>
                  </a:cubicBezTo>
                  <a:cubicBezTo>
                    <a:pt x="556561" y="148368"/>
                    <a:pt x="538440" y="169363"/>
                    <a:pt x="538220" y="187423"/>
                  </a:cubicBezTo>
                  <a:cubicBezTo>
                    <a:pt x="538279" y="190156"/>
                    <a:pt x="535535" y="193032"/>
                    <a:pt x="535505" y="195567"/>
                  </a:cubicBezTo>
                  <a:cubicBezTo>
                    <a:pt x="537417" y="196974"/>
                    <a:pt x="538042" y="201009"/>
                    <a:pt x="539810" y="202987"/>
                  </a:cubicBezTo>
                  <a:cubicBezTo>
                    <a:pt x="552919" y="222006"/>
                    <a:pt x="560627" y="237978"/>
                    <a:pt x="562670" y="257527"/>
                  </a:cubicBezTo>
                  <a:cubicBezTo>
                    <a:pt x="564082" y="259399"/>
                    <a:pt x="564394" y="264087"/>
                    <a:pt x="564966" y="265938"/>
                  </a:cubicBezTo>
                  <a:cubicBezTo>
                    <a:pt x="567313" y="266659"/>
                    <a:pt x="569718" y="268527"/>
                    <a:pt x="572824" y="269700"/>
                  </a:cubicBezTo>
                  <a:cubicBezTo>
                    <a:pt x="593230" y="273737"/>
                    <a:pt x="604375" y="292808"/>
                    <a:pt x="629603" y="296913"/>
                  </a:cubicBezTo>
                  <a:cubicBezTo>
                    <a:pt x="632714" y="308005"/>
                    <a:pt x="624766" y="328497"/>
                    <a:pt x="629603" y="349367"/>
                  </a:cubicBezTo>
                  <a:cubicBezTo>
                    <a:pt x="618397" y="358045"/>
                    <a:pt x="599869" y="360869"/>
                    <a:pt x="573453" y="377447"/>
                  </a:cubicBezTo>
                  <a:cubicBezTo>
                    <a:pt x="570442" y="379008"/>
                    <a:pt x="568383" y="379483"/>
                    <a:pt x="565833" y="381257"/>
                  </a:cubicBezTo>
                  <a:cubicBezTo>
                    <a:pt x="565470" y="385425"/>
                    <a:pt x="563955" y="387330"/>
                    <a:pt x="563594" y="389468"/>
                  </a:cubicBezTo>
                  <a:cubicBezTo>
                    <a:pt x="558685" y="409434"/>
                    <a:pt x="548355" y="423185"/>
                    <a:pt x="540515" y="445332"/>
                  </a:cubicBezTo>
                  <a:cubicBezTo>
                    <a:pt x="539776" y="448278"/>
                    <a:pt x="537193" y="450889"/>
                    <a:pt x="536505" y="452628"/>
                  </a:cubicBezTo>
                  <a:cubicBezTo>
                    <a:pt x="537711" y="455243"/>
                    <a:pt x="537420" y="457259"/>
                    <a:pt x="539134" y="460534"/>
                  </a:cubicBezTo>
                  <a:cubicBezTo>
                    <a:pt x="548858" y="474877"/>
                    <a:pt x="544896" y="495307"/>
                    <a:pt x="559232" y="520817"/>
                  </a:cubicBezTo>
                  <a:cubicBezTo>
                    <a:pt x="543682" y="542903"/>
                    <a:pt x="532355" y="543013"/>
                    <a:pt x="521580" y="558479"/>
                  </a:cubicBezTo>
                  <a:cubicBezTo>
                    <a:pt x="499956" y="555023"/>
                    <a:pt x="482549" y="541085"/>
                    <a:pt x="461315" y="538382"/>
                  </a:cubicBezTo>
                  <a:cubicBezTo>
                    <a:pt x="457562" y="537508"/>
                    <a:pt x="457044" y="535935"/>
                    <a:pt x="453171" y="535667"/>
                  </a:cubicBezTo>
                  <a:cubicBezTo>
                    <a:pt x="450986" y="537003"/>
                    <a:pt x="447566" y="538419"/>
                    <a:pt x="445741" y="539972"/>
                  </a:cubicBezTo>
                  <a:cubicBezTo>
                    <a:pt x="430463" y="550188"/>
                    <a:pt x="413965" y="559885"/>
                    <a:pt x="391211" y="562832"/>
                  </a:cubicBezTo>
                  <a:cubicBezTo>
                    <a:pt x="389651" y="564017"/>
                    <a:pt x="385486" y="563375"/>
                    <a:pt x="383000" y="565071"/>
                  </a:cubicBezTo>
                  <a:cubicBezTo>
                    <a:pt x="381858" y="567450"/>
                    <a:pt x="380393" y="569904"/>
                    <a:pt x="379190" y="572691"/>
                  </a:cubicBezTo>
                  <a:cubicBezTo>
                    <a:pt x="373469" y="586575"/>
                    <a:pt x="359327" y="611694"/>
                    <a:pt x="351111" y="628888"/>
                  </a:cubicBezTo>
                  <a:cubicBezTo>
                    <a:pt x="328917" y="629018"/>
                    <a:pt x="323177" y="628709"/>
                    <a:pt x="298494" y="628888"/>
                  </a:cubicBezTo>
                  <a:cubicBezTo>
                    <a:pt x="280007" y="605725"/>
                    <a:pt x="283945" y="593603"/>
                    <a:pt x="270424" y="572691"/>
                  </a:cubicBezTo>
                  <a:cubicBezTo>
                    <a:pt x="268804" y="570972"/>
                    <a:pt x="268482" y="568422"/>
                    <a:pt x="266614" y="565071"/>
                  </a:cubicBezTo>
                  <a:cubicBezTo>
                    <a:pt x="264163" y="565180"/>
                    <a:pt x="261995" y="563351"/>
                    <a:pt x="258394" y="562832"/>
                  </a:cubicBezTo>
                  <a:cubicBezTo>
                    <a:pt x="238736" y="558663"/>
                    <a:pt x="219328" y="549940"/>
                    <a:pt x="202559" y="539744"/>
                  </a:cubicBezTo>
                  <a:cubicBezTo>
                    <a:pt x="200244" y="539450"/>
                    <a:pt x="198177" y="536585"/>
                    <a:pt x="195253" y="535724"/>
                  </a:cubicBezTo>
                  <a:cubicBezTo>
                    <a:pt x="191638" y="537186"/>
                    <a:pt x="190737" y="536513"/>
                    <a:pt x="187347" y="538363"/>
                  </a:cubicBezTo>
                  <a:cubicBezTo>
                    <a:pt x="170829" y="546221"/>
                    <a:pt x="149835" y="550115"/>
                    <a:pt x="127083" y="558460"/>
                  </a:cubicBezTo>
                  <a:cubicBezTo>
                    <a:pt x="111430" y="546827"/>
                    <a:pt x="106513" y="531634"/>
                    <a:pt x="89430" y="520798"/>
                  </a:cubicBezTo>
                  <a:cubicBezTo>
                    <a:pt x="87722" y="503382"/>
                    <a:pt x="104480" y="481619"/>
                    <a:pt x="109538" y="460534"/>
                  </a:cubicBezTo>
                  <a:cubicBezTo>
                    <a:pt x="109950" y="456826"/>
                    <a:pt x="112500" y="454861"/>
                    <a:pt x="112243" y="452390"/>
                  </a:cubicBezTo>
                  <a:cubicBezTo>
                    <a:pt x="110017" y="450118"/>
                    <a:pt x="110428" y="448014"/>
                    <a:pt x="107947" y="444960"/>
                  </a:cubicBezTo>
                  <a:cubicBezTo>
                    <a:pt x="97133" y="427154"/>
                    <a:pt x="95347" y="408675"/>
                    <a:pt x="85087" y="390420"/>
                  </a:cubicBezTo>
                  <a:cubicBezTo>
                    <a:pt x="83391" y="387161"/>
                    <a:pt x="84164" y="385070"/>
                    <a:pt x="82839" y="382210"/>
                  </a:cubicBezTo>
                  <a:cubicBezTo>
                    <a:pt x="79357" y="381358"/>
                    <a:pt x="78460" y="379008"/>
                    <a:pt x="75219" y="378400"/>
                  </a:cubicBezTo>
                  <a:cubicBezTo>
                    <a:pt x="53988" y="375197"/>
                    <a:pt x="34542" y="357794"/>
                    <a:pt x="19050" y="350320"/>
                  </a:cubicBezTo>
                  <a:cubicBezTo>
                    <a:pt x="15716" y="337178"/>
                    <a:pt x="25159" y="318306"/>
                    <a:pt x="19050" y="297790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1440 w 648652"/>
                        <a:gd name="connsiteY0" fmla="*/ 454504 h 647861"/>
                        <a:gd name="connsiteX1" fmla="*/ 67628 w 648652"/>
                        <a:gd name="connsiteY1" fmla="*/ 525942 h 647861"/>
                        <a:gd name="connsiteX2" fmla="*/ 121920 w 648652"/>
                        <a:gd name="connsiteY2" fmla="*/ 580234 h 647861"/>
                        <a:gd name="connsiteX3" fmla="*/ 193358 w 648652"/>
                        <a:gd name="connsiteY3" fmla="*/ 556422 h 647861"/>
                        <a:gd name="connsiteX4" fmla="*/ 253365 w 648652"/>
                        <a:gd name="connsiteY4" fmla="*/ 581187 h 647861"/>
                        <a:gd name="connsiteX5" fmla="*/ 286703 w 648652"/>
                        <a:gd name="connsiteY5" fmla="*/ 647862 h 647861"/>
                        <a:gd name="connsiteX6" fmla="*/ 362903 w 648652"/>
                        <a:gd name="connsiteY6" fmla="*/ 647862 h 647861"/>
                        <a:gd name="connsiteX7" fmla="*/ 396240 w 648652"/>
                        <a:gd name="connsiteY7" fmla="*/ 581187 h 647861"/>
                        <a:gd name="connsiteX8" fmla="*/ 455295 w 648652"/>
                        <a:gd name="connsiteY8" fmla="*/ 556422 h 647861"/>
                        <a:gd name="connsiteX9" fmla="*/ 526733 w 648652"/>
                        <a:gd name="connsiteY9" fmla="*/ 580234 h 647861"/>
                        <a:gd name="connsiteX10" fmla="*/ 581025 w 648652"/>
                        <a:gd name="connsiteY10" fmla="*/ 525942 h 647861"/>
                        <a:gd name="connsiteX11" fmla="*/ 557213 w 648652"/>
                        <a:gd name="connsiteY11" fmla="*/ 454504 h 647861"/>
                        <a:gd name="connsiteX12" fmla="*/ 581978 w 648652"/>
                        <a:gd name="connsiteY12" fmla="*/ 394497 h 647861"/>
                        <a:gd name="connsiteX13" fmla="*/ 648653 w 648652"/>
                        <a:gd name="connsiteY13" fmla="*/ 361159 h 647861"/>
                        <a:gd name="connsiteX14" fmla="*/ 648653 w 648652"/>
                        <a:gd name="connsiteY14" fmla="*/ 284959 h 647861"/>
                        <a:gd name="connsiteX15" fmla="*/ 581025 w 648652"/>
                        <a:gd name="connsiteY15" fmla="*/ 252574 h 647861"/>
                        <a:gd name="connsiteX16" fmla="*/ 556260 w 648652"/>
                        <a:gd name="connsiteY16" fmla="*/ 193519 h 647861"/>
                        <a:gd name="connsiteX17" fmla="*/ 580073 w 648652"/>
                        <a:gd name="connsiteY17" fmla="*/ 122082 h 647861"/>
                        <a:gd name="connsiteX18" fmla="*/ 525780 w 648652"/>
                        <a:gd name="connsiteY18" fmla="*/ 67789 h 647861"/>
                        <a:gd name="connsiteX19" fmla="*/ 454343 w 648652"/>
                        <a:gd name="connsiteY19" fmla="*/ 91602 h 647861"/>
                        <a:gd name="connsiteX20" fmla="*/ 394335 w 648652"/>
                        <a:gd name="connsiteY20" fmla="*/ 66837 h 647861"/>
                        <a:gd name="connsiteX21" fmla="*/ 361950 w 648652"/>
                        <a:gd name="connsiteY21" fmla="*/ 0 h 647861"/>
                        <a:gd name="connsiteX22" fmla="*/ 285750 w 648652"/>
                        <a:gd name="connsiteY22" fmla="*/ 0 h 647861"/>
                        <a:gd name="connsiteX23" fmla="*/ 252413 w 648652"/>
                        <a:gd name="connsiteY23" fmla="*/ 66675 h 647861"/>
                        <a:gd name="connsiteX24" fmla="*/ 193358 w 648652"/>
                        <a:gd name="connsiteY24" fmla="*/ 91440 h 647861"/>
                        <a:gd name="connsiteX25" fmla="*/ 121920 w 648652"/>
                        <a:gd name="connsiteY25" fmla="*/ 67628 h 647861"/>
                        <a:gd name="connsiteX26" fmla="*/ 67628 w 648652"/>
                        <a:gd name="connsiteY26" fmla="*/ 121920 h 647861"/>
                        <a:gd name="connsiteX27" fmla="*/ 91440 w 648652"/>
                        <a:gd name="connsiteY27" fmla="*/ 193358 h 647861"/>
                        <a:gd name="connsiteX28" fmla="*/ 66675 w 648652"/>
                        <a:gd name="connsiteY28" fmla="*/ 253365 h 647861"/>
                        <a:gd name="connsiteX29" fmla="*/ 0 w 648652"/>
                        <a:gd name="connsiteY29" fmla="*/ 285750 h 647861"/>
                        <a:gd name="connsiteX30" fmla="*/ 0 w 648652"/>
                        <a:gd name="connsiteY30" fmla="*/ 361950 h 647861"/>
                        <a:gd name="connsiteX31" fmla="*/ 66675 w 648652"/>
                        <a:gd name="connsiteY31" fmla="*/ 395288 h 647861"/>
                        <a:gd name="connsiteX32" fmla="*/ 91440 w 648652"/>
                        <a:gd name="connsiteY32" fmla="*/ 454504 h 647861"/>
                        <a:gd name="connsiteX33" fmla="*/ 19050 w 648652"/>
                        <a:gd name="connsiteY33" fmla="*/ 297790 h 647861"/>
                        <a:gd name="connsiteX34" fmla="*/ 75000 w 648652"/>
                        <a:gd name="connsiteY34" fmla="*/ 270605 h 647861"/>
                        <a:gd name="connsiteX35" fmla="*/ 82782 w 648652"/>
                        <a:gd name="connsiteY35" fmla="*/ 266795 h 647861"/>
                        <a:gd name="connsiteX36" fmla="*/ 85058 w 648652"/>
                        <a:gd name="connsiteY36" fmla="*/ 258451 h 647861"/>
                        <a:gd name="connsiteX37" fmla="*/ 108137 w 648652"/>
                        <a:gd name="connsiteY37" fmla="*/ 202587 h 647861"/>
                        <a:gd name="connsiteX38" fmla="*/ 112147 w 648652"/>
                        <a:gd name="connsiteY38" fmla="*/ 195291 h 647861"/>
                        <a:gd name="connsiteX39" fmla="*/ 109518 w 648652"/>
                        <a:gd name="connsiteY39" fmla="*/ 187385 h 647861"/>
                        <a:gd name="connsiteX40" fmla="*/ 89421 w 648652"/>
                        <a:gd name="connsiteY40" fmla="*/ 127102 h 647861"/>
                        <a:gd name="connsiteX41" fmla="*/ 127073 w 648652"/>
                        <a:gd name="connsiteY41" fmla="*/ 89440 h 647861"/>
                        <a:gd name="connsiteX42" fmla="*/ 187338 w 648652"/>
                        <a:gd name="connsiteY42" fmla="*/ 109538 h 647861"/>
                        <a:gd name="connsiteX43" fmla="*/ 195482 w 648652"/>
                        <a:gd name="connsiteY43" fmla="*/ 112252 h 647861"/>
                        <a:gd name="connsiteX44" fmla="*/ 202911 w 648652"/>
                        <a:gd name="connsiteY44" fmla="*/ 107947 h 647861"/>
                        <a:gd name="connsiteX45" fmla="*/ 257432 w 648652"/>
                        <a:gd name="connsiteY45" fmla="*/ 85087 h 647861"/>
                        <a:gd name="connsiteX46" fmla="*/ 265652 w 648652"/>
                        <a:gd name="connsiteY46" fmla="*/ 82848 h 647861"/>
                        <a:gd name="connsiteX47" fmla="*/ 269462 w 648652"/>
                        <a:gd name="connsiteY47" fmla="*/ 75228 h 647861"/>
                        <a:gd name="connsiteX48" fmla="*/ 297542 w 648652"/>
                        <a:gd name="connsiteY48" fmla="*/ 19050 h 647861"/>
                        <a:gd name="connsiteX49" fmla="*/ 350044 w 648652"/>
                        <a:gd name="connsiteY49" fmla="*/ 19050 h 647861"/>
                        <a:gd name="connsiteX50" fmla="*/ 377190 w 648652"/>
                        <a:gd name="connsiteY50" fmla="*/ 75057 h 647861"/>
                        <a:gd name="connsiteX51" fmla="*/ 381000 w 648652"/>
                        <a:gd name="connsiteY51" fmla="*/ 82829 h 647861"/>
                        <a:gd name="connsiteX52" fmla="*/ 389344 w 648652"/>
                        <a:gd name="connsiteY52" fmla="*/ 85106 h 647861"/>
                        <a:gd name="connsiteX53" fmla="*/ 445189 w 648652"/>
                        <a:gd name="connsiteY53" fmla="*/ 108194 h 647861"/>
                        <a:gd name="connsiteX54" fmla="*/ 452495 w 648652"/>
                        <a:gd name="connsiteY54" fmla="*/ 112214 h 647861"/>
                        <a:gd name="connsiteX55" fmla="*/ 460400 w 648652"/>
                        <a:gd name="connsiteY55" fmla="*/ 109576 h 647861"/>
                        <a:gd name="connsiteX56" fmla="*/ 520665 w 648652"/>
                        <a:gd name="connsiteY56" fmla="*/ 89478 h 647861"/>
                        <a:gd name="connsiteX57" fmla="*/ 558317 w 648652"/>
                        <a:gd name="connsiteY57" fmla="*/ 127140 h 647861"/>
                        <a:gd name="connsiteX58" fmla="*/ 538220 w 648652"/>
                        <a:gd name="connsiteY58" fmla="*/ 187423 h 647861"/>
                        <a:gd name="connsiteX59" fmla="*/ 535505 w 648652"/>
                        <a:gd name="connsiteY59" fmla="*/ 195567 h 647861"/>
                        <a:gd name="connsiteX60" fmla="*/ 539810 w 648652"/>
                        <a:gd name="connsiteY60" fmla="*/ 202987 h 647861"/>
                        <a:gd name="connsiteX61" fmla="*/ 562670 w 648652"/>
                        <a:gd name="connsiteY61" fmla="*/ 257527 h 647861"/>
                        <a:gd name="connsiteX62" fmla="*/ 564966 w 648652"/>
                        <a:gd name="connsiteY62" fmla="*/ 265938 h 647861"/>
                        <a:gd name="connsiteX63" fmla="*/ 572824 w 648652"/>
                        <a:gd name="connsiteY63" fmla="*/ 269700 h 647861"/>
                        <a:gd name="connsiteX64" fmla="*/ 629603 w 648652"/>
                        <a:gd name="connsiteY64" fmla="*/ 296913 h 647861"/>
                        <a:gd name="connsiteX65" fmla="*/ 629603 w 648652"/>
                        <a:gd name="connsiteY65" fmla="*/ 349367 h 647861"/>
                        <a:gd name="connsiteX66" fmla="*/ 573453 w 648652"/>
                        <a:gd name="connsiteY66" fmla="*/ 377447 h 647861"/>
                        <a:gd name="connsiteX67" fmla="*/ 565833 w 648652"/>
                        <a:gd name="connsiteY67" fmla="*/ 381257 h 647861"/>
                        <a:gd name="connsiteX68" fmla="*/ 563594 w 648652"/>
                        <a:gd name="connsiteY68" fmla="*/ 389468 h 647861"/>
                        <a:gd name="connsiteX69" fmla="*/ 540515 w 648652"/>
                        <a:gd name="connsiteY69" fmla="*/ 445332 h 647861"/>
                        <a:gd name="connsiteX70" fmla="*/ 536505 w 648652"/>
                        <a:gd name="connsiteY70" fmla="*/ 452628 h 647861"/>
                        <a:gd name="connsiteX71" fmla="*/ 539134 w 648652"/>
                        <a:gd name="connsiteY71" fmla="*/ 460534 h 647861"/>
                        <a:gd name="connsiteX72" fmla="*/ 559232 w 648652"/>
                        <a:gd name="connsiteY72" fmla="*/ 520817 h 647861"/>
                        <a:gd name="connsiteX73" fmla="*/ 521580 w 648652"/>
                        <a:gd name="connsiteY73" fmla="*/ 558479 h 647861"/>
                        <a:gd name="connsiteX74" fmla="*/ 461315 w 648652"/>
                        <a:gd name="connsiteY74" fmla="*/ 538382 h 647861"/>
                        <a:gd name="connsiteX75" fmla="*/ 453171 w 648652"/>
                        <a:gd name="connsiteY75" fmla="*/ 535667 h 647861"/>
                        <a:gd name="connsiteX76" fmla="*/ 445741 w 648652"/>
                        <a:gd name="connsiteY76" fmla="*/ 539972 h 647861"/>
                        <a:gd name="connsiteX77" fmla="*/ 391211 w 648652"/>
                        <a:gd name="connsiteY77" fmla="*/ 562832 h 647861"/>
                        <a:gd name="connsiteX78" fmla="*/ 383000 w 648652"/>
                        <a:gd name="connsiteY78" fmla="*/ 565071 h 647861"/>
                        <a:gd name="connsiteX79" fmla="*/ 379190 w 648652"/>
                        <a:gd name="connsiteY79" fmla="*/ 572691 h 647861"/>
                        <a:gd name="connsiteX80" fmla="*/ 351111 w 648652"/>
                        <a:gd name="connsiteY80" fmla="*/ 628888 h 647861"/>
                        <a:gd name="connsiteX81" fmla="*/ 298494 w 648652"/>
                        <a:gd name="connsiteY81" fmla="*/ 628888 h 647861"/>
                        <a:gd name="connsiteX82" fmla="*/ 270424 w 648652"/>
                        <a:gd name="connsiteY82" fmla="*/ 572691 h 647861"/>
                        <a:gd name="connsiteX83" fmla="*/ 266614 w 648652"/>
                        <a:gd name="connsiteY83" fmla="*/ 565071 h 647861"/>
                        <a:gd name="connsiteX84" fmla="*/ 258394 w 648652"/>
                        <a:gd name="connsiteY84" fmla="*/ 562832 h 647861"/>
                        <a:gd name="connsiteX85" fmla="*/ 202559 w 648652"/>
                        <a:gd name="connsiteY85" fmla="*/ 539744 h 647861"/>
                        <a:gd name="connsiteX86" fmla="*/ 195253 w 648652"/>
                        <a:gd name="connsiteY86" fmla="*/ 535724 h 647861"/>
                        <a:gd name="connsiteX87" fmla="*/ 187347 w 648652"/>
                        <a:gd name="connsiteY87" fmla="*/ 538363 h 647861"/>
                        <a:gd name="connsiteX88" fmla="*/ 127083 w 648652"/>
                        <a:gd name="connsiteY88" fmla="*/ 558460 h 647861"/>
                        <a:gd name="connsiteX89" fmla="*/ 89430 w 648652"/>
                        <a:gd name="connsiteY89" fmla="*/ 520798 h 647861"/>
                        <a:gd name="connsiteX90" fmla="*/ 109538 w 648652"/>
                        <a:gd name="connsiteY90" fmla="*/ 460534 h 647861"/>
                        <a:gd name="connsiteX91" fmla="*/ 112243 w 648652"/>
                        <a:gd name="connsiteY91" fmla="*/ 452390 h 647861"/>
                        <a:gd name="connsiteX92" fmla="*/ 107947 w 648652"/>
                        <a:gd name="connsiteY92" fmla="*/ 444960 h 647861"/>
                        <a:gd name="connsiteX93" fmla="*/ 85087 w 648652"/>
                        <a:gd name="connsiteY93" fmla="*/ 390420 h 647861"/>
                        <a:gd name="connsiteX94" fmla="*/ 82839 w 648652"/>
                        <a:gd name="connsiteY94" fmla="*/ 382210 h 647861"/>
                        <a:gd name="connsiteX95" fmla="*/ 75219 w 648652"/>
                        <a:gd name="connsiteY95" fmla="*/ 378400 h 647861"/>
                        <a:gd name="connsiteX96" fmla="*/ 19050 w 648652"/>
                        <a:gd name="connsiteY96" fmla="*/ 350320 h 6478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  <a:cxn ang="0">
                          <a:pos x="connsiteX87" y="connsiteY87"/>
                        </a:cxn>
                        <a:cxn ang="0">
                          <a:pos x="connsiteX88" y="connsiteY88"/>
                        </a:cxn>
                        <a:cxn ang="0">
                          <a:pos x="connsiteX89" y="connsiteY89"/>
                        </a:cxn>
                        <a:cxn ang="0">
                          <a:pos x="connsiteX90" y="connsiteY90"/>
                        </a:cxn>
                        <a:cxn ang="0">
                          <a:pos x="connsiteX91" y="connsiteY91"/>
                        </a:cxn>
                        <a:cxn ang="0">
                          <a:pos x="connsiteX92" y="connsiteY92"/>
                        </a:cxn>
                        <a:cxn ang="0">
                          <a:pos x="connsiteX93" y="connsiteY93"/>
                        </a:cxn>
                        <a:cxn ang="0">
                          <a:pos x="connsiteX94" y="connsiteY94"/>
                        </a:cxn>
                        <a:cxn ang="0">
                          <a:pos x="connsiteX95" y="connsiteY95"/>
                        </a:cxn>
                        <a:cxn ang="0">
                          <a:pos x="connsiteX96" y="connsiteY96"/>
                        </a:cxn>
                      </a:cxnLst>
                      <a:rect l="l" t="t" r="r" b="b"/>
                      <a:pathLst>
                        <a:path w="648652" h="647861">
                          <a:moveTo>
                            <a:pt x="91440" y="454504"/>
                          </a:moveTo>
                          <a:lnTo>
                            <a:pt x="67628" y="525942"/>
                          </a:lnTo>
                          <a:lnTo>
                            <a:pt x="121920" y="580234"/>
                          </a:lnTo>
                          <a:lnTo>
                            <a:pt x="193358" y="556422"/>
                          </a:lnTo>
                          <a:cubicBezTo>
                            <a:pt x="212309" y="567022"/>
                            <a:pt x="232453" y="575336"/>
                            <a:pt x="253365" y="581187"/>
                          </a:cubicBezTo>
                          <a:lnTo>
                            <a:pt x="286703" y="647862"/>
                          </a:lnTo>
                          <a:lnTo>
                            <a:pt x="362903" y="647862"/>
                          </a:lnTo>
                          <a:lnTo>
                            <a:pt x="396240" y="581187"/>
                          </a:lnTo>
                          <a:cubicBezTo>
                            <a:pt x="416907" y="575505"/>
                            <a:pt x="436756" y="567181"/>
                            <a:pt x="455295" y="556422"/>
                          </a:cubicBezTo>
                          <a:lnTo>
                            <a:pt x="526733" y="580234"/>
                          </a:lnTo>
                          <a:lnTo>
                            <a:pt x="581025" y="525942"/>
                          </a:lnTo>
                          <a:lnTo>
                            <a:pt x="557213" y="454504"/>
                          </a:lnTo>
                          <a:cubicBezTo>
                            <a:pt x="567808" y="435551"/>
                            <a:pt x="576122" y="415407"/>
                            <a:pt x="581978" y="394497"/>
                          </a:cubicBezTo>
                          <a:lnTo>
                            <a:pt x="648653" y="361159"/>
                          </a:lnTo>
                          <a:lnTo>
                            <a:pt x="648653" y="284959"/>
                          </a:lnTo>
                          <a:lnTo>
                            <a:pt x="581025" y="252574"/>
                          </a:lnTo>
                          <a:cubicBezTo>
                            <a:pt x="575339" y="231908"/>
                            <a:pt x="567015" y="212060"/>
                            <a:pt x="556260" y="193519"/>
                          </a:cubicBezTo>
                          <a:lnTo>
                            <a:pt x="580073" y="122082"/>
                          </a:lnTo>
                          <a:lnTo>
                            <a:pt x="525780" y="67789"/>
                          </a:lnTo>
                          <a:lnTo>
                            <a:pt x="454343" y="91602"/>
                          </a:lnTo>
                          <a:cubicBezTo>
                            <a:pt x="435391" y="81002"/>
                            <a:pt x="415247" y="72688"/>
                            <a:pt x="394335" y="66837"/>
                          </a:cubicBezTo>
                          <a:lnTo>
                            <a:pt x="361950" y="0"/>
                          </a:lnTo>
                          <a:lnTo>
                            <a:pt x="285750" y="0"/>
                          </a:lnTo>
                          <a:lnTo>
                            <a:pt x="252413" y="66675"/>
                          </a:lnTo>
                          <a:cubicBezTo>
                            <a:pt x="231745" y="72357"/>
                            <a:pt x="211896" y="80681"/>
                            <a:pt x="193358" y="91440"/>
                          </a:cubicBezTo>
                          <a:lnTo>
                            <a:pt x="121920" y="67628"/>
                          </a:lnTo>
                          <a:lnTo>
                            <a:pt x="67628" y="121920"/>
                          </a:lnTo>
                          <a:lnTo>
                            <a:pt x="91440" y="193358"/>
                          </a:lnTo>
                          <a:cubicBezTo>
                            <a:pt x="80844" y="212311"/>
                            <a:pt x="72531" y="232455"/>
                            <a:pt x="66675" y="253365"/>
                          </a:cubicBezTo>
                          <a:lnTo>
                            <a:pt x="0" y="285750"/>
                          </a:lnTo>
                          <a:lnTo>
                            <a:pt x="0" y="361950"/>
                          </a:lnTo>
                          <a:lnTo>
                            <a:pt x="66675" y="395288"/>
                          </a:lnTo>
                          <a:cubicBezTo>
                            <a:pt x="72348" y="416009"/>
                            <a:pt x="80672" y="435913"/>
                            <a:pt x="91440" y="454504"/>
                          </a:cubicBezTo>
                          <a:close/>
                          <a:moveTo>
                            <a:pt x="19050" y="297790"/>
                          </a:moveTo>
                          <a:lnTo>
                            <a:pt x="75000" y="270605"/>
                          </a:lnTo>
                          <a:lnTo>
                            <a:pt x="82782" y="266795"/>
                          </a:lnTo>
                          <a:lnTo>
                            <a:pt x="85058" y="258451"/>
                          </a:lnTo>
                          <a:cubicBezTo>
                            <a:pt x="90527" y="238987"/>
                            <a:pt x="98273" y="220236"/>
                            <a:pt x="108137" y="202587"/>
                          </a:cubicBezTo>
                          <a:lnTo>
                            <a:pt x="112147" y="195291"/>
                          </a:lnTo>
                          <a:lnTo>
                            <a:pt x="109518" y="187385"/>
                          </a:lnTo>
                          <a:lnTo>
                            <a:pt x="89421" y="127102"/>
                          </a:lnTo>
                          <a:lnTo>
                            <a:pt x="127073" y="89440"/>
                          </a:lnTo>
                          <a:lnTo>
                            <a:pt x="187338" y="109538"/>
                          </a:lnTo>
                          <a:lnTo>
                            <a:pt x="195482" y="112252"/>
                          </a:lnTo>
                          <a:lnTo>
                            <a:pt x="202911" y="107947"/>
                          </a:lnTo>
                          <a:cubicBezTo>
                            <a:pt x="220026" y="98012"/>
                            <a:pt x="238351" y="90328"/>
                            <a:pt x="257432" y="85087"/>
                          </a:cubicBezTo>
                          <a:lnTo>
                            <a:pt x="265652" y="82848"/>
                          </a:lnTo>
                          <a:lnTo>
                            <a:pt x="269462" y="75228"/>
                          </a:lnTo>
                          <a:lnTo>
                            <a:pt x="297542" y="19050"/>
                          </a:lnTo>
                          <a:lnTo>
                            <a:pt x="350044" y="19050"/>
                          </a:lnTo>
                          <a:lnTo>
                            <a:pt x="377190" y="75057"/>
                          </a:lnTo>
                          <a:lnTo>
                            <a:pt x="381000" y="82829"/>
                          </a:lnTo>
                          <a:lnTo>
                            <a:pt x="389344" y="85106"/>
                          </a:lnTo>
                          <a:cubicBezTo>
                            <a:pt x="408801" y="90583"/>
                            <a:pt x="427545" y="98332"/>
                            <a:pt x="445189" y="108194"/>
                          </a:cubicBezTo>
                          <a:lnTo>
                            <a:pt x="452495" y="112214"/>
                          </a:lnTo>
                          <a:lnTo>
                            <a:pt x="460400" y="109576"/>
                          </a:lnTo>
                          <a:lnTo>
                            <a:pt x="520665" y="89478"/>
                          </a:lnTo>
                          <a:lnTo>
                            <a:pt x="558317" y="127140"/>
                          </a:lnTo>
                          <a:lnTo>
                            <a:pt x="538220" y="187423"/>
                          </a:lnTo>
                          <a:lnTo>
                            <a:pt x="535505" y="195567"/>
                          </a:lnTo>
                          <a:lnTo>
                            <a:pt x="539810" y="202987"/>
                          </a:lnTo>
                          <a:cubicBezTo>
                            <a:pt x="549750" y="220106"/>
                            <a:pt x="557434" y="238438"/>
                            <a:pt x="562670" y="257527"/>
                          </a:cubicBezTo>
                          <a:lnTo>
                            <a:pt x="564966" y="265938"/>
                          </a:lnTo>
                          <a:lnTo>
                            <a:pt x="572824" y="269700"/>
                          </a:lnTo>
                          <a:lnTo>
                            <a:pt x="629603" y="296913"/>
                          </a:lnTo>
                          <a:lnTo>
                            <a:pt x="629603" y="349367"/>
                          </a:lnTo>
                          <a:lnTo>
                            <a:pt x="573453" y="377447"/>
                          </a:lnTo>
                          <a:lnTo>
                            <a:pt x="565833" y="381257"/>
                          </a:lnTo>
                          <a:lnTo>
                            <a:pt x="563594" y="389468"/>
                          </a:lnTo>
                          <a:cubicBezTo>
                            <a:pt x="558124" y="408931"/>
                            <a:pt x="550377" y="427682"/>
                            <a:pt x="540515" y="445332"/>
                          </a:cubicBezTo>
                          <a:lnTo>
                            <a:pt x="536505" y="452628"/>
                          </a:lnTo>
                          <a:lnTo>
                            <a:pt x="539134" y="460534"/>
                          </a:lnTo>
                          <a:lnTo>
                            <a:pt x="559232" y="520817"/>
                          </a:lnTo>
                          <a:lnTo>
                            <a:pt x="521580" y="558479"/>
                          </a:lnTo>
                          <a:lnTo>
                            <a:pt x="461315" y="538382"/>
                          </a:lnTo>
                          <a:lnTo>
                            <a:pt x="453171" y="535667"/>
                          </a:lnTo>
                          <a:lnTo>
                            <a:pt x="445741" y="539972"/>
                          </a:lnTo>
                          <a:cubicBezTo>
                            <a:pt x="428625" y="549909"/>
                            <a:pt x="410296" y="557593"/>
                            <a:pt x="391211" y="562832"/>
                          </a:cubicBezTo>
                          <a:lnTo>
                            <a:pt x="383000" y="565071"/>
                          </a:lnTo>
                          <a:lnTo>
                            <a:pt x="379190" y="572691"/>
                          </a:lnTo>
                          <a:lnTo>
                            <a:pt x="351111" y="628888"/>
                          </a:lnTo>
                          <a:lnTo>
                            <a:pt x="298494" y="628888"/>
                          </a:lnTo>
                          <a:lnTo>
                            <a:pt x="270424" y="572691"/>
                          </a:lnTo>
                          <a:lnTo>
                            <a:pt x="266614" y="565071"/>
                          </a:lnTo>
                          <a:lnTo>
                            <a:pt x="258394" y="562832"/>
                          </a:lnTo>
                          <a:cubicBezTo>
                            <a:pt x="238940" y="557355"/>
                            <a:pt x="220199" y="549606"/>
                            <a:pt x="202559" y="539744"/>
                          </a:cubicBezTo>
                          <a:lnTo>
                            <a:pt x="195253" y="535724"/>
                          </a:lnTo>
                          <a:lnTo>
                            <a:pt x="187347" y="538363"/>
                          </a:lnTo>
                          <a:lnTo>
                            <a:pt x="127083" y="558460"/>
                          </a:lnTo>
                          <a:lnTo>
                            <a:pt x="89430" y="520798"/>
                          </a:lnTo>
                          <a:lnTo>
                            <a:pt x="109538" y="460534"/>
                          </a:lnTo>
                          <a:lnTo>
                            <a:pt x="112243" y="452390"/>
                          </a:lnTo>
                          <a:lnTo>
                            <a:pt x="107947" y="444960"/>
                          </a:lnTo>
                          <a:cubicBezTo>
                            <a:pt x="98005" y="427843"/>
                            <a:pt x="90321" y="409511"/>
                            <a:pt x="85087" y="390420"/>
                          </a:cubicBezTo>
                          <a:lnTo>
                            <a:pt x="82839" y="382210"/>
                          </a:lnTo>
                          <a:lnTo>
                            <a:pt x="75219" y="378400"/>
                          </a:lnTo>
                          <a:lnTo>
                            <a:pt x="19050" y="350320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6"/>
            <p:cNvSpPr/>
            <p:nvPr/>
          </p:nvSpPr>
          <p:spPr>
            <a:xfrm>
              <a:off x="5981700" y="3541772"/>
              <a:ext cx="228600" cy="228600"/>
            </a:xfrm>
            <a:custGeom>
              <a:avLst/>
              <a:gdLst>
                <a:gd name="csX0" fmla="*/ 114300 w 228600"/>
                <a:gd name="csY0" fmla="*/ 228600 h 228600"/>
                <a:gd name="csX1" fmla="*/ 228600 w 228600"/>
                <a:gd name="csY1" fmla="*/ 114300 h 228600"/>
                <a:gd name="csX2" fmla="*/ 114300 w 228600"/>
                <a:gd name="csY2" fmla="*/ 0 h 228600"/>
                <a:gd name="csX3" fmla="*/ 0 w 228600"/>
                <a:gd name="csY3" fmla="*/ 114300 h 228600"/>
                <a:gd name="csX4" fmla="*/ 114300 w 228600"/>
                <a:gd name="csY4" fmla="*/ 228600 h 228600"/>
                <a:gd name="csX5" fmla="*/ 114300 w 228600"/>
                <a:gd name="csY5" fmla="*/ 18983 h 228600"/>
                <a:gd name="csX6" fmla="*/ 209550 w 228600"/>
                <a:gd name="csY6" fmla="*/ 114233 h 228600"/>
                <a:gd name="csX7" fmla="*/ 114300 w 228600"/>
                <a:gd name="csY7" fmla="*/ 209483 h 228600"/>
                <a:gd name="csX8" fmla="*/ 19050 w 228600"/>
                <a:gd name="csY8" fmla="*/ 114233 h 228600"/>
                <a:gd name="csX9" fmla="*/ 114300 w 228600"/>
                <a:gd name="csY9" fmla="*/ 18983 h 228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28600" h="228600" fill="none" extrusionOk="0">
                  <a:moveTo>
                    <a:pt x="114300" y="228600"/>
                  </a:moveTo>
                  <a:cubicBezTo>
                    <a:pt x="170893" y="220841"/>
                    <a:pt x="235057" y="181384"/>
                    <a:pt x="228600" y="114300"/>
                  </a:cubicBezTo>
                  <a:cubicBezTo>
                    <a:pt x="218957" y="37243"/>
                    <a:pt x="179867" y="-2763"/>
                    <a:pt x="114300" y="0"/>
                  </a:cubicBezTo>
                  <a:cubicBezTo>
                    <a:pt x="63467" y="-12986"/>
                    <a:pt x="-5842" y="52101"/>
                    <a:pt x="0" y="114300"/>
                  </a:cubicBezTo>
                  <a:cubicBezTo>
                    <a:pt x="-1628" y="165093"/>
                    <a:pt x="41090" y="226168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71879" y="17869"/>
                    <a:pt x="197901" y="61152"/>
                    <a:pt x="209550" y="114233"/>
                  </a:cubicBezTo>
                  <a:cubicBezTo>
                    <a:pt x="213006" y="164213"/>
                    <a:pt x="163439" y="201387"/>
                    <a:pt x="114300" y="209483"/>
                  </a:cubicBezTo>
                  <a:cubicBezTo>
                    <a:pt x="67323" y="215063"/>
                    <a:pt x="14187" y="154428"/>
                    <a:pt x="19050" y="114233"/>
                  </a:cubicBezTo>
                  <a:cubicBezTo>
                    <a:pt x="20625" y="52287"/>
                    <a:pt x="68406" y="17407"/>
                    <a:pt x="114300" y="18983"/>
                  </a:cubicBezTo>
                  <a:close/>
                </a:path>
                <a:path w="228600" h="228600" stroke="0" extrusionOk="0">
                  <a:moveTo>
                    <a:pt x="114300" y="228600"/>
                  </a:moveTo>
                  <a:cubicBezTo>
                    <a:pt x="180231" y="233643"/>
                    <a:pt x="214635" y="186561"/>
                    <a:pt x="228600" y="114300"/>
                  </a:cubicBezTo>
                  <a:cubicBezTo>
                    <a:pt x="240377" y="46467"/>
                    <a:pt x="162206" y="-9770"/>
                    <a:pt x="114300" y="0"/>
                  </a:cubicBezTo>
                  <a:cubicBezTo>
                    <a:pt x="63405" y="3412"/>
                    <a:pt x="7453" y="51160"/>
                    <a:pt x="0" y="114300"/>
                  </a:cubicBezTo>
                  <a:cubicBezTo>
                    <a:pt x="-1864" y="188636"/>
                    <a:pt x="63972" y="231791"/>
                    <a:pt x="114300" y="228600"/>
                  </a:cubicBezTo>
                  <a:close/>
                  <a:moveTo>
                    <a:pt x="114300" y="18983"/>
                  </a:moveTo>
                  <a:cubicBezTo>
                    <a:pt x="160781" y="26766"/>
                    <a:pt x="201815" y="57297"/>
                    <a:pt x="209550" y="114233"/>
                  </a:cubicBezTo>
                  <a:cubicBezTo>
                    <a:pt x="208497" y="161978"/>
                    <a:pt x="169261" y="211352"/>
                    <a:pt x="114300" y="209483"/>
                  </a:cubicBezTo>
                  <a:cubicBezTo>
                    <a:pt x="64736" y="215473"/>
                    <a:pt x="24859" y="164221"/>
                    <a:pt x="19050" y="114233"/>
                  </a:cubicBezTo>
                  <a:cubicBezTo>
                    <a:pt x="17758" y="53752"/>
                    <a:pt x="69116" y="7050"/>
                    <a:pt x="114300" y="18983"/>
                  </a:cubicBezTo>
                  <a:close/>
                </a:path>
              </a:pathLst>
            </a:custGeom>
            <a:grpFill/>
            <a:ln w="15875" cap="flat">
              <a:solidFill>
                <a:schemeClr val="tx1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470547362">
                    <a:custGeom>
                      <a:avLst/>
                      <a:gdLst>
                        <a:gd name="connsiteX0" fmla="*/ 114300 w 228600"/>
                        <a:gd name="connsiteY0" fmla="*/ 228600 h 228600"/>
                        <a:gd name="connsiteX1" fmla="*/ 228600 w 228600"/>
                        <a:gd name="connsiteY1" fmla="*/ 114300 h 228600"/>
                        <a:gd name="connsiteX2" fmla="*/ 114300 w 228600"/>
                        <a:gd name="connsiteY2" fmla="*/ 0 h 228600"/>
                        <a:gd name="connsiteX3" fmla="*/ 0 w 228600"/>
                        <a:gd name="connsiteY3" fmla="*/ 114300 h 228600"/>
                        <a:gd name="connsiteX4" fmla="*/ 114300 w 228600"/>
                        <a:gd name="connsiteY4" fmla="*/ 228600 h 228600"/>
                        <a:gd name="connsiteX5" fmla="*/ 114300 w 228600"/>
                        <a:gd name="connsiteY5" fmla="*/ 18983 h 228600"/>
                        <a:gd name="connsiteX6" fmla="*/ 209550 w 228600"/>
                        <a:gd name="connsiteY6" fmla="*/ 114233 h 228600"/>
                        <a:gd name="connsiteX7" fmla="*/ 114300 w 228600"/>
                        <a:gd name="connsiteY7" fmla="*/ 209483 h 228600"/>
                        <a:gd name="connsiteX8" fmla="*/ 19050 w 228600"/>
                        <a:gd name="connsiteY8" fmla="*/ 114233 h 228600"/>
                        <a:gd name="connsiteX9" fmla="*/ 114300 w 228600"/>
                        <a:gd name="connsiteY9" fmla="*/ 18983 h 2286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28600" h="228600">
                          <a:moveTo>
                            <a:pt x="114300" y="228600"/>
                          </a:moveTo>
                          <a:cubicBezTo>
                            <a:pt x="177426" y="228600"/>
                            <a:pt x="228600" y="177426"/>
                            <a:pt x="228600" y="114300"/>
                          </a:cubicBezTo>
                          <a:cubicBezTo>
                            <a:pt x="228600" y="51174"/>
                            <a:pt x="177426" y="0"/>
                            <a:pt x="114300" y="0"/>
                          </a:cubicBezTo>
                          <a:cubicBezTo>
                            <a:pt x="51174" y="0"/>
                            <a:pt x="0" y="51174"/>
                            <a:pt x="0" y="114300"/>
                          </a:cubicBezTo>
                          <a:cubicBezTo>
                            <a:pt x="199" y="177344"/>
                            <a:pt x="51256" y="228401"/>
                            <a:pt x="114300" y="228600"/>
                          </a:cubicBezTo>
                          <a:close/>
                          <a:moveTo>
                            <a:pt x="114300" y="18983"/>
                          </a:moveTo>
                          <a:cubicBezTo>
                            <a:pt x="166905" y="18983"/>
                            <a:pt x="209550" y="61629"/>
                            <a:pt x="209550" y="114233"/>
                          </a:cubicBezTo>
                          <a:cubicBezTo>
                            <a:pt x="209550" y="166838"/>
                            <a:pt x="166905" y="209483"/>
                            <a:pt x="114300" y="209483"/>
                          </a:cubicBezTo>
                          <a:cubicBezTo>
                            <a:pt x="61695" y="209483"/>
                            <a:pt x="19050" y="166838"/>
                            <a:pt x="19050" y="114233"/>
                          </a:cubicBezTo>
                          <a:cubicBezTo>
                            <a:pt x="19119" y="61656"/>
                            <a:pt x="61723" y="19052"/>
                            <a:pt x="114300" y="18983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1" name="App label"/>
          <p:cNvSpPr txBox="1"/>
          <p:nvPr/>
        </p:nvSpPr>
        <p:spPr>
          <a:xfrm>
            <a:off x="4878638" y="4912773"/>
            <a:ext cx="2367419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App</a:t>
            </a:r>
          </a:p>
        </p:txBody>
      </p:sp>
      <p:grpSp>
        <p:nvGrpSpPr>
          <p:cNvPr id="112" name="Graphic 62" descr="Artificial Intelligence outline"/>
          <p:cNvGrpSpPr/>
          <p:nvPr/>
        </p:nvGrpSpPr>
        <p:grpSpPr>
          <a:xfrm>
            <a:off x="9309806" y="1906534"/>
            <a:ext cx="647797" cy="768143"/>
            <a:chOff x="6096473" y="4106117"/>
            <a:chExt cx="647797" cy="768143"/>
          </a:xfrm>
          <a:noFill/>
        </p:grpSpPr>
        <p:sp>
          <p:nvSpPr>
            <p:cNvPr id="113" name="Freeform 64"/>
            <p:cNvSpPr/>
            <p:nvPr/>
          </p:nvSpPr>
          <p:spPr>
            <a:xfrm>
              <a:off x="6151082" y="4240572"/>
              <a:ext cx="126374" cy="190565"/>
            </a:xfrm>
            <a:custGeom>
              <a:avLst/>
              <a:gdLst>
                <a:gd name="csX0" fmla="*/ 93031 w 126374"/>
                <a:gd name="csY0" fmla="*/ 144922 h 190565"/>
                <a:gd name="csX1" fmla="*/ 80731 w 126374"/>
                <a:gd name="csY1" fmla="*/ 176272 h 190565"/>
                <a:gd name="csX2" fmla="*/ 112081 w 126374"/>
                <a:gd name="csY2" fmla="*/ 188572 h 190565"/>
                <a:gd name="csX3" fmla="*/ 124380 w 126374"/>
                <a:gd name="csY3" fmla="*/ 157222 h 190565"/>
                <a:gd name="csX4" fmla="*/ 112081 w 126374"/>
                <a:gd name="csY4" fmla="*/ 144922 h 190565"/>
                <a:gd name="csX5" fmla="*/ 112081 w 126374"/>
                <a:gd name="csY5" fmla="*/ 81076 h 190565"/>
                <a:gd name="csX6" fmla="*/ 73981 w 126374"/>
                <a:gd name="csY6" fmla="*/ 81076 h 190565"/>
                <a:gd name="csX7" fmla="*/ 73981 w 126374"/>
                <a:gd name="csY7" fmla="*/ 45643 h 190565"/>
                <a:gd name="csX8" fmla="*/ 86280 w 126374"/>
                <a:gd name="csY8" fmla="*/ 14294 h 190565"/>
                <a:gd name="csX9" fmla="*/ 54931 w 126374"/>
                <a:gd name="csY9" fmla="*/ 1994 h 190565"/>
                <a:gd name="csX10" fmla="*/ 42631 w 126374"/>
                <a:gd name="csY10" fmla="*/ 33344 h 190565"/>
                <a:gd name="csX11" fmla="*/ 54931 w 126374"/>
                <a:gd name="csY11" fmla="*/ 45643 h 190565"/>
                <a:gd name="csX12" fmla="*/ 54931 w 126374"/>
                <a:gd name="csY12" fmla="*/ 81067 h 190565"/>
                <a:gd name="csX13" fmla="*/ 5572 w 126374"/>
                <a:gd name="csY13" fmla="*/ 81000 h 190565"/>
                <a:gd name="csX14" fmla="*/ 953 w 126374"/>
                <a:gd name="csY14" fmla="*/ 96554 h 190565"/>
                <a:gd name="csX15" fmla="*/ 0 w 126374"/>
                <a:gd name="csY15" fmla="*/ 100050 h 190565"/>
                <a:gd name="csX16" fmla="*/ 93031 w 126374"/>
                <a:gd name="csY16" fmla="*/ 100136 h 190565"/>
                <a:gd name="csX17" fmla="*/ 93031 w 126374"/>
                <a:gd name="csY17" fmla="*/ 144922 h 190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126374" h="190565" fill="none" extrusionOk="0">
                  <a:moveTo>
                    <a:pt x="93031" y="144922"/>
                  </a:moveTo>
                  <a:cubicBezTo>
                    <a:pt x="80896" y="147982"/>
                    <a:pt x="76834" y="164502"/>
                    <a:pt x="80731" y="176272"/>
                  </a:cubicBezTo>
                  <a:cubicBezTo>
                    <a:pt x="85753" y="188622"/>
                    <a:pt x="101118" y="190480"/>
                    <a:pt x="112081" y="188572"/>
                  </a:cubicBezTo>
                  <a:cubicBezTo>
                    <a:pt x="124900" y="184140"/>
                    <a:pt x="129849" y="169934"/>
                    <a:pt x="124380" y="157222"/>
                  </a:cubicBezTo>
                  <a:cubicBezTo>
                    <a:pt x="122405" y="151867"/>
                    <a:pt x="117937" y="148510"/>
                    <a:pt x="112081" y="144922"/>
                  </a:cubicBezTo>
                  <a:cubicBezTo>
                    <a:pt x="105119" y="129225"/>
                    <a:pt x="116465" y="102647"/>
                    <a:pt x="112081" y="81076"/>
                  </a:cubicBezTo>
                  <a:cubicBezTo>
                    <a:pt x="98695" y="85018"/>
                    <a:pt x="92520" y="80143"/>
                    <a:pt x="73981" y="81076"/>
                  </a:cubicBezTo>
                  <a:cubicBezTo>
                    <a:pt x="71999" y="66468"/>
                    <a:pt x="76199" y="59334"/>
                    <a:pt x="73981" y="45643"/>
                  </a:cubicBezTo>
                  <a:cubicBezTo>
                    <a:pt x="86823" y="39607"/>
                    <a:pt x="90458" y="26955"/>
                    <a:pt x="86280" y="14294"/>
                  </a:cubicBezTo>
                  <a:cubicBezTo>
                    <a:pt x="81724" y="4149"/>
                    <a:pt x="67934" y="-3456"/>
                    <a:pt x="54931" y="1994"/>
                  </a:cubicBezTo>
                  <a:cubicBezTo>
                    <a:pt x="42673" y="8021"/>
                    <a:pt x="38937" y="21740"/>
                    <a:pt x="42631" y="33344"/>
                  </a:cubicBezTo>
                  <a:cubicBezTo>
                    <a:pt x="44972" y="38650"/>
                    <a:pt x="50736" y="43283"/>
                    <a:pt x="54931" y="45643"/>
                  </a:cubicBezTo>
                  <a:cubicBezTo>
                    <a:pt x="55830" y="54424"/>
                    <a:pt x="52689" y="67614"/>
                    <a:pt x="54931" y="81067"/>
                  </a:cubicBezTo>
                  <a:cubicBezTo>
                    <a:pt x="32073" y="84237"/>
                    <a:pt x="28473" y="77470"/>
                    <a:pt x="5572" y="81000"/>
                  </a:cubicBezTo>
                  <a:cubicBezTo>
                    <a:pt x="3530" y="86308"/>
                    <a:pt x="3499" y="91443"/>
                    <a:pt x="953" y="96554"/>
                  </a:cubicBezTo>
                  <a:cubicBezTo>
                    <a:pt x="792" y="97563"/>
                    <a:pt x="310" y="98864"/>
                    <a:pt x="0" y="100050"/>
                  </a:cubicBezTo>
                  <a:cubicBezTo>
                    <a:pt x="21592" y="97134"/>
                    <a:pt x="67148" y="100345"/>
                    <a:pt x="93031" y="100136"/>
                  </a:cubicBezTo>
                  <a:cubicBezTo>
                    <a:pt x="97154" y="117601"/>
                    <a:pt x="91417" y="122953"/>
                    <a:pt x="93031" y="144922"/>
                  </a:cubicBezTo>
                  <a:close/>
                </a:path>
                <a:path w="126374" h="190565" stroke="0" extrusionOk="0">
                  <a:moveTo>
                    <a:pt x="93031" y="144922"/>
                  </a:moveTo>
                  <a:cubicBezTo>
                    <a:pt x="78758" y="148814"/>
                    <a:pt x="74277" y="164666"/>
                    <a:pt x="80731" y="176272"/>
                  </a:cubicBezTo>
                  <a:cubicBezTo>
                    <a:pt x="87245" y="188589"/>
                    <a:pt x="96102" y="193957"/>
                    <a:pt x="112081" y="188572"/>
                  </a:cubicBezTo>
                  <a:cubicBezTo>
                    <a:pt x="123899" y="183541"/>
                    <a:pt x="129314" y="171081"/>
                    <a:pt x="124380" y="157222"/>
                  </a:cubicBezTo>
                  <a:cubicBezTo>
                    <a:pt x="121849" y="151647"/>
                    <a:pt x="119187" y="148091"/>
                    <a:pt x="112081" y="144922"/>
                  </a:cubicBezTo>
                  <a:cubicBezTo>
                    <a:pt x="110578" y="123986"/>
                    <a:pt x="117420" y="100821"/>
                    <a:pt x="112081" y="81076"/>
                  </a:cubicBezTo>
                  <a:cubicBezTo>
                    <a:pt x="102925" y="81293"/>
                    <a:pt x="91067" y="78361"/>
                    <a:pt x="73981" y="81076"/>
                  </a:cubicBezTo>
                  <a:cubicBezTo>
                    <a:pt x="72423" y="70427"/>
                    <a:pt x="75798" y="53004"/>
                    <a:pt x="73981" y="45643"/>
                  </a:cubicBezTo>
                  <a:cubicBezTo>
                    <a:pt x="86263" y="41967"/>
                    <a:pt x="89860" y="26252"/>
                    <a:pt x="86280" y="14294"/>
                  </a:cubicBezTo>
                  <a:cubicBezTo>
                    <a:pt x="81812" y="70"/>
                    <a:pt x="67337" y="-2171"/>
                    <a:pt x="54931" y="1994"/>
                  </a:cubicBezTo>
                  <a:cubicBezTo>
                    <a:pt x="43263" y="6875"/>
                    <a:pt x="38711" y="20426"/>
                    <a:pt x="42631" y="33344"/>
                  </a:cubicBezTo>
                  <a:cubicBezTo>
                    <a:pt x="44267" y="38652"/>
                    <a:pt x="49660" y="42951"/>
                    <a:pt x="54931" y="45643"/>
                  </a:cubicBezTo>
                  <a:cubicBezTo>
                    <a:pt x="56069" y="57781"/>
                    <a:pt x="54319" y="64670"/>
                    <a:pt x="54931" y="81067"/>
                  </a:cubicBezTo>
                  <a:cubicBezTo>
                    <a:pt x="37351" y="82397"/>
                    <a:pt x="29889" y="78309"/>
                    <a:pt x="5572" y="81000"/>
                  </a:cubicBezTo>
                  <a:cubicBezTo>
                    <a:pt x="3390" y="85035"/>
                    <a:pt x="3791" y="90905"/>
                    <a:pt x="953" y="96554"/>
                  </a:cubicBezTo>
                  <a:cubicBezTo>
                    <a:pt x="678" y="97721"/>
                    <a:pt x="65" y="98899"/>
                    <a:pt x="0" y="100050"/>
                  </a:cubicBezTo>
                  <a:cubicBezTo>
                    <a:pt x="39547" y="93866"/>
                    <a:pt x="48561" y="100823"/>
                    <a:pt x="93031" y="100136"/>
                  </a:cubicBezTo>
                  <a:cubicBezTo>
                    <a:pt x="95986" y="121770"/>
                    <a:pt x="88215" y="127652"/>
                    <a:pt x="93031" y="144922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onnsiteX0" fmla="*/ 93031 w 126374"/>
                        <a:gd name="connsiteY0" fmla="*/ 144922 h 190565"/>
                        <a:gd name="connsiteX1" fmla="*/ 80731 w 126374"/>
                        <a:gd name="connsiteY1" fmla="*/ 176272 h 190565"/>
                        <a:gd name="connsiteX2" fmla="*/ 112081 w 126374"/>
                        <a:gd name="connsiteY2" fmla="*/ 188572 h 190565"/>
                        <a:gd name="connsiteX3" fmla="*/ 124380 w 126374"/>
                        <a:gd name="connsiteY3" fmla="*/ 157222 h 190565"/>
                        <a:gd name="connsiteX4" fmla="*/ 112081 w 126374"/>
                        <a:gd name="connsiteY4" fmla="*/ 144922 h 190565"/>
                        <a:gd name="connsiteX5" fmla="*/ 112081 w 126374"/>
                        <a:gd name="connsiteY5" fmla="*/ 81076 h 190565"/>
                        <a:gd name="connsiteX6" fmla="*/ 73981 w 126374"/>
                        <a:gd name="connsiteY6" fmla="*/ 81076 h 190565"/>
                        <a:gd name="connsiteX7" fmla="*/ 73981 w 126374"/>
                        <a:gd name="connsiteY7" fmla="*/ 45643 h 190565"/>
                        <a:gd name="connsiteX8" fmla="*/ 86280 w 126374"/>
                        <a:gd name="connsiteY8" fmla="*/ 14294 h 190565"/>
                        <a:gd name="connsiteX9" fmla="*/ 54931 w 126374"/>
                        <a:gd name="connsiteY9" fmla="*/ 1994 h 190565"/>
                        <a:gd name="connsiteX10" fmla="*/ 42631 w 126374"/>
                        <a:gd name="connsiteY10" fmla="*/ 33344 h 190565"/>
                        <a:gd name="connsiteX11" fmla="*/ 54931 w 126374"/>
                        <a:gd name="connsiteY11" fmla="*/ 45643 h 190565"/>
                        <a:gd name="connsiteX12" fmla="*/ 54931 w 126374"/>
                        <a:gd name="connsiteY12" fmla="*/ 81067 h 190565"/>
                        <a:gd name="connsiteX13" fmla="*/ 5572 w 126374"/>
                        <a:gd name="connsiteY13" fmla="*/ 81000 h 190565"/>
                        <a:gd name="connsiteX14" fmla="*/ 953 w 126374"/>
                        <a:gd name="connsiteY14" fmla="*/ 96554 h 190565"/>
                        <a:gd name="connsiteX15" fmla="*/ 0 w 126374"/>
                        <a:gd name="connsiteY15" fmla="*/ 100050 h 190565"/>
                        <a:gd name="connsiteX16" fmla="*/ 93031 w 126374"/>
                        <a:gd name="connsiteY16" fmla="*/ 100136 h 1905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</a:cxnLst>
                      <a:rect l="l" t="t" r="r" b="b"/>
                      <a:pathLst>
                        <a:path w="126374" h="190565">
                          <a:moveTo>
                            <a:pt x="93031" y="144922"/>
                          </a:moveTo>
                          <a:cubicBezTo>
                            <a:pt x="80978" y="150183"/>
                            <a:pt x="75470" y="164218"/>
                            <a:pt x="80731" y="176272"/>
                          </a:cubicBezTo>
                          <a:cubicBezTo>
                            <a:pt x="85992" y="188325"/>
                            <a:pt x="100028" y="193832"/>
                            <a:pt x="112081" y="188572"/>
                          </a:cubicBezTo>
                          <a:cubicBezTo>
                            <a:pt x="124134" y="183311"/>
                            <a:pt x="129641" y="169275"/>
                            <a:pt x="124380" y="157222"/>
                          </a:cubicBezTo>
                          <a:cubicBezTo>
                            <a:pt x="121978" y="151717"/>
                            <a:pt x="117585" y="147325"/>
                            <a:pt x="112081" y="144922"/>
                          </a:cubicBezTo>
                          <a:lnTo>
                            <a:pt x="112081" y="81076"/>
                          </a:lnTo>
                          <a:lnTo>
                            <a:pt x="73981" y="81076"/>
                          </a:lnTo>
                          <a:lnTo>
                            <a:pt x="73981" y="45643"/>
                          </a:lnTo>
                          <a:cubicBezTo>
                            <a:pt x="86034" y="40383"/>
                            <a:pt x="91541" y="26348"/>
                            <a:pt x="86280" y="14294"/>
                          </a:cubicBezTo>
                          <a:cubicBezTo>
                            <a:pt x="81020" y="2241"/>
                            <a:pt x="66984" y="-3267"/>
                            <a:pt x="54931" y="1994"/>
                          </a:cubicBezTo>
                          <a:cubicBezTo>
                            <a:pt x="42878" y="7255"/>
                            <a:pt x="37370" y="21291"/>
                            <a:pt x="42631" y="33344"/>
                          </a:cubicBezTo>
                          <a:cubicBezTo>
                            <a:pt x="45033" y="38848"/>
                            <a:pt x="49426" y="43241"/>
                            <a:pt x="54931" y="45643"/>
                          </a:cubicBezTo>
                          <a:lnTo>
                            <a:pt x="54931" y="81067"/>
                          </a:lnTo>
                          <a:lnTo>
                            <a:pt x="5572" y="81000"/>
                          </a:lnTo>
                          <a:cubicBezTo>
                            <a:pt x="3743" y="86096"/>
                            <a:pt x="2381" y="91192"/>
                            <a:pt x="953" y="96554"/>
                          </a:cubicBezTo>
                          <a:cubicBezTo>
                            <a:pt x="648" y="97716"/>
                            <a:pt x="324" y="98888"/>
                            <a:pt x="0" y="100050"/>
                          </a:cubicBezTo>
                          <a:lnTo>
                            <a:pt x="93031" y="100136"/>
                          </a:ln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65"/>
            <p:cNvSpPr/>
            <p:nvPr/>
          </p:nvSpPr>
          <p:spPr>
            <a:xfrm>
              <a:off x="6096473" y="4106117"/>
              <a:ext cx="647797" cy="768143"/>
            </a:xfrm>
            <a:custGeom>
              <a:avLst/>
              <a:gdLst>
                <a:gd name="csX0" fmla="*/ 638178 w 647797"/>
                <a:gd name="csY0" fmla="*/ 415614 h 768143"/>
                <a:gd name="csX1" fmla="*/ 572455 w 647797"/>
                <a:gd name="csY1" fmla="*/ 301314 h 768143"/>
                <a:gd name="csX2" fmla="*/ 572455 w 647797"/>
                <a:gd name="csY2" fmla="*/ 296551 h 768143"/>
                <a:gd name="csX3" fmla="*/ 296375 w 647797"/>
                <a:gd name="csY3" fmla="*/ 196 h 768143"/>
                <a:gd name="csX4" fmla="*/ 296230 w 647797"/>
                <a:gd name="csY4" fmla="*/ 191 h 768143"/>
                <a:gd name="csX5" fmla="*/ 285648 w 647797"/>
                <a:gd name="csY5" fmla="*/ 0 h 768143"/>
                <a:gd name="csX6" fmla="*/ 2 w 647797"/>
                <a:gd name="csY6" fmla="*/ 275558 h 768143"/>
                <a:gd name="csX7" fmla="*/ 2 w 647797"/>
                <a:gd name="csY7" fmla="*/ 296513 h 768143"/>
                <a:gd name="csX8" fmla="*/ 112397 w 647797"/>
                <a:gd name="csY8" fmla="*/ 527095 h 768143"/>
                <a:gd name="csX9" fmla="*/ 112397 w 647797"/>
                <a:gd name="csY9" fmla="*/ 768144 h 768143"/>
                <a:gd name="csX10" fmla="*/ 413388 w 647797"/>
                <a:gd name="csY10" fmla="*/ 768144 h 768143"/>
                <a:gd name="csX11" fmla="*/ 413388 w 647797"/>
                <a:gd name="csY11" fmla="*/ 653844 h 768143"/>
                <a:gd name="csX12" fmla="*/ 460060 w 647797"/>
                <a:gd name="csY12" fmla="*/ 653844 h 768143"/>
                <a:gd name="csX13" fmla="*/ 572455 w 647797"/>
                <a:gd name="csY13" fmla="*/ 541449 h 768143"/>
                <a:gd name="csX14" fmla="*/ 572455 w 647797"/>
                <a:gd name="csY14" fmla="*/ 482394 h 768143"/>
                <a:gd name="csX15" fmla="*/ 614365 w 647797"/>
                <a:gd name="csY15" fmla="*/ 482394 h 768143"/>
                <a:gd name="csX16" fmla="*/ 638178 w 647797"/>
                <a:gd name="csY16" fmla="*/ 415614 h 768143"/>
                <a:gd name="csX17" fmla="*/ 627014 w 647797"/>
                <a:gd name="csY17" fmla="*/ 452761 h 768143"/>
                <a:gd name="csX18" fmla="*/ 613070 w 647797"/>
                <a:gd name="csY18" fmla="*/ 463239 h 768143"/>
                <a:gd name="csX19" fmla="*/ 553405 w 647797"/>
                <a:gd name="csY19" fmla="*/ 463239 h 768143"/>
                <a:gd name="csX20" fmla="*/ 553405 w 647797"/>
                <a:gd name="csY20" fmla="*/ 541344 h 768143"/>
                <a:gd name="csX21" fmla="*/ 460060 w 647797"/>
                <a:gd name="csY21" fmla="*/ 634689 h 768143"/>
                <a:gd name="csX22" fmla="*/ 394338 w 647797"/>
                <a:gd name="csY22" fmla="*/ 634689 h 768143"/>
                <a:gd name="csX23" fmla="*/ 394338 w 647797"/>
                <a:gd name="csY23" fmla="*/ 748989 h 768143"/>
                <a:gd name="csX24" fmla="*/ 131447 w 647797"/>
                <a:gd name="csY24" fmla="*/ 748989 h 768143"/>
                <a:gd name="csX25" fmla="*/ 131447 w 647797"/>
                <a:gd name="csY25" fmla="*/ 517741 h 768143"/>
                <a:gd name="csX26" fmla="*/ 124056 w 647797"/>
                <a:gd name="csY26" fmla="*/ 512026 h 768143"/>
                <a:gd name="csX27" fmla="*/ 19052 w 647797"/>
                <a:gd name="csY27" fmla="*/ 296523 h 768143"/>
                <a:gd name="csX28" fmla="*/ 19052 w 647797"/>
                <a:gd name="csY28" fmla="*/ 275911 h 768143"/>
                <a:gd name="csX29" fmla="*/ 285667 w 647797"/>
                <a:gd name="csY29" fmla="*/ 19069 h 768143"/>
                <a:gd name="csX30" fmla="*/ 295563 w 647797"/>
                <a:gd name="csY30" fmla="*/ 19250 h 768143"/>
                <a:gd name="csX31" fmla="*/ 553453 w 647797"/>
                <a:gd name="csY31" fmla="*/ 295837 h 768143"/>
                <a:gd name="csX32" fmla="*/ 553453 w 647797"/>
                <a:gd name="csY32" fmla="*/ 306372 h 768143"/>
                <a:gd name="csX33" fmla="*/ 555986 w 647797"/>
                <a:gd name="csY33" fmla="*/ 310782 h 768143"/>
                <a:gd name="csX34" fmla="*/ 621709 w 647797"/>
                <a:gd name="csY34" fmla="*/ 425082 h 768143"/>
                <a:gd name="csX35" fmla="*/ 621966 w 647797"/>
                <a:gd name="csY35" fmla="*/ 425520 h 768143"/>
                <a:gd name="csX36" fmla="*/ 622242 w 647797"/>
                <a:gd name="csY36" fmla="*/ 425949 h 768143"/>
                <a:gd name="csX37" fmla="*/ 627052 w 647797"/>
                <a:gd name="csY37" fmla="*/ 452752 h 768143"/>
                <a:gd name="csX38" fmla="*/ 627014 w 647797"/>
                <a:gd name="csY38" fmla="*/ 452761 h 76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</a:cxnLst>
              <a:rect l="l" t="t" r="r" b="b"/>
              <a:pathLst>
                <a:path w="647797" h="768143" fill="none" extrusionOk="0">
                  <a:moveTo>
                    <a:pt x="638178" y="415614"/>
                  </a:moveTo>
                  <a:cubicBezTo>
                    <a:pt x="617180" y="381537"/>
                    <a:pt x="600649" y="343946"/>
                    <a:pt x="572455" y="301314"/>
                  </a:cubicBezTo>
                  <a:cubicBezTo>
                    <a:pt x="571930" y="299295"/>
                    <a:pt x="572504" y="298599"/>
                    <a:pt x="572455" y="296551"/>
                  </a:cubicBezTo>
                  <a:cubicBezTo>
                    <a:pt x="595294" y="100791"/>
                    <a:pt x="435075" y="-4075"/>
                    <a:pt x="296375" y="196"/>
                  </a:cubicBezTo>
                  <a:cubicBezTo>
                    <a:pt x="296338" y="208"/>
                    <a:pt x="296261" y="192"/>
                    <a:pt x="296230" y="191"/>
                  </a:cubicBezTo>
                  <a:cubicBezTo>
                    <a:pt x="292103" y="144"/>
                    <a:pt x="288934" y="188"/>
                    <a:pt x="285648" y="0"/>
                  </a:cubicBezTo>
                  <a:cubicBezTo>
                    <a:pt x="121836" y="-26918"/>
                    <a:pt x="29790" y="89427"/>
                    <a:pt x="2" y="275558"/>
                  </a:cubicBezTo>
                  <a:cubicBezTo>
                    <a:pt x="2322" y="280031"/>
                    <a:pt x="-2185" y="291112"/>
                    <a:pt x="2" y="296513"/>
                  </a:cubicBezTo>
                  <a:cubicBezTo>
                    <a:pt x="14590" y="391044"/>
                    <a:pt x="24597" y="476609"/>
                    <a:pt x="112397" y="527095"/>
                  </a:cubicBezTo>
                  <a:cubicBezTo>
                    <a:pt x="113593" y="633581"/>
                    <a:pt x="104494" y="684447"/>
                    <a:pt x="112397" y="768144"/>
                  </a:cubicBezTo>
                  <a:cubicBezTo>
                    <a:pt x="241293" y="763872"/>
                    <a:pt x="281306" y="770870"/>
                    <a:pt x="413388" y="768144"/>
                  </a:cubicBezTo>
                  <a:cubicBezTo>
                    <a:pt x="406853" y="739948"/>
                    <a:pt x="415924" y="686248"/>
                    <a:pt x="413388" y="653844"/>
                  </a:cubicBezTo>
                  <a:cubicBezTo>
                    <a:pt x="428340" y="649151"/>
                    <a:pt x="450273" y="655146"/>
                    <a:pt x="460060" y="653844"/>
                  </a:cubicBezTo>
                  <a:cubicBezTo>
                    <a:pt x="512969" y="654977"/>
                    <a:pt x="570944" y="603231"/>
                    <a:pt x="572455" y="541449"/>
                  </a:cubicBezTo>
                  <a:cubicBezTo>
                    <a:pt x="568363" y="526296"/>
                    <a:pt x="577583" y="506791"/>
                    <a:pt x="572455" y="482394"/>
                  </a:cubicBezTo>
                  <a:cubicBezTo>
                    <a:pt x="582097" y="481842"/>
                    <a:pt x="594427" y="483891"/>
                    <a:pt x="614365" y="482394"/>
                  </a:cubicBezTo>
                  <a:cubicBezTo>
                    <a:pt x="640229" y="477517"/>
                    <a:pt x="661945" y="461125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4478" y="458252"/>
                    <a:pt x="619929" y="461070"/>
                    <a:pt x="613070" y="463239"/>
                  </a:cubicBezTo>
                  <a:cubicBezTo>
                    <a:pt x="598093" y="468139"/>
                    <a:pt x="581696" y="461924"/>
                    <a:pt x="553405" y="463239"/>
                  </a:cubicBezTo>
                  <a:cubicBezTo>
                    <a:pt x="561265" y="496999"/>
                    <a:pt x="551585" y="506591"/>
                    <a:pt x="553405" y="541344"/>
                  </a:cubicBezTo>
                  <a:cubicBezTo>
                    <a:pt x="565689" y="593398"/>
                    <a:pt x="515284" y="637172"/>
                    <a:pt x="460060" y="634689"/>
                  </a:cubicBezTo>
                  <a:cubicBezTo>
                    <a:pt x="427711" y="638569"/>
                    <a:pt x="417891" y="628157"/>
                    <a:pt x="394338" y="634689"/>
                  </a:cubicBezTo>
                  <a:cubicBezTo>
                    <a:pt x="405021" y="657849"/>
                    <a:pt x="387806" y="716238"/>
                    <a:pt x="394338" y="748989"/>
                  </a:cubicBezTo>
                  <a:cubicBezTo>
                    <a:pt x="278620" y="779940"/>
                    <a:pt x="218581" y="746216"/>
                    <a:pt x="131447" y="748989"/>
                  </a:cubicBezTo>
                  <a:cubicBezTo>
                    <a:pt x="113522" y="675383"/>
                    <a:pt x="154985" y="627266"/>
                    <a:pt x="131447" y="517741"/>
                  </a:cubicBezTo>
                  <a:cubicBezTo>
                    <a:pt x="128015" y="515429"/>
                    <a:pt x="127536" y="514569"/>
                    <a:pt x="124056" y="512026"/>
                  </a:cubicBezTo>
                  <a:cubicBezTo>
                    <a:pt x="51551" y="451768"/>
                    <a:pt x="19752" y="395470"/>
                    <a:pt x="19052" y="296523"/>
                  </a:cubicBezTo>
                  <a:cubicBezTo>
                    <a:pt x="17186" y="289045"/>
                    <a:pt x="20308" y="285903"/>
                    <a:pt x="19052" y="275911"/>
                  </a:cubicBezTo>
                  <a:cubicBezTo>
                    <a:pt x="40783" y="158214"/>
                    <a:pt x="148136" y="12115"/>
                    <a:pt x="285667" y="19069"/>
                  </a:cubicBezTo>
                  <a:cubicBezTo>
                    <a:pt x="289023" y="19927"/>
                    <a:pt x="292117" y="18801"/>
                    <a:pt x="295563" y="19250"/>
                  </a:cubicBezTo>
                  <a:cubicBezTo>
                    <a:pt x="449515" y="30979"/>
                    <a:pt x="591213" y="123095"/>
                    <a:pt x="553453" y="295837"/>
                  </a:cubicBezTo>
                  <a:cubicBezTo>
                    <a:pt x="553587" y="301054"/>
                    <a:pt x="552776" y="302574"/>
                    <a:pt x="553453" y="306372"/>
                  </a:cubicBezTo>
                  <a:cubicBezTo>
                    <a:pt x="554272" y="307464"/>
                    <a:pt x="554802" y="309336"/>
                    <a:pt x="555986" y="310782"/>
                  </a:cubicBezTo>
                  <a:cubicBezTo>
                    <a:pt x="588970" y="342633"/>
                    <a:pt x="592673" y="390991"/>
                    <a:pt x="621709" y="425082"/>
                  </a:cubicBezTo>
                  <a:cubicBezTo>
                    <a:pt x="621837" y="425183"/>
                    <a:pt x="621822" y="425374"/>
                    <a:pt x="621966" y="425520"/>
                  </a:cubicBezTo>
                  <a:cubicBezTo>
                    <a:pt x="622071" y="425620"/>
                    <a:pt x="622082" y="425777"/>
                    <a:pt x="622242" y="425949"/>
                  </a:cubicBezTo>
                  <a:cubicBezTo>
                    <a:pt x="629551" y="430971"/>
                    <a:pt x="631001" y="443179"/>
                    <a:pt x="627052" y="452752"/>
                  </a:cubicBezTo>
                  <a:cubicBezTo>
                    <a:pt x="627037" y="452756"/>
                    <a:pt x="627028" y="452754"/>
                    <a:pt x="627014" y="452761"/>
                  </a:cubicBezTo>
                  <a:close/>
                </a:path>
                <a:path w="647797" h="768143" stroke="0" extrusionOk="0">
                  <a:moveTo>
                    <a:pt x="638178" y="415614"/>
                  </a:moveTo>
                  <a:cubicBezTo>
                    <a:pt x="604598" y="379332"/>
                    <a:pt x="604319" y="356293"/>
                    <a:pt x="572455" y="301314"/>
                  </a:cubicBezTo>
                  <a:cubicBezTo>
                    <a:pt x="572119" y="300111"/>
                    <a:pt x="572693" y="298211"/>
                    <a:pt x="572455" y="296551"/>
                  </a:cubicBezTo>
                  <a:cubicBezTo>
                    <a:pt x="583642" y="143202"/>
                    <a:pt x="423495" y="-23547"/>
                    <a:pt x="296375" y="196"/>
                  </a:cubicBezTo>
                  <a:cubicBezTo>
                    <a:pt x="296310" y="204"/>
                    <a:pt x="296278" y="185"/>
                    <a:pt x="296230" y="191"/>
                  </a:cubicBezTo>
                  <a:cubicBezTo>
                    <a:pt x="291833" y="199"/>
                    <a:pt x="289131" y="690"/>
                    <a:pt x="285648" y="0"/>
                  </a:cubicBezTo>
                  <a:cubicBezTo>
                    <a:pt x="121794" y="-2554"/>
                    <a:pt x="7440" y="118782"/>
                    <a:pt x="2" y="275558"/>
                  </a:cubicBezTo>
                  <a:cubicBezTo>
                    <a:pt x="1295" y="282271"/>
                    <a:pt x="-1800" y="286574"/>
                    <a:pt x="2" y="296513"/>
                  </a:cubicBezTo>
                  <a:cubicBezTo>
                    <a:pt x="-13034" y="372809"/>
                    <a:pt x="33474" y="465361"/>
                    <a:pt x="112397" y="527095"/>
                  </a:cubicBezTo>
                  <a:cubicBezTo>
                    <a:pt x="126477" y="617977"/>
                    <a:pt x="95741" y="680145"/>
                    <a:pt x="112397" y="768144"/>
                  </a:cubicBezTo>
                  <a:cubicBezTo>
                    <a:pt x="173382" y="743569"/>
                    <a:pt x="303621" y="788156"/>
                    <a:pt x="413388" y="768144"/>
                  </a:cubicBezTo>
                  <a:cubicBezTo>
                    <a:pt x="402341" y="729468"/>
                    <a:pt x="421216" y="694119"/>
                    <a:pt x="413388" y="653844"/>
                  </a:cubicBezTo>
                  <a:cubicBezTo>
                    <a:pt x="432452" y="651957"/>
                    <a:pt x="448660" y="655084"/>
                    <a:pt x="460060" y="653844"/>
                  </a:cubicBezTo>
                  <a:cubicBezTo>
                    <a:pt x="515971" y="664771"/>
                    <a:pt x="570262" y="598683"/>
                    <a:pt x="572455" y="541449"/>
                  </a:cubicBezTo>
                  <a:cubicBezTo>
                    <a:pt x="571661" y="527485"/>
                    <a:pt x="574994" y="510352"/>
                    <a:pt x="572455" y="482394"/>
                  </a:cubicBezTo>
                  <a:cubicBezTo>
                    <a:pt x="590305" y="479914"/>
                    <a:pt x="597774" y="486543"/>
                    <a:pt x="614365" y="482394"/>
                  </a:cubicBezTo>
                  <a:cubicBezTo>
                    <a:pt x="637245" y="476975"/>
                    <a:pt x="658079" y="450266"/>
                    <a:pt x="638178" y="415614"/>
                  </a:cubicBezTo>
                  <a:close/>
                  <a:moveTo>
                    <a:pt x="627014" y="452761"/>
                  </a:moveTo>
                  <a:cubicBezTo>
                    <a:pt x="623089" y="459625"/>
                    <a:pt x="618751" y="462986"/>
                    <a:pt x="613070" y="463239"/>
                  </a:cubicBezTo>
                  <a:cubicBezTo>
                    <a:pt x="600878" y="468996"/>
                    <a:pt x="575357" y="461189"/>
                    <a:pt x="553405" y="463239"/>
                  </a:cubicBezTo>
                  <a:cubicBezTo>
                    <a:pt x="562643" y="497713"/>
                    <a:pt x="544691" y="509545"/>
                    <a:pt x="553405" y="541344"/>
                  </a:cubicBezTo>
                  <a:cubicBezTo>
                    <a:pt x="550166" y="587772"/>
                    <a:pt x="512838" y="637513"/>
                    <a:pt x="460060" y="634689"/>
                  </a:cubicBezTo>
                  <a:cubicBezTo>
                    <a:pt x="431096" y="634932"/>
                    <a:pt x="426880" y="633749"/>
                    <a:pt x="394338" y="634689"/>
                  </a:cubicBezTo>
                  <a:cubicBezTo>
                    <a:pt x="402926" y="680040"/>
                    <a:pt x="386874" y="701819"/>
                    <a:pt x="394338" y="748989"/>
                  </a:cubicBezTo>
                  <a:cubicBezTo>
                    <a:pt x="305947" y="778291"/>
                    <a:pt x="240208" y="729829"/>
                    <a:pt x="131447" y="748989"/>
                  </a:cubicBezTo>
                  <a:cubicBezTo>
                    <a:pt x="104054" y="656840"/>
                    <a:pt x="135765" y="621608"/>
                    <a:pt x="131447" y="517741"/>
                  </a:cubicBezTo>
                  <a:cubicBezTo>
                    <a:pt x="127701" y="515013"/>
                    <a:pt x="126664" y="513570"/>
                    <a:pt x="124056" y="512026"/>
                  </a:cubicBezTo>
                  <a:cubicBezTo>
                    <a:pt x="70958" y="460279"/>
                    <a:pt x="30418" y="384124"/>
                    <a:pt x="19052" y="296523"/>
                  </a:cubicBezTo>
                  <a:cubicBezTo>
                    <a:pt x="17589" y="288466"/>
                    <a:pt x="19067" y="283192"/>
                    <a:pt x="19052" y="275911"/>
                  </a:cubicBezTo>
                  <a:cubicBezTo>
                    <a:pt x="22037" y="129077"/>
                    <a:pt x="104633" y="32271"/>
                    <a:pt x="285667" y="19069"/>
                  </a:cubicBezTo>
                  <a:cubicBezTo>
                    <a:pt x="289531" y="18916"/>
                    <a:pt x="292389" y="18620"/>
                    <a:pt x="295563" y="19250"/>
                  </a:cubicBezTo>
                  <a:cubicBezTo>
                    <a:pt x="459982" y="4728"/>
                    <a:pt x="539573" y="166722"/>
                    <a:pt x="553453" y="295837"/>
                  </a:cubicBezTo>
                  <a:cubicBezTo>
                    <a:pt x="554096" y="298633"/>
                    <a:pt x="553389" y="304164"/>
                    <a:pt x="553453" y="306372"/>
                  </a:cubicBezTo>
                  <a:cubicBezTo>
                    <a:pt x="554655" y="307826"/>
                    <a:pt x="554681" y="309705"/>
                    <a:pt x="555986" y="310782"/>
                  </a:cubicBezTo>
                  <a:cubicBezTo>
                    <a:pt x="596165" y="362117"/>
                    <a:pt x="589863" y="390223"/>
                    <a:pt x="621709" y="425082"/>
                  </a:cubicBezTo>
                  <a:cubicBezTo>
                    <a:pt x="621834" y="425175"/>
                    <a:pt x="621896" y="425406"/>
                    <a:pt x="621966" y="425520"/>
                  </a:cubicBezTo>
                  <a:cubicBezTo>
                    <a:pt x="622039" y="425602"/>
                    <a:pt x="622091" y="425766"/>
                    <a:pt x="622242" y="425949"/>
                  </a:cubicBezTo>
                  <a:cubicBezTo>
                    <a:pt x="628887" y="432892"/>
                    <a:pt x="631211" y="444642"/>
                    <a:pt x="627052" y="452752"/>
                  </a:cubicBezTo>
                  <a:cubicBezTo>
                    <a:pt x="627039" y="452757"/>
                    <a:pt x="627024" y="452758"/>
                    <a:pt x="627014" y="452761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4003758862">
                    <a:custGeom>
                      <a:avLst/>
                      <a:gdLst>
                        <a:gd name="connsiteX0" fmla="*/ 638178 w 647797"/>
                        <a:gd name="connsiteY0" fmla="*/ 415614 h 768143"/>
                        <a:gd name="connsiteX1" fmla="*/ 572455 w 647797"/>
                        <a:gd name="connsiteY1" fmla="*/ 301314 h 768143"/>
                        <a:gd name="connsiteX2" fmla="*/ 572455 w 647797"/>
                        <a:gd name="connsiteY2" fmla="*/ 296551 h 768143"/>
                        <a:gd name="connsiteX3" fmla="*/ 296375 w 647797"/>
                        <a:gd name="connsiteY3" fmla="*/ 196 h 768143"/>
                        <a:gd name="connsiteX4" fmla="*/ 296230 w 647797"/>
                        <a:gd name="connsiteY4" fmla="*/ 191 h 768143"/>
                        <a:gd name="connsiteX5" fmla="*/ 285648 w 647797"/>
                        <a:gd name="connsiteY5" fmla="*/ 0 h 768143"/>
                        <a:gd name="connsiteX6" fmla="*/ 2 w 647797"/>
                        <a:gd name="connsiteY6" fmla="*/ 275558 h 768143"/>
                        <a:gd name="connsiteX7" fmla="*/ 2 w 647797"/>
                        <a:gd name="connsiteY7" fmla="*/ 296513 h 768143"/>
                        <a:gd name="connsiteX8" fmla="*/ 112397 w 647797"/>
                        <a:gd name="connsiteY8" fmla="*/ 527095 h 768143"/>
                        <a:gd name="connsiteX9" fmla="*/ 112397 w 647797"/>
                        <a:gd name="connsiteY9" fmla="*/ 768144 h 768143"/>
                        <a:gd name="connsiteX10" fmla="*/ 413388 w 647797"/>
                        <a:gd name="connsiteY10" fmla="*/ 768144 h 768143"/>
                        <a:gd name="connsiteX11" fmla="*/ 413388 w 647797"/>
                        <a:gd name="connsiteY11" fmla="*/ 653844 h 768143"/>
                        <a:gd name="connsiteX12" fmla="*/ 460060 w 647797"/>
                        <a:gd name="connsiteY12" fmla="*/ 653844 h 768143"/>
                        <a:gd name="connsiteX13" fmla="*/ 572455 w 647797"/>
                        <a:gd name="connsiteY13" fmla="*/ 541449 h 768143"/>
                        <a:gd name="connsiteX14" fmla="*/ 572455 w 647797"/>
                        <a:gd name="connsiteY14" fmla="*/ 482394 h 768143"/>
                        <a:gd name="connsiteX15" fmla="*/ 614365 w 647797"/>
                        <a:gd name="connsiteY15" fmla="*/ 482394 h 768143"/>
                        <a:gd name="connsiteX16" fmla="*/ 638178 w 647797"/>
                        <a:gd name="connsiteY16" fmla="*/ 415614 h 768143"/>
                        <a:gd name="connsiteX17" fmla="*/ 627014 w 647797"/>
                        <a:gd name="connsiteY17" fmla="*/ 452761 h 768143"/>
                        <a:gd name="connsiteX18" fmla="*/ 613070 w 647797"/>
                        <a:gd name="connsiteY18" fmla="*/ 463239 h 768143"/>
                        <a:gd name="connsiteX19" fmla="*/ 553405 w 647797"/>
                        <a:gd name="connsiteY19" fmla="*/ 463239 h 768143"/>
                        <a:gd name="connsiteX20" fmla="*/ 553405 w 647797"/>
                        <a:gd name="connsiteY20" fmla="*/ 541344 h 768143"/>
                        <a:gd name="connsiteX21" fmla="*/ 460060 w 647797"/>
                        <a:gd name="connsiteY21" fmla="*/ 634689 h 768143"/>
                        <a:gd name="connsiteX22" fmla="*/ 394338 w 647797"/>
                        <a:gd name="connsiteY22" fmla="*/ 634689 h 768143"/>
                        <a:gd name="connsiteX23" fmla="*/ 394338 w 647797"/>
                        <a:gd name="connsiteY23" fmla="*/ 748989 h 768143"/>
                        <a:gd name="connsiteX24" fmla="*/ 131447 w 647797"/>
                        <a:gd name="connsiteY24" fmla="*/ 748989 h 768143"/>
                        <a:gd name="connsiteX25" fmla="*/ 131447 w 647797"/>
                        <a:gd name="connsiteY25" fmla="*/ 517741 h 768143"/>
                        <a:gd name="connsiteX26" fmla="*/ 124056 w 647797"/>
                        <a:gd name="connsiteY26" fmla="*/ 512026 h 768143"/>
                        <a:gd name="connsiteX27" fmla="*/ 19052 w 647797"/>
                        <a:gd name="connsiteY27" fmla="*/ 296523 h 768143"/>
                        <a:gd name="connsiteX28" fmla="*/ 19052 w 647797"/>
                        <a:gd name="connsiteY28" fmla="*/ 275911 h 768143"/>
                        <a:gd name="connsiteX29" fmla="*/ 285667 w 647797"/>
                        <a:gd name="connsiteY29" fmla="*/ 19069 h 768143"/>
                        <a:gd name="connsiteX30" fmla="*/ 295563 w 647797"/>
                        <a:gd name="connsiteY30" fmla="*/ 19250 h 768143"/>
                        <a:gd name="connsiteX31" fmla="*/ 553453 w 647797"/>
                        <a:gd name="connsiteY31" fmla="*/ 295837 h 768143"/>
                        <a:gd name="connsiteX32" fmla="*/ 553453 w 647797"/>
                        <a:gd name="connsiteY32" fmla="*/ 306372 h 768143"/>
                        <a:gd name="connsiteX33" fmla="*/ 555986 w 647797"/>
                        <a:gd name="connsiteY33" fmla="*/ 310782 h 768143"/>
                        <a:gd name="connsiteX34" fmla="*/ 621709 w 647797"/>
                        <a:gd name="connsiteY34" fmla="*/ 425082 h 768143"/>
                        <a:gd name="connsiteX35" fmla="*/ 621966 w 647797"/>
                        <a:gd name="connsiteY35" fmla="*/ 425520 h 768143"/>
                        <a:gd name="connsiteX36" fmla="*/ 622242 w 647797"/>
                        <a:gd name="connsiteY36" fmla="*/ 425949 h 768143"/>
                        <a:gd name="connsiteX37" fmla="*/ 627052 w 647797"/>
                        <a:gd name="connsiteY37" fmla="*/ 452752 h 7681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</a:cxnLst>
                      <a:rect l="l" t="t" r="r" b="b"/>
                      <a:pathLst>
                        <a:path w="647797" h="768143">
                          <a:moveTo>
                            <a:pt x="638178" y="415614"/>
                          </a:moveTo>
                          <a:lnTo>
                            <a:pt x="572455" y="301314"/>
                          </a:lnTo>
                          <a:lnTo>
                            <a:pt x="572455" y="296551"/>
                          </a:lnTo>
                          <a:cubicBezTo>
                            <a:pt x="578054" y="138477"/>
                            <a:pt x="454448" y="5794"/>
                            <a:pt x="296375" y="196"/>
                          </a:cubicBezTo>
                          <a:cubicBezTo>
                            <a:pt x="296326" y="194"/>
                            <a:pt x="296278" y="192"/>
                            <a:pt x="296230" y="191"/>
                          </a:cubicBezTo>
                          <a:cubicBezTo>
                            <a:pt x="292687" y="70"/>
                            <a:pt x="289160" y="6"/>
                            <a:pt x="285648" y="0"/>
                          </a:cubicBezTo>
                          <a:cubicBezTo>
                            <a:pt x="131731" y="-136"/>
                            <a:pt x="5398" y="121736"/>
                            <a:pt x="2" y="275558"/>
                          </a:cubicBezTo>
                          <a:lnTo>
                            <a:pt x="2" y="296513"/>
                          </a:lnTo>
                          <a:cubicBezTo>
                            <a:pt x="-369" y="386657"/>
                            <a:pt x="41161" y="471856"/>
                            <a:pt x="112397" y="527095"/>
                          </a:cubicBezTo>
                          <a:lnTo>
                            <a:pt x="112397" y="768144"/>
                          </a:lnTo>
                          <a:lnTo>
                            <a:pt x="413388" y="768144"/>
                          </a:lnTo>
                          <a:lnTo>
                            <a:pt x="413388" y="653844"/>
                          </a:lnTo>
                          <a:lnTo>
                            <a:pt x="460060" y="653844"/>
                          </a:lnTo>
                          <a:cubicBezTo>
                            <a:pt x="522082" y="653718"/>
                            <a:pt x="572329" y="603471"/>
                            <a:pt x="572455" y="541449"/>
                          </a:cubicBezTo>
                          <a:lnTo>
                            <a:pt x="572455" y="482394"/>
                          </a:lnTo>
                          <a:lnTo>
                            <a:pt x="614365" y="482394"/>
                          </a:lnTo>
                          <a:cubicBezTo>
                            <a:pt x="639130" y="479451"/>
                            <a:pt x="661038" y="450866"/>
                            <a:pt x="638178" y="415614"/>
                          </a:cubicBezTo>
                          <a:close/>
                          <a:moveTo>
                            <a:pt x="627014" y="452761"/>
                          </a:moveTo>
                          <a:cubicBezTo>
                            <a:pt x="624316" y="458289"/>
                            <a:pt x="619129" y="462186"/>
                            <a:pt x="613070" y="463239"/>
                          </a:cubicBezTo>
                          <a:lnTo>
                            <a:pt x="553405" y="463239"/>
                          </a:lnTo>
                          <a:lnTo>
                            <a:pt x="553405" y="541344"/>
                          </a:lnTo>
                          <a:cubicBezTo>
                            <a:pt x="553332" y="592867"/>
                            <a:pt x="511583" y="634616"/>
                            <a:pt x="460060" y="634689"/>
                          </a:cubicBezTo>
                          <a:lnTo>
                            <a:pt x="394338" y="634689"/>
                          </a:lnTo>
                          <a:lnTo>
                            <a:pt x="394338" y="748989"/>
                          </a:lnTo>
                          <a:lnTo>
                            <a:pt x="131447" y="748989"/>
                          </a:lnTo>
                          <a:lnTo>
                            <a:pt x="131447" y="517741"/>
                          </a:lnTo>
                          <a:lnTo>
                            <a:pt x="124056" y="512026"/>
                          </a:lnTo>
                          <a:cubicBezTo>
                            <a:pt x="57368" y="460493"/>
                            <a:pt x="18538" y="380800"/>
                            <a:pt x="19052" y="296523"/>
                          </a:cubicBezTo>
                          <a:lnTo>
                            <a:pt x="19052" y="275911"/>
                          </a:lnTo>
                          <a:cubicBezTo>
                            <a:pt x="23931" y="132323"/>
                            <a:pt x="141997" y="18585"/>
                            <a:pt x="285667" y="19069"/>
                          </a:cubicBezTo>
                          <a:cubicBezTo>
                            <a:pt x="288950" y="19069"/>
                            <a:pt x="292249" y="19129"/>
                            <a:pt x="295563" y="19250"/>
                          </a:cubicBezTo>
                          <a:cubicBezTo>
                            <a:pt x="443079" y="24581"/>
                            <a:pt x="558444" y="148310"/>
                            <a:pt x="553453" y="295837"/>
                          </a:cubicBezTo>
                          <a:lnTo>
                            <a:pt x="553453" y="306372"/>
                          </a:lnTo>
                          <a:lnTo>
                            <a:pt x="555986" y="310782"/>
                          </a:lnTo>
                          <a:lnTo>
                            <a:pt x="621709" y="425082"/>
                          </a:lnTo>
                          <a:lnTo>
                            <a:pt x="621966" y="425520"/>
                          </a:lnTo>
                          <a:lnTo>
                            <a:pt x="622242" y="425949"/>
                          </a:lnTo>
                          <a:cubicBezTo>
                            <a:pt x="628432" y="433423"/>
                            <a:pt x="630257" y="443592"/>
                            <a:pt x="627052" y="452752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66"/>
            <p:cNvSpPr/>
            <p:nvPr/>
          </p:nvSpPr>
          <p:spPr>
            <a:xfrm>
              <a:off x="6463188" y="4165810"/>
              <a:ext cx="80935" cy="122430"/>
            </a:xfrm>
            <a:custGeom>
              <a:avLst/>
              <a:gdLst>
                <a:gd name="csX0" fmla="*/ 57150 w 80935"/>
                <a:gd name="csY0" fmla="*/ 74800 h 122430"/>
                <a:gd name="csX1" fmla="*/ 49025 w 80935"/>
                <a:gd name="csY1" fmla="*/ 76324 h 122430"/>
                <a:gd name="csX2" fmla="*/ 19050 w 80935"/>
                <a:gd name="csY2" fmla="*/ 49349 h 122430"/>
                <a:gd name="csX3" fmla="*/ 19050 w 80935"/>
                <a:gd name="csY3" fmla="*/ 7172 h 122430"/>
                <a:gd name="csX4" fmla="*/ 0 w 80935"/>
                <a:gd name="csY4" fmla="*/ 0 h 122430"/>
                <a:gd name="csX5" fmla="*/ 0 w 80935"/>
                <a:gd name="csY5" fmla="*/ 57455 h 122430"/>
                <a:gd name="csX6" fmla="*/ 35243 w 80935"/>
                <a:gd name="csY6" fmla="*/ 89202 h 122430"/>
                <a:gd name="csX7" fmla="*/ 47706 w 80935"/>
                <a:gd name="csY7" fmla="*/ 120486 h 122430"/>
                <a:gd name="csX8" fmla="*/ 78991 w 80935"/>
                <a:gd name="csY8" fmla="*/ 108023 h 122430"/>
                <a:gd name="csX9" fmla="*/ 66527 w 80935"/>
                <a:gd name="csY9" fmla="*/ 76738 h 122430"/>
                <a:gd name="csX10" fmla="*/ 57150 w 80935"/>
                <a:gd name="csY10" fmla="*/ 74800 h 1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80935" h="122430" fill="none" extrusionOk="0">
                  <a:moveTo>
                    <a:pt x="57150" y="74800"/>
                  </a:moveTo>
                  <a:cubicBezTo>
                    <a:pt x="54271" y="74580"/>
                    <a:pt x="51828" y="74644"/>
                    <a:pt x="49025" y="76324"/>
                  </a:cubicBezTo>
                  <a:cubicBezTo>
                    <a:pt x="33326" y="65353"/>
                    <a:pt x="35429" y="59817"/>
                    <a:pt x="19050" y="49349"/>
                  </a:cubicBezTo>
                  <a:cubicBezTo>
                    <a:pt x="18607" y="40032"/>
                    <a:pt x="19607" y="26206"/>
                    <a:pt x="19050" y="7172"/>
                  </a:cubicBezTo>
                  <a:cubicBezTo>
                    <a:pt x="12133" y="4117"/>
                    <a:pt x="5778" y="362"/>
                    <a:pt x="0" y="0"/>
                  </a:cubicBezTo>
                  <a:cubicBezTo>
                    <a:pt x="2396" y="23173"/>
                    <a:pt x="-6449" y="31968"/>
                    <a:pt x="0" y="57455"/>
                  </a:cubicBezTo>
                  <a:cubicBezTo>
                    <a:pt x="12926" y="63417"/>
                    <a:pt x="18627" y="75304"/>
                    <a:pt x="35243" y="89202"/>
                  </a:cubicBezTo>
                  <a:cubicBezTo>
                    <a:pt x="30294" y="104946"/>
                    <a:pt x="33033" y="117502"/>
                    <a:pt x="47706" y="120486"/>
                  </a:cubicBezTo>
                  <a:cubicBezTo>
                    <a:pt x="56265" y="126951"/>
                    <a:pt x="71306" y="118955"/>
                    <a:pt x="78991" y="108023"/>
                  </a:cubicBezTo>
                  <a:cubicBezTo>
                    <a:pt x="84998" y="96227"/>
                    <a:pt x="75998" y="80962"/>
                    <a:pt x="66527" y="76738"/>
                  </a:cubicBezTo>
                  <a:cubicBezTo>
                    <a:pt x="63950" y="75027"/>
                    <a:pt x="60533" y="75648"/>
                    <a:pt x="57150" y="74800"/>
                  </a:cubicBezTo>
                  <a:close/>
                </a:path>
                <a:path w="80935" h="122430" stroke="0" extrusionOk="0">
                  <a:moveTo>
                    <a:pt x="57150" y="74800"/>
                  </a:moveTo>
                  <a:cubicBezTo>
                    <a:pt x="54226" y="74586"/>
                    <a:pt x="51711" y="75352"/>
                    <a:pt x="49025" y="76324"/>
                  </a:cubicBezTo>
                  <a:cubicBezTo>
                    <a:pt x="38015" y="71781"/>
                    <a:pt x="32415" y="59397"/>
                    <a:pt x="19050" y="49349"/>
                  </a:cubicBezTo>
                  <a:cubicBezTo>
                    <a:pt x="14335" y="37918"/>
                    <a:pt x="21539" y="22917"/>
                    <a:pt x="19050" y="7172"/>
                  </a:cubicBezTo>
                  <a:cubicBezTo>
                    <a:pt x="13157" y="4819"/>
                    <a:pt x="5346" y="1613"/>
                    <a:pt x="0" y="0"/>
                  </a:cubicBezTo>
                  <a:cubicBezTo>
                    <a:pt x="2962" y="23872"/>
                    <a:pt x="-1377" y="30306"/>
                    <a:pt x="0" y="57455"/>
                  </a:cubicBezTo>
                  <a:cubicBezTo>
                    <a:pt x="19775" y="69519"/>
                    <a:pt x="17701" y="73637"/>
                    <a:pt x="35243" y="89202"/>
                  </a:cubicBezTo>
                  <a:cubicBezTo>
                    <a:pt x="32399" y="100019"/>
                    <a:pt x="36319" y="118884"/>
                    <a:pt x="47706" y="120486"/>
                  </a:cubicBezTo>
                  <a:cubicBezTo>
                    <a:pt x="61889" y="126839"/>
                    <a:pt x="73126" y="117074"/>
                    <a:pt x="78991" y="108023"/>
                  </a:cubicBezTo>
                  <a:cubicBezTo>
                    <a:pt x="84280" y="95223"/>
                    <a:pt x="76319" y="83656"/>
                    <a:pt x="66527" y="76738"/>
                  </a:cubicBezTo>
                  <a:cubicBezTo>
                    <a:pt x="64245" y="75875"/>
                    <a:pt x="60751" y="74449"/>
                    <a:pt x="57150" y="74800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504062615">
                    <a:custGeom>
                      <a:avLst/>
                      <a:gdLst>
                        <a:gd name="connsiteX0" fmla="*/ 57150 w 80935"/>
                        <a:gd name="connsiteY0" fmla="*/ 74800 h 122430"/>
                        <a:gd name="connsiteX1" fmla="*/ 49025 w 80935"/>
                        <a:gd name="connsiteY1" fmla="*/ 76324 h 122430"/>
                        <a:gd name="connsiteX2" fmla="*/ 19050 w 80935"/>
                        <a:gd name="connsiteY2" fmla="*/ 49349 h 122430"/>
                        <a:gd name="connsiteX3" fmla="*/ 19050 w 80935"/>
                        <a:gd name="connsiteY3" fmla="*/ 7172 h 122430"/>
                        <a:gd name="connsiteX4" fmla="*/ 0 w 80935"/>
                        <a:gd name="connsiteY4" fmla="*/ 0 h 122430"/>
                        <a:gd name="connsiteX5" fmla="*/ 0 w 80935"/>
                        <a:gd name="connsiteY5" fmla="*/ 57455 h 122430"/>
                        <a:gd name="connsiteX6" fmla="*/ 35243 w 80935"/>
                        <a:gd name="connsiteY6" fmla="*/ 89202 h 122430"/>
                        <a:gd name="connsiteX7" fmla="*/ 47706 w 80935"/>
                        <a:gd name="connsiteY7" fmla="*/ 120486 h 122430"/>
                        <a:gd name="connsiteX8" fmla="*/ 78991 w 80935"/>
                        <a:gd name="connsiteY8" fmla="*/ 108023 h 122430"/>
                        <a:gd name="connsiteX9" fmla="*/ 66527 w 80935"/>
                        <a:gd name="connsiteY9" fmla="*/ 76738 h 122430"/>
                        <a:gd name="connsiteX10" fmla="*/ 57150 w 80935"/>
                        <a:gd name="connsiteY10" fmla="*/ 74800 h 1224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80935" h="122430">
                          <a:moveTo>
                            <a:pt x="57150" y="74800"/>
                          </a:moveTo>
                          <a:cubicBezTo>
                            <a:pt x="54373" y="74824"/>
                            <a:pt x="51622" y="75340"/>
                            <a:pt x="49025" y="76324"/>
                          </a:cubicBezTo>
                          <a:lnTo>
                            <a:pt x="19050" y="49349"/>
                          </a:lnTo>
                          <a:lnTo>
                            <a:pt x="19050" y="7172"/>
                          </a:lnTo>
                          <a:cubicBezTo>
                            <a:pt x="12764" y="4667"/>
                            <a:pt x="6363" y="2153"/>
                            <a:pt x="0" y="0"/>
                          </a:cubicBezTo>
                          <a:lnTo>
                            <a:pt x="0" y="57455"/>
                          </a:lnTo>
                          <a:lnTo>
                            <a:pt x="35243" y="89202"/>
                          </a:lnTo>
                          <a:cubicBezTo>
                            <a:pt x="30045" y="101282"/>
                            <a:pt x="35625" y="115289"/>
                            <a:pt x="47706" y="120486"/>
                          </a:cubicBezTo>
                          <a:cubicBezTo>
                            <a:pt x="59787" y="125683"/>
                            <a:pt x="73793" y="120104"/>
                            <a:pt x="78991" y="108023"/>
                          </a:cubicBezTo>
                          <a:cubicBezTo>
                            <a:pt x="84188" y="95942"/>
                            <a:pt x="78608" y="81936"/>
                            <a:pt x="66527" y="76738"/>
                          </a:cubicBezTo>
                          <a:cubicBezTo>
                            <a:pt x="63565" y="75464"/>
                            <a:pt x="60375" y="74805"/>
                            <a:pt x="57150" y="74800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67"/>
            <p:cNvSpPr/>
            <p:nvPr/>
          </p:nvSpPr>
          <p:spPr>
            <a:xfrm>
              <a:off x="6160438" y="4164363"/>
              <a:ext cx="278931" cy="419175"/>
            </a:xfrm>
            <a:custGeom>
              <a:avLst/>
              <a:gdLst>
                <a:gd name="csX0" fmla="*/ 255125 w 278931"/>
                <a:gd name="csY0" fmla="*/ 266747 h 419175"/>
                <a:gd name="csX1" fmla="*/ 246076 w 278931"/>
                <a:gd name="csY1" fmla="*/ 268557 h 419175"/>
                <a:gd name="csX2" fmla="*/ 178925 w 278931"/>
                <a:gd name="csY2" fmla="*/ 201177 h 419175"/>
                <a:gd name="csX3" fmla="*/ 178925 w 278931"/>
                <a:gd name="csY3" fmla="*/ 90592 h 419175"/>
                <a:gd name="csX4" fmla="*/ 236075 w 278931"/>
                <a:gd name="csY4" fmla="*/ 90592 h 419175"/>
                <a:gd name="csX5" fmla="*/ 236075 w 278931"/>
                <a:gd name="csY5" fmla="*/ 135359 h 419175"/>
                <a:gd name="csX6" fmla="*/ 223775 w 278931"/>
                <a:gd name="csY6" fmla="*/ 166709 h 419175"/>
                <a:gd name="csX7" fmla="*/ 255125 w 278931"/>
                <a:gd name="csY7" fmla="*/ 179009 h 419175"/>
                <a:gd name="csX8" fmla="*/ 267425 w 278931"/>
                <a:gd name="csY8" fmla="*/ 147659 h 419175"/>
                <a:gd name="csX9" fmla="*/ 255125 w 278931"/>
                <a:gd name="csY9" fmla="*/ 135359 h 419175"/>
                <a:gd name="csX10" fmla="*/ 255125 w 278931"/>
                <a:gd name="csY10" fmla="*/ 71532 h 419175"/>
                <a:gd name="csX11" fmla="*/ 178925 w 278931"/>
                <a:gd name="csY11" fmla="*/ 71532 h 419175"/>
                <a:gd name="csX12" fmla="*/ 178925 w 278931"/>
                <a:gd name="csY12" fmla="*/ 45643 h 419175"/>
                <a:gd name="csX13" fmla="*/ 191224 w 278931"/>
                <a:gd name="csY13" fmla="*/ 14294 h 419175"/>
                <a:gd name="csX14" fmla="*/ 159875 w 278931"/>
                <a:gd name="csY14" fmla="*/ 1994 h 419175"/>
                <a:gd name="csX15" fmla="*/ 147575 w 278931"/>
                <a:gd name="csY15" fmla="*/ 33344 h 419175"/>
                <a:gd name="csX16" fmla="*/ 159875 w 278931"/>
                <a:gd name="csY16" fmla="*/ 45643 h 419175"/>
                <a:gd name="csX17" fmla="*/ 159875 w 278931"/>
                <a:gd name="csY17" fmla="*/ 208711 h 419175"/>
                <a:gd name="csX18" fmla="*/ 191307 w 278931"/>
                <a:gd name="csY18" fmla="*/ 241182 h 419175"/>
                <a:gd name="csX19" fmla="*/ 140825 w 278931"/>
                <a:gd name="csY19" fmla="*/ 291665 h 419175"/>
                <a:gd name="csX20" fmla="*/ 140825 w 278931"/>
                <a:gd name="csY20" fmla="*/ 338280 h 419175"/>
                <a:gd name="csX21" fmla="*/ 83380 w 278931"/>
                <a:gd name="csY21" fmla="*/ 338280 h 419175"/>
                <a:gd name="csX22" fmla="*/ 46651 w 278931"/>
                <a:gd name="csY22" fmla="*/ 295141 h 419175"/>
                <a:gd name="csX23" fmla="*/ 34873 w 278931"/>
                <a:gd name="csY23" fmla="*/ 262588 h 419175"/>
                <a:gd name="csX24" fmla="*/ 2319 w 278931"/>
                <a:gd name="csY24" fmla="*/ 274365 h 419175"/>
                <a:gd name="csX25" fmla="*/ 14098 w 278931"/>
                <a:gd name="csY25" fmla="*/ 306920 h 419175"/>
                <a:gd name="csX26" fmla="*/ 32068 w 278931"/>
                <a:gd name="csY26" fmla="*/ 308028 h 419175"/>
                <a:gd name="csX27" fmla="*/ 74455 w 278931"/>
                <a:gd name="csY27" fmla="*/ 357339 h 419175"/>
                <a:gd name="csX28" fmla="*/ 140825 w 278931"/>
                <a:gd name="csY28" fmla="*/ 357339 h 419175"/>
                <a:gd name="csX29" fmla="*/ 140825 w 278931"/>
                <a:gd name="csY29" fmla="*/ 373532 h 419175"/>
                <a:gd name="csX30" fmla="*/ 128525 w 278931"/>
                <a:gd name="csY30" fmla="*/ 404882 h 419175"/>
                <a:gd name="csX31" fmla="*/ 159875 w 278931"/>
                <a:gd name="csY31" fmla="*/ 417181 h 419175"/>
                <a:gd name="csX32" fmla="*/ 172174 w 278931"/>
                <a:gd name="csY32" fmla="*/ 385832 h 419175"/>
                <a:gd name="csX33" fmla="*/ 159875 w 278931"/>
                <a:gd name="csY33" fmla="*/ 373532 h 419175"/>
                <a:gd name="csX34" fmla="*/ 159875 w 278931"/>
                <a:gd name="csY34" fmla="*/ 299180 h 419175"/>
                <a:gd name="csX35" fmla="*/ 204642 w 278931"/>
                <a:gd name="csY35" fmla="*/ 254412 h 419175"/>
                <a:gd name="csX36" fmla="*/ 232732 w 278931"/>
                <a:gd name="csY36" fmla="*/ 282701 h 419175"/>
                <a:gd name="csX37" fmla="*/ 247369 w 278931"/>
                <a:gd name="csY37" fmla="*/ 312941 h 419175"/>
                <a:gd name="csX38" fmla="*/ 277608 w 278931"/>
                <a:gd name="csY38" fmla="*/ 298303 h 419175"/>
                <a:gd name="csX39" fmla="*/ 262971 w 278931"/>
                <a:gd name="csY39" fmla="*/ 268064 h 419175"/>
                <a:gd name="csX40" fmla="*/ 255125 w 278931"/>
                <a:gd name="csY40" fmla="*/ 266747 h 4191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</a:cxnLst>
              <a:rect l="l" t="t" r="r" b="b"/>
              <a:pathLst>
                <a:path w="278931" h="419175" fill="none" extrusionOk="0">
                  <a:moveTo>
                    <a:pt x="255125" y="266747"/>
                  </a:moveTo>
                  <a:cubicBezTo>
                    <a:pt x="251311" y="266266"/>
                    <a:pt x="248832" y="267453"/>
                    <a:pt x="246076" y="268557"/>
                  </a:cubicBezTo>
                  <a:cubicBezTo>
                    <a:pt x="226899" y="255140"/>
                    <a:pt x="210932" y="219930"/>
                    <a:pt x="178925" y="201177"/>
                  </a:cubicBezTo>
                  <a:cubicBezTo>
                    <a:pt x="169410" y="169728"/>
                    <a:pt x="179961" y="115781"/>
                    <a:pt x="178925" y="90592"/>
                  </a:cubicBezTo>
                  <a:cubicBezTo>
                    <a:pt x="200193" y="89618"/>
                    <a:pt x="216773" y="91404"/>
                    <a:pt x="236075" y="90592"/>
                  </a:cubicBezTo>
                  <a:cubicBezTo>
                    <a:pt x="237767" y="110792"/>
                    <a:pt x="230759" y="115424"/>
                    <a:pt x="236075" y="135359"/>
                  </a:cubicBezTo>
                  <a:cubicBezTo>
                    <a:pt x="224333" y="144045"/>
                    <a:pt x="219728" y="154524"/>
                    <a:pt x="223775" y="166709"/>
                  </a:cubicBezTo>
                  <a:cubicBezTo>
                    <a:pt x="227818" y="175442"/>
                    <a:pt x="244704" y="184780"/>
                    <a:pt x="255125" y="179009"/>
                  </a:cubicBezTo>
                  <a:cubicBezTo>
                    <a:pt x="266944" y="174164"/>
                    <a:pt x="271430" y="157902"/>
                    <a:pt x="267425" y="147659"/>
                  </a:cubicBezTo>
                  <a:cubicBezTo>
                    <a:pt x="265176" y="142354"/>
                    <a:pt x="261044" y="139312"/>
                    <a:pt x="255125" y="135359"/>
                  </a:cubicBezTo>
                  <a:cubicBezTo>
                    <a:pt x="248555" y="117081"/>
                    <a:pt x="258631" y="100284"/>
                    <a:pt x="255125" y="71532"/>
                  </a:cubicBezTo>
                  <a:cubicBezTo>
                    <a:pt x="233085" y="73103"/>
                    <a:pt x="194432" y="69819"/>
                    <a:pt x="178925" y="71532"/>
                  </a:cubicBezTo>
                  <a:cubicBezTo>
                    <a:pt x="176094" y="62905"/>
                    <a:pt x="180874" y="51044"/>
                    <a:pt x="178925" y="45643"/>
                  </a:cubicBezTo>
                  <a:cubicBezTo>
                    <a:pt x="193886" y="41235"/>
                    <a:pt x="193176" y="27445"/>
                    <a:pt x="191224" y="14294"/>
                  </a:cubicBezTo>
                  <a:cubicBezTo>
                    <a:pt x="187966" y="1787"/>
                    <a:pt x="171594" y="-2664"/>
                    <a:pt x="159875" y="1994"/>
                  </a:cubicBezTo>
                  <a:cubicBezTo>
                    <a:pt x="148376" y="6759"/>
                    <a:pt x="142260" y="21572"/>
                    <a:pt x="147575" y="33344"/>
                  </a:cubicBezTo>
                  <a:cubicBezTo>
                    <a:pt x="149295" y="38826"/>
                    <a:pt x="154709" y="42988"/>
                    <a:pt x="159875" y="45643"/>
                  </a:cubicBezTo>
                  <a:cubicBezTo>
                    <a:pt x="175297" y="83812"/>
                    <a:pt x="157509" y="147723"/>
                    <a:pt x="159875" y="208711"/>
                  </a:cubicBezTo>
                  <a:cubicBezTo>
                    <a:pt x="172688" y="217883"/>
                    <a:pt x="180291" y="235165"/>
                    <a:pt x="191307" y="241182"/>
                  </a:cubicBezTo>
                  <a:cubicBezTo>
                    <a:pt x="181290" y="257363"/>
                    <a:pt x="156223" y="269724"/>
                    <a:pt x="140825" y="291665"/>
                  </a:cubicBezTo>
                  <a:cubicBezTo>
                    <a:pt x="142147" y="307957"/>
                    <a:pt x="137841" y="325052"/>
                    <a:pt x="140825" y="338280"/>
                  </a:cubicBezTo>
                  <a:cubicBezTo>
                    <a:pt x="117483" y="342973"/>
                    <a:pt x="111190" y="331918"/>
                    <a:pt x="83380" y="338280"/>
                  </a:cubicBezTo>
                  <a:cubicBezTo>
                    <a:pt x="66864" y="321609"/>
                    <a:pt x="59761" y="302166"/>
                    <a:pt x="46651" y="295141"/>
                  </a:cubicBezTo>
                  <a:cubicBezTo>
                    <a:pt x="53248" y="285546"/>
                    <a:pt x="47235" y="266195"/>
                    <a:pt x="34873" y="262588"/>
                  </a:cubicBezTo>
                  <a:cubicBezTo>
                    <a:pt x="20278" y="257864"/>
                    <a:pt x="10249" y="261595"/>
                    <a:pt x="2319" y="274365"/>
                  </a:cubicBezTo>
                  <a:cubicBezTo>
                    <a:pt x="-1825" y="287055"/>
                    <a:pt x="461" y="301952"/>
                    <a:pt x="14098" y="306920"/>
                  </a:cubicBezTo>
                  <a:cubicBezTo>
                    <a:pt x="18276" y="309061"/>
                    <a:pt x="26155" y="311055"/>
                    <a:pt x="32068" y="308028"/>
                  </a:cubicBezTo>
                  <a:cubicBezTo>
                    <a:pt x="53511" y="323859"/>
                    <a:pt x="60922" y="349123"/>
                    <a:pt x="74455" y="357339"/>
                  </a:cubicBezTo>
                  <a:cubicBezTo>
                    <a:pt x="93586" y="357091"/>
                    <a:pt x="112676" y="357984"/>
                    <a:pt x="140825" y="357339"/>
                  </a:cubicBezTo>
                  <a:cubicBezTo>
                    <a:pt x="141906" y="361044"/>
                    <a:pt x="138904" y="365537"/>
                    <a:pt x="140825" y="373532"/>
                  </a:cubicBezTo>
                  <a:cubicBezTo>
                    <a:pt x="127640" y="379503"/>
                    <a:pt x="123300" y="391862"/>
                    <a:pt x="128525" y="404882"/>
                  </a:cubicBezTo>
                  <a:cubicBezTo>
                    <a:pt x="134256" y="420058"/>
                    <a:pt x="145744" y="423227"/>
                    <a:pt x="159875" y="417181"/>
                  </a:cubicBezTo>
                  <a:cubicBezTo>
                    <a:pt x="171397" y="410502"/>
                    <a:pt x="175342" y="396763"/>
                    <a:pt x="172174" y="385832"/>
                  </a:cubicBezTo>
                  <a:cubicBezTo>
                    <a:pt x="169886" y="379916"/>
                    <a:pt x="165559" y="374821"/>
                    <a:pt x="159875" y="373532"/>
                  </a:cubicBezTo>
                  <a:cubicBezTo>
                    <a:pt x="158390" y="343647"/>
                    <a:pt x="166265" y="317196"/>
                    <a:pt x="159875" y="299180"/>
                  </a:cubicBezTo>
                  <a:cubicBezTo>
                    <a:pt x="174192" y="278368"/>
                    <a:pt x="189833" y="274883"/>
                    <a:pt x="204642" y="254412"/>
                  </a:cubicBezTo>
                  <a:cubicBezTo>
                    <a:pt x="211499" y="260928"/>
                    <a:pt x="223953" y="279740"/>
                    <a:pt x="232732" y="282701"/>
                  </a:cubicBezTo>
                  <a:cubicBezTo>
                    <a:pt x="229872" y="297822"/>
                    <a:pt x="238285" y="310555"/>
                    <a:pt x="247369" y="312941"/>
                  </a:cubicBezTo>
                  <a:cubicBezTo>
                    <a:pt x="262567" y="316316"/>
                    <a:pt x="273255" y="311385"/>
                    <a:pt x="277608" y="298303"/>
                  </a:cubicBezTo>
                  <a:cubicBezTo>
                    <a:pt x="280967" y="284194"/>
                    <a:pt x="275391" y="273431"/>
                    <a:pt x="262971" y="268064"/>
                  </a:cubicBezTo>
                  <a:cubicBezTo>
                    <a:pt x="260408" y="267461"/>
                    <a:pt x="257946" y="267441"/>
                    <a:pt x="255125" y="266747"/>
                  </a:cubicBezTo>
                  <a:close/>
                </a:path>
                <a:path w="278931" h="419175" stroke="0" extrusionOk="0">
                  <a:moveTo>
                    <a:pt x="255125" y="266747"/>
                  </a:moveTo>
                  <a:cubicBezTo>
                    <a:pt x="252244" y="265881"/>
                    <a:pt x="248911" y="267499"/>
                    <a:pt x="246076" y="268557"/>
                  </a:cubicBezTo>
                  <a:cubicBezTo>
                    <a:pt x="212234" y="244264"/>
                    <a:pt x="203489" y="212421"/>
                    <a:pt x="178925" y="201177"/>
                  </a:cubicBezTo>
                  <a:cubicBezTo>
                    <a:pt x="175937" y="148937"/>
                    <a:pt x="191440" y="128859"/>
                    <a:pt x="178925" y="90592"/>
                  </a:cubicBezTo>
                  <a:cubicBezTo>
                    <a:pt x="191924" y="86765"/>
                    <a:pt x="213581" y="96323"/>
                    <a:pt x="236075" y="90592"/>
                  </a:cubicBezTo>
                  <a:cubicBezTo>
                    <a:pt x="238043" y="102594"/>
                    <a:pt x="235488" y="116442"/>
                    <a:pt x="236075" y="135359"/>
                  </a:cubicBezTo>
                  <a:cubicBezTo>
                    <a:pt x="221842" y="143335"/>
                    <a:pt x="216685" y="151283"/>
                    <a:pt x="223775" y="166709"/>
                  </a:cubicBezTo>
                  <a:cubicBezTo>
                    <a:pt x="229335" y="178360"/>
                    <a:pt x="241869" y="182447"/>
                    <a:pt x="255125" y="179009"/>
                  </a:cubicBezTo>
                  <a:cubicBezTo>
                    <a:pt x="266827" y="173688"/>
                    <a:pt x="272792" y="158786"/>
                    <a:pt x="267425" y="147659"/>
                  </a:cubicBezTo>
                  <a:cubicBezTo>
                    <a:pt x="265039" y="141915"/>
                    <a:pt x="260654" y="137164"/>
                    <a:pt x="255125" y="135359"/>
                  </a:cubicBezTo>
                  <a:cubicBezTo>
                    <a:pt x="254780" y="104338"/>
                    <a:pt x="258936" y="85842"/>
                    <a:pt x="255125" y="71532"/>
                  </a:cubicBezTo>
                  <a:cubicBezTo>
                    <a:pt x="222521" y="74221"/>
                    <a:pt x="208963" y="70888"/>
                    <a:pt x="178925" y="71532"/>
                  </a:cubicBezTo>
                  <a:cubicBezTo>
                    <a:pt x="178579" y="65421"/>
                    <a:pt x="181204" y="51354"/>
                    <a:pt x="178925" y="45643"/>
                  </a:cubicBezTo>
                  <a:cubicBezTo>
                    <a:pt x="189821" y="41312"/>
                    <a:pt x="194876" y="24829"/>
                    <a:pt x="191224" y="14294"/>
                  </a:cubicBezTo>
                  <a:cubicBezTo>
                    <a:pt x="185510" y="1871"/>
                    <a:pt x="170671" y="-4802"/>
                    <a:pt x="159875" y="1994"/>
                  </a:cubicBezTo>
                  <a:cubicBezTo>
                    <a:pt x="146167" y="8827"/>
                    <a:pt x="140423" y="19138"/>
                    <a:pt x="147575" y="33344"/>
                  </a:cubicBezTo>
                  <a:cubicBezTo>
                    <a:pt x="151169" y="39778"/>
                    <a:pt x="153525" y="42969"/>
                    <a:pt x="159875" y="45643"/>
                  </a:cubicBezTo>
                  <a:cubicBezTo>
                    <a:pt x="163807" y="86032"/>
                    <a:pt x="147777" y="165280"/>
                    <a:pt x="159875" y="208711"/>
                  </a:cubicBezTo>
                  <a:cubicBezTo>
                    <a:pt x="174728" y="216928"/>
                    <a:pt x="181242" y="231652"/>
                    <a:pt x="191307" y="241182"/>
                  </a:cubicBezTo>
                  <a:cubicBezTo>
                    <a:pt x="181525" y="261116"/>
                    <a:pt x="151201" y="281161"/>
                    <a:pt x="140825" y="291665"/>
                  </a:cubicBezTo>
                  <a:cubicBezTo>
                    <a:pt x="143112" y="308285"/>
                    <a:pt x="138935" y="326664"/>
                    <a:pt x="140825" y="338280"/>
                  </a:cubicBezTo>
                  <a:cubicBezTo>
                    <a:pt x="114181" y="338303"/>
                    <a:pt x="102163" y="336302"/>
                    <a:pt x="83380" y="338280"/>
                  </a:cubicBezTo>
                  <a:cubicBezTo>
                    <a:pt x="66966" y="323075"/>
                    <a:pt x="56180" y="303812"/>
                    <a:pt x="46651" y="295141"/>
                  </a:cubicBezTo>
                  <a:cubicBezTo>
                    <a:pt x="51378" y="282458"/>
                    <a:pt x="49034" y="264954"/>
                    <a:pt x="34873" y="262588"/>
                  </a:cubicBezTo>
                  <a:cubicBezTo>
                    <a:pt x="21426" y="256677"/>
                    <a:pt x="11963" y="261939"/>
                    <a:pt x="2319" y="274365"/>
                  </a:cubicBezTo>
                  <a:cubicBezTo>
                    <a:pt x="-6391" y="288212"/>
                    <a:pt x="1296" y="301124"/>
                    <a:pt x="14098" y="306920"/>
                  </a:cubicBezTo>
                  <a:cubicBezTo>
                    <a:pt x="19536" y="308979"/>
                    <a:pt x="25358" y="309664"/>
                    <a:pt x="32068" y="308028"/>
                  </a:cubicBezTo>
                  <a:cubicBezTo>
                    <a:pt x="47459" y="325452"/>
                    <a:pt x="62299" y="348313"/>
                    <a:pt x="74455" y="357339"/>
                  </a:cubicBezTo>
                  <a:cubicBezTo>
                    <a:pt x="105932" y="355228"/>
                    <a:pt x="119939" y="357482"/>
                    <a:pt x="140825" y="357339"/>
                  </a:cubicBezTo>
                  <a:cubicBezTo>
                    <a:pt x="141668" y="364906"/>
                    <a:pt x="139918" y="368488"/>
                    <a:pt x="140825" y="373532"/>
                  </a:cubicBezTo>
                  <a:cubicBezTo>
                    <a:pt x="128937" y="377658"/>
                    <a:pt x="123992" y="392910"/>
                    <a:pt x="128525" y="404882"/>
                  </a:cubicBezTo>
                  <a:cubicBezTo>
                    <a:pt x="133232" y="414514"/>
                    <a:pt x="145700" y="421663"/>
                    <a:pt x="159875" y="417181"/>
                  </a:cubicBezTo>
                  <a:cubicBezTo>
                    <a:pt x="172985" y="409099"/>
                    <a:pt x="176094" y="398486"/>
                    <a:pt x="172174" y="385832"/>
                  </a:cubicBezTo>
                  <a:cubicBezTo>
                    <a:pt x="169755" y="380504"/>
                    <a:pt x="165224" y="375996"/>
                    <a:pt x="159875" y="373532"/>
                  </a:cubicBezTo>
                  <a:cubicBezTo>
                    <a:pt x="151826" y="352707"/>
                    <a:pt x="161076" y="334541"/>
                    <a:pt x="159875" y="299180"/>
                  </a:cubicBezTo>
                  <a:cubicBezTo>
                    <a:pt x="180594" y="278011"/>
                    <a:pt x="188463" y="279986"/>
                    <a:pt x="204642" y="254412"/>
                  </a:cubicBezTo>
                  <a:cubicBezTo>
                    <a:pt x="217150" y="260251"/>
                    <a:pt x="224137" y="274570"/>
                    <a:pt x="232732" y="282701"/>
                  </a:cubicBezTo>
                  <a:cubicBezTo>
                    <a:pt x="227589" y="293836"/>
                    <a:pt x="236385" y="308785"/>
                    <a:pt x="247369" y="312941"/>
                  </a:cubicBezTo>
                  <a:cubicBezTo>
                    <a:pt x="259007" y="318322"/>
                    <a:pt x="271187" y="312598"/>
                    <a:pt x="277608" y="298303"/>
                  </a:cubicBezTo>
                  <a:cubicBezTo>
                    <a:pt x="280130" y="284725"/>
                    <a:pt x="272880" y="274051"/>
                    <a:pt x="262971" y="268064"/>
                  </a:cubicBezTo>
                  <a:cubicBezTo>
                    <a:pt x="260636" y="267134"/>
                    <a:pt x="257631" y="266798"/>
                    <a:pt x="255125" y="266747"/>
                  </a:cubicBezTo>
                  <a:close/>
                </a:path>
              </a:pathLst>
            </a:custGeom>
            <a:grpFill/>
            <a:ln w="15875" cap="flat">
              <a:solidFill>
                <a:srgbClr val="1F3A5F"/>
              </a:solidFill>
              <a:prstDash val="solid"/>
              <a:miter/>
              <a:extLst>
                <a:ext uri="{C807C97D-BFC1-408E-A445-0C87EB9F89A2}">
                  <ask:lineSketchStyleProps xmlns:ask="http://schemas.microsoft.com/office/drawing/2018/sketchyshapes" sd="2762905749">
                    <a:custGeom>
                      <a:avLst/>
                      <a:gdLst>
                        <a:gd name="connsiteX0" fmla="*/ 255125 w 278931"/>
                        <a:gd name="connsiteY0" fmla="*/ 266747 h 419175"/>
                        <a:gd name="connsiteX1" fmla="*/ 246076 w 278931"/>
                        <a:gd name="connsiteY1" fmla="*/ 268557 h 419175"/>
                        <a:gd name="connsiteX2" fmla="*/ 178925 w 278931"/>
                        <a:gd name="connsiteY2" fmla="*/ 201177 h 419175"/>
                        <a:gd name="connsiteX3" fmla="*/ 178925 w 278931"/>
                        <a:gd name="connsiteY3" fmla="*/ 90592 h 419175"/>
                        <a:gd name="connsiteX4" fmla="*/ 236075 w 278931"/>
                        <a:gd name="connsiteY4" fmla="*/ 90592 h 419175"/>
                        <a:gd name="connsiteX5" fmla="*/ 236075 w 278931"/>
                        <a:gd name="connsiteY5" fmla="*/ 135359 h 419175"/>
                        <a:gd name="connsiteX6" fmla="*/ 223775 w 278931"/>
                        <a:gd name="connsiteY6" fmla="*/ 166709 h 419175"/>
                        <a:gd name="connsiteX7" fmla="*/ 255125 w 278931"/>
                        <a:gd name="connsiteY7" fmla="*/ 179009 h 419175"/>
                        <a:gd name="connsiteX8" fmla="*/ 267425 w 278931"/>
                        <a:gd name="connsiteY8" fmla="*/ 147659 h 419175"/>
                        <a:gd name="connsiteX9" fmla="*/ 255125 w 278931"/>
                        <a:gd name="connsiteY9" fmla="*/ 135359 h 419175"/>
                        <a:gd name="connsiteX10" fmla="*/ 255125 w 278931"/>
                        <a:gd name="connsiteY10" fmla="*/ 71532 h 419175"/>
                        <a:gd name="connsiteX11" fmla="*/ 178925 w 278931"/>
                        <a:gd name="connsiteY11" fmla="*/ 71532 h 419175"/>
                        <a:gd name="connsiteX12" fmla="*/ 178925 w 278931"/>
                        <a:gd name="connsiteY12" fmla="*/ 45643 h 419175"/>
                        <a:gd name="connsiteX13" fmla="*/ 191224 w 278931"/>
                        <a:gd name="connsiteY13" fmla="*/ 14294 h 419175"/>
                        <a:gd name="connsiteX14" fmla="*/ 159875 w 278931"/>
                        <a:gd name="connsiteY14" fmla="*/ 1994 h 419175"/>
                        <a:gd name="connsiteX15" fmla="*/ 147575 w 278931"/>
                        <a:gd name="connsiteY15" fmla="*/ 33344 h 419175"/>
                        <a:gd name="connsiteX16" fmla="*/ 159875 w 278931"/>
                        <a:gd name="connsiteY16" fmla="*/ 45643 h 419175"/>
                        <a:gd name="connsiteX17" fmla="*/ 159875 w 278931"/>
                        <a:gd name="connsiteY17" fmla="*/ 208711 h 419175"/>
                        <a:gd name="connsiteX18" fmla="*/ 191307 w 278931"/>
                        <a:gd name="connsiteY18" fmla="*/ 241182 h 419175"/>
                        <a:gd name="connsiteX19" fmla="*/ 140825 w 278931"/>
                        <a:gd name="connsiteY19" fmla="*/ 291665 h 419175"/>
                        <a:gd name="connsiteX20" fmla="*/ 140825 w 278931"/>
                        <a:gd name="connsiteY20" fmla="*/ 338280 h 419175"/>
                        <a:gd name="connsiteX21" fmla="*/ 83380 w 278931"/>
                        <a:gd name="connsiteY21" fmla="*/ 338280 h 419175"/>
                        <a:gd name="connsiteX22" fmla="*/ 46651 w 278931"/>
                        <a:gd name="connsiteY22" fmla="*/ 295141 h 419175"/>
                        <a:gd name="connsiteX23" fmla="*/ 34873 w 278931"/>
                        <a:gd name="connsiteY23" fmla="*/ 262588 h 419175"/>
                        <a:gd name="connsiteX24" fmla="*/ 2319 w 278931"/>
                        <a:gd name="connsiteY24" fmla="*/ 274365 h 419175"/>
                        <a:gd name="connsiteX25" fmla="*/ 14098 w 278931"/>
                        <a:gd name="connsiteY25" fmla="*/ 306920 h 419175"/>
                        <a:gd name="connsiteX26" fmla="*/ 32068 w 278931"/>
                        <a:gd name="connsiteY26" fmla="*/ 308028 h 419175"/>
                        <a:gd name="connsiteX27" fmla="*/ 74455 w 278931"/>
                        <a:gd name="connsiteY27" fmla="*/ 357339 h 419175"/>
                        <a:gd name="connsiteX28" fmla="*/ 140825 w 278931"/>
                        <a:gd name="connsiteY28" fmla="*/ 357339 h 419175"/>
                        <a:gd name="connsiteX29" fmla="*/ 140825 w 278931"/>
                        <a:gd name="connsiteY29" fmla="*/ 373532 h 419175"/>
                        <a:gd name="connsiteX30" fmla="*/ 128525 w 278931"/>
                        <a:gd name="connsiteY30" fmla="*/ 404882 h 419175"/>
                        <a:gd name="connsiteX31" fmla="*/ 159875 w 278931"/>
                        <a:gd name="connsiteY31" fmla="*/ 417181 h 419175"/>
                        <a:gd name="connsiteX32" fmla="*/ 172174 w 278931"/>
                        <a:gd name="connsiteY32" fmla="*/ 385832 h 419175"/>
                        <a:gd name="connsiteX33" fmla="*/ 159875 w 278931"/>
                        <a:gd name="connsiteY33" fmla="*/ 373532 h 419175"/>
                        <a:gd name="connsiteX34" fmla="*/ 159875 w 278931"/>
                        <a:gd name="connsiteY34" fmla="*/ 299180 h 419175"/>
                        <a:gd name="connsiteX35" fmla="*/ 204642 w 278931"/>
                        <a:gd name="connsiteY35" fmla="*/ 254412 h 419175"/>
                        <a:gd name="connsiteX36" fmla="*/ 232732 w 278931"/>
                        <a:gd name="connsiteY36" fmla="*/ 282701 h 419175"/>
                        <a:gd name="connsiteX37" fmla="*/ 247369 w 278931"/>
                        <a:gd name="connsiteY37" fmla="*/ 312941 h 419175"/>
                        <a:gd name="connsiteX38" fmla="*/ 277608 w 278931"/>
                        <a:gd name="connsiteY38" fmla="*/ 298303 h 419175"/>
                        <a:gd name="connsiteX39" fmla="*/ 262971 w 278931"/>
                        <a:gd name="connsiteY39" fmla="*/ 268064 h 419175"/>
                        <a:gd name="connsiteX40" fmla="*/ 255125 w 278931"/>
                        <a:gd name="connsiteY40" fmla="*/ 266747 h 4191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</a:cxnLst>
                      <a:rect l="l" t="t" r="r" b="b"/>
                      <a:pathLst>
                        <a:path w="278931" h="419175">
                          <a:moveTo>
                            <a:pt x="255125" y="266747"/>
                          </a:moveTo>
                          <a:cubicBezTo>
                            <a:pt x="252019" y="266750"/>
                            <a:pt x="248944" y="267365"/>
                            <a:pt x="246076" y="268557"/>
                          </a:cubicBezTo>
                          <a:lnTo>
                            <a:pt x="178925" y="201177"/>
                          </a:lnTo>
                          <a:lnTo>
                            <a:pt x="178925" y="90592"/>
                          </a:lnTo>
                          <a:lnTo>
                            <a:pt x="236075" y="90592"/>
                          </a:lnTo>
                          <a:lnTo>
                            <a:pt x="236075" y="135359"/>
                          </a:lnTo>
                          <a:cubicBezTo>
                            <a:pt x="224022" y="140620"/>
                            <a:pt x="218515" y="154655"/>
                            <a:pt x="223775" y="166709"/>
                          </a:cubicBezTo>
                          <a:cubicBezTo>
                            <a:pt x="229036" y="178762"/>
                            <a:pt x="243072" y="184269"/>
                            <a:pt x="255125" y="179009"/>
                          </a:cubicBezTo>
                          <a:cubicBezTo>
                            <a:pt x="267178" y="173748"/>
                            <a:pt x="272685" y="159712"/>
                            <a:pt x="267425" y="147659"/>
                          </a:cubicBezTo>
                          <a:cubicBezTo>
                            <a:pt x="265022" y="142154"/>
                            <a:pt x="260629" y="137761"/>
                            <a:pt x="255125" y="135359"/>
                          </a:cubicBezTo>
                          <a:lnTo>
                            <a:pt x="255125" y="71532"/>
                          </a:lnTo>
                          <a:lnTo>
                            <a:pt x="178925" y="71532"/>
                          </a:lnTo>
                          <a:lnTo>
                            <a:pt x="178925" y="45643"/>
                          </a:lnTo>
                          <a:cubicBezTo>
                            <a:pt x="190978" y="40383"/>
                            <a:pt x="196485" y="26348"/>
                            <a:pt x="191224" y="14294"/>
                          </a:cubicBezTo>
                          <a:cubicBezTo>
                            <a:pt x="185964" y="2241"/>
                            <a:pt x="171928" y="-3267"/>
                            <a:pt x="159875" y="1994"/>
                          </a:cubicBezTo>
                          <a:cubicBezTo>
                            <a:pt x="147822" y="7255"/>
                            <a:pt x="142315" y="21291"/>
                            <a:pt x="147575" y="33344"/>
                          </a:cubicBezTo>
                          <a:cubicBezTo>
                            <a:pt x="149977" y="38848"/>
                            <a:pt x="154370" y="43241"/>
                            <a:pt x="159875" y="45643"/>
                          </a:cubicBezTo>
                          <a:lnTo>
                            <a:pt x="159875" y="208711"/>
                          </a:lnTo>
                          <a:lnTo>
                            <a:pt x="191307" y="241182"/>
                          </a:lnTo>
                          <a:lnTo>
                            <a:pt x="140825" y="291665"/>
                          </a:lnTo>
                          <a:lnTo>
                            <a:pt x="140825" y="338280"/>
                          </a:lnTo>
                          <a:lnTo>
                            <a:pt x="83380" y="338280"/>
                          </a:lnTo>
                          <a:lnTo>
                            <a:pt x="46651" y="295141"/>
                          </a:lnTo>
                          <a:cubicBezTo>
                            <a:pt x="52388" y="282900"/>
                            <a:pt x="47115" y="268324"/>
                            <a:pt x="34873" y="262588"/>
                          </a:cubicBezTo>
                          <a:cubicBezTo>
                            <a:pt x="22631" y="256851"/>
                            <a:pt x="8056" y="262124"/>
                            <a:pt x="2319" y="274365"/>
                          </a:cubicBezTo>
                          <a:cubicBezTo>
                            <a:pt x="-3418" y="286608"/>
                            <a:pt x="1856" y="301182"/>
                            <a:pt x="14098" y="306920"/>
                          </a:cubicBezTo>
                          <a:cubicBezTo>
                            <a:pt x="19730" y="309558"/>
                            <a:pt x="26154" y="309955"/>
                            <a:pt x="32068" y="308028"/>
                          </a:cubicBezTo>
                          <a:lnTo>
                            <a:pt x="74455" y="357339"/>
                          </a:lnTo>
                          <a:lnTo>
                            <a:pt x="140825" y="357339"/>
                          </a:lnTo>
                          <a:lnTo>
                            <a:pt x="140825" y="373532"/>
                          </a:lnTo>
                          <a:cubicBezTo>
                            <a:pt x="128772" y="378793"/>
                            <a:pt x="123265" y="392828"/>
                            <a:pt x="128525" y="404882"/>
                          </a:cubicBezTo>
                          <a:cubicBezTo>
                            <a:pt x="133786" y="416934"/>
                            <a:pt x="147822" y="422442"/>
                            <a:pt x="159875" y="417181"/>
                          </a:cubicBezTo>
                          <a:cubicBezTo>
                            <a:pt x="171928" y="411920"/>
                            <a:pt x="177435" y="397884"/>
                            <a:pt x="172174" y="385832"/>
                          </a:cubicBezTo>
                          <a:cubicBezTo>
                            <a:pt x="169772" y="380327"/>
                            <a:pt x="165379" y="375934"/>
                            <a:pt x="159875" y="373532"/>
                          </a:cubicBezTo>
                          <a:lnTo>
                            <a:pt x="159875" y="299180"/>
                          </a:lnTo>
                          <a:lnTo>
                            <a:pt x="204642" y="254412"/>
                          </a:lnTo>
                          <a:lnTo>
                            <a:pt x="232732" y="282701"/>
                          </a:lnTo>
                          <a:cubicBezTo>
                            <a:pt x="228423" y="295094"/>
                            <a:pt x="234977" y="308632"/>
                            <a:pt x="247369" y="312941"/>
                          </a:cubicBezTo>
                          <a:cubicBezTo>
                            <a:pt x="259761" y="317249"/>
                            <a:pt x="273300" y="310695"/>
                            <a:pt x="277608" y="298303"/>
                          </a:cubicBezTo>
                          <a:cubicBezTo>
                            <a:pt x="281916" y="285911"/>
                            <a:pt x="275363" y="272373"/>
                            <a:pt x="262971" y="268064"/>
                          </a:cubicBezTo>
                          <a:cubicBezTo>
                            <a:pt x="260447" y="267187"/>
                            <a:pt x="257796" y="266742"/>
                            <a:pt x="255125" y="266747"/>
                          </a:cubicBezTo>
                          <a:close/>
                        </a:path>
                      </a:pathLst>
                    </a:cu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7" name="Model label"/>
          <p:cNvSpPr txBox="1"/>
          <p:nvPr/>
        </p:nvSpPr>
        <p:spPr>
          <a:xfrm>
            <a:off x="8627864" y="2702109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Azure</a:t>
            </a:r>
          </a:p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gpt-5.5</a:t>
            </a:r>
          </a:p>
        </p:txBody>
      </p:sp>
      <p:cxnSp>
        <p:nvCxnSpPr>
          <p:cNvPr id="118" name="App-Model"/>
          <p:cNvCxnSpPr/>
          <p:nvPr/>
        </p:nvCxnSpPr>
        <p:spPr>
          <a:xfrm flipV="1">
            <a:off x="7440610" y="2513045"/>
            <a:ext cx="1775406" cy="49850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19" name="Request"/>
          <p:cNvSpPr txBox="1"/>
          <p:nvPr/>
        </p:nvSpPr>
        <p:spPr>
          <a:xfrm>
            <a:off x="6675120" y="1938528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 tools[5]</a:t>
            </a:r>
          </a:p>
        </p:txBody>
      </p:sp>
      <p:sp>
        <p:nvSpPr>
          <p:cNvPr id="120" name="Reply"/>
          <p:cNvSpPr txBox="1"/>
          <p:nvPr/>
        </p:nvSpPr>
        <p:spPr>
          <a:xfrm>
            <a:off x="7388352" y="3063240"/>
            <a:ext cx="178308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tool_call: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search_trails(park)</a:t>
            </a:r>
          </a:p>
        </p:txBody>
      </p:sp>
      <p:cxnSp>
        <p:nvCxnSpPr>
          <p:cNvPr id="121" name="App-Tools"/>
          <p:cNvCxnSpPr/>
          <p:nvPr/>
        </p:nvCxnSpPr>
        <p:spPr>
          <a:xfrm>
            <a:off x="7440610" y="4118267"/>
            <a:ext cx="1200470" cy="408013"/>
          </a:xfrm>
          <a:prstGeom prst="straightConnector1">
            <a:avLst/>
          </a:prstGeom>
          <a:ln w="28575">
            <a:solidFill>
              <a:srgbClr val="000000"/>
            </a:solidFill>
            <a:headEnd type="triangle"/>
            <a:tailEnd type="triangle"/>
          </a:ln>
        </p:spPr>
      </p:cxnSp>
      <p:sp>
        <p:nvSpPr>
          <p:cNvPr id="122" name="Tools box"/>
          <p:cNvSpPr/>
          <p:nvPr/>
        </p:nvSpPr>
        <p:spPr>
          <a:xfrm>
            <a:off x="8732520" y="4114800"/>
            <a:ext cx="1965960" cy="1024128"/>
          </a:xfrm>
          <a:custGeom>
            <a:avLst/>
            <a:gdLst/>
            <a:ahLst/>
            <a:cxnLst/>
            <a:rect l="l" t="t" r="r" b="b"/>
            <a:pathLst>
              <a:path w="1965960" h="1024128">
                <a:moveTo>
                  <a:pt x="0" y="0"/>
                </a:moveTo>
                <a:cubicBezTo>
                  <a:pt x="109220" y="10086"/>
                  <a:pt x="218440" y="21029"/>
                  <a:pt x="327660" y="0"/>
                </a:cubicBezTo>
                <a:cubicBezTo>
                  <a:pt x="436880" y="-14923"/>
                  <a:pt x="546100" y="-24584"/>
                  <a:pt x="655320" y="0"/>
                </a:cubicBezTo>
                <a:cubicBezTo>
                  <a:pt x="764540" y="-3878"/>
                  <a:pt x="873760" y="-19797"/>
                  <a:pt x="982980" y="0"/>
                </a:cubicBezTo>
                <a:cubicBezTo>
                  <a:pt x="1092200" y="-3730"/>
                  <a:pt x="1201420" y="13497"/>
                  <a:pt x="1310640" y="0"/>
                </a:cubicBezTo>
                <a:cubicBezTo>
                  <a:pt x="1419860" y="-17439"/>
                  <a:pt x="1529080" y="19697"/>
                  <a:pt x="1638300" y="0"/>
                </a:cubicBezTo>
                <a:cubicBezTo>
                  <a:pt x="1747520" y="583"/>
                  <a:pt x="1856740" y="319"/>
                  <a:pt x="1965960" y="0"/>
                </a:cubicBezTo>
                <a:cubicBezTo>
                  <a:pt x="1935440" y="113792"/>
                  <a:pt x="1961318" y="227584"/>
                  <a:pt x="1965960" y="341376"/>
                </a:cubicBezTo>
                <a:cubicBezTo>
                  <a:pt x="1987704" y="455168"/>
                  <a:pt x="1967339" y="568960"/>
                  <a:pt x="1965960" y="682752"/>
                </a:cubicBezTo>
                <a:cubicBezTo>
                  <a:pt x="1949336" y="796544"/>
                  <a:pt x="1974050" y="910336"/>
                  <a:pt x="1965960" y="1024128"/>
                </a:cubicBezTo>
                <a:cubicBezTo>
                  <a:pt x="1856740" y="1049112"/>
                  <a:pt x="1747520" y="1022504"/>
                  <a:pt x="1638300" y="1024128"/>
                </a:cubicBezTo>
                <a:cubicBezTo>
                  <a:pt x="1529080" y="1021055"/>
                  <a:pt x="1419860" y="1036782"/>
                  <a:pt x="1310640" y="1024128"/>
                </a:cubicBezTo>
                <a:cubicBezTo>
                  <a:pt x="1201420" y="1011922"/>
                  <a:pt x="1092200" y="1044873"/>
                  <a:pt x="982980" y="1024128"/>
                </a:cubicBezTo>
                <a:cubicBezTo>
                  <a:pt x="873760" y="1023813"/>
                  <a:pt x="764540" y="999970"/>
                  <a:pt x="655320" y="1024128"/>
                </a:cubicBezTo>
                <a:cubicBezTo>
                  <a:pt x="546100" y="994725"/>
                  <a:pt x="436880" y="1007184"/>
                  <a:pt x="327660" y="1024128"/>
                </a:cubicBezTo>
                <a:cubicBezTo>
                  <a:pt x="218440" y="994701"/>
                  <a:pt x="109220" y="1010318"/>
                  <a:pt x="0" y="1024128"/>
                </a:cubicBezTo>
                <a:cubicBezTo>
                  <a:pt x="-19000" y="910336"/>
                  <a:pt x="-4096" y="796544"/>
                  <a:pt x="0" y="682752"/>
                </a:cubicBezTo>
                <a:cubicBezTo>
                  <a:pt x="12304" y="568960"/>
                  <a:pt x="-29693" y="455168"/>
                  <a:pt x="0" y="341376"/>
                </a:cubicBezTo>
                <a:cubicBezTo>
                  <a:pt x="21999" y="227584"/>
                  <a:pt x="26193" y="113792"/>
                  <a:pt x="0" y="0"/>
                </a:cubicBezTo>
                <a:close/>
              </a:path>
            </a:pathLst>
          </a:custGeom>
          <a:noFill/>
          <a:ln w="19050" cap="rnd">
            <a:solidFill>
              <a:srgbClr val="1F3A5F"/>
            </a:solidFill>
            <a:round/>
            <a:extLst>
              <a:ext uri="{C807C97D-BFC1-408E-A445-0C87EB9F89A2}">
                <ask:lineSketchStyleProps xmlns:ask="http://schemas.microsoft.com/office/drawing/2018/sketchyshapes" sd="1010">
                  <a:custGeom>
                    <a:avLst/>
                    <a:gdLst/>
                    <a:ahLst/>
                    <a:cxnLst/>
                    <a:rect l="l" t="t" r="r" b="b"/>
                    <a:pathLst>
                      <a:path w="1965960" h="1024128">
                        <a:moveTo>
                          <a:pt x="0" y="0"/>
                        </a:moveTo>
                        <a:cubicBezTo>
                          <a:pt x="109220" y="10086"/>
                          <a:pt x="218440" y="21029"/>
                          <a:pt x="327660" y="0"/>
                        </a:cubicBezTo>
                        <a:cubicBezTo>
                          <a:pt x="436880" y="-14923"/>
                          <a:pt x="546100" y="-24584"/>
                          <a:pt x="655320" y="0"/>
                        </a:cubicBezTo>
                        <a:cubicBezTo>
                          <a:pt x="764540" y="-3878"/>
                          <a:pt x="873760" y="-19797"/>
                          <a:pt x="982980" y="0"/>
                        </a:cubicBezTo>
                        <a:cubicBezTo>
                          <a:pt x="1092200" y="-3730"/>
                          <a:pt x="1201420" y="13497"/>
                          <a:pt x="1310640" y="0"/>
                        </a:cubicBezTo>
                        <a:cubicBezTo>
                          <a:pt x="1419860" y="-17439"/>
                          <a:pt x="1529080" y="19697"/>
                          <a:pt x="1638300" y="0"/>
                        </a:cubicBezTo>
                        <a:cubicBezTo>
                          <a:pt x="1747520" y="583"/>
                          <a:pt x="1856740" y="319"/>
                          <a:pt x="1965960" y="0"/>
                        </a:cubicBezTo>
                        <a:cubicBezTo>
                          <a:pt x="1935440" y="113792"/>
                          <a:pt x="1961318" y="227584"/>
                          <a:pt x="1965960" y="341376"/>
                        </a:cubicBezTo>
                        <a:cubicBezTo>
                          <a:pt x="1987704" y="455168"/>
                          <a:pt x="1967339" y="568960"/>
                          <a:pt x="1965960" y="682752"/>
                        </a:cubicBezTo>
                        <a:cubicBezTo>
                          <a:pt x="1949336" y="796544"/>
                          <a:pt x="1974050" y="910336"/>
                          <a:pt x="1965960" y="1024128"/>
                        </a:cubicBezTo>
                        <a:cubicBezTo>
                          <a:pt x="1856740" y="1049112"/>
                          <a:pt x="1747520" y="1022504"/>
                          <a:pt x="1638300" y="1024128"/>
                        </a:cubicBezTo>
                        <a:cubicBezTo>
                          <a:pt x="1529080" y="1021055"/>
                          <a:pt x="1419860" y="1036782"/>
                          <a:pt x="1310640" y="1024128"/>
                        </a:cubicBezTo>
                        <a:cubicBezTo>
                          <a:pt x="1201420" y="1011922"/>
                          <a:pt x="1092200" y="1044873"/>
                          <a:pt x="982980" y="1024128"/>
                        </a:cubicBezTo>
                        <a:cubicBezTo>
                          <a:pt x="873760" y="1023813"/>
                          <a:pt x="764540" y="999970"/>
                          <a:pt x="655320" y="1024128"/>
                        </a:cubicBezTo>
                        <a:cubicBezTo>
                          <a:pt x="546100" y="994725"/>
                          <a:pt x="436880" y="1007184"/>
                          <a:pt x="327660" y="1024128"/>
                        </a:cubicBezTo>
                        <a:cubicBezTo>
                          <a:pt x="218440" y="994701"/>
                          <a:pt x="109220" y="1010318"/>
                          <a:pt x="0" y="1024128"/>
                        </a:cubicBezTo>
                        <a:cubicBezTo>
                          <a:pt x="-19000" y="910336"/>
                          <a:pt x="-4096" y="796544"/>
                          <a:pt x="0" y="682752"/>
                        </a:cubicBezTo>
                        <a:cubicBezTo>
                          <a:pt x="12304" y="568960"/>
                          <a:pt x="-29693" y="455168"/>
                          <a:pt x="0" y="341376"/>
                        </a:cubicBezTo>
                        <a:cubicBezTo>
                          <a:pt x="21999" y="227584"/>
                          <a:pt x="26193" y="11379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3" name="Tools list"/>
          <p:cNvSpPr txBox="1"/>
          <p:nvPr/>
        </p:nvSpPr>
        <p:spPr>
          <a:xfrm>
            <a:off x="8842248" y="4187952"/>
            <a:ext cx="182880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search_trails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get_weather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get_trail_conditions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check_campsites</a:t>
            </a:r>
          </a:p>
          <a:p>
            <a:pPr algn="l">
              <a:lnSpc>
                <a:spcPct val="90000"/>
              </a:lnSpc>
            </a:pP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request_permit</a:t>
            </a:r>
          </a:p>
        </p:txBody>
      </p:sp>
      <p:sp>
        <p:nvSpPr>
          <p:cNvPr id="124" name="Tools label"/>
          <p:cNvSpPr txBox="1"/>
          <p:nvPr/>
        </p:nvSpPr>
        <p:spPr>
          <a:xfrm>
            <a:off x="8732520" y="5184648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800" dirty="0">
                <a:solidFill>
                  <a:srgbClr val="000000"/>
                </a:solidFill>
                <a:latin typeface="Ink Free" panose="03080402000500000000" pitchFamily="66" charset="0"/>
              </a:rPr>
              <a:t>Tools (your code)</a:t>
            </a:r>
          </a:p>
        </p:txBody>
      </p:sp>
      <p:sp>
        <p:nvSpPr>
          <p:cNvPr id="125" name="App line 0"/>
          <p:cNvSpPr txBox="1"/>
          <p:nvPr/>
        </p:nvSpPr>
        <p:spPr>
          <a:xfrm>
            <a:off x="4878638" y="3660922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the tool</a:t>
            </a:r>
          </a:p>
        </p:txBody>
      </p:sp>
      <p:sp>
        <p:nvSpPr>
          <p:cNvPr id="126" name="App line 1"/>
          <p:cNvSpPr txBox="1"/>
          <p:nvPr/>
        </p:nvSpPr>
        <p:spPr>
          <a:xfrm>
            <a:off x="4878638" y="3962674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 += result</a:t>
            </a:r>
          </a:p>
        </p:txBody>
      </p:sp>
      <p:sp>
        <p:nvSpPr>
          <p:cNvPr id="127" name="Result"/>
          <p:cNvSpPr txBox="1"/>
          <p:nvPr/>
        </p:nvSpPr>
        <p:spPr>
          <a:xfrm>
            <a:off x="6720840" y="49834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[{"id":"trail-0003",…}]</a:t>
            </a:r>
          </a:p>
        </p:txBody>
      </p:sp>
      <p:sp>
        <p:nvSpPr>
          <p:cNvPr id="128" name="App line 2"/>
          <p:cNvSpPr txBox="1"/>
          <p:nvPr/>
        </p:nvSpPr>
        <p:spPr>
          <a:xfrm>
            <a:off x="4878638" y="4264426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0072C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loop ≤ 12 steps</a:t>
            </a:r>
          </a:p>
        </p:txBody>
      </p:sp>
      <p:sp>
        <p:nvSpPr>
          <p:cNvPr id="129" name="App line 3"/>
          <p:cNvSpPr txBox="1"/>
          <p:nvPr/>
        </p:nvSpPr>
        <p:spPr>
          <a:xfrm>
            <a:off x="4878638" y="4566178"/>
            <a:ext cx="2367419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13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permit → ask first</a:t>
            </a:r>
          </a:p>
        </p:txBody>
      </p:sp>
      <p:sp>
        <p:nvSpPr>
          <p:cNvPr id="130" name="Left result"/>
          <p:cNvSpPr txBox="1"/>
          <p:nvPr/>
        </p:nvSpPr>
        <p:spPr>
          <a:xfrm>
            <a:off x="2651760" y="3793071"/>
            <a:ext cx="214884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3-day itinerary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full trace</a:t>
            </a:r>
          </a:p>
          <a:p>
            <a:pPr algn="l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(11 tool calls)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788920"/>
            <a:ext cx="10966704" cy="3749040"/>
          </a:xfrm>
        </p:spPr>
        <p:txBody>
          <a:bodyPr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pPr/>
            <a:r>
              <a:rPr sz="2800"/>
              <a:t>RAG: you pick the context, once · one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pPr/>
            <a:r>
              <a:rPr sz="2800"/>
              <a:t>RAG: you pick the context, once · one call</a:t>
            </a:r>
          </a:p>
          <a:p>
            <a:pPr/>
            <a:r>
              <a:rPr sz="2800"/>
              <a:t>Agent: the model picks, repeatedly · N× the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RAG Fetches Before, an Agent Asks During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pPr/>
            <a:r>
              <a:rPr sz="2800"/>
              <a:t>RAG: you pick the context, once · one call</a:t>
            </a:r>
          </a:p>
          <a:p>
            <a:pPr/>
            <a:r>
              <a:rPr sz="2800"/>
              <a:t>Agent: the model picks, repeatedly · N× the cost</a:t>
            </a:r>
          </a:p>
          <a:p>
            <a:pPr/>
            <a:r>
              <a:rPr sz="2800"/>
              <a:t>Can you name the context up front? Then RAG.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05 RAG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9785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54474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Your code retrieves context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676644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33260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Model answers once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5543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12046" y="1737360"/>
            <a:ext cx="2067306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10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Request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for what it needs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Your code fetches 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Model asks again, or answers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>
                <a:solidFill>
                  <a:srgbClr val="000000"/>
                </a:solidFill>
              </a:rPr>
              <a:t>Done, after N turns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F10 Agentic Workflows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/>
            <a:r>
              <a:rPr sz="2800"/>
              <a:t>❌ Plain completion: lovely, generic, books nothing</a:t>
            </a:r>
          </a:p>
          <a:p>
            <a:pPr/>
            <a:r>
              <a:rPr sz="2800"/>
              <a:t>Five C# methods · descriptions = the manual</a:t>
            </a:r>
          </a:p>
          <a:p>
            <a:pPr/>
            <a:r>
              <a:rPr sz="2800"/>
              <a:t>Weather → trails → conditions → around the washout</a:t>
            </a:r>
          </a:p>
          <a:p>
            <a:pPr/>
            <a:r>
              <a:rPr sz="2800"/>
              <a:t>It must discover: Sept 16 rain · the bridge</a:t>
            </a:r>
          </a:p>
          <a:p>
            <a:pPr/>
            <a:r>
              <a:rPr sz="2800"/>
              <a:t>Campsites full → it adapts</a:t>
            </a:r>
          </a:p>
          <a:p>
            <a:pPr/>
            <a:r>
              <a:rPr sz="2800"/>
              <a:t>The permit waits for a human yes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4: ~45 Minutes · Everyone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/>
            <a:r>
              <a:rPr sz="2400">
                <a:latin typeface="Consolas"/>
              </a:rPr>
              <a:t>modules/M4-doing/F10-agentic-workflows/</a:t>
            </a:r>
          </a:p>
          <a:p>
            <a:pPr/>
            <a:r>
              <a:rPr sz="2400">
                <a:latin typeface="Consolas"/>
              </a:rPr>
              <a:t>dotnet/</a:t>
            </a:r>
            <a:r>
              <a:rPr sz="2400"/>
              <a:t> · </a:t>
            </a:r>
            <a:r>
              <a:rPr sz="2400">
                <a:latin typeface="Consolas"/>
              </a:rPr>
              <a:t>python/</a:t>
            </a:r>
            <a:r>
              <a:rPr sz="2400"/>
              <a:t> · </a:t>
            </a:r>
            <a:r>
              <a:rPr sz="2400">
                <a:latin typeface="Consolas"/>
              </a:rPr>
              <a:t>typescript/</a:t>
            </a:r>
            <a:r>
              <a:rPr sz="2400"/>
              <a:t>: </a:t>
            </a:r>
            <a:r>
              <a:rPr sz="2400" b="1"/>
              <a:t>you are the loop</a:t>
            </a:r>
          </a:p>
          <a:p>
            <a:pPr/>
            <a:r>
              <a:rPr sz="2400"/>
              <a:t>Steps 1 and 2: two tools and the round-trip loop</a:t>
            </a:r>
          </a:p>
          <a:p>
            <a:pPr/>
            <a:r>
              <a:rPr sz="2400"/>
              <a:t>Step 3: add </a:t>
            </a:r>
            <a:r>
              <a:rPr sz="2400">
                <a:latin typeface="Consolas"/>
              </a:rPr>
              <a:t>get_weather</a:t>
            </a:r>
            <a:r>
              <a:rPr sz="2400"/>
              <a:t>, do something about the 16th</a:t>
            </a:r>
          </a:p>
          <a:p>
            <a:pPr/>
            <a:r>
              <a:rPr sz="2400"/>
              <a:t>Step 4: </a:t>
            </a:r>
            <a:r>
              <a:rPr sz="2400">
                <a:latin typeface="Consolas"/>
              </a:rPr>
              <a:t>trail-0117</a:t>
            </a:r>
            <a:r>
              <a:rPr sz="2400"/>
              <a:t>, dropped for a tool-given reason</a:t>
            </a:r>
          </a:p>
          <a:p>
            <a:pPr/>
            <a:r>
              <a:rPr sz="2400"/>
              <a:t>Stretch: the human gate before </a:t>
            </a:r>
            <a:r>
              <a:rPr sz="2400">
                <a:latin typeface="Consolas"/>
              </a:rPr>
              <a:t>request_permit</a:t>
            </a:r>
          </a:p>
          <a:p>
            <a:pPr/>
            <a:r>
              <a:rPr sz="2400">
                <a:latin typeface="Consolas"/>
              </a:rPr>
              <a:t>reference-transcript.md</a:t>
            </a:r>
            <a:r>
              <a:rPr sz="2400"/>
              <a:t> when it goes sideways. It will.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state a goal, then do all the clicking themselves, across systems.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state a goal, then do all the clicking themselves, across systems.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"Users state the goal in one sentence, the software does the clicking, and a human still signs off on anything that matters."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F10 · Agentic Workflows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Users state a goal, then do all the clicking themselves, across systems.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"Users state the goal in one sentence, the software does the clicking, and a human still signs off on anything that matters."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Hard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4: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t/>
            </a:r>
          </a:p>
          <a:p>
            <a:pPr/>
            <a:r>
              <a:rPr sz="2800"/>
              <a:t>How'd it go?				  Observations?			    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98555</TotalTime>
  <Words>10437</Words>
  <Application>Microsoft Macintosh PowerPoint</Application>
  <PresentationFormat>Widescreen</PresentationFormat>
  <Paragraphs>1731</Paragraphs>
  <Slides>122</Slides>
  <Notes>91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31" baseType="lpstr">
      <vt:lpstr>Calibri Light</vt:lpstr>
      <vt:lpstr>Segoe UI</vt:lpstr>
      <vt:lpstr>Calibri</vt:lpstr>
      <vt:lpstr>Consolas</vt:lpstr>
      <vt:lpstr>Arial</vt:lpstr>
      <vt:lpstr>Ink Free</vt:lpstr>
      <vt:lpstr>Komika Axis</vt:lpstr>
      <vt:lpstr>Google Sans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we can learn from  NASA’s Power of Ten  that will help us create  more reliable software</vt:lpstr>
      <vt:lpstr>Jonathan "J." Tower</vt:lpstr>
      <vt:lpstr>What Is  Mission-Critical Code?</vt:lpstr>
      <vt:lpstr>From the Moon…to the Hospital</vt:lpstr>
      <vt:lpstr>From Patients…to Money</vt:lpstr>
      <vt:lpstr>From Trading…to Your Shopping Cart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Mission-Critical Code</vt:lpstr>
      <vt:lpstr>Setting The Right Level</vt:lpstr>
      <vt:lpstr>Setting The Right Level</vt:lpstr>
      <vt:lpstr>Setting The Right Level</vt:lpstr>
      <vt:lpstr>Setting The Right Level</vt:lpstr>
      <vt:lpstr>Setting The Right Level</vt:lpstr>
      <vt:lpstr>History of Power of Ten</vt:lpstr>
      <vt:lpstr>PowerPoint Presentation</vt:lpstr>
      <vt:lpstr>PowerPoint Presentation</vt:lpstr>
      <vt:lpstr>Patterns in Mission-Critical Software Failures</vt:lpstr>
      <vt:lpstr>Power of Ten Was Meant to Produce</vt:lpstr>
      <vt:lpstr>The Original Power of Ten</vt:lpstr>
      <vt:lpstr>The Original Power of Ten</vt:lpstr>
      <vt:lpstr>The Original Power of Ten</vt:lpstr>
      <vt:lpstr>1. Restrict all code  to very simple  control flow  constructs</vt:lpstr>
      <vt:lpstr>Why Simple Control Flow?</vt:lpstr>
      <vt:lpstr>Anti-Pattern</vt:lpstr>
      <vt:lpstr>Pattern</vt:lpstr>
      <vt:lpstr>Pattern</vt:lpstr>
      <vt:lpstr>Pattern</vt:lpstr>
      <vt:lpstr>Pattern</vt:lpstr>
      <vt:lpstr>2. All loops must  have a fixed  upper-bound</vt:lpstr>
      <vt:lpstr>Why Bounded Loops?</vt:lpstr>
      <vt:lpstr>Anti-Pattern</vt:lpstr>
      <vt:lpstr>Anti-Pattern</vt:lpstr>
      <vt:lpstr>Anti-Pattern</vt:lpstr>
      <vt:lpstr>Pattern</vt:lpstr>
      <vt:lpstr>Anti-Pattern</vt:lpstr>
      <vt:lpstr>Pattern</vt:lpstr>
      <vt:lpstr>Pattern</vt:lpstr>
      <vt:lpstr>3. Do not use  dynamic memory  allocation after  initialization</vt:lpstr>
      <vt:lpstr>Why Limit Resource Usage?</vt:lpstr>
      <vt:lpstr>Anti-Pattern</vt:lpstr>
      <vt:lpstr>Anti-Pattern</vt:lpstr>
      <vt:lpstr>Anti-Pattern</vt:lpstr>
      <vt:lpstr>Anti-Pattern</vt:lpstr>
      <vt:lpstr>Anti-Pattern</vt:lpstr>
      <vt:lpstr>Pattern</vt:lpstr>
      <vt:lpstr>Pattern</vt:lpstr>
      <vt:lpstr>Pattern</vt:lpstr>
      <vt:lpstr>Pattern</vt:lpstr>
      <vt:lpstr>Pattern</vt:lpstr>
      <vt:lpstr>Pattern</vt:lpstr>
      <vt:lpstr>Pattern</vt:lpstr>
      <vt:lpstr>Anti-Pattern</vt:lpstr>
      <vt:lpstr>Pattern</vt:lpstr>
      <vt:lpstr>Pattern</vt:lpstr>
      <vt:lpstr>Stack vs Heap</vt:lpstr>
      <vt:lpstr>Stack vs Heap</vt:lpstr>
      <vt:lpstr>Stack vs Heap</vt:lpstr>
      <vt:lpstr>4. No function should  be longer than what  can be printed on a  single sheet of paper </vt:lpstr>
      <vt:lpstr>Why Short Functions?</vt:lpstr>
      <vt:lpstr>Anti-Pattern</vt:lpstr>
      <vt:lpstr>Anti-Pattern</vt:lpstr>
      <vt:lpstr>Anti-Pattern</vt:lpstr>
      <vt:lpstr>Pattern</vt:lpstr>
      <vt:lpstr>Pattern</vt:lpstr>
      <vt:lpstr>5. Assertion density  of the code should  average to a  minimum of two  per function</vt:lpstr>
      <vt:lpstr>Why Assertions?</vt:lpstr>
      <vt:lpstr>Anti-Pattern</vt:lpstr>
      <vt:lpstr>Anti-Pattern</vt:lpstr>
      <vt:lpstr>Anti-Pattern</vt:lpstr>
      <vt:lpstr>Pattern</vt:lpstr>
      <vt:lpstr>Pattern</vt:lpstr>
      <vt:lpstr>Pattern</vt:lpstr>
      <vt:lpstr>6. Data objects must be declared at the smallest possible level of scope</vt:lpstr>
      <vt:lpstr>Why Limit Data Scope?</vt:lpstr>
      <vt:lpstr>Anti-Pattern</vt:lpstr>
      <vt:lpstr>Pattern</vt:lpstr>
      <vt:lpstr>Anti-Pattern</vt:lpstr>
      <vt:lpstr>Pattern</vt:lpstr>
      <vt:lpstr>7. Return value of  non-void functions  and validity of  parameters must  be checked</vt:lpstr>
      <vt:lpstr>Why Return Success?</vt:lpstr>
      <vt:lpstr>Anti-Pattern</vt:lpstr>
      <vt:lpstr>Pattern</vt:lpstr>
      <vt:lpstr>Pattern</vt:lpstr>
      <vt:lpstr>8. The use of the  preprocessor must  be limited</vt:lpstr>
      <vt:lpstr>8. The use of the  preprocessor must  be limited</vt:lpstr>
      <vt:lpstr>8. The use of the  preprocessor must  be limited</vt:lpstr>
      <vt:lpstr>Why Limit Metaprogramming?</vt:lpstr>
      <vt:lpstr>Anti-Pattern</vt:lpstr>
      <vt:lpstr>Why Limit Metaprogramming?</vt:lpstr>
      <vt:lpstr>Why Limit Metaprogramming?</vt:lpstr>
      <vt:lpstr>Pattern</vt:lpstr>
      <vt:lpstr>9. Use of pointers  should be restricted</vt:lpstr>
      <vt:lpstr>9. Use of pointers  should be restricted</vt:lpstr>
      <vt:lpstr>9. Use of pointers  should be restricted</vt:lpstr>
      <vt:lpstr>Why Limit Indirection &amp; Dynamic Dispatch?</vt:lpstr>
      <vt:lpstr>Anti-Pattern</vt:lpstr>
      <vt:lpstr>Pattern</vt:lpstr>
      <vt:lpstr>Anti-Pattern</vt:lpstr>
      <vt:lpstr>Pattern</vt:lpstr>
      <vt:lpstr>10. Zero warnings,  most pedantic  setting; daily static  analysis</vt:lpstr>
      <vt:lpstr>Why Warnings and Static Analysis?</vt:lpstr>
      <vt:lpstr>Anti-Pattern</vt:lpstr>
      <vt:lpstr>Pattern</vt:lpstr>
      <vt:lpstr>Anti-Pattern</vt:lpstr>
      <vt:lpstr>Pattern</vt:lpstr>
      <vt:lpstr>Summing Up</vt:lpstr>
      <vt:lpstr>Thanks!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2026-07-23T19:39:51Z</dcterms:modified>
  <cp:category/>
</cp:coreProperties>
</file>