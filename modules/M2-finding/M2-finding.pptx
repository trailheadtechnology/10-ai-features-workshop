
<file path=[Content_Types].xml><?xml version="1.0" encoding="utf-8"?>
<Types xmlns="http://schemas.openxmlformats.org/package/2006/content-types">
  <Default Extension="svg" ContentType="image/svg+xml"/>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38.xml" ContentType="application/vnd.openxmlformats-officedocument.presentationml.slide+xml"/>
  <Override PartName="/ppt/notesSlides/notesSlide35.xml" ContentType="application/vnd.openxmlformats-officedocument.presentationml.notesSlide+xml"/>
  <Override PartName="/ppt/slides/slide39.xml" ContentType="application/vnd.openxmlformats-officedocument.presentationml.slide+xml"/>
  <Override PartName="/ppt/notesSlides/notesSlide36.xml" ContentType="application/vnd.openxmlformats-officedocument.presentationml.notesSlide+xml"/>
  <Override PartName="/ppt/slides/slide40.xml" ContentType="application/vnd.openxmlformats-officedocument.presentationml.slide+xml"/>
  <Override PartName="/ppt/notesSlides/notesSlide37.xml" ContentType="application/vnd.openxmlformats-officedocument.presentationml.notesSlide+xml"/>
  <Override PartName="/ppt/slides/slide41.xml" ContentType="application/vnd.openxmlformats-officedocument.presentationml.slide+xml"/>
  <Override PartName="/ppt/notesSlides/notesSlide38.xml" ContentType="application/vnd.openxmlformats-officedocument.presentationml.notesSlide+xml"/>
  <Override PartName="/ppt/slides/slide42.xml" ContentType="application/vnd.openxmlformats-officedocument.presentationml.slide+xml"/>
  <Override PartName="/ppt/notesSlides/notesSlide39.xml" ContentType="application/vnd.openxmlformats-officedocument.presentationml.notesSlide+xml"/>
  <Override PartName="/ppt/slides/slide43.xml" ContentType="application/vnd.openxmlformats-officedocument.presentationml.slide+xml"/>
  <Override PartName="/ppt/notesSlides/notesSlide40.xml" ContentType="application/vnd.openxmlformats-officedocument.presentationml.notesSlide+xml"/>
  <Override PartName="/ppt/slides/slide44.xml" ContentType="application/vnd.openxmlformats-officedocument.presentationml.slide+xml"/>
  <Override PartName="/ppt/notesSlides/notesSlide41.xml" ContentType="application/vnd.openxmlformats-officedocument.presentationml.notesSlide+xml"/>
  <Override PartName="/ppt/slides/slide45.xml" ContentType="application/vnd.openxmlformats-officedocument.presentationml.slide+xml"/>
  <Override PartName="/ppt/notesSlides/notesSlide42.xml" ContentType="application/vnd.openxmlformats-officedocument.presentationml.notesSlide+xml"/>
  <Override PartName="/ppt/slides/slide46.xml" ContentType="application/vnd.openxmlformats-officedocument.presentationml.slide+xml"/>
  <Override PartName="/ppt/notesSlides/notesSlide43.xml" ContentType="application/vnd.openxmlformats-officedocument.presentationml.notesSlide+xml"/>
  <Override PartName="/ppt/slides/slide47.xml" ContentType="application/vnd.openxmlformats-officedocument.presentationml.slide+xml"/>
  <Override PartName="/ppt/notesSlides/notesSlide44.xml" ContentType="application/vnd.openxmlformats-officedocument.presentationml.notesSlide+xml"/>
  <Override PartName="/ppt/slides/slide48.xml" ContentType="application/vnd.openxmlformats-officedocument.presentationml.slide+xml"/>
  <Override PartName="/ppt/notesSlides/notesSlide45.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Lst>
  <p:notesMasterIdLst>
    <p:notesMasterId r:id="rId39"/>
  </p:notesMasterIdLst>
  <p:sldIdLst>
    <p:sldId id="576" r:id="rId2"/>
    <p:sldId id="577" r:id="rId3"/>
    <p:sldId id="578" r:id="rId4"/>
    <p:sldId id="579" r:id="rId5"/>
    <p:sldId id="586" r:id="rId6"/>
    <p:sldId id="587" r:id="rId7"/>
    <p:sldId id="588" r:id="rId8"/>
    <p:sldId id="589" r:id="rId9"/>
    <p:sldId id="590" r:id="rId10"/>
    <p:sldId id="591" r:id="rId11"/>
    <p:sldId id="592" r:id="rId12"/>
    <p:sldId id="619" r:id="rId53"/>
    <p:sldId id="620" r:id="rId54"/>
    <p:sldId id="621" r:id="rId55"/>
    <p:sldId id="622" r:id="rId56"/>
    <p:sldId id="593" r:id="rId13"/>
    <p:sldId id="595" r:id="rId15"/>
    <p:sldId id="596" r:id="rId16"/>
    <p:sldId id="597" r:id="rId17"/>
    <p:sldId id="598" r:id="rId18"/>
    <p:sldId id="599" r:id="rId19"/>
    <p:sldId id="600" r:id="rId20"/>
    <p:sldId id="601" r:id="rId21"/>
    <p:sldId id="602" r:id="rId22"/>
    <p:sldId id="603" r:id="rId23"/>
    <p:sldId id="604" r:id="rId24"/>
    <p:sldId id="623" r:id="rId57"/>
    <p:sldId id="624" r:id="rId58"/>
    <p:sldId id="605" r:id="rId25"/>
    <p:sldId id="607" r:id="rId27"/>
    <p:sldId id="608" r:id="rId28"/>
    <p:sldId id="609" r:id="rId29"/>
    <p:sldId id="610" r:id="rId30"/>
    <p:sldId id="611" r:id="rId31"/>
    <p:sldId id="625" r:id="rId59"/>
    <p:sldId id="626" r:id="rId60"/>
    <p:sldId id="627" r:id="rId61"/>
    <p:sldId id="628" r:id="rId62"/>
    <p:sldId id="629" r:id="rId63"/>
    <p:sldId id="612" r:id="rId32"/>
    <p:sldId id="614" r:id="rId34"/>
    <p:sldId id="615" r:id="rId35"/>
    <p:sldId id="616" r:id="rId36"/>
    <p:sldId id="617" r:id="rId37"/>
    <p:sldId id="618" r:id="rId38"/>
  </p:sldIdLst>
  <p:sldSz cx="12192000" cy="6858000"/>
  <p:notesSz cx="6858000" cy="9144000"/>
  <p:embeddedFontLst>
    <p:embeddedFont>
      <p:font typeface="Consolas" panose="020B0609020204030204" pitchFamily="49" charset="0"/>
      <p:regular r:id="rId40"/>
      <p:bold r:id="rId41"/>
      <p:italic r:id="rId42"/>
      <p:boldItalic r:id="rId43"/>
    </p:embeddedFont>
    <p:embeddedFont>
      <p:font typeface="Segoe UI" panose="020B0502040204020203" pitchFamily="34" charset="0"/>
      <p:regular r:id="rId44"/>
      <p:bold r:id="rId45"/>
      <p:italic r:id="rId46"/>
      <p:boldItalic r:id="rId4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17AB4"/>
    <a:srgbClr val="0079B4"/>
    <a:srgbClr val="00A700"/>
    <a:srgbClr val="D31616"/>
    <a:srgbClr val="FFFFFF"/>
    <a:srgbClr val="E88500"/>
    <a:srgbClr val="FFD800"/>
    <a:srgbClr val="007AB5"/>
    <a:srgbClr val="000000"/>
    <a:srgbClr val="502A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42" autoAdjust="0"/>
    <p:restoredTop sz="66867" autoAdjust="0"/>
  </p:normalViewPr>
  <p:slideViewPr>
    <p:cSldViewPr snapToGrid="0">
      <p:cViewPr varScale="1">
        <p:scale>
          <a:sx n="101" d="100"/>
          <a:sy n="101" d="100"/>
        </p:scale>
        <p:origin x="1576" y="184"/>
      </p:cViewPr>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8" Type="http://schemas.openxmlformats.org/officeDocument/2006/relationships/slide" Target="slides/slide37.xml"/><Relationship Id="rId46"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 Tower" userId="9d06de10716639e5" providerId="LiveId" clId="{F8931099-75CA-5660-A155-55881DF68D84}"/>
    <pc:docChg chg="undo redo custSel addSld delSld modSld sldOrd modSection">
      <pc:chgData name="J. Tower" userId="9d06de10716639e5" providerId="LiveId" clId="{F8931099-75CA-5660-A155-55881DF68D84}" dt="2026-09-16T14:37:33.956" v="1235" actId="20577"/>
      <pc:docMkLst>
        <pc:docMk/>
      </pc:docMkLst>
      <pc:sldChg chg="modSp mod">
        <pc:chgData name="J. Tower" userId="9d06de10716639e5" providerId="LiveId" clId="{F8931099-75CA-5660-A155-55881DF68D84}" dt="2026-09-16T13:10:21.056" v="1000" actId="27636"/>
        <pc:sldMkLst>
          <pc:docMk/>
          <pc:sldMk cId="0" sldId="576"/>
        </pc:sldMkLst>
        <pc:spChg chg="mod">
          <ac:chgData name="J. Tower" userId="9d06de10716639e5" providerId="LiveId" clId="{F8931099-75CA-5660-A155-55881DF68D84}" dt="2026-09-16T13:10:21.056" v="1000" actId="27636"/>
          <ac:spMkLst>
            <pc:docMk/>
            <pc:sldMk cId="0" sldId="576"/>
            <ac:spMk id="3" creationId="{00000000-0000-0000-0000-000000000000}"/>
          </ac:spMkLst>
        </pc:spChg>
      </pc:sldChg>
      <pc:sldChg chg="modSp mod">
        <pc:chgData name="J. Tower" userId="9d06de10716639e5" providerId="LiveId" clId="{F8931099-75CA-5660-A155-55881DF68D84}" dt="2026-09-16T13:10:16.761" v="993" actId="20577"/>
        <pc:sldMkLst>
          <pc:docMk/>
          <pc:sldMk cId="0" sldId="577"/>
        </pc:sldMkLst>
        <pc:spChg chg="mod">
          <ac:chgData name="J. Tower" userId="9d06de10716639e5" providerId="LiveId" clId="{F8931099-75CA-5660-A155-55881DF68D84}" dt="2026-09-16T13:10:16.761" v="993" actId="20577"/>
          <ac:spMkLst>
            <pc:docMk/>
            <pc:sldMk cId="0" sldId="577"/>
            <ac:spMk id="4" creationId="{00000000-0000-0000-0000-000000000000}"/>
          </ac:spMkLst>
        </pc:spChg>
      </pc:sldChg>
      <pc:sldChg chg="modSp mod">
        <pc:chgData name="J. Tower" userId="9d06de10716639e5" providerId="LiveId" clId="{F8931099-75CA-5660-A155-55881DF68D84}" dt="2026-09-16T13:10:35.148" v="1031" actId="20577"/>
        <pc:sldMkLst>
          <pc:docMk/>
          <pc:sldMk cId="0" sldId="578"/>
        </pc:sldMkLst>
        <pc:spChg chg="mod">
          <ac:chgData name="J. Tower" userId="9d06de10716639e5" providerId="LiveId" clId="{F8931099-75CA-5660-A155-55881DF68D84}" dt="2026-09-16T13:10:20.990" v="994"/>
          <ac:spMkLst>
            <pc:docMk/>
            <pc:sldMk cId="0" sldId="578"/>
            <ac:spMk id="4" creationId="{00000000-0000-0000-0000-000000000000}"/>
          </ac:spMkLst>
        </pc:spChg>
        <pc:spChg chg="mod">
          <ac:chgData name="J. Tower" userId="9d06de10716639e5" providerId="LiveId" clId="{F8931099-75CA-5660-A155-55881DF68D84}" dt="2026-09-16T13:10:35.148" v="1031" actId="20577"/>
          <ac:spMkLst>
            <pc:docMk/>
            <pc:sldMk cId="0" sldId="578"/>
            <ac:spMk id="6" creationId="{00000000-0000-0000-0000-000000000000}"/>
          </ac:spMkLst>
        </pc:spChg>
      </pc:sldChg>
      <pc:sldChg chg="modSp modNotesTx">
        <pc:chgData name="J. Tower" userId="9d06de10716639e5" providerId="LiveId" clId="{F8931099-75CA-5660-A155-55881DF68D84}" dt="2026-09-16T13:10:41.372" v="1032"/>
        <pc:sldMkLst>
          <pc:docMk/>
          <pc:sldMk cId="0" sldId="579"/>
        </pc:sldMkLst>
        <pc:spChg chg="mod">
          <ac:chgData name="J. Tower" userId="9d06de10716639e5" providerId="LiveId" clId="{F8931099-75CA-5660-A155-55881DF68D84}" dt="2026-09-16T13:10:23.919" v="1001"/>
          <ac:spMkLst>
            <pc:docMk/>
            <pc:sldMk cId="0" sldId="579"/>
            <ac:spMk id="4" creationId="{00000000-0000-0000-0000-000000000000}"/>
          </ac:spMkLst>
        </pc:spChg>
        <pc:spChg chg="mod">
          <ac:chgData name="J. Tower" userId="9d06de10716639e5" providerId="LiveId" clId="{F8931099-75CA-5660-A155-55881DF68D84}" dt="2026-09-16T13:10:41.372" v="1032"/>
          <ac:spMkLst>
            <pc:docMk/>
            <pc:sldMk cId="0" sldId="579"/>
            <ac:spMk id="6" creationId="{00000000-0000-0000-0000-000000000000}"/>
          </ac:spMkLst>
        </pc:spChg>
      </pc:sldChg>
      <pc:sldChg chg="del">
        <pc:chgData name="J. Tower" userId="9d06de10716639e5" providerId="LiveId" clId="{F8931099-75CA-5660-A155-55881DF68D84}" dt="2026-09-16T13:11:32.025" v="1036" actId="2696"/>
        <pc:sldMkLst>
          <pc:docMk/>
          <pc:sldMk cId="0" sldId="580"/>
        </pc:sldMkLst>
      </pc:sldChg>
      <pc:sldChg chg="del">
        <pc:chgData name="J. Tower" userId="9d06de10716639e5" providerId="LiveId" clId="{F8931099-75CA-5660-A155-55881DF68D84}" dt="2026-09-16T13:11:32.027" v="1038" actId="2696"/>
        <pc:sldMkLst>
          <pc:docMk/>
          <pc:sldMk cId="0" sldId="581"/>
        </pc:sldMkLst>
      </pc:sldChg>
      <pc:sldChg chg="del">
        <pc:chgData name="J. Tower" userId="9d06de10716639e5" providerId="LiveId" clId="{F8931099-75CA-5660-A155-55881DF68D84}" dt="2026-09-16T13:11:32.023" v="1034" actId="2696"/>
        <pc:sldMkLst>
          <pc:docMk/>
          <pc:sldMk cId="0" sldId="582"/>
        </pc:sldMkLst>
      </pc:sldChg>
      <pc:sldChg chg="del">
        <pc:chgData name="J. Tower" userId="9d06de10716639e5" providerId="LiveId" clId="{F8931099-75CA-5660-A155-55881DF68D84}" dt="2026-09-16T13:11:32.024" v="1035" actId="2696"/>
        <pc:sldMkLst>
          <pc:docMk/>
          <pc:sldMk cId="0" sldId="583"/>
        </pc:sldMkLst>
      </pc:sldChg>
      <pc:sldChg chg="del">
        <pc:chgData name="J. Tower" userId="9d06de10716639e5" providerId="LiveId" clId="{F8931099-75CA-5660-A155-55881DF68D84}" dt="2026-09-16T13:11:32.026" v="1037" actId="2696"/>
        <pc:sldMkLst>
          <pc:docMk/>
          <pc:sldMk cId="0" sldId="584"/>
        </pc:sldMkLst>
      </pc:sldChg>
      <pc:sldChg chg="modSp del mod">
        <pc:chgData name="J. Tower" userId="9d06de10716639e5" providerId="LiveId" clId="{F8931099-75CA-5660-A155-55881DF68D84}" dt="2026-09-16T13:11:32.021" v="1033" actId="2696"/>
        <pc:sldMkLst>
          <pc:docMk/>
          <pc:sldMk cId="0" sldId="585"/>
        </pc:sldMkLst>
        <pc:spChg chg="mod">
          <ac:chgData name="J. Tower" userId="9d06de10716639e5" providerId="LiveId" clId="{F8931099-75CA-5660-A155-55881DF68D84}" dt="2026-09-16T13:10:21.005" v="995" actId="27636"/>
          <ac:spMkLst>
            <pc:docMk/>
            <pc:sldMk cId="0" sldId="585"/>
            <ac:spMk id="3" creationId="{00000000-0000-0000-0000-000000000000}"/>
          </ac:spMkLst>
        </pc:spChg>
      </pc:sldChg>
      <pc:sldChg chg="modSp mod">
        <pc:chgData name="J. Tower" userId="9d06de10716639e5" providerId="LiveId" clId="{F8931099-75CA-5660-A155-55881DF68D84}" dt="2026-09-16T13:10:21.022" v="996" actId="27636"/>
        <pc:sldMkLst>
          <pc:docMk/>
          <pc:sldMk cId="0" sldId="586"/>
        </pc:sldMkLst>
        <pc:spChg chg="mod">
          <ac:chgData name="J. Tower" userId="9d06de10716639e5" providerId="LiveId" clId="{F8931099-75CA-5660-A155-55881DF68D84}" dt="2026-09-16T13:10:21.022" v="996" actId="27636"/>
          <ac:spMkLst>
            <pc:docMk/>
            <pc:sldMk cId="0" sldId="586"/>
            <ac:spMk id="3" creationId="{00000000-0000-0000-0000-000000000000}"/>
          </ac:spMkLst>
        </pc:spChg>
      </pc:sldChg>
      <pc:sldChg chg="modSp mod">
        <pc:chgData name="J. Tower" userId="9d06de10716639e5" providerId="LiveId" clId="{F8931099-75CA-5660-A155-55881DF68D84}" dt="2026-09-03T20:19:44.314" v="981" actId="20577"/>
        <pc:sldMkLst>
          <pc:docMk/>
          <pc:sldMk cId="0" sldId="587"/>
        </pc:sldMkLst>
        <pc:spChg chg="mod">
          <ac:chgData name="J. Tower" userId="9d06de10716639e5" providerId="LiveId" clId="{F8931099-75CA-5660-A155-55881DF68D84}" dt="2026-09-03T20:19:44.314" v="981" actId="20577"/>
          <ac:spMkLst>
            <pc:docMk/>
            <pc:sldMk cId="0" sldId="587"/>
            <ac:spMk id="3" creationId="{00000000-0000-0000-0000-000000000000}"/>
          </ac:spMkLst>
        </pc:spChg>
      </pc:sldChg>
      <pc:sldChg chg="modSp mod">
        <pc:chgData name="J. Tower" userId="9d06de10716639e5" providerId="LiveId" clId="{F8931099-75CA-5660-A155-55881DF68D84}" dt="2026-09-16T13:40:14.566" v="1178" actId="20577"/>
        <pc:sldMkLst>
          <pc:docMk/>
          <pc:sldMk cId="0" sldId="595"/>
        </pc:sldMkLst>
        <pc:spChg chg="mod">
          <ac:chgData name="J. Tower" userId="9d06de10716639e5" providerId="LiveId" clId="{F8931099-75CA-5660-A155-55881DF68D84}" dt="2026-09-16T13:40:14.566" v="1178" actId="20577"/>
          <ac:spMkLst>
            <pc:docMk/>
            <pc:sldMk cId="0" sldId="595"/>
            <ac:spMk id="3" creationId="{00000000-0000-0000-0000-000000000000}"/>
          </ac:spMkLst>
        </pc:spChg>
      </pc:sldChg>
      <pc:sldChg chg="modSp mod">
        <pc:chgData name="J. Tower" userId="9d06de10716639e5" providerId="LiveId" clId="{F8931099-75CA-5660-A155-55881DF68D84}" dt="2026-09-16T13:40:17.877" v="1179" actId="20577"/>
        <pc:sldMkLst>
          <pc:docMk/>
          <pc:sldMk cId="0" sldId="596"/>
        </pc:sldMkLst>
        <pc:spChg chg="mod">
          <ac:chgData name="J. Tower" userId="9d06de10716639e5" providerId="LiveId" clId="{F8931099-75CA-5660-A155-55881DF68D84}" dt="2026-09-16T13:40:17.877" v="1179" actId="20577"/>
          <ac:spMkLst>
            <pc:docMk/>
            <pc:sldMk cId="0" sldId="596"/>
            <ac:spMk id="3" creationId="{00000000-0000-0000-0000-000000000000}"/>
          </ac:spMkLst>
        </pc:spChg>
      </pc:sldChg>
      <pc:sldChg chg="modSp">
        <pc:chgData name="J. Tower" userId="9d06de10716639e5" providerId="LiveId" clId="{F8931099-75CA-5660-A155-55881DF68D84}" dt="2026-09-16T13:40:26.139" v="1180"/>
        <pc:sldMkLst>
          <pc:docMk/>
          <pc:sldMk cId="0" sldId="597"/>
        </pc:sldMkLst>
        <pc:spChg chg="mod">
          <ac:chgData name="J. Tower" userId="9d06de10716639e5" providerId="LiveId" clId="{F8931099-75CA-5660-A155-55881DF68D84}" dt="2026-09-16T13:40:26.139" v="1180"/>
          <ac:spMkLst>
            <pc:docMk/>
            <pc:sldMk cId="0" sldId="597"/>
            <ac:spMk id="3" creationId="{00000000-0000-0000-0000-000000000000}"/>
          </ac:spMkLst>
        </pc:spChg>
      </pc:sldChg>
      <pc:sldChg chg="modSp mod">
        <pc:chgData name="J. Tower" userId="9d06de10716639e5" providerId="LiveId" clId="{F8931099-75CA-5660-A155-55881DF68D84}" dt="2026-09-16T13:10:21.031" v="997" actId="27636"/>
        <pc:sldMkLst>
          <pc:docMk/>
          <pc:sldMk cId="0" sldId="598"/>
        </pc:sldMkLst>
        <pc:spChg chg="mod">
          <ac:chgData name="J. Tower" userId="9d06de10716639e5" providerId="LiveId" clId="{F8931099-75CA-5660-A155-55881DF68D84}" dt="2026-09-16T13:10:21.031" v="997" actId="27636"/>
          <ac:spMkLst>
            <pc:docMk/>
            <pc:sldMk cId="0" sldId="598"/>
            <ac:spMk id="3" creationId="{00000000-0000-0000-0000-000000000000}"/>
          </ac:spMkLst>
        </pc:spChg>
      </pc:sldChg>
      <pc:sldChg chg="modSp mod">
        <pc:chgData name="J. Tower" userId="9d06de10716639e5" providerId="LiveId" clId="{F8931099-75CA-5660-A155-55881DF68D84}" dt="2026-09-16T13:41:30.984" v="1229" actId="20577"/>
        <pc:sldMkLst>
          <pc:docMk/>
          <pc:sldMk cId="0" sldId="599"/>
        </pc:sldMkLst>
        <pc:spChg chg="mod">
          <ac:chgData name="J. Tower" userId="9d06de10716639e5" providerId="LiveId" clId="{F8931099-75CA-5660-A155-55881DF68D84}" dt="2026-09-16T13:41:30.984" v="1229" actId="20577"/>
          <ac:spMkLst>
            <pc:docMk/>
            <pc:sldMk cId="0" sldId="599"/>
            <ac:spMk id="3" creationId="{00000000-0000-0000-0000-000000000000}"/>
          </ac:spMkLst>
        </pc:spChg>
      </pc:sldChg>
      <pc:sldChg chg="modSp mod">
        <pc:chgData name="J. Tower" userId="9d06de10716639e5" providerId="LiveId" clId="{F8931099-75CA-5660-A155-55881DF68D84}" dt="2026-09-16T13:10:21.039" v="998" actId="27636"/>
        <pc:sldMkLst>
          <pc:docMk/>
          <pc:sldMk cId="0" sldId="604"/>
        </pc:sldMkLst>
        <pc:spChg chg="mod">
          <ac:chgData name="J. Tower" userId="9d06de10716639e5" providerId="LiveId" clId="{F8931099-75CA-5660-A155-55881DF68D84}" dt="2026-09-16T13:10:21.039" v="998" actId="27636"/>
          <ac:spMkLst>
            <pc:docMk/>
            <pc:sldMk cId="0" sldId="604"/>
            <ac:spMk id="3" creationId="{00000000-0000-0000-0000-000000000000}"/>
          </ac:spMkLst>
        </pc:spChg>
      </pc:sldChg>
      <pc:sldChg chg="modSp mod">
        <pc:chgData name="J. Tower" userId="9d06de10716639e5" providerId="LiveId" clId="{F8931099-75CA-5660-A155-55881DF68D84}" dt="2026-09-16T13:10:21.046" v="999" actId="27636"/>
        <pc:sldMkLst>
          <pc:docMk/>
          <pc:sldMk cId="0" sldId="610"/>
        </pc:sldMkLst>
        <pc:spChg chg="mod">
          <ac:chgData name="J. Tower" userId="9d06de10716639e5" providerId="LiveId" clId="{F8931099-75CA-5660-A155-55881DF68D84}" dt="2026-09-16T13:10:21.046" v="999" actId="27636"/>
          <ac:spMkLst>
            <pc:docMk/>
            <pc:sldMk cId="0" sldId="610"/>
            <ac:spMk id="3" creationId="{00000000-0000-0000-0000-000000000000}"/>
          </ac:spMkLst>
        </pc:spChg>
      </pc:sldChg>
      <pc:sldChg chg="modSp mod">
        <pc:chgData name="J. Tower" userId="9d06de10716639e5" providerId="LiveId" clId="{F8931099-75CA-5660-A155-55881DF68D84}" dt="2026-09-03T20:20:13.797" v="985" actId="20577"/>
        <pc:sldMkLst>
          <pc:docMk/>
          <pc:sldMk cId="0" sldId="611"/>
        </pc:sldMkLst>
        <pc:spChg chg="mod">
          <ac:chgData name="J. Tower" userId="9d06de10716639e5" providerId="LiveId" clId="{F8931099-75CA-5660-A155-55881DF68D84}" dt="2026-09-03T20:20:13.797" v="985" actId="20577"/>
          <ac:spMkLst>
            <pc:docMk/>
            <pc:sldMk cId="0" sldId="611"/>
            <ac:spMk id="3" creationId="{00000000-0000-0000-0000-000000000000}"/>
          </ac:spMkLst>
        </pc:spChg>
      </pc:sldChg>
      <pc:sldChg chg="modSp mod">
        <pc:chgData name="J. Tower" userId="9d06de10716639e5" providerId="LiveId" clId="{F8931099-75CA-5660-A155-55881DF68D84}" dt="2026-09-16T14:37:06.010" v="1234" actId="20577"/>
        <pc:sldMkLst>
          <pc:docMk/>
          <pc:sldMk cId="0" sldId="616"/>
        </pc:sldMkLst>
        <pc:spChg chg="mod">
          <ac:chgData name="J. Tower" userId="9d06de10716639e5" providerId="LiveId" clId="{F8931099-75CA-5660-A155-55881DF68D84}" dt="2026-09-16T14:37:06.010" v="1234" actId="20577"/>
          <ac:spMkLst>
            <pc:docMk/>
            <pc:sldMk cId="0" sldId="616"/>
            <ac:spMk id="3" creationId="{00000000-0000-0000-0000-000000000000}"/>
          </ac:spMkLst>
        </pc:spChg>
      </pc:sldChg>
      <pc:sldChg chg="modSp mod">
        <pc:chgData name="J. Tower" userId="9d06de10716639e5" providerId="LiveId" clId="{F8931099-75CA-5660-A155-55881DF68D84}" dt="2026-09-16T14:37:33.956" v="1235" actId="20577"/>
        <pc:sldMkLst>
          <pc:docMk/>
          <pc:sldMk cId="0" sldId="618"/>
        </pc:sldMkLst>
        <pc:spChg chg="mod">
          <ac:chgData name="J. Tower" userId="9d06de10716639e5" providerId="LiveId" clId="{F8931099-75CA-5660-A155-55881DF68D84}" dt="2026-09-16T14:37:33.956" v="1235" actId="20577"/>
          <ac:spMkLst>
            <pc:docMk/>
            <pc:sldMk cId="0" sldId="61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18B0EE-4D36-4F22-9622-021322CFFE3A}"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FD6E22-9A40-4B73-8B1F-06CEEFE4CFDF}" type="slidenum">
              <a:rPr lang="en-US" smtClean="0"/>
              <a:t>‹#›</a:t>
            </a:fld>
            <a:endParaRPr lang="en-US"/>
          </a:p>
        </p:txBody>
      </p:sp>
    </p:spTree>
    <p:extLst>
      <p:ext uri="{BB962C8B-B14F-4D97-AF65-F5344CB8AC3E}">
        <p14:creationId xmlns:p14="http://schemas.microsoft.com/office/powerpoint/2010/main" val="18899595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Surfacing the right thing, and the point in the day where the work stops being about prompts.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piece of infrastructure, embeddings, and the rhythm again: three demos, then your lab hour.</a:t>
            </a:r>
          </a:p>
          <a:p>
            <a:r>
              <a:t>Embeddings turn text into vectors; distance between vectors means similarity of meaning.</a:t>
            </a:r>
          </a:p>
          <a:p>
            <a:r>
              <a:t>04: a search box that finds what users mean.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 the same retrieval, plus a model that reads what it found and cites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06: the same vectors, with the query swapped for an item. Same math, three products.</a:t>
            </a:r>
          </a:p>
          <a:p>
            <a:r>
              <a:rPr dirty="0"/>
              <a:t>The thread to watch: embeddings capture what text is about, and nothing about whether it's suitable, safe, or current. </a:t>
            </a:r>
            <a:endParaRPr lang="en-US" dirty="0"/>
          </a:p>
          <a:p>
            <a:r>
              <a:rPr dirty="0"/>
              <a:t>Search hands a cliff edge to "quiet, for kids"; recommendations answer the 65-litre pack with the 40-litre pack. </a:t>
            </a:r>
            <a:endParaRPr lang="en-US" dirty="0"/>
          </a:p>
          <a:p>
            <a:r>
              <a:rPr dirty="0"/>
              <a:t>The fix is metadata, filters, thresholds, and how you split documents, not a bigger model.</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"dog-friendly waterfall hike, not too steep." The catalog has a dozen matches and keyword search returns almost nothing, because no description says "not too steep"; the best trail says "a gentle grade shaded by cedars." Three bad results and the user goes back to asking strangers on Reddit.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(Wikipedia): search with meaning, as distinguished from lexical search, where the engine looks for literal matches of the query words. Read the slide, let it sit a beat, then the problem.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Two phases. Index, once: thirty trail descriptions from trails-slice.json.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reads the descriptions at startup, not per search.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One model: nomic-embed-text on Ollama. It doesn't write anything; it turns text into numbers.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Thirty descriptions in, thirty vectors out. 768 numbers each, and similar meaning lands close.</a:t>
            </a:r>
          </a:p>
          <a:p>
            <a:r>
              <a:rPr lang="en-US" dirty="0"/>
              <a:t>Show the raw float array once in the demo so the word "vector" stops being magic.</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Keep one vector per trail. In the lab that's a list in memory; pgvector or Azure AI Search is the same math at scale.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What to watch: ❌ Keyword baseline: junk · The raw float array · 30 trails embedded in &lt; 2 s · Cosine: one visible method · ✅ Same query, semantic: the right trails, with scores · "Quiet, for kids" → Taft Point. A 3,000-foot drop.</a:t>
            </a:r>
          </a:p>
          <a:p>
            <a:r>
              <a:rPr dirty="0"/>
              <a:t>~5 min · </a:t>
            </a:r>
            <a:r>
              <a:rPr dirty="0">
                <a:latin typeface="Consolas"/>
              </a:rPr>
              <a:t>cd modules/M2-finding/F04-semantic-search/dotnet</a:t>
            </a:r>
          </a:p>
          <a:p>
            <a:r>
              <a:rPr dirty="0"/>
              <a:t>Files: </a:t>
            </a:r>
            <a:r>
              <a:rPr dirty="0">
                <a:latin typeface="Consolas"/>
              </a:rPr>
              <a:t>trails-</a:t>
            </a:r>
            <a:r>
              <a:rPr dirty="0" err="1">
                <a:latin typeface="Consolas"/>
              </a:rPr>
              <a:t>slice.json</a:t>
            </a:r>
            <a:r>
              <a:rPr dirty="0"/>
              <a:t> = 30 trails · </a:t>
            </a:r>
            <a:r>
              <a:rPr dirty="0" err="1">
                <a:latin typeface="Consolas"/>
              </a:rPr>
              <a:t>queries.json</a:t>
            </a:r>
            <a:r>
              <a:rPr dirty="0"/>
              <a:t> = the three demo queries · </a:t>
            </a:r>
            <a:r>
              <a:rPr dirty="0" err="1">
                <a:latin typeface="Consolas"/>
              </a:rPr>
              <a:t>embeddings.json</a:t>
            </a:r>
            <a:r>
              <a:rPr dirty="0"/>
              <a:t> = cache, delete to embed live</a:t>
            </a:r>
          </a:p>
          <a:p>
            <a:r>
              <a:rPr dirty="0" err="1"/>
              <a:t>Args</a:t>
            </a:r>
            <a:r>
              <a:rPr dirty="0"/>
              <a:t>: the query, in plain words; none = "dog-friendly waterfall hike, not too steep"</a:t>
            </a:r>
          </a:p>
          <a:p>
            <a:r>
              <a:rPr dirty="0"/>
              <a:t>1. Before: </a:t>
            </a:r>
            <a:r>
              <a:rPr dirty="0">
                <a:latin typeface="Consolas"/>
              </a:rPr>
              <a:t>cd starter &amp;&amp; dotnet run</a:t>
            </a:r>
            <a:r>
              <a:rPr dirty="0"/>
              <a:t>. Keyword search. Junk.</a:t>
            </a:r>
          </a:p>
          <a:p>
            <a:r>
              <a:rPr dirty="0"/>
              <a:t>2. After: </a:t>
            </a:r>
            <a:r>
              <a:rPr dirty="0">
                <a:latin typeface="Consolas"/>
              </a:rPr>
              <a:t>cd ../complete &amp;&amp; rm -f </a:t>
            </a:r>
            <a:r>
              <a:rPr dirty="0" err="1">
                <a:latin typeface="Consolas"/>
              </a:rPr>
              <a:t>embeddings.json</a:t>
            </a:r>
            <a:r>
              <a:rPr dirty="0">
                <a:latin typeface="Consolas"/>
              </a:rPr>
              <a:t> &amp;&amp; dotnet run</a:t>
            </a:r>
            <a:r>
              <a:rPr dirty="0"/>
              <a:t>. 30 trails embedded in under 2 s, same query. Right trails, scores beside them. Show </a:t>
            </a:r>
            <a:r>
              <a:rPr dirty="0" err="1">
                <a:latin typeface="Consolas"/>
              </a:rPr>
              <a:t>queryVector</a:t>
            </a:r>
            <a:r>
              <a:rPr dirty="0"/>
              <a:t> in </a:t>
            </a:r>
            <a:r>
              <a:rPr dirty="0" err="1">
                <a:latin typeface="Consolas"/>
              </a:rPr>
              <a:t>Program.cs</a:t>
            </a:r>
            <a:r>
              <a:rPr dirty="0"/>
              <a:t>: 768 floats.</a:t>
            </a:r>
          </a:p>
          <a:p>
            <a:r>
              <a:rPr dirty="0"/>
              <a:t>3. Show the cosine method. One screen.</a:t>
            </a:r>
          </a:p>
          <a:p>
            <a:r>
              <a:rPr dirty="0"/>
              <a:t>4. </a:t>
            </a:r>
            <a:r>
              <a:rPr dirty="0">
                <a:latin typeface="Consolas"/>
              </a:rPr>
              <a:t>dotnet run -- somewhere quiet to take my kids</a:t>
            </a:r>
            <a:r>
              <a:rPr dirty="0"/>
              <a:t>: Taft Point, a 3,000-foot drop. Scores top out near 0.49 vs 0.77. Filters and a floor, not a better model.</a:t>
            </a:r>
          </a:p>
          <a:p>
            <a:r>
              <a:rPr dirty="0"/>
              <a:t>Cut: 4.</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Also: any catalog where people describe what they want instead of naming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Row 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Easy. If asked about cost: days to a prototype on an existing catalog; embeddings cheap to free; the work is evaluation and tuning.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"Can I have a campfire at Sperry Chalet in September?" The answer exists: paragraph four of a 12-page regulations document nobody will read. Search returns the document, not the answer; a plain chatbot answers fluently and makes it up, and a confidently wrong answer about fire rules is worse than no answer.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(AWS/NVIDIA): retrieval-augmented generation has the model consult an authoritative knowledge source outside its training data before generating, so answers are grounded in your content and can cite it.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visitor asks: can I have a campfire at Sperry Chalet in September? The answer is paragraph four of a document nobody reads.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takes the question.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park docs were split into 250 chunks and embedded once, before anyone asked: 04's index step, on documents.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Embed the question the same way, with the same model.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Cosine against every chunk, keep the top 3. Retrieval is 04, verbatim.</a:t>
            </a:r>
          </a:p>
          <a:p>
            <a:r>
              <a:rPr lang="en-US" dirty="0"/>
              <a:t>The right chunk wins by 0.05. Ranks 2 and 3 are relevant and wrong: fire rules that say fires are allowed.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What to watch: ❌ No context: confident and wrong · Embeddings only: 5 of 8 chunks, wrong park · ✅ Hybrid: "Sperry" starts to count · ✅ Grounded prompt: right answer, cited · Citations are strings: validate the ids · "Drone?" → "The documents don't say." · "Open right now?" needs the date in the prompt · One-line swap to gpt-4.1</a:t>
            </a:r>
          </a:p>
          <a:p>
            <a:r>
              <a:rPr dirty="0"/>
              <a:t>~8 min · </a:t>
            </a:r>
            <a:r>
              <a:rPr dirty="0">
                <a:latin typeface="Consolas"/>
              </a:rPr>
              <a:t>cd modules/M2-finding/F05-rag/dotnet</a:t>
            </a:r>
          </a:p>
          <a:p>
            <a:r>
              <a:rPr dirty="0"/>
              <a:t>Files: </a:t>
            </a:r>
            <a:r>
              <a:rPr dirty="0">
                <a:latin typeface="Consolas"/>
              </a:rPr>
              <a:t>park-docs/</a:t>
            </a:r>
            <a:r>
              <a:rPr dirty="0"/>
              <a:t> = 25 regulation docs · </a:t>
            </a:r>
            <a:r>
              <a:rPr dirty="0" err="1">
                <a:latin typeface="Consolas"/>
              </a:rPr>
              <a:t>chunks.jsonl</a:t>
            </a:r>
            <a:r>
              <a:rPr dirty="0"/>
              <a:t> = 250 chunks · </a:t>
            </a:r>
            <a:r>
              <a:rPr dirty="0">
                <a:latin typeface="Consolas"/>
              </a:rPr>
              <a:t>chunk-</a:t>
            </a:r>
            <a:r>
              <a:rPr dirty="0" err="1">
                <a:latin typeface="Consolas"/>
              </a:rPr>
              <a:t>embeddings.json</a:t>
            </a:r>
            <a:r>
              <a:rPr dirty="0"/>
              <a:t> = their vectors, precomputed · </a:t>
            </a:r>
            <a:r>
              <a:rPr dirty="0" err="1">
                <a:latin typeface="Consolas"/>
              </a:rPr>
              <a:t>questions.json</a:t>
            </a:r>
            <a:r>
              <a:rPr dirty="0"/>
              <a:t> = the four lab questions</a:t>
            </a:r>
          </a:p>
          <a:p>
            <a:r>
              <a:rPr dirty="0"/>
              <a:t>Flags: </a:t>
            </a:r>
            <a:r>
              <a:rPr dirty="0">
                <a:latin typeface="Consolas"/>
              </a:rPr>
              <a:t>--retrieval-only</a:t>
            </a:r>
            <a:r>
              <a:rPr dirty="0"/>
              <a:t> = no answer, just ranks · </a:t>
            </a:r>
            <a:r>
              <a:rPr dirty="0">
                <a:latin typeface="Consolas"/>
              </a:rPr>
              <a:t>--top-k N</a:t>
            </a:r>
            <a:r>
              <a:rPr dirty="0"/>
              <a:t> = chunks retrieved (default 3) · </a:t>
            </a:r>
            <a:r>
              <a:rPr dirty="0">
                <a:latin typeface="Consolas"/>
              </a:rPr>
              <a:t>--alpha</a:t>
            </a:r>
            <a:r>
              <a:rPr dirty="0"/>
              <a:t> = semantic weight, 1.0 = cosine only, default 0.6 · </a:t>
            </a:r>
            <a:r>
              <a:rPr dirty="0">
                <a:latin typeface="Consolas"/>
              </a:rPr>
              <a:t>--no-context</a:t>
            </a:r>
            <a:r>
              <a:rPr dirty="0"/>
              <a:t> = plain chatbot · a quoted question replaces the Sperry default</a:t>
            </a:r>
          </a:p>
          <a:p>
            <a:r>
              <a:rPr dirty="0"/>
              <a:t>1. Before: </a:t>
            </a:r>
            <a:r>
              <a:rPr dirty="0">
                <a:latin typeface="Consolas"/>
              </a:rPr>
              <a:t>cd starter &amp;&amp; dotnet run</a:t>
            </a:r>
            <a:r>
              <a:rPr dirty="0"/>
              <a:t>. The Sperry campfire question, no context. Confident. Wrong.</a:t>
            </a:r>
          </a:p>
          <a:p>
            <a:r>
              <a:rPr dirty="0"/>
              <a:t>2. Open </a:t>
            </a:r>
            <a:r>
              <a:rPr dirty="0">
                <a:latin typeface="Consolas"/>
              </a:rPr>
              <a:t>data/park-docs/glacier-backcountry-camping-</a:t>
            </a:r>
            <a:r>
              <a:rPr dirty="0" err="1">
                <a:latin typeface="Consolas"/>
              </a:rPr>
              <a:t>guide.md</a:t>
            </a:r>
            <a:r>
              <a:rPr dirty="0"/>
              <a:t>, section 4. Read 4.1 then 4.2 aloud. Which one does a model answer from?</a:t>
            </a:r>
          </a:p>
          <a:p>
            <a:r>
              <a:rPr dirty="0"/>
              <a:t>3. </a:t>
            </a:r>
            <a:r>
              <a:rPr dirty="0">
                <a:latin typeface="Consolas"/>
              </a:rPr>
              <a:t>cd ../complete &amp;&amp; dotnet run -- --top-k 8 --alpha 1.0 --retrieval-only</a:t>
            </a:r>
            <a:r>
              <a:rPr dirty="0"/>
              <a:t>: ranks 4 to 8 are Acadia and Yosemite.</a:t>
            </a:r>
          </a:p>
          <a:p>
            <a:r>
              <a:rPr dirty="0"/>
              <a:t>4. </a:t>
            </a:r>
            <a:r>
              <a:rPr dirty="0">
                <a:latin typeface="Consolas"/>
              </a:rPr>
              <a:t>dotnet run -- --top-k 8 --retrieval-only</a:t>
            </a:r>
            <a:r>
              <a:rPr dirty="0"/>
              <a:t>: hybrid. Acadia gone, "</a:t>
            </a:r>
            <a:r>
              <a:rPr dirty="0" err="1"/>
              <a:t>sperry</a:t>
            </a:r>
            <a:r>
              <a:rPr dirty="0"/>
              <a:t>" doing the work.</a:t>
            </a:r>
          </a:p>
          <a:p>
            <a:r>
              <a:rPr dirty="0"/>
              <a:t>5. After: </a:t>
            </a:r>
            <a:r>
              <a:rPr dirty="0">
                <a:latin typeface="Consolas"/>
              </a:rPr>
              <a:t>dotnet run</a:t>
            </a:r>
            <a:r>
              <a:rPr dirty="0"/>
              <a:t>. Right answer, cited by name. Point at the citation check line.</a:t>
            </a:r>
          </a:p>
          <a:p>
            <a:r>
              <a:rPr dirty="0"/>
              <a:t>6. </a:t>
            </a:r>
            <a:r>
              <a:rPr dirty="0">
                <a:latin typeface="Consolas"/>
              </a:rPr>
              <a:t>dotnet run -- "Are there EV charging stations in Glacier National Park?"</a:t>
            </a:r>
            <a:r>
              <a:rPr dirty="0"/>
              <a:t>: "The documents don't say."</a:t>
            </a:r>
          </a:p>
          <a:p>
            <a:r>
              <a:rPr dirty="0"/>
              <a:t>7. </a:t>
            </a:r>
            <a:r>
              <a:rPr dirty="0">
                <a:latin typeface="Consolas"/>
              </a:rPr>
              <a:t>dotnet run -- "Is the Avalanche Lake Trail open right now?"</a:t>
            </a:r>
            <a:r>
              <a:rPr dirty="0"/>
              <a:t>: the date in the prompt. Without it, refused 10 of 18.</a:t>
            </a:r>
          </a:p>
          <a:p>
            <a:r>
              <a:rPr dirty="0"/>
              <a:t>8. Point at the DI line: this was gpt-4.1. Local would be one line.</a:t>
            </a:r>
          </a:p>
          <a:p>
            <a:r>
              <a:rPr dirty="0"/>
              <a:t>Cut: 7, then 6.</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Internal knowledge bases, support and policy docs, product documentation. The production work is chunking, retrieval evaluation, keeping documents current.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The uncomfortable one underneath it: the worst bug was a text-splitting rule, not a model or a prompt. Ask what your evaluation would have caught. Row 5.</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Hard. If asked about cost: a day to demo, weeks to production quality.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a hiker just finished Avalanche Lake Trail and loved it, and the app says nothing. "You'd probably like these three" never got built because everyone assumes it needs a data-science team and six months. Same gap in the gear store: buy the Cascade 65, get a random carousel.</a:t>
            </a:r>
          </a:p>
          <a:p>
            <a:r>
              <a:t>No concept slide: the Same First Half diagram already told this story: same vectors, same similarity code, the query swapped for an item, no model call while the user waits.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version: a recommender system predicts what a user will prefer. Today's shortcut is content-based (similarity of descriptions); the classical version is collaborative filtering over behavior data.</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What to watch: Same vectors, still in memory · "More like this" = search, query → item · Lakes cluster, but mostly hard, and one has no lake · Difficulty and park aren't in the description text · Cascade 65 → Cascade 40: substitutes, not complements</a:t>
            </a:r>
          </a:p>
          <a:p>
            <a:r>
              <a:rPr dirty="0"/>
              <a:t>~4 min · </a:t>
            </a:r>
            <a:r>
              <a:rPr dirty="0">
                <a:latin typeface="Consolas"/>
              </a:rPr>
              <a:t>cd modules/M2-finding/F06-recommendations/dotnet</a:t>
            </a:r>
          </a:p>
          <a:p>
            <a:r>
              <a:rPr dirty="0"/>
              <a:t>Files: </a:t>
            </a:r>
            <a:r>
              <a:rPr dirty="0" err="1">
                <a:latin typeface="Consolas"/>
              </a:rPr>
              <a:t>trails.json</a:t>
            </a:r>
            <a:r>
              <a:rPr dirty="0"/>
              <a:t> = 30 trails · </a:t>
            </a:r>
            <a:r>
              <a:rPr dirty="0">
                <a:latin typeface="Consolas"/>
              </a:rPr>
              <a:t>trail-</a:t>
            </a:r>
            <a:r>
              <a:rPr dirty="0" err="1">
                <a:latin typeface="Consolas"/>
              </a:rPr>
              <a:t>embeddings.json</a:t>
            </a:r>
            <a:r>
              <a:rPr dirty="0"/>
              <a:t> = 04's vectors, precomputed · </a:t>
            </a:r>
            <a:r>
              <a:rPr dirty="0">
                <a:latin typeface="Consolas"/>
              </a:rPr>
              <a:t>gear-</a:t>
            </a:r>
            <a:r>
              <a:rPr dirty="0" err="1">
                <a:latin typeface="Consolas"/>
              </a:rPr>
              <a:t>reviews.jsonl</a:t>
            </a:r>
            <a:r>
              <a:rPr dirty="0"/>
              <a:t> = 300 reviews</a:t>
            </a:r>
          </a:p>
          <a:p>
            <a:r>
              <a:rPr dirty="0" err="1"/>
              <a:t>Args</a:t>
            </a:r>
            <a:r>
              <a:rPr dirty="0"/>
              <a:t>: a trail id or name (default trail-0117, Avalanche Lake) · </a:t>
            </a:r>
            <a:r>
              <a:rPr dirty="0">
                <a:latin typeface="Consolas"/>
              </a:rPr>
              <a:t>--gear &lt;product&gt;</a:t>
            </a:r>
            <a:r>
              <a:rPr dirty="0"/>
              <a:t> = same trick over review text</a:t>
            </a:r>
          </a:p>
          <a:p>
            <a:r>
              <a:rPr dirty="0"/>
              <a:t>1. Avalanche Lake Trail page. What belongs at the bottom of this screen?</a:t>
            </a:r>
          </a:p>
          <a:p>
            <a:r>
              <a:rPr dirty="0"/>
              <a:t>2. Before: </a:t>
            </a:r>
            <a:r>
              <a:rPr dirty="0">
                <a:latin typeface="Consolas"/>
              </a:rPr>
              <a:t>cd starter &amp;&amp; dotnet run</a:t>
            </a:r>
            <a:r>
              <a:rPr dirty="0"/>
              <a:t>. Random picks. That is what most apps ship.</a:t>
            </a:r>
          </a:p>
          <a:p>
            <a:r>
              <a:rPr dirty="0"/>
              <a:t>3. After: </a:t>
            </a:r>
            <a:r>
              <a:rPr dirty="0">
                <a:latin typeface="Consolas"/>
              </a:rPr>
              <a:t>cd ../complete &amp;&amp; dotnet run</a:t>
            </a:r>
            <a:r>
              <a:rPr dirty="0"/>
              <a:t>. Same vectors as 04, nothing new embedded. Lakes cluster, but mostly hard, and one has no lake.</a:t>
            </a:r>
          </a:p>
          <a:p>
            <a:r>
              <a:rPr dirty="0"/>
              <a:t>4. Difficulty and park are in the catalog, not the text. Similarity gets candidates; metadata re-ranks.</a:t>
            </a:r>
          </a:p>
          <a:p>
            <a:r>
              <a:rPr dirty="0"/>
              <a:t>5. </a:t>
            </a:r>
            <a:r>
              <a:rPr dirty="0">
                <a:latin typeface="Consolas"/>
              </a:rPr>
              <a:t>dotnet run -- --gear Cascade 65</a:t>
            </a:r>
            <a:r>
              <a:rPr dirty="0"/>
              <a:t>: the Cascade 40. Substitutes, not complements. What people use with it lives in the reviews: the bear canister, in </a:t>
            </a:r>
            <a:r>
              <a:rPr dirty="0">
                <a:latin typeface="Consolas"/>
              </a:rPr>
              <a:t>expected-</a:t>
            </a:r>
            <a:r>
              <a:rPr dirty="0" err="1">
                <a:latin typeface="Consolas"/>
              </a:rPr>
              <a:t>output.md</a:t>
            </a:r>
            <a:r>
              <a:rPr dirty="0"/>
              <a:t>.</a:t>
            </a:r>
          </a:p>
          <a:p>
            <a:r>
              <a:rPr dirty="0"/>
              <a:t>Cut: 5.</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catalog or content library. Collaborative filtering comes later, when behavior data exists.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line for your boss. Row 6.</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Easy. If asked about cost: nearly free once search exists; days from scratch.</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 embed 30 trails, embed a query, rank by cosine; keyword baseline provided. Two honest routes: if RAG is why you came, go straight to 05 and come back to 04 after. Nobody should leave having never built the thing they came for. 06 is 04's code with the query swapped for an item.</a:t>
            </a:r>
          </a:p>
          <a:p>
            <a:r>
              <a:t>05's step that says run question 1 twenty times matters: a wrong answer one run in five is invisible in a single run and is the only defect here that could hurt somebody.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two people what surprised them.</a:t>
            </a:r>
          </a:p>
          <a:p>
            <a:r>
              <a:t>Prompts if quiet: who got Taft Point for the kids query? Who got the Cascade 40? Rows 4-6 of the framework are done. Lunch, then Module 3.</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Search, every query. A user types "dog-friendly waterfall hike, not too steep." No trail description contains those words.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Embed the query the same way, with the same model. The only model call turns text into numbers.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Cosine similarity against every stored vector: ten lines of plain code.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Top results with scores: all four dog-friendly waterfall trails lead, none of which say "dog-friendly" or "steep."</a:t>
            </a:r>
          </a:p>
          <a:p>
            <a:r>
              <a:rPr lang="en-US" dirty="0"/>
              <a:t>Nothing is generated.</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Now the chat model: the top 3 chunks plus the question, and a prompt that says answer only from these, cite the chunk, or say the documents don't say.</a:t>
            </a:r>
          </a:p>
          <a:p>
            <a:r>
              <a:rPr lang="en-US" dirty="0"/>
              <a:t>Generation is 01 with reading material. The model reads instead of remembers.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checks every citation against the chunks it sent, then answers: wood fires are prohibited year-round, with the source.</a:t>
            </a:r>
          </a:p>
          <a:p>
            <a:r>
              <a:rPr lang="en-US" dirty="0"/>
              <a:t>Two failure spots: the wrong chunk, or a bad split. Splitting a fire rule from its exception produced "campfires are fine" 4 runs in 20; re-splitting at subsections, 0 in 60. Chunking is a correctness decision.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 hiker just finished Avalanche Lake and loved it. The app says nothing. That's the gap.</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app knows which trail: trail-0117.</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same kind of vectors 04 built, one per trail, already stored. No new index.</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Look up Avalanche Lake's own vector and score every other trail against it. Leave the target out.</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Top matches: Gunsight Lake, Black Lake, Piegan Pass. Hard lake hikes, like the one they just did.</a:t>
            </a:r>
          </a:p>
          <a:p>
            <a:r>
              <a:rPr lang="en-US" dirty="0"/>
              <a:t>And no model call at request time: no chat model, no prompt. Recommendations are 04's math pointed at an item instead of a query.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5" y="770467"/>
            <a:ext cx="10782300" cy="3352800"/>
          </a:xfrm>
        </p:spPr>
        <p:txBody>
          <a:bodyPr anchor="b">
            <a:noAutofit/>
          </a:bodyPr>
          <a:lstStyle>
            <a:lvl1pPr algn="l">
              <a:lnSpc>
                <a:spcPct val="80000"/>
              </a:lnSpc>
              <a:defRPr sz="6600" spc="-90" baseline="0">
                <a:solidFill>
                  <a:srgbClr val="FFFFFF"/>
                </a:solidFill>
              </a:defRPr>
            </a:lvl1pPr>
          </a:lstStyle>
          <a:p>
            <a:r>
              <a:rPr lang="en-US"/>
              <a:t>Click to edit Master title style</a:t>
            </a:r>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9/16/26</a:t>
            </a:fld>
            <a:endParaRPr lang="en-US"/>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
        <p:nvSpPr>
          <p:cNvPr id="10" name="Rectangle 9"/>
          <p:cNvSpPr/>
          <p:nvPr userDrawn="1"/>
        </p:nvSpPr>
        <p:spPr>
          <a:xfrm>
            <a:off x="0" y="4160704"/>
            <a:ext cx="12192000" cy="8691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9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 name="Subtitle 2"/>
          <p:cNvSpPr>
            <a:spLocks noGrp="1"/>
          </p:cNvSpPr>
          <p:nvPr>
            <p:ph type="subTitle" idx="1"/>
          </p:nvPr>
        </p:nvSpPr>
        <p:spPr>
          <a:xfrm>
            <a:off x="667513" y="4284569"/>
            <a:ext cx="9228201" cy="1587279"/>
          </a:xfrm>
        </p:spPr>
        <p:txBody>
          <a:bodyPr>
            <a:normAutofit/>
          </a:bodyPr>
          <a:lstStyle>
            <a:lvl1pPr marL="0" indent="0" algn="l">
              <a:buNone/>
              <a:defRPr sz="2400">
                <a:solidFill>
                  <a:srgbClr val="0072C6"/>
                </a:solidFill>
                <a:latin typeface="+mj-lt"/>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endParaRPr lang="en-US"/>
          </a:p>
        </p:txBody>
      </p:sp>
    </p:spTree>
    <p:extLst>
      <p:ext uri="{BB962C8B-B14F-4D97-AF65-F5344CB8AC3E}">
        <p14:creationId xmlns:p14="http://schemas.microsoft.com/office/powerpoint/2010/main" val="1032225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99795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4558624"/>
          </a:xfrm>
        </p:spPr>
        <p:txBody>
          <a:bodyPr anchor="b">
            <a:normAutofit/>
          </a:bodyPr>
          <a:lstStyle>
            <a:lvl1pPr>
              <a:lnSpc>
                <a:spcPct val="80000"/>
              </a:lnSpc>
              <a:defRPr sz="6600" b="0" baseline="0">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667512" y="5468293"/>
            <a:ext cx="9226296" cy="381836"/>
          </a:xfrm>
        </p:spPr>
        <p:txBody>
          <a:bodyPr anchor="t">
            <a:normAutofit/>
          </a:bodyPr>
          <a:lstStyle>
            <a:lvl1pPr marL="0" indent="0">
              <a:buNone/>
              <a:defRPr sz="2400">
                <a:solidFill>
                  <a:schemeClr val="tx1"/>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Edit Master text styles</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844836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6656"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11331"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24121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76656" y="2753084"/>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8" name="Footer Placeholder 7"/>
          <p:cNvSpPr>
            <a:spLocks noGrp="1"/>
          </p:cNvSpPr>
          <p:nvPr>
            <p:ph type="ftr" sz="quarter" idx="11"/>
          </p:nvPr>
        </p:nvSpPr>
        <p:spPr/>
        <p:txBody>
          <a:bodyPr/>
          <a:lstStyle/>
          <a:p>
            <a:pPr defTabSz="342900"/>
            <a:endParaRPr lang="en-US">
              <a:solidFill>
                <a:prstClr val="black">
                  <a:alpha val="80000"/>
                </a:prstClr>
              </a:solidFill>
            </a:endParaRPr>
          </a:p>
        </p:txBody>
      </p:sp>
      <p:sp>
        <p:nvSpPr>
          <p:cNvPr id="9" name="Slide Number Placeholder 8"/>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20952598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4" name="Footer Placeholder 3"/>
          <p:cNvSpPr>
            <a:spLocks noGrp="1"/>
          </p:cNvSpPr>
          <p:nvPr>
            <p:ph type="ftr" sz="quarter" idx="11"/>
          </p:nvPr>
        </p:nvSpPr>
        <p:spPr/>
        <p:txBody>
          <a:bodyPr/>
          <a:lstStyle/>
          <a:p>
            <a:pPr defTabSz="342900"/>
            <a:endParaRPr lang="en-US">
              <a:solidFill>
                <a:prstClr val="black">
                  <a:alpha val="80000"/>
                </a:prstClr>
              </a:solidFill>
            </a:endParaRPr>
          </a:p>
        </p:txBody>
      </p:sp>
      <p:sp>
        <p:nvSpPr>
          <p:cNvPr id="5" name="Slide Number Placeholder 4"/>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237501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3" name="Footer Placeholder 2"/>
          <p:cNvSpPr>
            <a:spLocks noGrp="1"/>
          </p:cNvSpPr>
          <p:nvPr>
            <p:ph type="ftr" sz="quarter" idx="11"/>
          </p:nvPr>
        </p:nvSpPr>
        <p:spPr/>
        <p:txBody>
          <a:bodyPr/>
          <a:lstStyle/>
          <a:p>
            <a:pPr defTabSz="342900"/>
            <a:endParaRPr lang="en-US">
              <a:solidFill>
                <a:prstClr val="black">
                  <a:alpha val="80000"/>
                </a:prstClr>
              </a:solidFill>
            </a:endParaRPr>
          </a:p>
        </p:txBody>
      </p:sp>
      <p:sp>
        <p:nvSpPr>
          <p:cNvPr id="4" name="Slide Number Placeholder 3"/>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795654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3000">
                <a:solidFill>
                  <a:srgbClr val="FFFFFF"/>
                </a:solidFill>
              </a:defRPr>
            </a:lvl1pPr>
          </a:lstStyle>
          <a:p>
            <a:r>
              <a:rPr lang="en-US"/>
              <a:t>Click to edit Master title style</a:t>
            </a:r>
          </a:p>
        </p:txBody>
      </p:sp>
      <p:sp>
        <p:nvSpPr>
          <p:cNvPr id="3" name="Content Placeholder 2"/>
          <p:cNvSpPr>
            <a:spLocks noGrp="1"/>
          </p:cNvSpPr>
          <p:nvPr>
            <p:ph idx="1"/>
          </p:nvPr>
        </p:nvSpPr>
        <p:spPr>
          <a:xfrm>
            <a:off x="762000" y="762000"/>
            <a:ext cx="6096000" cy="45720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275983" y="2511813"/>
            <a:ext cx="3398520" cy="3126987"/>
          </a:xfrm>
        </p:spPr>
        <p:txBody>
          <a:bodyPr>
            <a:normAutofit/>
          </a:bodyPr>
          <a:lstStyle>
            <a:lvl1pPr marL="0" marR="0" indent="0" algn="l" defTabSz="685800" rtl="0" eaLnBrk="1" fontAlgn="auto" latinLnBrk="0" hangingPunct="1">
              <a:lnSpc>
                <a:spcPct val="100000"/>
              </a:lnSpc>
              <a:spcBef>
                <a:spcPts val="900"/>
              </a:spcBef>
              <a:spcAft>
                <a:spcPts val="0"/>
              </a:spcAft>
              <a:buClrTx/>
              <a:buSzTx/>
              <a:buFontTx/>
              <a:buNone/>
              <a:tabLst/>
              <a:defRPr sz="13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marL="0" marR="0" lvl="0" indent="0" algn="l" defTabSz="685800" rtl="0" eaLnBrk="1" fontAlgn="auto" latinLnBrk="0" hangingPunct="1">
              <a:lnSpc>
                <a:spcPct val="100000"/>
              </a:lnSpc>
              <a:spcBef>
                <a:spcPts val="1050"/>
              </a:spcBef>
              <a:spcAft>
                <a:spcPts val="0"/>
              </a:spcAft>
              <a:buClrTx/>
              <a:buSzTx/>
              <a:buFontTx/>
              <a:buNone/>
              <a:tabLst/>
              <a:defRPr/>
            </a:pPr>
            <a:r>
              <a:rPr lang="en-US"/>
              <a:t>Edit Master text styles</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2407203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9"/>
            <a:ext cx="10780776" cy="613283"/>
          </a:xfrm>
        </p:spPr>
        <p:txBody>
          <a:bodyPr anchor="b">
            <a:normAutofit/>
          </a:bodyPr>
          <a:lstStyle>
            <a:lvl1pPr>
              <a:defRPr sz="2400" b="0">
                <a:solidFill>
                  <a:srgbClr val="FFFFFF"/>
                </a:solidFill>
              </a:defRPr>
            </a:lvl1pPr>
          </a:lstStyle>
          <a:p>
            <a:r>
              <a:rPr lang="en-US"/>
              <a:t>Click to edit Master title style</a:t>
            </a:r>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600"/>
              </a:spcBef>
              <a:buNone/>
              <a:defRPr sz="2400">
                <a:solidFill>
                  <a:schemeClr val="tx1">
                    <a:lumMod val="75000"/>
                    <a:lumOff val="25000"/>
                  </a:schemeClr>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0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9/16/26</a:t>
            </a:fld>
            <a:endParaRPr lang="en-US"/>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1795388696"/>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649926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1" y="695325"/>
            <a:ext cx="2628900" cy="4800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71526" y="714377"/>
            <a:ext cx="7734300" cy="540067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507239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6" y="499533"/>
            <a:ext cx="10772775" cy="165819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713">
                <a:solidFill>
                  <a:schemeClr val="tx1">
                    <a:alpha val="80000"/>
                  </a:schemeClr>
                </a:solidFill>
                <a:latin typeface="Segoe UI" panose="020B0502040204020203" pitchFamily="34" charset="0"/>
                <a:cs typeface="Segoe UI" panose="020B0502040204020203" pitchFamily="34" charset="0"/>
              </a:defRPr>
            </a:lvl1pPr>
          </a:lstStyle>
          <a:p>
            <a:pPr defTabSz="342900"/>
            <a:fld id="{FDB08721-E45B-4A66-93A6-531BE00DB2CF}" type="datetimeFigureOut">
              <a:rPr lang="en-US" smtClean="0">
                <a:solidFill>
                  <a:prstClr val="black">
                    <a:alpha val="80000"/>
                  </a:prstClr>
                </a:solidFill>
              </a:rPr>
              <a:pPr defTabSz="342900"/>
              <a:t>9/16/26</a:t>
            </a:fld>
            <a:endParaRPr lang="en-US">
              <a:solidFill>
                <a:prstClr val="black">
                  <a:alpha val="80000"/>
                </a:prstClr>
              </a:solidFill>
            </a:endParaRPr>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713" cap="all" baseline="0">
                <a:solidFill>
                  <a:schemeClr val="tx1">
                    <a:alpha val="80000"/>
                  </a:schemeClr>
                </a:solidFill>
                <a:latin typeface="Segoe UI" panose="020B0502040204020203" pitchFamily="34" charset="0"/>
                <a:cs typeface="Segoe UI" panose="020B0502040204020203" pitchFamily="34" charset="0"/>
              </a:defRPr>
            </a:lvl1pPr>
          </a:lstStyle>
          <a:p>
            <a:pPr defTabSz="342900"/>
            <a:endParaRPr lang="en-US">
              <a:solidFill>
                <a:prstClr val="black">
                  <a:alpha val="80000"/>
                </a:prstClr>
              </a:solidFill>
            </a:endParaRPr>
          </a:p>
        </p:txBody>
      </p:sp>
      <p:sp>
        <p:nvSpPr>
          <p:cNvPr id="6" name="Slide Number Placeholder 5"/>
          <p:cNvSpPr>
            <a:spLocks noGrp="1"/>
          </p:cNvSpPr>
          <p:nvPr>
            <p:ph type="sldNum" sz="quarter" idx="4"/>
          </p:nvPr>
        </p:nvSpPr>
        <p:spPr>
          <a:xfrm>
            <a:off x="8763927" y="5876414"/>
            <a:ext cx="2926080" cy="1397039"/>
          </a:xfrm>
          <a:prstGeom prst="rect">
            <a:avLst/>
          </a:prstGeom>
        </p:spPr>
        <p:txBody>
          <a:bodyPr vert="horz" lIns="91440" tIns="45720" rIns="91440" bIns="45720" rtlCol="0" anchor="b"/>
          <a:lstStyle>
            <a:lvl1pPr algn="r">
              <a:defRPr sz="7725" b="0">
                <a:ln>
                  <a:noFill/>
                </a:ln>
                <a:solidFill>
                  <a:schemeClr val="accent1">
                    <a:alpha val="25000"/>
                  </a:schemeClr>
                </a:solidFill>
                <a:latin typeface="Segoe UI" panose="020B0502040204020203" pitchFamily="34" charset="0"/>
                <a:cs typeface="Segoe UI" panose="020B0502040204020203" pitchFamily="34" charset="0"/>
              </a:defRPr>
            </a:lvl1p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0489896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p:titleStyle>
    <p:bodyStyle>
      <a:lvl1pPr marL="68580" indent="-68580" algn="l" defTabSz="685800" rtl="0" eaLnBrk="1" latinLnBrk="0" hangingPunct="1">
        <a:lnSpc>
          <a:spcPct val="85000"/>
        </a:lnSpc>
        <a:spcBef>
          <a:spcPts val="975"/>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260604" indent="-257175" algn="l" defTabSz="685800" rtl="0" eaLnBrk="1" latinLnBrk="0" hangingPunct="1">
        <a:lnSpc>
          <a:spcPct val="85000"/>
        </a:lnSpc>
        <a:spcBef>
          <a:spcPts val="45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411480" indent="-411480" algn="l" defTabSz="685800" rtl="0" eaLnBrk="1" latinLnBrk="0" hangingPunct="1">
        <a:lnSpc>
          <a:spcPct val="85000"/>
        </a:lnSpc>
        <a:spcBef>
          <a:spcPts val="450"/>
        </a:spcBef>
        <a:buFont typeface="Arial" pitchFamily="34" charset="0"/>
        <a:buChar char=" "/>
        <a:defRPr sz="15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617220" indent="-61722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822960" indent="-82296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9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6pPr>
      <a:lvl7pPr marL="10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7pPr>
      <a:lvl8pPr marL="12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8pPr>
      <a:lvl9pPr marL="13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7.sv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9.svg"/><Relationship Id="rId4" Type="http://schemas.openxmlformats.org/officeDocument/2006/relationships/image" Target="../media/image10.svg"/><Relationship Id="rIdNotes"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t>Building Pragmatic AI</a:t>
            </a:r>
          </a:p>
        </p:txBody>
      </p:sp>
      <p:sp>
        <p:nvSpPr>
          <p:cNvPr id="3" name="Text Placeholder 2"/>
          <p:cNvSpPr>
            <a:spLocks noGrp="1"/>
          </p:cNvSpPr>
          <p:nvPr>
            <p:ph type="body" idx="1"/>
          </p:nvPr>
        </p:nvSpPr>
        <p:spPr/>
        <p:txBody>
          <a:bodyPr>
            <a:normAutofit lnSpcReduction="10000"/>
          </a:bodyPr>
          <a:lstStyle/>
          <a:p>
            <a:r>
              <a:t>Module 2: Finding</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pic>
        <p:nvPicPr>
          <p:cNvPr id="5" name="Picture 4" descr="banner.png"/>
          <p:cNvPicPr>
            <a:picLocks noChangeAspect="1"/>
          </p:cNvPicPr>
          <p:nvPr/>
        </p:nvPicPr>
        <p:blipFill>
          <a:blip r:embed="rId4"/>
          <a:stretch>
            <a:fillRect/>
          </a:stretch>
        </p:blipFill>
        <p:spPr>
          <a:xfrm>
            <a:off x="0" y="9144"/>
            <a:ext cx="12188952" cy="3182112"/>
          </a:xfrm>
          <a:prstGeom prst="rect">
            <a:avLst/>
          </a:prstGeom>
        </p:spPr>
      </p:pic>
      <p:pic>
        <p:nvPicPr>
          <p:cNvPr id="6" name="Picture 5" descr="image.png"/>
          <p:cNvPicPr>
            <a:picLocks noChangeAspect="1"/>
          </p:cNvPicPr>
          <p:nvPr/>
        </p:nvPicPr>
        <p:blipFill>
          <a:blip r:embed="rId5"/>
          <a:stretch>
            <a:fillRect/>
          </a:stretch>
        </p:blipFill>
        <p:spPr>
          <a:xfrm>
            <a:off x="9272016" y="3657600"/>
            <a:ext cx="2167128" cy="21671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sz="2400" b="1" dirty="0"/>
              <a:t>F04 S</a:t>
            </a:r>
            <a:r>
              <a:rPr lang="en-US" sz="2400" b="1" dirty="0"/>
              <a:t>ematic S</a:t>
            </a:r>
            <a:r>
              <a:rPr sz="2400" b="1" dirty="0"/>
              <a:t>earch</a:t>
            </a:r>
          </a:p>
        </p:txBody>
      </p:sp>
      <p:pic>
        <p:nvPicPr>
          <p:cNvPr id="5" name="Picture 4"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lang="en-US" sz="2400" b="1" dirty="0"/>
              <a:t>F04 Sematic Search</a:t>
            </a:r>
          </a:p>
        </p:txBody>
      </p:sp>
      <p:pic>
        <p:nvPicPr>
          <p:cNvPr id="5" name="Picture 4" descr="document.png"/>
          <p:cNvPicPr>
            <a:picLocks noChangeAspect="1"/>
          </p:cNvPicPr>
          <p:nvPr/>
        </p:nvPicPr>
        <p:blipFill>
          <a:blip r:embed="rId4"/>
          <a:stretch>
            <a:fillRect/>
          </a:stretch>
        </p:blipFill>
        <p:spPr>
          <a:xfrm>
            <a:off x="5760720" y="2990088"/>
            <a:ext cx="868680" cy="868680"/>
          </a:xfrm>
          <a:prstGeom prst="rect">
            <a:avLst/>
          </a:prstGeom>
        </p:spPr>
      </p:pic>
      <p:sp>
        <p:nvSpPr>
          <p:cNvPr id="6" name="TextBox 5"/>
          <p:cNvSpPr txBox="1"/>
          <p:nvPr/>
        </p:nvSpPr>
        <p:spPr>
          <a:xfrm>
            <a:off x="5120640" y="4005072"/>
            <a:ext cx="2148840" cy="1200329"/>
          </a:xfrm>
          <a:prstGeom prst="rect">
            <a:avLst/>
          </a:prstGeom>
          <a:noFill/>
        </p:spPr>
        <p:txBody>
          <a:bodyPr wrap="square">
            <a:spAutoFit/>
          </a:bodyPr>
          <a:lstStyle/>
          <a:p>
            <a:pPr algn="ctr"/>
            <a:r>
              <a:rPr sz="2400" b="1" dirty="0"/>
              <a:t>F05 </a:t>
            </a:r>
            <a:r>
              <a:rPr lang="en-US" sz="2400" b="1" dirty="0"/>
              <a:t>Retrieval-Augmented Generation</a:t>
            </a:r>
            <a:endParaRPr sz="2400" b="1" dirty="0"/>
          </a:p>
        </p:txBody>
      </p:sp>
      <p:pic>
        <p:nvPicPr>
          <p:cNvPr id="7" name="Picture 6" descr="image.png"/>
          <p:cNvPicPr>
            <a:picLocks noChangeAspect="1"/>
          </p:cNvPicPr>
          <p:nvPr/>
        </p:nvPicPr>
        <p:blipFill>
          <a:blip r:embed="rId5"/>
          <a:stretch>
            <a:fillRect/>
          </a:stretch>
        </p:blipFill>
        <p:spPr>
          <a:xfrm>
            <a:off x="9326880" y="5989320"/>
            <a:ext cx="2560320" cy="64008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search.png"/>
          <p:cNvPicPr>
            <a:picLocks noChangeAspect="1"/>
          </p:cNvPicPr>
          <p:nvPr/>
        </p:nvPicPr>
        <p:blipFill>
          <a:blip r:embed="rId3"/>
          <a:stretch>
            <a:fillRect/>
          </a:stretch>
        </p:blipFill>
        <p:spPr>
          <a:xfrm>
            <a:off x="1600200" y="2990088"/>
            <a:ext cx="868680" cy="868680"/>
          </a:xfrm>
          <a:prstGeom prst="rect">
            <a:avLst/>
          </a:prstGeom>
        </p:spPr>
      </p:pic>
      <p:sp>
        <p:nvSpPr>
          <p:cNvPr id="4" name="TextBox 3"/>
          <p:cNvSpPr txBox="1"/>
          <p:nvPr/>
        </p:nvSpPr>
        <p:spPr>
          <a:xfrm>
            <a:off x="960120" y="4005072"/>
            <a:ext cx="2148840" cy="830997"/>
          </a:xfrm>
          <a:prstGeom prst="rect">
            <a:avLst/>
          </a:prstGeom>
          <a:noFill/>
        </p:spPr>
        <p:txBody>
          <a:bodyPr wrap="square">
            <a:spAutoFit/>
          </a:bodyPr>
          <a:lstStyle/>
          <a:p>
            <a:pPr algn="ctr"/>
            <a:r>
              <a:rPr lang="en-US" sz="2400" b="1" dirty="0"/>
              <a:t>F04 Sematic Search</a:t>
            </a:r>
          </a:p>
        </p:txBody>
      </p:sp>
      <p:pic>
        <p:nvPicPr>
          <p:cNvPr id="5" name="Picture 4" descr="document.png"/>
          <p:cNvPicPr>
            <a:picLocks noChangeAspect="1"/>
          </p:cNvPicPr>
          <p:nvPr/>
        </p:nvPicPr>
        <p:blipFill>
          <a:blip r:embed="rId4"/>
          <a:stretch>
            <a:fillRect/>
          </a:stretch>
        </p:blipFill>
        <p:spPr>
          <a:xfrm>
            <a:off x="5760720" y="2990088"/>
            <a:ext cx="868680" cy="868680"/>
          </a:xfrm>
          <a:prstGeom prst="rect">
            <a:avLst/>
          </a:prstGeom>
        </p:spPr>
      </p:pic>
      <p:sp>
        <p:nvSpPr>
          <p:cNvPr id="6" name="TextBox 5"/>
          <p:cNvSpPr txBox="1"/>
          <p:nvPr/>
        </p:nvSpPr>
        <p:spPr>
          <a:xfrm>
            <a:off x="5120640" y="4005072"/>
            <a:ext cx="2148840" cy="1200329"/>
          </a:xfrm>
          <a:prstGeom prst="rect">
            <a:avLst/>
          </a:prstGeom>
          <a:noFill/>
        </p:spPr>
        <p:txBody>
          <a:bodyPr wrap="square">
            <a:spAutoFit/>
          </a:bodyPr>
          <a:lstStyle/>
          <a:p>
            <a:pPr algn="ctr"/>
            <a:r>
              <a:rPr lang="en-US" sz="2400" b="1" dirty="0"/>
              <a:t>F05 Retrieval-Augmented Generation</a:t>
            </a:r>
          </a:p>
        </p:txBody>
      </p:sp>
      <p:pic>
        <p:nvPicPr>
          <p:cNvPr id="7" name="Picture 6" descr="route.png"/>
          <p:cNvPicPr>
            <a:picLocks noChangeAspect="1"/>
          </p:cNvPicPr>
          <p:nvPr/>
        </p:nvPicPr>
        <p:blipFill>
          <a:blip r:embed="rId5"/>
          <a:stretch>
            <a:fillRect/>
          </a:stretch>
        </p:blipFill>
        <p:spPr>
          <a:xfrm>
            <a:off x="9921240" y="2990088"/>
            <a:ext cx="868680" cy="868680"/>
          </a:xfrm>
          <a:prstGeom prst="rect">
            <a:avLst/>
          </a:prstGeom>
        </p:spPr>
      </p:pic>
      <p:sp>
        <p:nvSpPr>
          <p:cNvPr id="8" name="TextBox 7"/>
          <p:cNvSpPr txBox="1"/>
          <p:nvPr/>
        </p:nvSpPr>
        <p:spPr>
          <a:xfrm>
            <a:off x="9281160" y="4005072"/>
            <a:ext cx="2148840" cy="777240"/>
          </a:xfrm>
          <a:prstGeom prst="rect">
            <a:avLst/>
          </a:prstGeom>
          <a:noFill/>
        </p:spPr>
        <p:txBody>
          <a:bodyPr wrap="square">
            <a:spAutoFit/>
          </a:bodyPr>
          <a:lstStyle/>
          <a:p>
            <a:pPr algn="ctr"/>
            <a:r>
              <a:rPr sz="2400" b="1"/>
              <a:t>F06 Recommend</a:t>
            </a:r>
          </a:p>
        </p:txBody>
      </p:sp>
      <p:pic>
        <p:nvPicPr>
          <p:cNvPr id="9" name="Picture 8" descr="image.png"/>
          <p:cNvPicPr>
            <a:picLocks noChangeAspect="1"/>
          </p:cNvPicPr>
          <p:nvPr/>
        </p:nvPicPr>
        <p:blipFill>
          <a:blip r:embed="rId6"/>
          <a:stretch>
            <a:fillRect/>
          </a:stretch>
        </p:blipFill>
        <p:spPr>
          <a:xfrm>
            <a:off x="9326880" y="5989320"/>
            <a:ext cx="2560320" cy="6400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F04 · Semantic Search</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earch.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dirty="0"/>
              <a:t>Search by what words </a:t>
            </a:r>
            <a:r>
              <a:rPr sz="4000" b="1" dirty="0">
                <a:solidFill>
                  <a:srgbClr val="017AB4"/>
                </a:solidFill>
              </a:rPr>
              <a:t>mean</a:t>
            </a:r>
            <a:r>
              <a:rPr sz="4000" dirty="0"/>
              <a:t>, </a:t>
            </a:r>
            <a:endParaRPr lang="en-US" sz="4000" dirty="0"/>
          </a:p>
          <a:p>
            <a:pPr algn="ctr"/>
            <a:r>
              <a:rPr sz="4000" dirty="0"/>
              <a:t>not by which words appear.</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30 descriptions</a:t>
            </a:r>
          </a:p>
        </p:txBody>
      </p:sp>
      <p:sp>
        <p:nvSpPr>
          <p:cNvPr id="122" name="Reply"/>
          <p:cNvSpPr txBox="1"/>
          <p:nvPr/>
        </p:nvSpPr>
        <p:spPr>
          <a:xfrm>
            <a:off x="7388352" y="3154680"/>
            <a:ext cx="1737360" cy="5029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[0.0611, -0.0001,</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-0.2007, …]</a:t>
            </a:r>
          </a:p>
        </p:txBody>
      </p:sp>
      <p:sp>
        <p:nvSpPr>
          <p:cNvPr id="123" name="Dims"/>
          <p:cNvSpPr txBox="1"/>
          <p:nvPr/>
        </p:nvSpPr>
        <p:spPr>
          <a:xfrm>
            <a:off x="7388352" y="3520440"/>
            <a:ext cx="1645920" cy="320040"/>
          </a:xfrm>
          <a:prstGeom prst="rect">
            <a:avLst/>
          </a:prstGeom>
          <a:noFill/>
        </p:spPr>
        <p:txBody>
          <a:bodyPr wrap="square" lIns="0" tIns="0" rIns="0" bIns="0" anchor="t">
            <a:noAutofit/>
          </a:bodyPr>
          <a:lstStyle/>
          <a:p>
            <a:pPr algn="ctr">
              <a:lnSpc>
                <a:spcPct val="90000"/>
              </a:lnSpc>
            </a:pPr>
            <a:r>
              <a:rPr lang="en-US" sz="1400" dirty="0">
                <a:solidFill>
                  <a:srgbClr val="000000"/>
                </a:solidFill>
                <a:latin typeface="Ink Free" panose="03080402000500000000" pitchFamily="66" charset="0"/>
              </a:rPr>
              <a:t>768 numbers each</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1 · Index, once</a:t>
            </a:r>
          </a:p>
        </p:txBody>
      </p:sp>
      <p:grpSp>
        <p:nvGrpSpPr>
          <p:cNvPr id="103" name="30 Trails icon"/>
          <p:cNvGrpSpPr/>
          <p:nvPr/>
        </p:nvGrpSpPr>
        <p:grpSpPr>
          <a:xfrm>
            <a:off x="1325880" y="3244431"/>
            <a:ext cx="822960" cy="822960"/>
            <a:chOff x="0" y="0"/>
            <a:chExt cx="822960" cy="822960"/>
          </a:xfrm>
        </p:grpSpPr>
        <p:sp>
          <p:nvSpPr>
            <p:cNvPr id="104" name="30 Trails icon backing"/>
            <p:cNvSpPr/>
            <p:nvPr/>
          </p:nvSpPr>
          <p:spPr>
            <a:xfrm>
              <a:off x="0" y="0"/>
              <a:ext cx="822960" cy="822960"/>
            </a:xfrm>
            <a:custGeom>
              <a:avLst/>
              <a:gdLst/>
              <a:ahLst/>
              <a:cxnLst/>
              <a:rect l="l" t="t" r="r" b="b"/>
              <a:pathLst>
                <a:path w="96000" h="96000">
                  <a:moveTo>
                    <a:pt x="8000" y="20000"/>
                  </a:moveTo>
                  <a:cubicBezTo>
                    <a:pt x="8000" y="38667"/>
                    <a:pt x="8000" y="57333"/>
                    <a:pt x="8000" y="76000"/>
                  </a:cubicBezTo>
                  <a:cubicBezTo>
                    <a:pt x="34667" y="76000"/>
                    <a:pt x="61333" y="76000"/>
                    <a:pt x="88000" y="76000"/>
                  </a:cubicBezTo>
                  <a:cubicBezTo>
                    <a:pt x="88000" y="57333"/>
                    <a:pt x="88000" y="38667"/>
                    <a:pt x="88000" y="20000"/>
                  </a:cubicBezTo>
                  <a:cubicBezTo>
                    <a:pt x="61333" y="20000"/>
                    <a:pt x="34667" y="20000"/>
                    <a:pt x="8000" y="20000"/>
                  </a:cubicBezTo>
                  <a:close/>
                </a:path>
              </a:pathLst>
            </a:custGeom>
            <a:solidFill>
              <a:srgbClr val="FFFFFF"/>
            </a:solidFill>
            <a:ln>
              <a:noFill/>
            </a:ln>
          </p:spPr>
          <p:txBody>
            <a:bodyPr rtlCol="0" anchor="ctr"/>
            <a:lstStyle/>
            <a:p>
              <a:endParaRPr lang="en-US"/>
            </a:p>
          </p:txBody>
        </p:sp>
        <p:sp>
          <p:nvSpPr>
            <p:cNvPr id="102" name="30 Trails icon 1"/>
            <p:cNvSpPr/>
            <p:nvPr/>
          </p:nvSpPr>
          <p:spPr>
            <a:xfrm>
              <a:off x="0" y="0"/>
              <a:ext cx="822960" cy="822960"/>
            </a:xfrm>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noFill/>
            <a:ln w="19050" cap="rnd">
              <a:solidFill>
                <a:srgbClr val="1F3A5F"/>
              </a:solidFill>
              <a:round/>
              <a:extLst>
                <a:ext uri="{C807C97D-BFC1-408E-A445-0C87EB9F89A2}">
                  <ask:lineSketchStyleProps xmlns:ask="http://schemas.microsoft.com/office/drawing/2018/sketchyshapes" sd="8060">
                    <a:custGeom>
                      <a:avLst/>
                      <a:gdLst/>
                      <a:ahLst/>
                      <a:cxnLst/>
                      <a:rect l="l" t="t" r="r" b="b"/>
                      <a:pathLst>
                        <a:path w="96000" h="96000">
                          <a:moveTo>
                            <a:pt x="82000" y="38000"/>
                          </a:moveTo>
                          <a:cubicBezTo>
                            <a:pt x="75333" y="36964"/>
                            <a:pt x="68667" y="38458"/>
                            <a:pt x="62000" y="38000"/>
                          </a:cubicBezTo>
                          <a:cubicBezTo>
                            <a:pt x="62304" y="34000"/>
                            <a:pt x="62585" y="30000"/>
                            <a:pt x="62000" y="26000"/>
                          </a:cubicBezTo>
                          <a:cubicBezTo>
                            <a:pt x="68667" y="26329"/>
                            <a:pt x="75333" y="26020"/>
                            <a:pt x="82000" y="26000"/>
                          </a:cubicBezTo>
                          <a:cubicBezTo>
                            <a:pt x="82626" y="30000"/>
                            <a:pt x="82329" y="34000"/>
                            <a:pt x="82000" y="38000"/>
                          </a:cubicBezTo>
                          <a:close/>
                          <a:moveTo>
                            <a:pt x="82000" y="54000"/>
                          </a:moveTo>
                          <a:cubicBezTo>
                            <a:pt x="75333" y="53818"/>
                            <a:pt x="68667" y="53706"/>
                            <a:pt x="62000" y="54000"/>
                          </a:cubicBezTo>
                          <a:cubicBezTo>
                            <a:pt x="62282" y="50000"/>
                            <a:pt x="62203" y="46000"/>
                            <a:pt x="62000" y="42000"/>
                          </a:cubicBezTo>
                          <a:cubicBezTo>
                            <a:pt x="68667" y="41374"/>
                            <a:pt x="75333" y="42081"/>
                            <a:pt x="82000" y="42000"/>
                          </a:cubicBezTo>
                          <a:cubicBezTo>
                            <a:pt x="81809" y="46000"/>
                            <a:pt x="81553" y="50000"/>
                            <a:pt x="82000" y="54000"/>
                          </a:cubicBezTo>
                          <a:close/>
                          <a:moveTo>
                            <a:pt x="82000" y="70000"/>
                          </a:moveTo>
                          <a:cubicBezTo>
                            <a:pt x="75333" y="69703"/>
                            <a:pt x="68667" y="69374"/>
                            <a:pt x="62000" y="70000"/>
                          </a:cubicBezTo>
                          <a:cubicBezTo>
                            <a:pt x="61938" y="66000"/>
                            <a:pt x="62230" y="62000"/>
                            <a:pt x="62000" y="58000"/>
                          </a:cubicBezTo>
                          <a:cubicBezTo>
                            <a:pt x="68667" y="57321"/>
                            <a:pt x="75333" y="57474"/>
                            <a:pt x="82000" y="58000"/>
                          </a:cubicBezTo>
                          <a:cubicBezTo>
                            <a:pt x="81291" y="62000"/>
                            <a:pt x="81640" y="66000"/>
                            <a:pt x="82000" y="70000"/>
                          </a:cubicBezTo>
                          <a:close/>
                          <a:moveTo>
                            <a:pt x="38000" y="70000"/>
                          </a:moveTo>
                          <a:cubicBezTo>
                            <a:pt x="37508" y="66000"/>
                            <a:pt x="38401" y="62000"/>
                            <a:pt x="38000" y="58000"/>
                          </a:cubicBezTo>
                          <a:cubicBezTo>
                            <a:pt x="44667" y="57135"/>
                            <a:pt x="51333" y="58515"/>
                            <a:pt x="58000" y="58000"/>
                          </a:cubicBezTo>
                          <a:cubicBezTo>
                            <a:pt x="57530" y="62000"/>
                            <a:pt x="58174" y="66000"/>
                            <a:pt x="58000" y="70000"/>
                          </a:cubicBezTo>
                          <a:cubicBezTo>
                            <a:pt x="51333" y="69028"/>
                            <a:pt x="44667" y="69325"/>
                            <a:pt x="38000" y="70000"/>
                          </a:cubicBezTo>
                          <a:close/>
                          <a:moveTo>
                            <a:pt x="14000" y="70000"/>
                          </a:moveTo>
                          <a:cubicBezTo>
                            <a:pt x="13872" y="66000"/>
                            <a:pt x="14455" y="62000"/>
                            <a:pt x="14000" y="58000"/>
                          </a:cubicBezTo>
                          <a:cubicBezTo>
                            <a:pt x="20667" y="57945"/>
                            <a:pt x="27333" y="57806"/>
                            <a:pt x="34000" y="58000"/>
                          </a:cubicBezTo>
                          <a:cubicBezTo>
                            <a:pt x="34215" y="62000"/>
                            <a:pt x="34417" y="66000"/>
                            <a:pt x="34000" y="70000"/>
                          </a:cubicBezTo>
                          <a:cubicBezTo>
                            <a:pt x="27333" y="70745"/>
                            <a:pt x="20667" y="69015"/>
                            <a:pt x="14000" y="70000"/>
                          </a:cubicBezTo>
                          <a:close/>
                          <a:moveTo>
                            <a:pt x="14000" y="42000"/>
                          </a:moveTo>
                          <a:cubicBezTo>
                            <a:pt x="20667" y="42073"/>
                            <a:pt x="27333" y="41846"/>
                            <a:pt x="34000" y="42000"/>
                          </a:cubicBezTo>
                          <a:cubicBezTo>
                            <a:pt x="33773" y="46000"/>
                            <a:pt x="34287" y="50000"/>
                            <a:pt x="34000" y="54000"/>
                          </a:cubicBezTo>
                          <a:cubicBezTo>
                            <a:pt x="27333" y="53764"/>
                            <a:pt x="20667" y="54324"/>
                            <a:pt x="14000" y="54000"/>
                          </a:cubicBezTo>
                          <a:cubicBezTo>
                            <a:pt x="14124" y="50000"/>
                            <a:pt x="14381" y="46000"/>
                            <a:pt x="14000" y="42000"/>
                          </a:cubicBezTo>
                          <a:close/>
                          <a:moveTo>
                            <a:pt x="14000" y="26000"/>
                          </a:moveTo>
                          <a:cubicBezTo>
                            <a:pt x="20667" y="26944"/>
                            <a:pt x="27333" y="26357"/>
                            <a:pt x="34000" y="26000"/>
                          </a:cubicBezTo>
                          <a:cubicBezTo>
                            <a:pt x="34246" y="30000"/>
                            <a:pt x="33800" y="34000"/>
                            <a:pt x="34000" y="38000"/>
                          </a:cubicBezTo>
                          <a:cubicBezTo>
                            <a:pt x="27333" y="37158"/>
                            <a:pt x="20667" y="38766"/>
                            <a:pt x="14000" y="38000"/>
                          </a:cubicBezTo>
                          <a:cubicBezTo>
                            <a:pt x="14278" y="34000"/>
                            <a:pt x="13835" y="30000"/>
                            <a:pt x="14000" y="26000"/>
                          </a:cubicBezTo>
                          <a:close/>
                          <a:moveTo>
                            <a:pt x="58000" y="42000"/>
                          </a:moveTo>
                          <a:cubicBezTo>
                            <a:pt x="57476" y="46000"/>
                            <a:pt x="57534" y="50000"/>
                            <a:pt x="58000" y="54000"/>
                          </a:cubicBezTo>
                          <a:cubicBezTo>
                            <a:pt x="51333" y="53804"/>
                            <a:pt x="44667" y="53553"/>
                            <a:pt x="38000" y="54000"/>
                          </a:cubicBezTo>
                          <a:cubicBezTo>
                            <a:pt x="38135" y="50000"/>
                            <a:pt x="37781" y="46000"/>
                            <a:pt x="38000" y="42000"/>
                          </a:cubicBezTo>
                          <a:cubicBezTo>
                            <a:pt x="44667" y="42361"/>
                            <a:pt x="51333" y="41557"/>
                            <a:pt x="58000" y="42000"/>
                          </a:cubicBezTo>
                          <a:close/>
                          <a:moveTo>
                            <a:pt x="58000" y="26000"/>
                          </a:moveTo>
                          <a:cubicBezTo>
                            <a:pt x="58361" y="30000"/>
                            <a:pt x="57679" y="34000"/>
                            <a:pt x="58000" y="38000"/>
                          </a:cubicBezTo>
                          <a:cubicBezTo>
                            <a:pt x="51333" y="38826"/>
                            <a:pt x="44667" y="38857"/>
                            <a:pt x="38000" y="38000"/>
                          </a:cubicBezTo>
                          <a:cubicBezTo>
                            <a:pt x="38344" y="34000"/>
                            <a:pt x="37668" y="30000"/>
                            <a:pt x="38000" y="26000"/>
                          </a:cubicBezTo>
                          <a:cubicBezTo>
                            <a:pt x="44667" y="25393"/>
                            <a:pt x="51333" y="25948"/>
                            <a:pt x="58000" y="26000"/>
                          </a:cubicBezTo>
                          <a:close/>
                          <a:moveTo>
                            <a:pt x="8000" y="20000"/>
                          </a:moveTo>
                          <a:cubicBezTo>
                            <a:pt x="8291" y="26222"/>
                            <a:pt x="8968" y="32444"/>
                            <a:pt x="8000" y="38667"/>
                          </a:cubicBezTo>
                          <a:cubicBezTo>
                            <a:pt x="6981" y="44889"/>
                            <a:pt x="8078" y="51111"/>
                            <a:pt x="8000" y="57333"/>
                          </a:cubicBezTo>
                          <a:cubicBezTo>
                            <a:pt x="8972" y="63556"/>
                            <a:pt x="7226" y="69778"/>
                            <a:pt x="8000" y="76000"/>
                          </a:cubicBezTo>
                          <a:cubicBezTo>
                            <a:pt x="14667" y="76152"/>
                            <a:pt x="21333" y="76508"/>
                            <a:pt x="28000" y="76000"/>
                          </a:cubicBezTo>
                          <a:cubicBezTo>
                            <a:pt x="34667" y="77090"/>
                            <a:pt x="41333" y="77106"/>
                            <a:pt x="48000" y="76000"/>
                          </a:cubicBezTo>
                          <a:cubicBezTo>
                            <a:pt x="54667" y="76304"/>
                            <a:pt x="61333" y="75587"/>
                            <a:pt x="68000" y="76000"/>
                          </a:cubicBezTo>
                          <a:cubicBezTo>
                            <a:pt x="74667" y="74984"/>
                            <a:pt x="81333" y="75947"/>
                            <a:pt x="88000" y="76000"/>
                          </a:cubicBezTo>
                          <a:cubicBezTo>
                            <a:pt x="87175" y="69778"/>
                            <a:pt x="87916" y="63556"/>
                            <a:pt x="88000" y="57333"/>
                          </a:cubicBezTo>
                          <a:cubicBezTo>
                            <a:pt x="87658" y="51111"/>
                            <a:pt x="87250" y="44889"/>
                            <a:pt x="88000" y="38667"/>
                          </a:cubicBezTo>
                          <a:cubicBezTo>
                            <a:pt x="89036" y="32444"/>
                            <a:pt x="88099" y="26222"/>
                            <a:pt x="88000" y="20000"/>
                          </a:cubicBezTo>
                          <a:cubicBezTo>
                            <a:pt x="81333" y="20870"/>
                            <a:pt x="74667" y="20911"/>
                            <a:pt x="68000" y="20000"/>
                          </a:cubicBezTo>
                          <a:cubicBezTo>
                            <a:pt x="61333" y="20520"/>
                            <a:pt x="54667" y="19582"/>
                            <a:pt x="48000" y="20000"/>
                          </a:cubicBezTo>
                          <a:cubicBezTo>
                            <a:pt x="41333" y="21111"/>
                            <a:pt x="34667" y="20615"/>
                            <a:pt x="28000" y="20000"/>
                          </a:cubicBezTo>
                          <a:cubicBezTo>
                            <a:pt x="21333" y="19003"/>
                            <a:pt x="14667" y="19372"/>
                            <a:pt x="8000" y="20000"/>
                          </a:cubicBezTo>
                          <a:close/>
                        </a:path>
                      </a:pathLst>
                    </a:custGeom>
                    <ask:type>
                      <ask:lineSketchScribble/>
                    </ask:type>
                  </ask:lineSketchStyleProps>
                </a:ext>
              </a:extLst>
            </a:ln>
          </p:spPr>
          <p:txBody>
            <a:bodyPr rtlCol="0" anchor="ctr"/>
            <a:lstStyle/>
            <a:p>
              <a:endParaRPr lang="en-US"/>
            </a:p>
          </p:txBody>
        </p:sp>
      </p:grpSp>
      <p:sp>
        <p:nvSpPr>
          <p:cNvPr id="105"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30 Trails</a:t>
            </a:r>
          </a:p>
        </p:txBody>
      </p:sp>
      <p:sp>
        <p:nvSpPr>
          <p:cNvPr id="106"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trails-slice.json</a:t>
            </a:r>
          </a:p>
        </p:txBody>
      </p:sp>
      <p:cxnSp>
        <p:nvCxnSpPr>
          <p:cNvPr id="107" name="Doc-App"/>
          <p:cNvCxnSpPr/>
          <p:nvPr/>
        </p:nvCxnSpPr>
        <p:spPr>
          <a:xfrm>
            <a:off x="2331720" y="3655911"/>
            <a:ext cx="2437190" cy="0"/>
          </a:xfrm>
          <a:prstGeom prst="straightConnector1">
            <a:avLst/>
          </a:prstGeom>
          <a:ln w="28575">
            <a:solidFill>
              <a:srgbClr val="000000"/>
            </a:solidFill>
            <a:tailEnd type="triangle"/>
          </a:ln>
        </p:spPr>
      </p:cxnSp>
      <p:sp>
        <p:nvSpPr>
          <p:cNvPr id="108" name="Doc arrow label"/>
          <p:cNvSpPr txBox="1"/>
          <p:nvPr/>
        </p:nvSpPr>
        <p:spPr>
          <a:xfrm>
            <a:off x="2331720" y="3198711"/>
            <a:ext cx="2437190" cy="36576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descriptions</a:t>
            </a:r>
          </a:p>
        </p:txBody>
      </p:sp>
      <p:sp>
        <p:nvSpPr>
          <p:cNvPr id="109"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 name="Graphic 2" descr="Single gear outline"/>
          <p:cNvGrpSpPr/>
          <p:nvPr/>
        </p:nvGrpSpPr>
        <p:grpSpPr>
          <a:xfrm>
            <a:off x="5738021" y="3331981"/>
            <a:ext cx="648652" cy="647861"/>
            <a:chOff x="5772150" y="3332061"/>
            <a:chExt cx="648652" cy="647861"/>
          </a:xfrm>
          <a:noFill/>
        </p:grpSpPr>
        <p:sp>
          <p:nvSpPr>
            <p:cNvPr id="111"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2"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3"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30 descriptions</a:t>
            </a:r>
          </a:p>
        </p:txBody>
      </p:sp>
      <p:sp>
        <p:nvSpPr>
          <p:cNvPr id="122" name="Reply"/>
          <p:cNvSpPr txBox="1"/>
          <p:nvPr/>
        </p:nvSpPr>
        <p:spPr>
          <a:xfrm>
            <a:off x="7388352" y="3154680"/>
            <a:ext cx="1737360" cy="5029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[0.0611, -0.0001,</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-0.2007, …]</a:t>
            </a:r>
          </a:p>
        </p:txBody>
      </p:sp>
      <p:sp>
        <p:nvSpPr>
          <p:cNvPr id="123" name="Dims"/>
          <p:cNvSpPr txBox="1"/>
          <p:nvPr/>
        </p:nvSpPr>
        <p:spPr>
          <a:xfrm>
            <a:off x="7388352" y="3520440"/>
            <a:ext cx="1645920" cy="320040"/>
          </a:xfrm>
          <a:prstGeom prst="rect">
            <a:avLst/>
          </a:prstGeom>
          <a:noFill/>
        </p:spPr>
        <p:txBody>
          <a:bodyPr wrap="square" lIns="0" tIns="0" rIns="0" bIns="0" anchor="t">
            <a:noAutofit/>
          </a:bodyPr>
          <a:lstStyle/>
          <a:p>
            <a:pPr algn="ctr">
              <a:lnSpc>
                <a:spcPct val="90000"/>
              </a:lnSpc>
            </a:pPr>
            <a:r>
              <a:rPr lang="en-US" sz="1400" dirty="0">
                <a:solidFill>
                  <a:srgbClr val="000000"/>
                </a:solidFill>
                <a:latin typeface="Ink Free" panose="03080402000500000000" pitchFamily="66" charset="0"/>
              </a:rPr>
              <a:t>768 numbers each</a:t>
            </a:r>
          </a:p>
        </p:txBody>
      </p:sp>
      <p:cxnSp>
        <p:nvCxnSpPr>
          <p:cNvPr id="12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26" name="Stored"/>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name, vector} ×30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F04 Semantic Search</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A </a:t>
            </a:r>
            <a:r>
              <a:rPr lang="en-US" sz="2800" dirty="0"/>
              <a:t>previously useless search box now allows them to</a:t>
            </a:r>
            <a:r>
              <a:rPr sz="2800" dirty="0"/>
              <a:t> describe what they want</a:t>
            </a:r>
            <a:r>
              <a:rPr lang="en-US" sz="2800" dirty="0"/>
              <a:t> and</a:t>
            </a:r>
            <a:r>
              <a:rPr sz="2800" dirty="0"/>
              <a:t> it </a:t>
            </a:r>
            <a:r>
              <a:rPr lang="en-US" sz="2800" dirty="0"/>
              <a:t>finds the most conceptually related things</a:t>
            </a:r>
            <a:r>
              <a:rPr sz="2800" dirty="0"/>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lang="en-US" sz="2800" b="1" dirty="0"/>
              <a:t>When:</a:t>
            </a:r>
            <a:r>
              <a:rPr lang="en-US" sz="2800" dirty="0"/>
              <a:t> A previously useless search box now allows them to describe what they want and it finds the most conceptually related things.</a:t>
            </a:r>
          </a:p>
          <a:p>
            <a:pPr>
              <a:spcAft>
                <a:spcPts val="1400"/>
              </a:spcAft>
            </a:pPr>
            <a:r>
              <a:rPr sz="2800" b="1" dirty="0"/>
              <a:t>Think:</a:t>
            </a:r>
            <a:r>
              <a:rPr sz="2800" dirty="0"/>
              <a:t> "Our search finds what users mean, not just what they type."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Semantic Search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lang="en-US" sz="2800" b="1" dirty="0"/>
              <a:t>When:</a:t>
            </a:r>
            <a:r>
              <a:rPr lang="en-US" sz="2800" dirty="0"/>
              <a:t> A previously useless search box now allows them to describe what they want and it finds the most conceptually related things.</a:t>
            </a:r>
          </a:p>
          <a:p>
            <a:pPr>
              <a:spcAft>
                <a:spcPts val="1400"/>
              </a:spcAft>
            </a:pPr>
            <a:r>
              <a:rPr sz="2800" b="1" dirty="0"/>
              <a:t>Think:</a:t>
            </a:r>
            <a:r>
              <a:rPr sz="2800" dirty="0"/>
              <a:t> "Our search finds what users mean, not just what they type."</a:t>
            </a:r>
          </a:p>
          <a:p>
            <a:pPr>
              <a:spcAft>
                <a:spcPts val="1400"/>
              </a:spcAft>
            </a:pPr>
            <a:endParaRPr sz="2800" dirty="0"/>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F05 · RAG</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ocument.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dirty="0"/>
              <a:t>Look </a:t>
            </a:r>
            <a:r>
              <a:rPr lang="en-US" sz="4000" dirty="0"/>
              <a:t>in your </a:t>
            </a:r>
            <a:r>
              <a:rPr sz="4000" dirty="0"/>
              <a:t>documents </a:t>
            </a:r>
            <a:r>
              <a:rPr lang="en-US" sz="4000" dirty="0"/>
              <a:t>as the source</a:t>
            </a:r>
            <a:r>
              <a:rPr sz="4000" dirty="0"/>
              <a:t>; the </a:t>
            </a:r>
            <a:endParaRPr lang="en-US" sz="4000" dirty="0"/>
          </a:p>
          <a:p>
            <a:pPr algn="ctr"/>
            <a:r>
              <a:rPr sz="4000" dirty="0"/>
              <a:t>model </a:t>
            </a:r>
            <a:r>
              <a:rPr lang="en-US" sz="4000" b="1" dirty="0">
                <a:solidFill>
                  <a:srgbClr val="017AB4"/>
                </a:solidFill>
              </a:rPr>
              <a:t>composes an a</a:t>
            </a:r>
            <a:r>
              <a:rPr sz="4000" b="1" dirty="0">
                <a:solidFill>
                  <a:srgbClr val="017AB4"/>
                </a:solidFill>
              </a:rPr>
              <a:t>nswer from what it finds</a:t>
            </a:r>
            <a:r>
              <a:rPr sz="4000" dirty="0"/>
              <a:t>.</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cxnSp>
        <p:nvCxnSpPr>
          <p:cNvPr id="123"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 → top 3</a:t>
            </a:r>
          </a:p>
        </p:txBody>
      </p:sp>
      <p:sp>
        <p:nvSpPr>
          <p:cNvPr id="125" name="Top 3"/>
          <p:cNvSpPr txBox="1"/>
          <p:nvPr/>
        </p:nvSpPr>
        <p:spPr>
          <a:xfrm>
            <a:off x="6903720" y="4956048"/>
            <a:ext cx="2331720" cy="502920"/>
          </a:xfrm>
          <a:prstGeom prst="rect">
            <a:avLst/>
          </a:prstGeom>
          <a:noFill/>
        </p:spPr>
        <p:txBody>
          <a:bodyPr wrap="square" lIns="0" tIns="0" rIns="0" bIns="0" anchor="t">
            <a:noAutofit/>
          </a:bodyPr>
          <a:lstStyle/>
          <a:p>
            <a:pPr algn="l">
              <a:lnSpc>
                <a:spcPct val="90000"/>
              </a:lnSpc>
            </a:pPr>
            <a:r>
              <a:rPr lang="en-US" sz="1000" dirty="0">
                <a:solidFill>
                  <a:srgbClr val="000000"/>
                </a:solidFill>
                <a:latin typeface="Consolas" panose="020B0609020204030204" pitchFamily="49" charset="0"/>
                <a:cs typeface="Consolas" panose="020B0609020204030204" pitchFamily="49" charset="0"/>
              </a:rPr>
              <a:t>camping-guide:04.2  0.74</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frontcountry:04.1-2 0.69</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yosemite-fire:03    0.68</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F05 RAG</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a:p>
            <a:pPr>
              <a:spcAft>
                <a:spcPts val="1400"/>
              </a:spcAft>
            </a:pPr>
            <a:r>
              <a:rPr sz="2800" b="1"/>
              <a:t>Think:</a:t>
            </a:r>
            <a:r>
              <a:rPr sz="2800"/>
              <a:t> "Our documents already answer these questions. This makes them answer directly, with receipts."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RAG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The org already wrote the answer down, and people still ask humans.</a:t>
            </a:r>
          </a:p>
          <a:p>
            <a:pPr>
              <a:spcAft>
                <a:spcPts val="1400"/>
              </a:spcAft>
            </a:pPr>
            <a:r>
              <a:rPr sz="2800" b="1"/>
              <a:t>Think:</a:t>
            </a:r>
            <a:r>
              <a:rPr sz="2800"/>
              <a:t> "Our documents already answer these questions. This makes them answer directly, with receipts."</a:t>
            </a:r>
          </a:p>
          <a:p>
            <a:pPr>
              <a:spcAft>
                <a:spcPts val="1400"/>
              </a:spcAft>
            </a:pPr>
            <a:endParaRPr sz="2800"/>
          </a:p>
          <a:p>
            <a:pPr>
              <a:spcAft>
                <a:spcPts val="1400"/>
              </a:spcAft>
            </a:pPr>
            <a:r>
              <a:rPr sz="2800" b="1"/>
              <a:t>Difficulty:</a:t>
            </a:r>
            <a:r>
              <a:rPr sz="2800"/>
              <a:t> </a:t>
            </a:r>
          </a:p>
        </p:txBody>
      </p:sp>
      <p:sp>
        <p:nvSpPr>
          <p:cNvPr id="4" name="Rounded Rectangle 3"/>
          <p:cNvSpPr/>
          <p:nvPr/>
        </p:nvSpPr>
        <p:spPr>
          <a:xfrm>
            <a:off x="2807208" y="4809744"/>
            <a:ext cx="256032" cy="256032"/>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Hard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F06 · Recommendations</a:t>
            </a:r>
          </a:p>
        </p:txBody>
      </p:sp>
      <p:sp>
        <p:nvSpPr>
          <p:cNvPr id="3" name="Text Placeholder 2"/>
          <p:cNvSpPr>
            <a:spLocks noGrp="1"/>
          </p:cNvSpPr>
          <p:nvPr>
            <p:ph type="body" idx="1"/>
          </p:nvPr>
        </p:nvSpPr>
        <p:spPr/>
        <p:txBody>
          <a:bodyPr>
            <a:normAutofit lnSpcReduction="10000"/>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route.png"/>
          <p:cNvPicPr>
            <a:picLocks noChangeAspect="1"/>
          </p:cNvPicPr>
          <p:nvPr/>
        </p:nvPicPr>
        <p:blipFill>
          <a:blip r:embed="rId3"/>
          <a:stretch>
            <a:fillRect/>
          </a:stretch>
        </p:blipFill>
        <p:spPr>
          <a:xfrm>
            <a:off x="5638800" y="1371600"/>
            <a:ext cx="914400" cy="914400"/>
          </a:xfrm>
          <a:prstGeom prst="rect">
            <a:avLst/>
          </a:prstGeom>
        </p:spPr>
      </p:pic>
      <p:sp>
        <p:nvSpPr>
          <p:cNvPr id="3" name="TextBox 2"/>
          <p:cNvSpPr txBox="1"/>
          <p:nvPr/>
        </p:nvSpPr>
        <p:spPr>
          <a:xfrm>
            <a:off x="914400" y="3178760"/>
            <a:ext cx="10332720" cy="1323439"/>
          </a:xfrm>
          <a:prstGeom prst="rect">
            <a:avLst/>
          </a:prstGeom>
          <a:noFill/>
        </p:spPr>
        <p:txBody>
          <a:bodyPr wrap="square" anchor="ctr">
            <a:spAutoFit/>
          </a:bodyPr>
          <a:lstStyle/>
          <a:p>
            <a:pPr algn="ctr"/>
            <a:r>
              <a:rPr sz="4000"/>
              <a:t>Suggest the </a:t>
            </a:r>
            <a:r>
              <a:rPr sz="4000" b="1">
                <a:solidFill>
                  <a:srgbClr val="017AB4"/>
                </a:solidFill>
              </a:rPr>
              <a:t>next thing</a:t>
            </a:r>
            <a:r>
              <a:rPr sz="4000"/>
              <a:t> a user will want, </a:t>
            </a:r>
            <a:endParaRPr lang="en-US" sz="4000"/>
          </a:p>
          <a:p>
            <a:pPr algn="ctr"/>
            <a:r>
              <a:rPr sz="4000"/>
              <a:t>from what they liked already.</a:t>
            </a:r>
          </a:p>
        </p:txBody>
      </p:sp>
      <p:pic>
        <p:nvPicPr>
          <p:cNvPr id="4" name="Picture 3" descr="image.png"/>
          <p:cNvPicPr>
            <a:picLocks noChangeAspect="1"/>
          </p:cNvPicPr>
          <p:nvPr/>
        </p:nvPicPr>
        <p:blipFill>
          <a:blip r:embed="rId4"/>
          <a:stretch>
            <a:fillRect/>
          </a:stretch>
        </p:blipFill>
        <p:spPr>
          <a:xfrm>
            <a:off x="9326880" y="5989320"/>
            <a:ext cx="2560320" cy="64008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F06 Recommendations</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Users finish one thing and the product offers no next step.</a:t>
            </a:r>
          </a:p>
          <a:p>
            <a:pPr>
              <a:spcAft>
                <a:spcPts val="1400"/>
              </a:spcAft>
            </a:pPr>
            <a:r>
              <a:rPr sz="2800" b="1"/>
              <a:t>Think:</a:t>
            </a:r>
            <a:r>
              <a:rPr sz="2800"/>
              <a:t> "The same vectors that power our search give us 'more like this' for free."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Recommendations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Users finish one thing and the product offers no next step.</a:t>
            </a:r>
          </a:p>
          <a:p>
            <a:pPr>
              <a:spcAft>
                <a:spcPts val="1400"/>
              </a:spcAft>
            </a:pPr>
            <a:r>
              <a:rPr sz="2800" b="1" dirty="0"/>
              <a:t>Think:</a:t>
            </a:r>
            <a:r>
              <a:rPr sz="2800" dirty="0"/>
              <a:t> "The same vectors that power our search give </a:t>
            </a:r>
            <a:r>
              <a:rPr lang="en-US" sz="2800" dirty="0"/>
              <a:t>us</a:t>
            </a:r>
            <a:r>
              <a:rPr sz="2800" dirty="0"/>
              <a:t> 'more like this' for free."</a:t>
            </a:r>
          </a:p>
          <a:p>
            <a:pPr>
              <a:spcAft>
                <a:spcPts val="1400"/>
              </a:spcAft>
            </a:pPr>
            <a:endParaRPr sz="2800" dirty="0"/>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Lab 2: ~50 Minutes</a:t>
            </a:r>
          </a:p>
        </p:txBody>
      </p:sp>
      <p:sp>
        <p:nvSpPr>
          <p:cNvPr id="3" name="Content Placeholder 2"/>
          <p:cNvSpPr>
            <a:spLocks noGrp="1"/>
          </p:cNvSpPr>
          <p:nvPr>
            <p:ph idx="1"/>
          </p:nvPr>
        </p:nvSpPr>
        <p:spPr>
          <a:xfrm>
            <a:off x="612648" y="1920240"/>
            <a:ext cx="10966704" cy="4617720"/>
          </a:xfrm>
        </p:spPr>
        <p:txBody>
          <a:bodyPr wrap="square"/>
          <a:lstStyle/>
          <a:p>
            <a:pPr marL="0" indent="0">
              <a:buNone/>
            </a:pPr>
            <a:r>
              <a:rPr sz="3600" dirty="0"/>
              <a:t>⭐ Recommended: </a:t>
            </a:r>
            <a:endParaRPr lang="en-US" sz="3600" dirty="0"/>
          </a:p>
          <a:p>
            <a:pPr marL="0" indent="0">
              <a:buNone/>
            </a:pPr>
            <a:r>
              <a:rPr sz="3600" b="1" dirty="0"/>
              <a:t>F04 Semantic Search</a:t>
            </a:r>
            <a:endParaRPr lang="en-US" sz="3600" b="1" dirty="0"/>
          </a:p>
          <a:p>
            <a:pPr marL="0" indent="0">
              <a:buNone/>
            </a:pPr>
            <a:endParaRPr sz="3600" b="1" dirty="0"/>
          </a:p>
          <a:p>
            <a:pPr marL="0" indent="0">
              <a:buNone/>
            </a:pPr>
            <a:r>
              <a:rPr sz="3600" dirty="0"/>
              <a:t>⛰️ Challenge: </a:t>
            </a:r>
            <a:endParaRPr lang="en-US" sz="3600" dirty="0"/>
          </a:p>
          <a:p>
            <a:pPr marL="0" indent="0">
              <a:buNone/>
            </a:pPr>
            <a:r>
              <a:rPr sz="3600" b="1" dirty="0"/>
              <a:t>F05 RAG</a:t>
            </a:r>
            <a:r>
              <a:rPr sz="3600" dirty="0"/>
              <a:t> (☁️ room key) · </a:t>
            </a:r>
            <a:r>
              <a:rPr sz="3600" b="1" dirty="0"/>
              <a:t>F06 Recommendations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879C7D46-B427-B1BB-7A1F-392BCB232898}"/>
              </a:ext>
            </a:extLst>
          </p:cNvPr>
          <p:cNvSpPr>
            <a:spLocks noGrp="1"/>
          </p:cNvSpPr>
          <p:nvPr>
            <p:ph type="title"/>
          </p:nvPr>
        </p:nvSpPr>
        <p:spPr>
          <a:xfrm>
            <a:off x="1103309" y="2776166"/>
            <a:ext cx="10772775" cy="1658198"/>
          </a:xfrm>
        </p:spPr>
        <p:txBody>
          <a:bodyPr/>
          <a:lstStyle/>
          <a:p>
            <a:r>
              <a:rPr lang="en-US" sz="4400" dirty="0">
                <a:solidFill>
                  <a:schemeClr val="tx1"/>
                </a:solidFill>
              </a:rPr>
              <a:t>Jonathan "J." Tower</a:t>
            </a:r>
            <a:endParaRPr lang="en-US" dirty="0">
              <a:solidFill>
                <a:schemeClr val="tx1"/>
              </a:solidFill>
            </a:endParaRPr>
          </a:p>
        </p:txBody>
      </p:sp>
      <p:sp>
        <p:nvSpPr>
          <p:cNvPr id="3" name="Content Placeholder 2"/>
          <p:cNvSpPr>
            <a:spLocks noGrp="1"/>
          </p:cNvSpPr>
          <p:nvPr>
            <p:ph idx="1"/>
          </p:nvPr>
        </p:nvSpPr>
        <p:spPr>
          <a:xfrm>
            <a:off x="1043180" y="4005394"/>
            <a:ext cx="4981194" cy="456600"/>
          </a:xfrm>
        </p:spPr>
        <p:txBody>
          <a:bodyPr>
            <a:normAutofit/>
          </a:bodyPr>
          <a:lstStyle/>
          <a:p>
            <a:pPr>
              <a:spcBef>
                <a:spcPts val="600"/>
              </a:spcBef>
            </a:pPr>
            <a:r>
              <a:rPr lang="en-US" sz="1800" dirty="0"/>
              <a:t>Founding Partner</a:t>
            </a:r>
          </a:p>
        </p:txBody>
      </p:sp>
      <p:sp>
        <p:nvSpPr>
          <p:cNvPr id="2" name="Content Placeholder 2">
            <a:extLst>
              <a:ext uri="{FF2B5EF4-FFF2-40B4-BE49-F238E27FC236}">
                <a16:creationId xmlns:a16="http://schemas.microsoft.com/office/drawing/2014/main" id="{E5422206-0EEA-0ED9-B408-CC3FB282F987}"/>
              </a:ext>
            </a:extLst>
          </p:cNvPr>
          <p:cNvSpPr txBox="1">
            <a:spLocks/>
          </p:cNvSpPr>
          <p:nvPr/>
        </p:nvSpPr>
        <p:spPr>
          <a:xfrm>
            <a:off x="1505728" y="4419847"/>
            <a:ext cx="3444002" cy="1251800"/>
          </a:xfrm>
          <a:prstGeom prst="rect">
            <a:avLst/>
          </a:prstGeom>
        </p:spPr>
        <p:txBody>
          <a:bodyPr vert="horz" lIns="68580" tIns="34290" rIns="68580" bIns="34290" rtlCol="0">
            <a:normAutofit/>
          </a:bodyPr>
          <a:lst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a:lstStyle>
          <a:p>
            <a:pPr marL="3429" lvl="1" indent="0" defTabSz="685800">
              <a:spcBef>
                <a:spcPts val="975"/>
              </a:spcBef>
              <a:buNone/>
              <a:tabLst>
                <a:tab pos="175022" algn="ctr"/>
                <a:tab pos="342900" algn="l"/>
              </a:tabLst>
            </a:pPr>
            <a:r>
              <a:rPr lang="en-US" sz="1500" dirty="0">
                <a:solidFill>
                  <a:prstClr val="black">
                    <a:lumMod val="85000"/>
                    <a:lumOff val="15000"/>
                  </a:prstClr>
                </a:solidFill>
              </a:rPr>
              <a:t>13x Microsoft MVP in .NET &amp; AI</a:t>
            </a:r>
          </a:p>
          <a:p>
            <a:pPr marL="3429" lvl="1" indent="0" defTabSz="685800">
              <a:spcBef>
                <a:spcPts val="975"/>
              </a:spcBef>
              <a:buNone/>
              <a:tabLst>
                <a:tab pos="175022" algn="ctr"/>
                <a:tab pos="342900" algn="l"/>
              </a:tabLst>
            </a:pPr>
            <a:r>
              <a:rPr lang="en-US" sz="1500" dirty="0">
                <a:solidFill>
                  <a:prstClr val="black">
                    <a:lumMod val="85000"/>
                    <a:lumOff val="15000"/>
                  </a:prstClr>
                </a:solidFill>
              </a:rPr>
              <a:t>VP of .NET Foundation</a:t>
            </a:r>
          </a:p>
          <a:p>
            <a:pPr marL="0" indent="0" defTabSz="685800">
              <a:spcBef>
                <a:spcPts val="975"/>
              </a:spcBef>
              <a:buNone/>
              <a:tabLst>
                <a:tab pos="175022" algn="ctr"/>
                <a:tab pos="342900" algn="l"/>
              </a:tabLst>
            </a:pPr>
            <a:r>
              <a:rPr lang="en-US" sz="1500" dirty="0">
                <a:solidFill>
                  <a:prstClr val="black">
                    <a:lumMod val="85000"/>
                    <a:lumOff val="15000"/>
                  </a:prstClr>
                </a:solidFill>
              </a:rPr>
              <a:t>Blue Blazes podcast host</a:t>
            </a:r>
          </a:p>
        </p:txBody>
      </p:sp>
      <p:pic>
        <p:nvPicPr>
          <p:cNvPr id="5" name="Graphic 4">
            <a:extLst>
              <a:ext uri="{FF2B5EF4-FFF2-40B4-BE49-F238E27FC236}">
                <a16:creationId xmlns:a16="http://schemas.microsoft.com/office/drawing/2014/main" id="{5C7CF00E-0AEA-5733-E1CC-FB07798EAE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42806" y="4429345"/>
            <a:ext cx="229751" cy="204223"/>
          </a:xfrm>
          <a:prstGeom prst="rect">
            <a:avLst/>
          </a:prstGeom>
        </p:spPr>
      </p:pic>
      <p:pic>
        <p:nvPicPr>
          <p:cNvPr id="13" name="Graphic 12">
            <a:extLst>
              <a:ext uri="{FF2B5EF4-FFF2-40B4-BE49-F238E27FC236}">
                <a16:creationId xmlns:a16="http://schemas.microsoft.com/office/drawing/2014/main" id="{90FDDDAC-FE53-8DB3-53AD-52C0E1F47D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55718">
            <a:off x="1281096" y="5031795"/>
            <a:ext cx="153168" cy="204223"/>
          </a:xfrm>
          <a:prstGeom prst="rect">
            <a:avLst/>
          </a:prstGeom>
        </p:spPr>
      </p:pic>
      <p:pic>
        <p:nvPicPr>
          <p:cNvPr id="19" name="Graphic 18" descr="Board Of Directors with solid fill">
            <a:extLst>
              <a:ext uri="{FF2B5EF4-FFF2-40B4-BE49-F238E27FC236}">
                <a16:creationId xmlns:a16="http://schemas.microsoft.com/office/drawing/2014/main" id="{A3D1BE89-6E9F-C651-0148-6A603AE633F5}"/>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255570" y="4727557"/>
            <a:ext cx="204223" cy="204223"/>
          </a:xfrm>
          <a:prstGeom prst="rect">
            <a:avLst/>
          </a:prstGeom>
        </p:spPr>
      </p:pic>
      <p:pic>
        <p:nvPicPr>
          <p:cNvPr id="9" name="Picture 8">
            <a:extLst>
              <a:ext uri="{FF2B5EF4-FFF2-40B4-BE49-F238E27FC236}">
                <a16:creationId xmlns:a16="http://schemas.microsoft.com/office/drawing/2014/main" id="{11F84612-AE50-D33D-355E-6155EE7C1ABD}"/>
              </a:ext>
            </a:extLst>
          </p:cNvPr>
          <p:cNvPicPr>
            <a:picLocks noChangeAspect="1"/>
          </p:cNvPicPr>
          <p:nvPr/>
        </p:nvPicPr>
        <p:blipFill>
          <a:blip r:embed="rId6"/>
          <a:stretch>
            <a:fillRect/>
          </a:stretch>
        </p:blipFill>
        <p:spPr>
          <a:xfrm>
            <a:off x="6834348" y="1134602"/>
            <a:ext cx="4588796" cy="4588796"/>
          </a:xfrm>
          <a:prstGeom prst="rect">
            <a:avLst/>
          </a:prstGeom>
        </p:spPr>
      </p:pic>
      <p:sp>
        <p:nvSpPr>
          <p:cNvPr id="6" name="Title 9">
            <a:extLst>
              <a:ext uri="{FF2B5EF4-FFF2-40B4-BE49-F238E27FC236}">
                <a16:creationId xmlns:a16="http://schemas.microsoft.com/office/drawing/2014/main" id="{AE6963CF-EE52-0F1E-6DE8-AAD1013F2522}"/>
              </a:ext>
            </a:extLst>
          </p:cNvPr>
          <p:cNvSpPr txBox="1">
            <a:spLocks/>
          </p:cNvSpPr>
          <p:nvPr/>
        </p:nvSpPr>
        <p:spPr>
          <a:xfrm>
            <a:off x="1103309" y="499533"/>
            <a:ext cx="10772775" cy="1658198"/>
          </a:xfrm>
          <a:prstGeom prst="rect">
            <a:avLst/>
          </a:prstGeom>
        </p:spPr>
        <p:txBody>
          <a:bodyPr vert="horz" lIns="91440" tIns="45720" rIns="91440" bIns="45720" rtlCol="0" anchor="ctr">
            <a:normAutofit/>
          </a:bodyPr>
          <a:lst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a:lstStyle>
          <a:p>
            <a:r>
              <a:rPr lang="en-US" sz="4400" dirty="0">
                <a:solidFill>
                  <a:srgbClr val="017AB4"/>
                </a:solidFill>
              </a:rPr>
              <a:t>Lab 2: Debrief</a:t>
            </a:r>
            <a:endParaRPr lang="en-US" dirty="0">
              <a:solidFill>
                <a:srgbClr val="017AB4"/>
              </a:solidFill>
            </a:endParaRPr>
          </a:p>
        </p:txBody>
      </p:sp>
    </p:spTree>
    <p:extLst>
      <p:ext uri="{BB962C8B-B14F-4D97-AF65-F5344CB8AC3E}">
        <p14:creationId xmlns:p14="http://schemas.microsoft.com/office/powerpoint/2010/main" val="25881516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
        <p:nvSpPr>
          <p:cNvPr id="122" name="Request 2"/>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query</a:t>
            </a:r>
          </a:p>
        </p:txBody>
      </p:sp>
      <p:sp>
        <p:nvSpPr>
          <p:cNvPr id="123" name="Reply 2"/>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
        <p:nvSpPr>
          <p:cNvPr id="122" name="Request 2"/>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query</a:t>
            </a:r>
          </a:p>
        </p:txBody>
      </p:sp>
      <p:sp>
        <p:nvSpPr>
          <p:cNvPr id="123" name="Reply 2"/>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
        <p:nvSpPr>
          <p:cNvPr id="124" name="Cosine"/>
          <p:cNvSpPr txBox="1"/>
          <p:nvPr/>
        </p:nvSpPr>
        <p:spPr>
          <a:xfrm>
            <a:off x="4878638" y="4072402"/>
            <a:ext cx="2367419" cy="320040"/>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cosine(q, v) ×30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F04 · How It Works</a:t>
            </a:r>
          </a:p>
        </p:txBody>
      </p:sp>
      <p:sp>
        <p:nvSpPr>
          <p:cNvPr id="101" name="Phase"/>
          <p:cNvSpPr txBox="1"/>
          <p:nvPr/>
        </p:nvSpPr>
        <p:spPr>
          <a:xfrm>
            <a:off x="685800" y="1874520"/>
            <a:ext cx="3200400" cy="411480"/>
          </a:xfrm>
          <a:prstGeom prst="rect">
            <a:avLst/>
          </a:prstGeom>
          <a:noFill/>
        </p:spPr>
        <p:txBody>
          <a:bodyPr wrap="square" lIns="0" tIns="0" rIns="0" bIns="0" anchor="t">
            <a:noAutofit/>
          </a:bodyPr>
          <a:lstStyle/>
          <a:p>
            <a:pPr algn="l">
              <a:lnSpc>
                <a:spcPct val="90000"/>
              </a:lnSpc>
            </a:pPr>
            <a:r>
              <a:rPr lang="en-US" sz="2000" dirty="0">
                <a:solidFill>
                  <a:srgbClr val="0072C6"/>
                </a:solidFill>
                <a:latin typeface="Ink Free" panose="03080402000500000000" pitchFamily="66" charset="0"/>
              </a:rPr>
              <a:t>2 · Search, every query</a:t>
            </a:r>
          </a:p>
        </p:txBody>
      </p:sp>
      <p:sp>
        <p:nvSpPr>
          <p:cNvPr id="102"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3" name="Graphic 2" descr="Single gear outline"/>
          <p:cNvGrpSpPr/>
          <p:nvPr/>
        </p:nvGrpSpPr>
        <p:grpSpPr>
          <a:xfrm>
            <a:off x="5738021" y="3331981"/>
            <a:ext cx="648652" cy="647861"/>
            <a:chOff x="5772150" y="3332061"/>
            <a:chExt cx="648652" cy="647861"/>
          </a:xfrm>
          <a:noFill/>
        </p:grpSpPr>
        <p:sp>
          <p:nvSpPr>
            <p:cNvPr id="104"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05"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06"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grpSp>
        <p:nvGrpSpPr>
          <p:cNvPr id="107" name="Graphic 62" descr="Artificial Intelligence outline"/>
          <p:cNvGrpSpPr/>
          <p:nvPr/>
        </p:nvGrpSpPr>
        <p:grpSpPr>
          <a:xfrm>
            <a:off x="9309806" y="1906534"/>
            <a:ext cx="647797" cy="768143"/>
            <a:chOff x="6096473" y="4106117"/>
            <a:chExt cx="647797" cy="768143"/>
          </a:xfrm>
          <a:noFill/>
        </p:grpSpPr>
        <p:sp>
          <p:nvSpPr>
            <p:cNvPr id="108"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09"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0"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1"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2"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13" name="App-Model"/>
          <p:cNvCxnSpPr/>
          <p:nvPr/>
        </p:nvCxnSpPr>
        <p:spPr>
          <a:xfrm flipV="1">
            <a:off x="7440610" y="2513045"/>
            <a:ext cx="1775406" cy="498503"/>
          </a:xfrm>
          <a:prstGeom prst="straightConnector1">
            <a:avLst/>
          </a:prstGeom>
          <a:ln w="28575">
            <a:solidFill>
              <a:srgbClr val="000000"/>
            </a:solidFill>
            <a:headEnd type="triangle"/>
            <a:tailEnd type="triangle"/>
          </a:ln>
        </p:spPr>
      </p:cxnSp>
      <p:cxnSp>
        <p:nvCxnSpPr>
          <p:cNvPr id="115" name="App-Store"/>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14"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6"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17"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18"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1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User Search</a:t>
            </a:r>
          </a:p>
        </p:txBody>
      </p:sp>
      <p:cxnSp>
        <p:nvCxnSpPr>
          <p:cNvPr id="120" name="User-App"/>
          <p:cNvCxnSpPr/>
          <p:nvPr/>
        </p:nvCxnSpPr>
        <p:spPr>
          <a:xfrm>
            <a:off x="2331720" y="3655911"/>
            <a:ext cx="2437190" cy="0"/>
          </a:xfrm>
          <a:prstGeom prst="straightConnector1">
            <a:avLst/>
          </a:prstGeom>
          <a:ln w="28575">
            <a:solidFill>
              <a:srgbClr val="000000"/>
            </a:solidFill>
            <a:headEnd type="triangle"/>
            <a:tailEnd type="triangle"/>
          </a:ln>
        </p:spPr>
      </p:cxnSp>
      <p:sp>
        <p:nvSpPr>
          <p:cNvPr id="121" name="Query"/>
          <p:cNvSpPr txBox="1"/>
          <p:nvPr/>
        </p:nvSpPr>
        <p:spPr>
          <a:xfrm>
            <a:off x="2423160" y="3152991"/>
            <a:ext cx="228600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"dog-friendly waterfall</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hike, not too steep"</a:t>
            </a:r>
          </a:p>
        </p:txBody>
      </p:sp>
      <p:sp>
        <p:nvSpPr>
          <p:cNvPr id="122" name="Request 2"/>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query</a:t>
            </a:r>
          </a:p>
        </p:txBody>
      </p:sp>
      <p:sp>
        <p:nvSpPr>
          <p:cNvPr id="123" name="Reply 2"/>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sp>
        <p:nvSpPr>
          <p:cNvPr id="124" name="Cosine"/>
          <p:cNvSpPr txBox="1"/>
          <p:nvPr/>
        </p:nvSpPr>
        <p:spPr>
          <a:xfrm>
            <a:off x="4878638" y="4072402"/>
            <a:ext cx="2367419" cy="320040"/>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cosine(q, v) ×30</a:t>
            </a:r>
          </a:p>
        </p:txBody>
      </p:sp>
      <p:sp>
        <p:nvSpPr>
          <p:cNvPr id="125" name="Results"/>
          <p:cNvSpPr txBox="1"/>
          <p:nvPr/>
        </p:nvSpPr>
        <p:spPr>
          <a:xfrm>
            <a:off x="2651760" y="3793071"/>
            <a:ext cx="2148840" cy="6400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0.77 Carlon Falls</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0.73 Copeland Falls</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0.73 Grotto Falls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cxnSp>
        <p:nvCxnSpPr>
          <p:cNvPr id="123"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 → top 3</a:t>
            </a:r>
          </a:p>
        </p:txBody>
      </p:sp>
      <p:sp>
        <p:nvSpPr>
          <p:cNvPr id="125" name="Top 3"/>
          <p:cNvSpPr txBox="1"/>
          <p:nvPr/>
        </p:nvSpPr>
        <p:spPr>
          <a:xfrm>
            <a:off x="6903720" y="4956048"/>
            <a:ext cx="2331720" cy="502920"/>
          </a:xfrm>
          <a:prstGeom prst="rect">
            <a:avLst/>
          </a:prstGeom>
          <a:noFill/>
        </p:spPr>
        <p:txBody>
          <a:bodyPr wrap="square" lIns="0" tIns="0" rIns="0" bIns="0" anchor="t">
            <a:noAutofit/>
          </a:bodyPr>
          <a:lstStyle/>
          <a:p>
            <a:pPr algn="l">
              <a:lnSpc>
                <a:spcPct val="90000"/>
              </a:lnSpc>
            </a:pPr>
            <a:r>
              <a:rPr lang="en-US" sz="1000" dirty="0">
                <a:solidFill>
                  <a:srgbClr val="000000"/>
                </a:solidFill>
                <a:latin typeface="Consolas" panose="020B0609020204030204" pitchFamily="49" charset="0"/>
                <a:cs typeface="Consolas" panose="020B0609020204030204" pitchFamily="49" charset="0"/>
              </a:rPr>
              <a:t>camping-guide:04.2  0.74</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frontcountry:04.1-2 0.69</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yosemite-fire:03    0.68</a:t>
            </a:r>
          </a:p>
        </p:txBody>
      </p:sp>
      <p:grpSp>
        <p:nvGrpSpPr>
          <p:cNvPr id="126" name="Graphic 62" descr="Artificial Intelligence outline"/>
          <p:cNvGrpSpPr/>
          <p:nvPr/>
        </p:nvGrpSpPr>
        <p:grpSpPr>
          <a:xfrm>
            <a:off x="1413462" y="1783080"/>
            <a:ext cx="647797" cy="768143"/>
            <a:chOff x="6096473" y="4106117"/>
            <a:chExt cx="647797" cy="768143"/>
          </a:xfrm>
          <a:noFill/>
        </p:grpSpPr>
        <p:sp>
          <p:nvSpPr>
            <p:cNvPr id="127"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28"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29"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30"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31" name="LLM label"/>
          <p:cNvSpPr txBox="1"/>
          <p:nvPr/>
        </p:nvSpPr>
        <p:spPr>
          <a:xfrm>
            <a:off x="868680" y="2569511"/>
            <a:ext cx="1737360" cy="54864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Ollama llama3.2</a:t>
            </a:r>
          </a:p>
        </p:txBody>
      </p:sp>
      <p:cxnSp>
        <p:nvCxnSpPr>
          <p:cNvPr id="132" name="App-LLM"/>
          <p:cNvCxnSpPr/>
          <p:nvPr/>
        </p:nvCxnSpPr>
        <p:spPr>
          <a:xfrm flipH="1" flipV="1">
            <a:off x="2170987" y="2240280"/>
            <a:ext cx="2597923" cy="506242"/>
          </a:xfrm>
          <a:prstGeom prst="straightConnector1">
            <a:avLst/>
          </a:prstGeom>
          <a:ln w="28575">
            <a:solidFill>
              <a:srgbClr val="000000"/>
            </a:solidFill>
            <a:headEnd type="triangle"/>
            <a:tailEnd type="triangle"/>
          </a:ln>
        </p:spPr>
      </p:cxnSp>
      <p:sp>
        <p:nvSpPr>
          <p:cNvPr id="133" name="LLM request"/>
          <p:cNvSpPr txBox="1"/>
          <p:nvPr/>
        </p:nvSpPr>
        <p:spPr>
          <a:xfrm>
            <a:off x="2514600" y="1847088"/>
            <a:ext cx="22860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top 3 chunks + question</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F05 · How It Works</a:t>
            </a:r>
          </a:p>
        </p:txBody>
      </p:sp>
      <p:sp>
        <p:nvSpPr>
          <p:cNvPr id="101" name="Freeform 54"/>
          <p:cNvSpPr/>
          <p:nvPr/>
        </p:nvSpPr>
        <p:spPr>
          <a:xfrm>
            <a:off x="1356360" y="3360636"/>
            <a:ext cx="762000" cy="590550"/>
          </a:xfrm>
          <a:custGeom>
            <a:avLst/>
            <a:gdLst>
              <a:gd name="csX0" fmla="*/ 0 w 762000"/>
              <a:gd name="csY0" fmla="*/ 0 h 590550"/>
              <a:gd name="csX1" fmla="*/ 0 w 762000"/>
              <a:gd name="csY1" fmla="*/ 590550 h 590550"/>
              <a:gd name="csX2" fmla="*/ 396240 w 762000"/>
              <a:gd name="csY2" fmla="*/ 590550 h 590550"/>
              <a:gd name="csX3" fmla="*/ 762000 w 762000"/>
              <a:gd name="csY3" fmla="*/ 590550 h 590550"/>
              <a:gd name="csX4" fmla="*/ 762000 w 762000"/>
              <a:gd name="csY4" fmla="*/ 0 h 590550"/>
              <a:gd name="csX5" fmla="*/ 365760 w 762000"/>
              <a:gd name="csY5" fmla="*/ 0 h 590550"/>
              <a:gd name="csX6" fmla="*/ 0 w 762000"/>
              <a:gd name="csY6" fmla="*/ 0 h 590550"/>
              <a:gd name="csX7" fmla="*/ 657225 w 762000"/>
              <a:gd name="csY7" fmla="*/ 57150 h 590550"/>
              <a:gd name="csX8" fmla="*/ 676275 w 762000"/>
              <a:gd name="csY8" fmla="*/ 76200 h 590550"/>
              <a:gd name="csX9" fmla="*/ 657225 w 762000"/>
              <a:gd name="csY9" fmla="*/ 95250 h 590550"/>
              <a:gd name="csX10" fmla="*/ 638175 w 762000"/>
              <a:gd name="csY10" fmla="*/ 76200 h 590550"/>
              <a:gd name="csX11" fmla="*/ 657225 w 762000"/>
              <a:gd name="csY11" fmla="*/ 57150 h 590550"/>
              <a:gd name="csX12" fmla="*/ 590550 w 762000"/>
              <a:gd name="csY12" fmla="*/ 57150 h 590550"/>
              <a:gd name="csX13" fmla="*/ 609600 w 762000"/>
              <a:gd name="csY13" fmla="*/ 76200 h 590550"/>
              <a:gd name="csX14" fmla="*/ 590550 w 762000"/>
              <a:gd name="csY14" fmla="*/ 95250 h 590550"/>
              <a:gd name="csX15" fmla="*/ 571500 w 762000"/>
              <a:gd name="csY15" fmla="*/ 76200 h 590550"/>
              <a:gd name="csX16" fmla="*/ 590550 w 762000"/>
              <a:gd name="csY16" fmla="*/ 57150 h 590550"/>
              <a:gd name="csX17" fmla="*/ 523875 w 762000"/>
              <a:gd name="csY17" fmla="*/ 57150 h 590550"/>
              <a:gd name="csX18" fmla="*/ 542925 w 762000"/>
              <a:gd name="csY18" fmla="*/ 76200 h 590550"/>
              <a:gd name="csX19" fmla="*/ 523875 w 762000"/>
              <a:gd name="csY19" fmla="*/ 95250 h 590550"/>
              <a:gd name="csX20" fmla="*/ 504825 w 762000"/>
              <a:gd name="csY20" fmla="*/ 76200 h 590550"/>
              <a:gd name="csX21" fmla="*/ 523875 w 762000"/>
              <a:gd name="csY21" fmla="*/ 57150 h 590550"/>
              <a:gd name="csX22" fmla="*/ 704850 w 762000"/>
              <a:gd name="csY22" fmla="*/ 533400 h 590550"/>
              <a:gd name="csX23" fmla="*/ 381000 w 762000"/>
              <a:gd name="csY23" fmla="*/ 533400 h 590550"/>
              <a:gd name="csX24" fmla="*/ 57150 w 762000"/>
              <a:gd name="csY24" fmla="*/ 533400 h 590550"/>
              <a:gd name="csX25" fmla="*/ 57150 w 762000"/>
              <a:gd name="csY25" fmla="*/ 152400 h 590550"/>
              <a:gd name="csX26" fmla="*/ 381000 w 762000"/>
              <a:gd name="csY26" fmla="*/ 152400 h 590550"/>
              <a:gd name="csX27" fmla="*/ 704850 w 762000"/>
              <a:gd name="csY27" fmla="*/ 152400 h 590550"/>
              <a:gd name="csX28" fmla="*/ 704850 w 762000"/>
              <a:gd name="csY28" fmla="*/ 53340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762000" h="590550" extrusionOk="0">
                <a:moveTo>
                  <a:pt x="0" y="0"/>
                </a:moveTo>
                <a:cubicBezTo>
                  <a:pt x="54956" y="142574"/>
                  <a:pt x="-69821" y="403786"/>
                  <a:pt x="0" y="590550"/>
                </a:cubicBezTo>
                <a:cubicBezTo>
                  <a:pt x="194394" y="568982"/>
                  <a:pt x="226255" y="615435"/>
                  <a:pt x="396240" y="590550"/>
                </a:cubicBezTo>
                <a:cubicBezTo>
                  <a:pt x="566225" y="565665"/>
                  <a:pt x="603205" y="590783"/>
                  <a:pt x="762000" y="590550"/>
                </a:cubicBezTo>
                <a:cubicBezTo>
                  <a:pt x="703329" y="331245"/>
                  <a:pt x="799085" y="211008"/>
                  <a:pt x="762000" y="0"/>
                </a:cubicBezTo>
                <a:cubicBezTo>
                  <a:pt x="583420" y="39675"/>
                  <a:pt x="488361" y="-13777"/>
                  <a:pt x="365760" y="0"/>
                </a:cubicBezTo>
                <a:cubicBezTo>
                  <a:pt x="243159" y="13777"/>
                  <a:pt x="94700" y="-41376"/>
                  <a:pt x="0" y="0"/>
                </a:cubicBezTo>
                <a:close/>
                <a:moveTo>
                  <a:pt x="657225" y="57150"/>
                </a:moveTo>
                <a:cubicBezTo>
                  <a:pt x="666906" y="56704"/>
                  <a:pt x="673620" y="67121"/>
                  <a:pt x="676275" y="76200"/>
                </a:cubicBezTo>
                <a:cubicBezTo>
                  <a:pt x="677097" y="86270"/>
                  <a:pt x="668165" y="96396"/>
                  <a:pt x="657225" y="95250"/>
                </a:cubicBezTo>
                <a:cubicBezTo>
                  <a:pt x="645421" y="96305"/>
                  <a:pt x="639099" y="86358"/>
                  <a:pt x="638175" y="76200"/>
                </a:cubicBezTo>
                <a:cubicBezTo>
                  <a:pt x="637911" y="68440"/>
                  <a:pt x="647631" y="57525"/>
                  <a:pt x="657225" y="57150"/>
                </a:cubicBezTo>
                <a:close/>
                <a:moveTo>
                  <a:pt x="590550" y="57150"/>
                </a:moveTo>
                <a:cubicBezTo>
                  <a:pt x="601474" y="57483"/>
                  <a:pt x="609552" y="63079"/>
                  <a:pt x="609600" y="76200"/>
                </a:cubicBezTo>
                <a:cubicBezTo>
                  <a:pt x="610227" y="86179"/>
                  <a:pt x="600032" y="94162"/>
                  <a:pt x="590550" y="95250"/>
                </a:cubicBezTo>
                <a:cubicBezTo>
                  <a:pt x="579885" y="95466"/>
                  <a:pt x="571244" y="88201"/>
                  <a:pt x="571500" y="76200"/>
                </a:cubicBezTo>
                <a:cubicBezTo>
                  <a:pt x="573704" y="65483"/>
                  <a:pt x="577284" y="57935"/>
                  <a:pt x="590550" y="57150"/>
                </a:cubicBezTo>
                <a:close/>
                <a:moveTo>
                  <a:pt x="523875" y="57150"/>
                </a:moveTo>
                <a:cubicBezTo>
                  <a:pt x="535051" y="58906"/>
                  <a:pt x="541614" y="64885"/>
                  <a:pt x="542925" y="76200"/>
                </a:cubicBezTo>
                <a:cubicBezTo>
                  <a:pt x="542533" y="85734"/>
                  <a:pt x="536489" y="96561"/>
                  <a:pt x="523875" y="95250"/>
                </a:cubicBezTo>
                <a:cubicBezTo>
                  <a:pt x="514658" y="98131"/>
                  <a:pt x="504610" y="87013"/>
                  <a:pt x="504825" y="76200"/>
                </a:cubicBezTo>
                <a:cubicBezTo>
                  <a:pt x="506542" y="65159"/>
                  <a:pt x="513487" y="56265"/>
                  <a:pt x="523875" y="57150"/>
                </a:cubicBezTo>
                <a:close/>
                <a:moveTo>
                  <a:pt x="704850" y="533400"/>
                </a:moveTo>
                <a:cubicBezTo>
                  <a:pt x="629916" y="554602"/>
                  <a:pt x="474105" y="511107"/>
                  <a:pt x="381000" y="533400"/>
                </a:cubicBezTo>
                <a:cubicBezTo>
                  <a:pt x="287895" y="555693"/>
                  <a:pt x="197674" y="530326"/>
                  <a:pt x="57150" y="533400"/>
                </a:cubicBezTo>
                <a:cubicBezTo>
                  <a:pt x="51525" y="444891"/>
                  <a:pt x="83651" y="258296"/>
                  <a:pt x="57150" y="152400"/>
                </a:cubicBezTo>
                <a:cubicBezTo>
                  <a:pt x="181146" y="122155"/>
                  <a:pt x="307086" y="167604"/>
                  <a:pt x="381000" y="152400"/>
                </a:cubicBezTo>
                <a:cubicBezTo>
                  <a:pt x="454914" y="137196"/>
                  <a:pt x="624785" y="175302"/>
                  <a:pt x="704850" y="152400"/>
                </a:cubicBezTo>
                <a:cubicBezTo>
                  <a:pt x="711036" y="301923"/>
                  <a:pt x="686241" y="356416"/>
                  <a:pt x="704850" y="533400"/>
                </a:cubicBezTo>
                <a:close/>
              </a:path>
            </a:pathLst>
          </a:custGeom>
          <a:noFill/>
          <a:ln w="22225" cap="flat">
            <a:solidFill>
              <a:srgbClr val="1F3A5F"/>
            </a:solidFill>
            <a:prstDash val="solid"/>
            <a:miter/>
            <a:extLst>
              <a:ext uri="{C807C97D-BFC1-408E-A445-0C87EB9F89A2}">
                <ask:lineSketchStyleProps xmlns:ask="http://schemas.microsoft.com/office/drawing/2018/sketchyshapes" sd="2506668300">
                  <a:custGeom>
                    <a:avLst/>
                    <a:gdLst>
                      <a:gd name="connsiteX0" fmla="*/ 0 w 762000"/>
                      <a:gd name="connsiteY0" fmla="*/ 0 h 590550"/>
                      <a:gd name="connsiteX1" fmla="*/ 0 w 762000"/>
                      <a:gd name="connsiteY1" fmla="*/ 590550 h 590550"/>
                      <a:gd name="connsiteX2" fmla="*/ 762000 w 762000"/>
                      <a:gd name="connsiteY2" fmla="*/ 590550 h 590550"/>
                      <a:gd name="connsiteX3" fmla="*/ 762000 w 762000"/>
                      <a:gd name="connsiteY3" fmla="*/ 0 h 590550"/>
                      <a:gd name="connsiteX4" fmla="*/ 0 w 762000"/>
                      <a:gd name="connsiteY4" fmla="*/ 0 h 590550"/>
                      <a:gd name="connsiteX5" fmla="*/ 657225 w 762000"/>
                      <a:gd name="connsiteY5" fmla="*/ 57150 h 590550"/>
                      <a:gd name="connsiteX6" fmla="*/ 676275 w 762000"/>
                      <a:gd name="connsiteY6" fmla="*/ 76200 h 590550"/>
                      <a:gd name="connsiteX7" fmla="*/ 657225 w 762000"/>
                      <a:gd name="connsiteY7" fmla="*/ 95250 h 590550"/>
                      <a:gd name="connsiteX8" fmla="*/ 638175 w 762000"/>
                      <a:gd name="connsiteY8" fmla="*/ 76200 h 590550"/>
                      <a:gd name="connsiteX9" fmla="*/ 657225 w 762000"/>
                      <a:gd name="connsiteY9" fmla="*/ 57150 h 590550"/>
                      <a:gd name="connsiteX10" fmla="*/ 590550 w 762000"/>
                      <a:gd name="connsiteY10" fmla="*/ 57150 h 590550"/>
                      <a:gd name="connsiteX11" fmla="*/ 609600 w 762000"/>
                      <a:gd name="connsiteY11" fmla="*/ 76200 h 590550"/>
                      <a:gd name="connsiteX12" fmla="*/ 590550 w 762000"/>
                      <a:gd name="connsiteY12" fmla="*/ 95250 h 590550"/>
                      <a:gd name="connsiteX13" fmla="*/ 571500 w 762000"/>
                      <a:gd name="connsiteY13" fmla="*/ 76200 h 590550"/>
                      <a:gd name="connsiteX14" fmla="*/ 590550 w 762000"/>
                      <a:gd name="connsiteY14" fmla="*/ 57150 h 590550"/>
                      <a:gd name="connsiteX15" fmla="*/ 523875 w 762000"/>
                      <a:gd name="connsiteY15" fmla="*/ 57150 h 590550"/>
                      <a:gd name="connsiteX16" fmla="*/ 542925 w 762000"/>
                      <a:gd name="connsiteY16" fmla="*/ 76200 h 590550"/>
                      <a:gd name="connsiteX17" fmla="*/ 523875 w 762000"/>
                      <a:gd name="connsiteY17" fmla="*/ 95250 h 590550"/>
                      <a:gd name="connsiteX18" fmla="*/ 504825 w 762000"/>
                      <a:gd name="connsiteY18" fmla="*/ 76200 h 590550"/>
                      <a:gd name="connsiteX19" fmla="*/ 523875 w 762000"/>
                      <a:gd name="connsiteY19" fmla="*/ 57150 h 590550"/>
                      <a:gd name="connsiteX20" fmla="*/ 704850 w 762000"/>
                      <a:gd name="connsiteY20" fmla="*/ 533400 h 590550"/>
                      <a:gd name="connsiteX21" fmla="*/ 57150 w 762000"/>
                      <a:gd name="connsiteY21" fmla="*/ 533400 h 590550"/>
                      <a:gd name="connsiteX22" fmla="*/ 57150 w 762000"/>
                      <a:gd name="connsiteY22" fmla="*/ 152400 h 590550"/>
                      <a:gd name="connsiteX23" fmla="*/ 704850 w 762000"/>
                      <a:gd name="connsiteY23" fmla="*/ 152400 h 590550"/>
                      <a:gd name="connsiteX24" fmla="*/ 704850 w 762000"/>
                      <a:gd name="connsiteY24" fmla="*/ 53340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62000" h="590550">
                        <a:moveTo>
                          <a:pt x="0" y="0"/>
                        </a:moveTo>
                        <a:lnTo>
                          <a:pt x="0" y="590550"/>
                        </a:lnTo>
                        <a:lnTo>
                          <a:pt x="762000" y="590550"/>
                        </a:lnTo>
                        <a:lnTo>
                          <a:pt x="762000" y="0"/>
                        </a:lnTo>
                        <a:lnTo>
                          <a:pt x="0" y="0"/>
                        </a:lnTo>
                        <a:close/>
                        <a:moveTo>
                          <a:pt x="657225" y="57150"/>
                        </a:moveTo>
                        <a:cubicBezTo>
                          <a:pt x="667703" y="57150"/>
                          <a:pt x="676275" y="65723"/>
                          <a:pt x="676275" y="76200"/>
                        </a:cubicBezTo>
                        <a:cubicBezTo>
                          <a:pt x="676275" y="86678"/>
                          <a:pt x="667703" y="95250"/>
                          <a:pt x="657225" y="95250"/>
                        </a:cubicBezTo>
                        <a:cubicBezTo>
                          <a:pt x="646748" y="95250"/>
                          <a:pt x="638175" y="86678"/>
                          <a:pt x="638175" y="76200"/>
                        </a:cubicBezTo>
                        <a:cubicBezTo>
                          <a:pt x="638175" y="65723"/>
                          <a:pt x="646748" y="57150"/>
                          <a:pt x="657225" y="57150"/>
                        </a:cubicBezTo>
                        <a:close/>
                        <a:moveTo>
                          <a:pt x="590550" y="57150"/>
                        </a:moveTo>
                        <a:cubicBezTo>
                          <a:pt x="601028" y="57150"/>
                          <a:pt x="609600" y="65723"/>
                          <a:pt x="609600" y="76200"/>
                        </a:cubicBezTo>
                        <a:cubicBezTo>
                          <a:pt x="609600" y="86678"/>
                          <a:pt x="601028" y="95250"/>
                          <a:pt x="590550" y="95250"/>
                        </a:cubicBezTo>
                        <a:cubicBezTo>
                          <a:pt x="580073" y="95250"/>
                          <a:pt x="571500" y="86678"/>
                          <a:pt x="571500" y="76200"/>
                        </a:cubicBezTo>
                        <a:cubicBezTo>
                          <a:pt x="571500" y="65723"/>
                          <a:pt x="580073" y="57150"/>
                          <a:pt x="590550" y="57150"/>
                        </a:cubicBezTo>
                        <a:close/>
                        <a:moveTo>
                          <a:pt x="523875" y="57150"/>
                        </a:moveTo>
                        <a:cubicBezTo>
                          <a:pt x="534353" y="57150"/>
                          <a:pt x="542925" y="65723"/>
                          <a:pt x="542925" y="76200"/>
                        </a:cubicBezTo>
                        <a:cubicBezTo>
                          <a:pt x="542925" y="86678"/>
                          <a:pt x="534353" y="95250"/>
                          <a:pt x="523875" y="95250"/>
                        </a:cubicBezTo>
                        <a:cubicBezTo>
                          <a:pt x="513398" y="95250"/>
                          <a:pt x="504825" y="86678"/>
                          <a:pt x="504825" y="76200"/>
                        </a:cubicBezTo>
                        <a:cubicBezTo>
                          <a:pt x="504825" y="65723"/>
                          <a:pt x="513398" y="57150"/>
                          <a:pt x="523875" y="57150"/>
                        </a:cubicBezTo>
                        <a:close/>
                        <a:moveTo>
                          <a:pt x="704850" y="533400"/>
                        </a:moveTo>
                        <a:lnTo>
                          <a:pt x="57150" y="533400"/>
                        </a:lnTo>
                        <a:lnTo>
                          <a:pt x="57150" y="152400"/>
                        </a:lnTo>
                        <a:lnTo>
                          <a:pt x="704850" y="152400"/>
                        </a:lnTo>
                        <a:lnTo>
                          <a:pt x="704850" y="533400"/>
                        </a:lnTo>
                        <a:close/>
                      </a:path>
                    </a:pathLst>
                  </a:custGeom>
                  <ask:type>
                    <ask:lineSketchScribble/>
                  </ask:type>
                </ask:lineSketchStyleProps>
              </a:ext>
            </a:extLst>
          </a:ln>
        </p:spPr>
        <p:txBody>
          <a:bodyPr rtlCol="0" anchor="ctr"/>
          <a:lstStyle/>
          <a:p>
            <a:endParaRPr lang="en-US"/>
          </a:p>
        </p:txBody>
      </p:sp>
      <p:sp>
        <p:nvSpPr>
          <p:cNvPr id="102" name="Freeform 53"/>
          <p:cNvSpPr/>
          <p:nvPr/>
        </p:nvSpPr>
        <p:spPr>
          <a:xfrm>
            <a:off x="1490662" y="3580663"/>
            <a:ext cx="135254" cy="217170"/>
          </a:xfrm>
          <a:custGeom>
            <a:avLst/>
            <a:gdLst>
              <a:gd name="csX0" fmla="*/ 26670 w 135254"/>
              <a:gd name="csY0" fmla="*/ 217170 h 217170"/>
              <a:gd name="csX1" fmla="*/ 0 w 135254"/>
              <a:gd name="csY1" fmla="*/ 190500 h 217170"/>
              <a:gd name="csX2" fmla="*/ 81915 w 135254"/>
              <a:gd name="csY2" fmla="*/ 108585 h 217170"/>
              <a:gd name="csX3" fmla="*/ 0 w 135254"/>
              <a:gd name="csY3" fmla="*/ 26670 h 217170"/>
              <a:gd name="csX4" fmla="*/ 26670 w 135254"/>
              <a:gd name="csY4" fmla="*/ 0 h 217170"/>
              <a:gd name="csX5" fmla="*/ 135255 w 135254"/>
              <a:gd name="csY5" fmla="*/ 108585 h 217170"/>
              <a:gd name="csX6" fmla="*/ 26670 w 135254"/>
              <a:gd name="csY6" fmla="*/ 217170 h 21717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254" h="217170" extrusionOk="0">
                <a:moveTo>
                  <a:pt x="26670" y="217170"/>
                </a:moveTo>
                <a:cubicBezTo>
                  <a:pt x="11369" y="207205"/>
                  <a:pt x="12283" y="198282"/>
                  <a:pt x="0" y="190500"/>
                </a:cubicBezTo>
                <a:cubicBezTo>
                  <a:pt x="14973" y="172072"/>
                  <a:pt x="47366" y="143737"/>
                  <a:pt x="81915" y="108585"/>
                </a:cubicBezTo>
                <a:cubicBezTo>
                  <a:pt x="46422" y="75570"/>
                  <a:pt x="31297" y="48786"/>
                  <a:pt x="0" y="26670"/>
                </a:cubicBezTo>
                <a:cubicBezTo>
                  <a:pt x="7593" y="18382"/>
                  <a:pt x="17151" y="13116"/>
                  <a:pt x="26670" y="0"/>
                </a:cubicBezTo>
                <a:cubicBezTo>
                  <a:pt x="69410" y="31114"/>
                  <a:pt x="87852" y="71307"/>
                  <a:pt x="135255" y="108585"/>
                </a:cubicBezTo>
                <a:cubicBezTo>
                  <a:pt x="109352" y="150152"/>
                  <a:pt x="72936" y="163840"/>
                  <a:pt x="26670" y="217170"/>
                </a:cubicBezTo>
                <a:close/>
              </a:path>
            </a:pathLst>
          </a:custGeom>
          <a:noFill/>
          <a:ln w="19050" cap="flat">
            <a:solidFill>
              <a:srgbClr val="1F3A5F"/>
            </a:solidFill>
            <a:prstDash val="solid"/>
            <a:miter/>
            <a:extLst>
              <a:ext uri="{C807C97D-BFC1-408E-A445-0C87EB9F89A2}">
                <ask:lineSketchStyleProps xmlns:ask="http://schemas.microsoft.com/office/drawing/2018/sketchyshapes" sd="1219033472">
                  <a:custGeom>
                    <a:avLst/>
                    <a:gdLst>
                      <a:gd name="connsiteX0" fmla="*/ 26670 w 135254"/>
                      <a:gd name="connsiteY0" fmla="*/ 217170 h 217170"/>
                      <a:gd name="connsiteX1" fmla="*/ 0 w 135254"/>
                      <a:gd name="connsiteY1" fmla="*/ 190500 h 217170"/>
                      <a:gd name="connsiteX2" fmla="*/ 81915 w 135254"/>
                      <a:gd name="connsiteY2" fmla="*/ 108585 h 217170"/>
                      <a:gd name="connsiteX3" fmla="*/ 0 w 135254"/>
                      <a:gd name="connsiteY3" fmla="*/ 26670 h 217170"/>
                      <a:gd name="connsiteX4" fmla="*/ 26670 w 135254"/>
                      <a:gd name="connsiteY4" fmla="*/ 0 h 217170"/>
                      <a:gd name="connsiteX5" fmla="*/ 135255 w 135254"/>
                      <a:gd name="connsiteY5" fmla="*/ 108585 h 2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5254" h="217170">
                        <a:moveTo>
                          <a:pt x="26670" y="217170"/>
                        </a:moveTo>
                        <a:lnTo>
                          <a:pt x="0" y="190500"/>
                        </a:lnTo>
                        <a:lnTo>
                          <a:pt x="81915" y="108585"/>
                        </a:lnTo>
                        <a:lnTo>
                          <a:pt x="0" y="26670"/>
                        </a:lnTo>
                        <a:lnTo>
                          <a:pt x="26670" y="0"/>
                        </a:lnTo>
                        <a:lnTo>
                          <a:pt x="135255" y="108585"/>
                        </a:lnTo>
                        <a:close/>
                      </a:path>
                    </a:pathLst>
                  </a:custGeom>
                  <ask:type>
                    <ask:lineSketchScribble/>
                  </ask:type>
                </ask:lineSketchStyleProps>
              </a:ext>
            </a:extLst>
          </a:ln>
        </p:spPr>
        <p:txBody>
          <a:bodyPr rtlCol="0" anchor="ctr"/>
          <a:lstStyle/>
          <a:p>
            <a:endParaRPr lang="en-US"/>
          </a:p>
        </p:txBody>
      </p:sp>
      <p:sp>
        <p:nvSpPr>
          <p:cNvPr id="103" name="Freeform 55"/>
          <p:cNvSpPr/>
          <p:nvPr/>
        </p:nvSpPr>
        <p:spPr>
          <a:xfrm>
            <a:off x="1642110" y="3760686"/>
            <a:ext cx="152400" cy="38100"/>
          </a:xfrm>
          <a:custGeom>
            <a:avLst/>
            <a:gdLst>
              <a:gd name="csX0" fmla="*/ 0 w 152400"/>
              <a:gd name="csY0" fmla="*/ 0 h 38100"/>
              <a:gd name="csX1" fmla="*/ 152400 w 152400"/>
              <a:gd name="csY1" fmla="*/ 0 h 38100"/>
              <a:gd name="csX2" fmla="*/ 152400 w 152400"/>
              <a:gd name="csY2" fmla="*/ 38100 h 38100"/>
              <a:gd name="csX3" fmla="*/ 0 w 152400"/>
              <a:gd name="csY3" fmla="*/ 38100 h 38100"/>
              <a:gd name="csX4" fmla="*/ 0 w 152400"/>
              <a:gd name="csY4" fmla="*/ 0 h 38100"/>
            </a:gdLst>
            <a:ahLst/>
            <a:cxnLst>
              <a:cxn ang="0">
                <a:pos x="csX0" y="csY0"/>
              </a:cxn>
              <a:cxn ang="0">
                <a:pos x="csX1" y="csY1"/>
              </a:cxn>
              <a:cxn ang="0">
                <a:pos x="csX2" y="csY2"/>
              </a:cxn>
              <a:cxn ang="0">
                <a:pos x="csX3" y="csY3"/>
              </a:cxn>
              <a:cxn ang="0">
                <a:pos x="csX4" y="csY4"/>
              </a:cxn>
            </a:cxnLst>
            <a:rect l="l" t="t" r="r" b="b"/>
            <a:pathLst>
              <a:path w="152400" h="38100" extrusionOk="0">
                <a:moveTo>
                  <a:pt x="0" y="0"/>
                </a:moveTo>
                <a:cubicBezTo>
                  <a:pt x="71416" y="-7638"/>
                  <a:pt x="119603" y="1413"/>
                  <a:pt x="152400" y="0"/>
                </a:cubicBezTo>
                <a:cubicBezTo>
                  <a:pt x="156950" y="15884"/>
                  <a:pt x="150574" y="24756"/>
                  <a:pt x="152400" y="38100"/>
                </a:cubicBezTo>
                <a:cubicBezTo>
                  <a:pt x="80746" y="54922"/>
                  <a:pt x="71330" y="29548"/>
                  <a:pt x="0" y="38100"/>
                </a:cubicBezTo>
                <a:cubicBezTo>
                  <a:pt x="-1466" y="24275"/>
                  <a:pt x="1120" y="9537"/>
                  <a:pt x="0" y="0"/>
                </a:cubicBezTo>
                <a:close/>
              </a:path>
            </a:pathLst>
          </a:custGeom>
          <a:noFill/>
          <a:ln w="19050" cap="flat">
            <a:solidFill>
              <a:srgbClr val="1F3A5F"/>
            </a:solidFill>
            <a:prstDash val="solid"/>
            <a:miter/>
            <a:extLst>
              <a:ext uri="{C807C97D-BFC1-408E-A445-0C87EB9F89A2}">
                <ask:lineSketchStyleProps xmlns:ask="http://schemas.microsoft.com/office/drawing/2018/sketchyshapes" sd="1078293354">
                  <a:custGeom>
                    <a:avLst/>
                    <a:gdLst>
                      <a:gd name="connsiteX0" fmla="*/ 0 w 152400"/>
                      <a:gd name="connsiteY0" fmla="*/ 0 h 38100"/>
                      <a:gd name="connsiteX1" fmla="*/ 152400 w 152400"/>
                      <a:gd name="connsiteY1" fmla="*/ 0 h 38100"/>
                      <a:gd name="connsiteX2" fmla="*/ 152400 w 152400"/>
                      <a:gd name="connsiteY2" fmla="*/ 38100 h 38100"/>
                      <a:gd name="connsiteX3" fmla="*/ 0 w 152400"/>
                      <a:gd name="connsiteY3" fmla="*/ 38100 h 38100"/>
                    </a:gdLst>
                    <a:ahLst/>
                    <a:cxnLst>
                      <a:cxn ang="0">
                        <a:pos x="connsiteX0" y="connsiteY0"/>
                      </a:cxn>
                      <a:cxn ang="0">
                        <a:pos x="connsiteX1" y="connsiteY1"/>
                      </a:cxn>
                      <a:cxn ang="0">
                        <a:pos x="connsiteX2" y="connsiteY2"/>
                      </a:cxn>
                      <a:cxn ang="0">
                        <a:pos x="connsiteX3" y="connsiteY3"/>
                      </a:cxn>
                    </a:cxnLst>
                    <a:rect l="l" t="t" r="r" b="b"/>
                    <a:pathLst>
                      <a:path w="152400" h="38100">
                        <a:moveTo>
                          <a:pt x="0" y="0"/>
                        </a:moveTo>
                        <a:lnTo>
                          <a:pt x="152400" y="0"/>
                        </a:lnTo>
                        <a:lnTo>
                          <a:pt x="152400" y="38100"/>
                        </a:lnTo>
                        <a:lnTo>
                          <a:pt x="0" y="38100"/>
                        </a:lnTo>
                        <a:close/>
                      </a:path>
                    </a:pathLst>
                  </a:custGeom>
                  <ask:type>
                    <ask:lineSketchScribble/>
                  </ask:type>
                </ask:lineSketchStyleProps>
              </a:ext>
            </a:extLst>
          </a:ln>
        </p:spPr>
        <p:txBody>
          <a:bodyPr rtlCol="0" anchor="ctr"/>
          <a:lstStyle/>
          <a:p>
            <a:endParaRPr lang="en-US"/>
          </a:p>
        </p:txBody>
      </p:sp>
      <p:sp>
        <p:nvSpPr>
          <p:cNvPr id="104"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Visitor</a:t>
            </a:r>
          </a:p>
        </p:txBody>
      </p:sp>
      <p:cxnSp>
        <p:nvCxnSpPr>
          <p:cNvPr id="105"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06"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"Can I have a campfire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 at Sperry in September?"</a:t>
            </a:r>
          </a:p>
        </p:txBody>
      </p:sp>
      <p:sp>
        <p:nvSpPr>
          <p:cNvPr id="107"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8" name="Graphic 2" descr="Single gear outline"/>
          <p:cNvGrpSpPr/>
          <p:nvPr/>
        </p:nvGrpSpPr>
        <p:grpSpPr>
          <a:xfrm>
            <a:off x="5738021" y="2728234"/>
            <a:ext cx="648652" cy="647861"/>
            <a:chOff x="5772150" y="3332061"/>
            <a:chExt cx="648652" cy="647861"/>
          </a:xfrm>
          <a:noFill/>
        </p:grpSpPr>
        <p:sp>
          <p:nvSpPr>
            <p:cNvPr id="109"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0"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1"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2"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Park</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Doc</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Chunks</a:t>
            </a:r>
          </a:p>
        </p:txBody>
      </p:sp>
      <p:sp>
        <p:nvSpPr>
          <p:cNvPr id="113"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text, vector} ×250</a:t>
            </a:r>
          </a:p>
        </p:txBody>
      </p:sp>
      <p:grpSp>
        <p:nvGrpSpPr>
          <p:cNvPr id="114" name="Graphic 62" descr="Artificial Intelligence outline"/>
          <p:cNvGrpSpPr/>
          <p:nvPr/>
        </p:nvGrpSpPr>
        <p:grpSpPr>
          <a:xfrm>
            <a:off x="9309806" y="1906534"/>
            <a:ext cx="647797" cy="768143"/>
            <a:chOff x="6096473" y="4106117"/>
            <a:chExt cx="647797" cy="768143"/>
          </a:xfrm>
          <a:noFill/>
        </p:grpSpPr>
        <p:sp>
          <p:nvSpPr>
            <p:cNvPr id="115"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16"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17"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18"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19" name="Model label"/>
          <p:cNvSpPr txBox="1"/>
          <p:nvPr/>
        </p:nvSpPr>
        <p:spPr>
          <a:xfrm>
            <a:off x="8627864" y="2702109"/>
            <a:ext cx="2011680" cy="73152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Ollama</a:t>
            </a:r>
          </a:p>
          <a:p>
            <a:pPr algn="ctr">
              <a:lnSpc>
                <a:spcPct val="90000"/>
              </a:lnSpc>
            </a:pPr>
            <a:r>
              <a:rPr lang="en-US" sz="1800" dirty="0">
                <a:solidFill>
                  <a:srgbClr val="000000"/>
                </a:solidFill>
                <a:latin typeface="Ink Free" panose="03080402000500000000" pitchFamily="66" charset="0"/>
              </a:rPr>
              <a:t>nomic-embed-text</a:t>
            </a:r>
          </a:p>
        </p:txBody>
      </p:sp>
      <p:cxnSp>
        <p:nvCxnSpPr>
          <p:cNvPr id="120" name="App-Model"/>
          <p:cNvCxnSpPr/>
          <p:nvPr/>
        </p:nvCxnSpPr>
        <p:spPr>
          <a:xfrm flipV="1">
            <a:off x="7440610" y="2513045"/>
            <a:ext cx="1775406" cy="498503"/>
          </a:xfrm>
          <a:prstGeom prst="straightConnector1">
            <a:avLst/>
          </a:prstGeom>
          <a:ln w="28575">
            <a:solidFill>
              <a:srgbClr val="000000"/>
            </a:solidFill>
            <a:headEnd type="triangle"/>
            <a:tailEnd type="triangle"/>
          </a:ln>
        </p:spPr>
      </p:cxnSp>
      <p:sp>
        <p:nvSpPr>
          <p:cNvPr id="121" name="Request"/>
          <p:cNvSpPr txBox="1"/>
          <p:nvPr/>
        </p:nvSpPr>
        <p:spPr>
          <a:xfrm>
            <a:off x="6675120" y="1938528"/>
            <a:ext cx="25146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the question</a:t>
            </a:r>
          </a:p>
        </p:txBody>
      </p:sp>
      <p:sp>
        <p:nvSpPr>
          <p:cNvPr id="122" name="Reply"/>
          <p:cNvSpPr txBox="1"/>
          <p:nvPr/>
        </p:nvSpPr>
        <p:spPr>
          <a:xfrm>
            <a:off x="7388352" y="3154680"/>
            <a:ext cx="173736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[768 numbers]</a:t>
            </a:r>
          </a:p>
        </p:txBody>
      </p:sp>
      <p:cxnSp>
        <p:nvCxnSpPr>
          <p:cNvPr id="123"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4"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 → top 3</a:t>
            </a:r>
          </a:p>
        </p:txBody>
      </p:sp>
      <p:sp>
        <p:nvSpPr>
          <p:cNvPr id="125" name="Top 3"/>
          <p:cNvSpPr txBox="1"/>
          <p:nvPr/>
        </p:nvSpPr>
        <p:spPr>
          <a:xfrm>
            <a:off x="6903720" y="4956048"/>
            <a:ext cx="2331720" cy="502920"/>
          </a:xfrm>
          <a:prstGeom prst="rect">
            <a:avLst/>
          </a:prstGeom>
          <a:noFill/>
        </p:spPr>
        <p:txBody>
          <a:bodyPr wrap="square" lIns="0" tIns="0" rIns="0" bIns="0" anchor="t">
            <a:noAutofit/>
          </a:bodyPr>
          <a:lstStyle/>
          <a:p>
            <a:pPr algn="l">
              <a:lnSpc>
                <a:spcPct val="90000"/>
              </a:lnSpc>
            </a:pPr>
            <a:r>
              <a:rPr lang="en-US" sz="1000" dirty="0">
                <a:solidFill>
                  <a:srgbClr val="000000"/>
                </a:solidFill>
                <a:latin typeface="Consolas" panose="020B0609020204030204" pitchFamily="49" charset="0"/>
                <a:cs typeface="Consolas" panose="020B0609020204030204" pitchFamily="49" charset="0"/>
              </a:rPr>
              <a:t>camping-guide:04.2  0.74</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frontcountry:04.1-2 0.69</a:t>
            </a:r>
          </a:p>
          <a:p>
            <a:pPr algn="l">
              <a:lnSpc>
                <a:spcPct val="90000"/>
              </a:lnSpc>
            </a:pPr>
            <a:r>
              <a:rPr lang="en-US" sz="1000" dirty="0">
                <a:solidFill>
                  <a:srgbClr val="000000"/>
                </a:solidFill>
                <a:latin typeface="Consolas" panose="020B0609020204030204" pitchFamily="49" charset="0"/>
                <a:cs typeface="Consolas" panose="020B0609020204030204" pitchFamily="49" charset="0"/>
              </a:rPr>
              <a:t>yosemite-fire:03    0.68</a:t>
            </a:r>
          </a:p>
        </p:txBody>
      </p:sp>
      <p:grpSp>
        <p:nvGrpSpPr>
          <p:cNvPr id="126" name="Graphic 62" descr="Artificial Intelligence outline"/>
          <p:cNvGrpSpPr/>
          <p:nvPr/>
        </p:nvGrpSpPr>
        <p:grpSpPr>
          <a:xfrm>
            <a:off x="1413462" y="1783080"/>
            <a:ext cx="647797" cy="768143"/>
            <a:chOff x="6096473" y="4106117"/>
            <a:chExt cx="647797" cy="768143"/>
          </a:xfrm>
          <a:noFill/>
        </p:grpSpPr>
        <p:sp>
          <p:nvSpPr>
            <p:cNvPr id="127" name="Freeform 64"/>
            <p:cNvSpPr/>
            <p:nvPr/>
          </p:nvSpPr>
          <p:spPr>
            <a:xfrm>
              <a:off x="6151082" y="4240572"/>
              <a:ext cx="126374" cy="190565"/>
            </a:xfrm>
            <a:custGeom>
              <a:avLst/>
              <a:gdLst>
                <a:gd name="csX0" fmla="*/ 93031 w 126374"/>
                <a:gd name="csY0" fmla="*/ 144922 h 190565"/>
                <a:gd name="csX1" fmla="*/ 80731 w 126374"/>
                <a:gd name="csY1" fmla="*/ 176272 h 190565"/>
                <a:gd name="csX2" fmla="*/ 112081 w 126374"/>
                <a:gd name="csY2" fmla="*/ 188572 h 190565"/>
                <a:gd name="csX3" fmla="*/ 124380 w 126374"/>
                <a:gd name="csY3" fmla="*/ 157222 h 190565"/>
                <a:gd name="csX4" fmla="*/ 112081 w 126374"/>
                <a:gd name="csY4" fmla="*/ 144922 h 190565"/>
                <a:gd name="csX5" fmla="*/ 112081 w 126374"/>
                <a:gd name="csY5" fmla="*/ 81076 h 190565"/>
                <a:gd name="csX6" fmla="*/ 73981 w 126374"/>
                <a:gd name="csY6" fmla="*/ 81076 h 190565"/>
                <a:gd name="csX7" fmla="*/ 73981 w 126374"/>
                <a:gd name="csY7" fmla="*/ 45643 h 190565"/>
                <a:gd name="csX8" fmla="*/ 86280 w 126374"/>
                <a:gd name="csY8" fmla="*/ 14294 h 190565"/>
                <a:gd name="csX9" fmla="*/ 54931 w 126374"/>
                <a:gd name="csY9" fmla="*/ 1994 h 190565"/>
                <a:gd name="csX10" fmla="*/ 42631 w 126374"/>
                <a:gd name="csY10" fmla="*/ 33344 h 190565"/>
                <a:gd name="csX11" fmla="*/ 54931 w 126374"/>
                <a:gd name="csY11" fmla="*/ 45643 h 190565"/>
                <a:gd name="csX12" fmla="*/ 54931 w 126374"/>
                <a:gd name="csY12" fmla="*/ 81067 h 190565"/>
                <a:gd name="csX13" fmla="*/ 5572 w 126374"/>
                <a:gd name="csY13" fmla="*/ 81000 h 190565"/>
                <a:gd name="csX14" fmla="*/ 953 w 126374"/>
                <a:gd name="csY14" fmla="*/ 96554 h 190565"/>
                <a:gd name="csX15" fmla="*/ 0 w 126374"/>
                <a:gd name="csY15" fmla="*/ 100050 h 190565"/>
                <a:gd name="csX16" fmla="*/ 93031 w 126374"/>
                <a:gd name="csY16" fmla="*/ 100136 h 190565"/>
                <a:gd name="csX17" fmla="*/ 93031 w 126374"/>
                <a:gd name="csY17" fmla="*/ 144922 h 1905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26374" h="190565" fill="none" extrusionOk="0">
                  <a:moveTo>
                    <a:pt x="93031" y="144922"/>
                  </a:moveTo>
                  <a:cubicBezTo>
                    <a:pt x="80896" y="147982"/>
                    <a:pt x="76834" y="164502"/>
                    <a:pt x="80731" y="176272"/>
                  </a:cubicBezTo>
                  <a:cubicBezTo>
                    <a:pt x="85753" y="188622"/>
                    <a:pt x="101118" y="190480"/>
                    <a:pt x="112081" y="188572"/>
                  </a:cubicBezTo>
                  <a:cubicBezTo>
                    <a:pt x="124900" y="184140"/>
                    <a:pt x="129849" y="169934"/>
                    <a:pt x="124380" y="157222"/>
                  </a:cubicBezTo>
                  <a:cubicBezTo>
                    <a:pt x="122405" y="151867"/>
                    <a:pt x="117937" y="148510"/>
                    <a:pt x="112081" y="144922"/>
                  </a:cubicBezTo>
                  <a:cubicBezTo>
                    <a:pt x="105119" y="129225"/>
                    <a:pt x="116465" y="102647"/>
                    <a:pt x="112081" y="81076"/>
                  </a:cubicBezTo>
                  <a:cubicBezTo>
                    <a:pt x="98695" y="85018"/>
                    <a:pt x="92520" y="80143"/>
                    <a:pt x="73981" y="81076"/>
                  </a:cubicBezTo>
                  <a:cubicBezTo>
                    <a:pt x="71999" y="66468"/>
                    <a:pt x="76199" y="59334"/>
                    <a:pt x="73981" y="45643"/>
                  </a:cubicBezTo>
                  <a:cubicBezTo>
                    <a:pt x="86823" y="39607"/>
                    <a:pt x="90458" y="26955"/>
                    <a:pt x="86280" y="14294"/>
                  </a:cubicBezTo>
                  <a:cubicBezTo>
                    <a:pt x="81724" y="4149"/>
                    <a:pt x="67934" y="-3456"/>
                    <a:pt x="54931" y="1994"/>
                  </a:cubicBezTo>
                  <a:cubicBezTo>
                    <a:pt x="42673" y="8021"/>
                    <a:pt x="38937" y="21740"/>
                    <a:pt x="42631" y="33344"/>
                  </a:cubicBezTo>
                  <a:cubicBezTo>
                    <a:pt x="44972" y="38650"/>
                    <a:pt x="50736" y="43283"/>
                    <a:pt x="54931" y="45643"/>
                  </a:cubicBezTo>
                  <a:cubicBezTo>
                    <a:pt x="55830" y="54424"/>
                    <a:pt x="52689" y="67614"/>
                    <a:pt x="54931" y="81067"/>
                  </a:cubicBezTo>
                  <a:cubicBezTo>
                    <a:pt x="32073" y="84237"/>
                    <a:pt x="28473" y="77470"/>
                    <a:pt x="5572" y="81000"/>
                  </a:cubicBezTo>
                  <a:cubicBezTo>
                    <a:pt x="3530" y="86308"/>
                    <a:pt x="3499" y="91443"/>
                    <a:pt x="953" y="96554"/>
                  </a:cubicBezTo>
                  <a:cubicBezTo>
                    <a:pt x="792" y="97563"/>
                    <a:pt x="310" y="98864"/>
                    <a:pt x="0" y="100050"/>
                  </a:cubicBezTo>
                  <a:cubicBezTo>
                    <a:pt x="21592" y="97134"/>
                    <a:pt x="67148" y="100345"/>
                    <a:pt x="93031" y="100136"/>
                  </a:cubicBezTo>
                  <a:cubicBezTo>
                    <a:pt x="97154" y="117601"/>
                    <a:pt x="91417" y="122953"/>
                    <a:pt x="93031" y="144922"/>
                  </a:cubicBezTo>
                  <a:close/>
                </a:path>
                <a:path w="126374" h="190565" stroke="0" extrusionOk="0">
                  <a:moveTo>
                    <a:pt x="93031" y="144922"/>
                  </a:moveTo>
                  <a:cubicBezTo>
                    <a:pt x="78758" y="148814"/>
                    <a:pt x="74277" y="164666"/>
                    <a:pt x="80731" y="176272"/>
                  </a:cubicBezTo>
                  <a:cubicBezTo>
                    <a:pt x="87245" y="188589"/>
                    <a:pt x="96102" y="193957"/>
                    <a:pt x="112081" y="188572"/>
                  </a:cubicBezTo>
                  <a:cubicBezTo>
                    <a:pt x="123899" y="183541"/>
                    <a:pt x="129314" y="171081"/>
                    <a:pt x="124380" y="157222"/>
                  </a:cubicBezTo>
                  <a:cubicBezTo>
                    <a:pt x="121849" y="151647"/>
                    <a:pt x="119187" y="148091"/>
                    <a:pt x="112081" y="144922"/>
                  </a:cubicBezTo>
                  <a:cubicBezTo>
                    <a:pt x="110578" y="123986"/>
                    <a:pt x="117420" y="100821"/>
                    <a:pt x="112081" y="81076"/>
                  </a:cubicBezTo>
                  <a:cubicBezTo>
                    <a:pt x="102925" y="81293"/>
                    <a:pt x="91067" y="78361"/>
                    <a:pt x="73981" y="81076"/>
                  </a:cubicBezTo>
                  <a:cubicBezTo>
                    <a:pt x="72423" y="70427"/>
                    <a:pt x="75798" y="53004"/>
                    <a:pt x="73981" y="45643"/>
                  </a:cubicBezTo>
                  <a:cubicBezTo>
                    <a:pt x="86263" y="41967"/>
                    <a:pt x="89860" y="26252"/>
                    <a:pt x="86280" y="14294"/>
                  </a:cubicBezTo>
                  <a:cubicBezTo>
                    <a:pt x="81812" y="70"/>
                    <a:pt x="67337" y="-2171"/>
                    <a:pt x="54931" y="1994"/>
                  </a:cubicBezTo>
                  <a:cubicBezTo>
                    <a:pt x="43263" y="6875"/>
                    <a:pt x="38711" y="20426"/>
                    <a:pt x="42631" y="33344"/>
                  </a:cubicBezTo>
                  <a:cubicBezTo>
                    <a:pt x="44267" y="38652"/>
                    <a:pt x="49660" y="42951"/>
                    <a:pt x="54931" y="45643"/>
                  </a:cubicBezTo>
                  <a:cubicBezTo>
                    <a:pt x="56069" y="57781"/>
                    <a:pt x="54319" y="64670"/>
                    <a:pt x="54931" y="81067"/>
                  </a:cubicBezTo>
                  <a:cubicBezTo>
                    <a:pt x="37351" y="82397"/>
                    <a:pt x="29889" y="78309"/>
                    <a:pt x="5572" y="81000"/>
                  </a:cubicBezTo>
                  <a:cubicBezTo>
                    <a:pt x="3390" y="85035"/>
                    <a:pt x="3791" y="90905"/>
                    <a:pt x="953" y="96554"/>
                  </a:cubicBezTo>
                  <a:cubicBezTo>
                    <a:pt x="678" y="97721"/>
                    <a:pt x="65" y="98899"/>
                    <a:pt x="0" y="100050"/>
                  </a:cubicBezTo>
                  <a:cubicBezTo>
                    <a:pt x="39547" y="93866"/>
                    <a:pt x="48561" y="100823"/>
                    <a:pt x="93031" y="100136"/>
                  </a:cubicBezTo>
                  <a:cubicBezTo>
                    <a:pt x="95986" y="121770"/>
                    <a:pt x="88215" y="127652"/>
                    <a:pt x="93031" y="144922"/>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93031 w 126374"/>
                        <a:gd name="connsiteY0" fmla="*/ 144922 h 190565"/>
                        <a:gd name="connsiteX1" fmla="*/ 80731 w 126374"/>
                        <a:gd name="connsiteY1" fmla="*/ 176272 h 190565"/>
                        <a:gd name="connsiteX2" fmla="*/ 112081 w 126374"/>
                        <a:gd name="connsiteY2" fmla="*/ 188572 h 190565"/>
                        <a:gd name="connsiteX3" fmla="*/ 124380 w 126374"/>
                        <a:gd name="connsiteY3" fmla="*/ 157222 h 190565"/>
                        <a:gd name="connsiteX4" fmla="*/ 112081 w 126374"/>
                        <a:gd name="connsiteY4" fmla="*/ 144922 h 190565"/>
                        <a:gd name="connsiteX5" fmla="*/ 112081 w 126374"/>
                        <a:gd name="connsiteY5" fmla="*/ 81076 h 190565"/>
                        <a:gd name="connsiteX6" fmla="*/ 73981 w 126374"/>
                        <a:gd name="connsiteY6" fmla="*/ 81076 h 190565"/>
                        <a:gd name="connsiteX7" fmla="*/ 73981 w 126374"/>
                        <a:gd name="connsiteY7" fmla="*/ 45643 h 190565"/>
                        <a:gd name="connsiteX8" fmla="*/ 86280 w 126374"/>
                        <a:gd name="connsiteY8" fmla="*/ 14294 h 190565"/>
                        <a:gd name="connsiteX9" fmla="*/ 54931 w 126374"/>
                        <a:gd name="connsiteY9" fmla="*/ 1994 h 190565"/>
                        <a:gd name="connsiteX10" fmla="*/ 42631 w 126374"/>
                        <a:gd name="connsiteY10" fmla="*/ 33344 h 190565"/>
                        <a:gd name="connsiteX11" fmla="*/ 54931 w 126374"/>
                        <a:gd name="connsiteY11" fmla="*/ 45643 h 190565"/>
                        <a:gd name="connsiteX12" fmla="*/ 54931 w 126374"/>
                        <a:gd name="connsiteY12" fmla="*/ 81067 h 190565"/>
                        <a:gd name="connsiteX13" fmla="*/ 5572 w 126374"/>
                        <a:gd name="connsiteY13" fmla="*/ 81000 h 190565"/>
                        <a:gd name="connsiteX14" fmla="*/ 953 w 126374"/>
                        <a:gd name="connsiteY14" fmla="*/ 96554 h 190565"/>
                        <a:gd name="connsiteX15" fmla="*/ 0 w 126374"/>
                        <a:gd name="connsiteY15" fmla="*/ 100050 h 190565"/>
                        <a:gd name="connsiteX16" fmla="*/ 93031 w 126374"/>
                        <a:gd name="connsiteY16" fmla="*/ 100136 h 190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6374" h="190565">
                          <a:moveTo>
                            <a:pt x="93031" y="144922"/>
                          </a:moveTo>
                          <a:cubicBezTo>
                            <a:pt x="80978" y="150183"/>
                            <a:pt x="75470" y="164218"/>
                            <a:pt x="80731" y="176272"/>
                          </a:cubicBezTo>
                          <a:cubicBezTo>
                            <a:pt x="85992" y="188325"/>
                            <a:pt x="100028" y="193832"/>
                            <a:pt x="112081" y="188572"/>
                          </a:cubicBezTo>
                          <a:cubicBezTo>
                            <a:pt x="124134" y="183311"/>
                            <a:pt x="129641" y="169275"/>
                            <a:pt x="124380" y="157222"/>
                          </a:cubicBezTo>
                          <a:cubicBezTo>
                            <a:pt x="121978" y="151717"/>
                            <a:pt x="117585" y="147325"/>
                            <a:pt x="112081" y="144922"/>
                          </a:cubicBezTo>
                          <a:lnTo>
                            <a:pt x="112081" y="81076"/>
                          </a:lnTo>
                          <a:lnTo>
                            <a:pt x="73981" y="81076"/>
                          </a:lnTo>
                          <a:lnTo>
                            <a:pt x="73981" y="45643"/>
                          </a:lnTo>
                          <a:cubicBezTo>
                            <a:pt x="86034" y="40383"/>
                            <a:pt x="91541" y="26348"/>
                            <a:pt x="86280" y="14294"/>
                          </a:cubicBezTo>
                          <a:cubicBezTo>
                            <a:pt x="81020" y="2241"/>
                            <a:pt x="66984" y="-3267"/>
                            <a:pt x="54931" y="1994"/>
                          </a:cubicBezTo>
                          <a:cubicBezTo>
                            <a:pt x="42878" y="7255"/>
                            <a:pt x="37370" y="21291"/>
                            <a:pt x="42631" y="33344"/>
                          </a:cubicBezTo>
                          <a:cubicBezTo>
                            <a:pt x="45033" y="38848"/>
                            <a:pt x="49426" y="43241"/>
                            <a:pt x="54931" y="45643"/>
                          </a:cubicBezTo>
                          <a:lnTo>
                            <a:pt x="54931" y="81067"/>
                          </a:lnTo>
                          <a:lnTo>
                            <a:pt x="5572" y="81000"/>
                          </a:lnTo>
                          <a:cubicBezTo>
                            <a:pt x="3743" y="86096"/>
                            <a:pt x="2381" y="91192"/>
                            <a:pt x="953" y="96554"/>
                          </a:cubicBezTo>
                          <a:cubicBezTo>
                            <a:pt x="648" y="97716"/>
                            <a:pt x="324" y="98888"/>
                            <a:pt x="0" y="100050"/>
                          </a:cubicBezTo>
                          <a:lnTo>
                            <a:pt x="93031" y="100136"/>
                          </a:lnTo>
                          <a:close/>
                        </a:path>
                      </a:pathLst>
                    </a:custGeom>
                    <ask:type>
                      <ask:lineSketchScribble/>
                    </ask:type>
                  </ask:lineSketchStyleProps>
                </a:ext>
              </a:extLst>
            </a:ln>
          </p:spPr>
          <p:txBody>
            <a:bodyPr rtlCol="0" anchor="ctr"/>
            <a:lstStyle/>
            <a:p>
              <a:endParaRPr lang="en-US"/>
            </a:p>
          </p:txBody>
        </p:sp>
        <p:sp>
          <p:nvSpPr>
            <p:cNvPr id="128" name="Freeform 65"/>
            <p:cNvSpPr/>
            <p:nvPr/>
          </p:nvSpPr>
          <p:spPr>
            <a:xfrm>
              <a:off x="6096473" y="4106117"/>
              <a:ext cx="647797" cy="768143"/>
            </a:xfrm>
            <a:custGeom>
              <a:avLst/>
              <a:gdLst>
                <a:gd name="csX0" fmla="*/ 638178 w 647797"/>
                <a:gd name="csY0" fmla="*/ 415614 h 768143"/>
                <a:gd name="csX1" fmla="*/ 572455 w 647797"/>
                <a:gd name="csY1" fmla="*/ 301314 h 768143"/>
                <a:gd name="csX2" fmla="*/ 572455 w 647797"/>
                <a:gd name="csY2" fmla="*/ 296551 h 768143"/>
                <a:gd name="csX3" fmla="*/ 296375 w 647797"/>
                <a:gd name="csY3" fmla="*/ 196 h 768143"/>
                <a:gd name="csX4" fmla="*/ 296230 w 647797"/>
                <a:gd name="csY4" fmla="*/ 191 h 768143"/>
                <a:gd name="csX5" fmla="*/ 285648 w 647797"/>
                <a:gd name="csY5" fmla="*/ 0 h 768143"/>
                <a:gd name="csX6" fmla="*/ 2 w 647797"/>
                <a:gd name="csY6" fmla="*/ 275558 h 768143"/>
                <a:gd name="csX7" fmla="*/ 2 w 647797"/>
                <a:gd name="csY7" fmla="*/ 296513 h 768143"/>
                <a:gd name="csX8" fmla="*/ 112397 w 647797"/>
                <a:gd name="csY8" fmla="*/ 527095 h 768143"/>
                <a:gd name="csX9" fmla="*/ 112397 w 647797"/>
                <a:gd name="csY9" fmla="*/ 768144 h 768143"/>
                <a:gd name="csX10" fmla="*/ 413388 w 647797"/>
                <a:gd name="csY10" fmla="*/ 768144 h 768143"/>
                <a:gd name="csX11" fmla="*/ 413388 w 647797"/>
                <a:gd name="csY11" fmla="*/ 653844 h 768143"/>
                <a:gd name="csX12" fmla="*/ 460060 w 647797"/>
                <a:gd name="csY12" fmla="*/ 653844 h 768143"/>
                <a:gd name="csX13" fmla="*/ 572455 w 647797"/>
                <a:gd name="csY13" fmla="*/ 541449 h 768143"/>
                <a:gd name="csX14" fmla="*/ 572455 w 647797"/>
                <a:gd name="csY14" fmla="*/ 482394 h 768143"/>
                <a:gd name="csX15" fmla="*/ 614365 w 647797"/>
                <a:gd name="csY15" fmla="*/ 482394 h 768143"/>
                <a:gd name="csX16" fmla="*/ 638178 w 647797"/>
                <a:gd name="csY16" fmla="*/ 415614 h 768143"/>
                <a:gd name="csX17" fmla="*/ 627014 w 647797"/>
                <a:gd name="csY17" fmla="*/ 452761 h 768143"/>
                <a:gd name="csX18" fmla="*/ 613070 w 647797"/>
                <a:gd name="csY18" fmla="*/ 463239 h 768143"/>
                <a:gd name="csX19" fmla="*/ 553405 w 647797"/>
                <a:gd name="csY19" fmla="*/ 463239 h 768143"/>
                <a:gd name="csX20" fmla="*/ 553405 w 647797"/>
                <a:gd name="csY20" fmla="*/ 541344 h 768143"/>
                <a:gd name="csX21" fmla="*/ 460060 w 647797"/>
                <a:gd name="csY21" fmla="*/ 634689 h 768143"/>
                <a:gd name="csX22" fmla="*/ 394338 w 647797"/>
                <a:gd name="csY22" fmla="*/ 634689 h 768143"/>
                <a:gd name="csX23" fmla="*/ 394338 w 647797"/>
                <a:gd name="csY23" fmla="*/ 748989 h 768143"/>
                <a:gd name="csX24" fmla="*/ 131447 w 647797"/>
                <a:gd name="csY24" fmla="*/ 748989 h 768143"/>
                <a:gd name="csX25" fmla="*/ 131447 w 647797"/>
                <a:gd name="csY25" fmla="*/ 517741 h 768143"/>
                <a:gd name="csX26" fmla="*/ 124056 w 647797"/>
                <a:gd name="csY26" fmla="*/ 512026 h 768143"/>
                <a:gd name="csX27" fmla="*/ 19052 w 647797"/>
                <a:gd name="csY27" fmla="*/ 296523 h 768143"/>
                <a:gd name="csX28" fmla="*/ 19052 w 647797"/>
                <a:gd name="csY28" fmla="*/ 275911 h 768143"/>
                <a:gd name="csX29" fmla="*/ 285667 w 647797"/>
                <a:gd name="csY29" fmla="*/ 19069 h 768143"/>
                <a:gd name="csX30" fmla="*/ 295563 w 647797"/>
                <a:gd name="csY30" fmla="*/ 19250 h 768143"/>
                <a:gd name="csX31" fmla="*/ 553453 w 647797"/>
                <a:gd name="csY31" fmla="*/ 295837 h 768143"/>
                <a:gd name="csX32" fmla="*/ 553453 w 647797"/>
                <a:gd name="csY32" fmla="*/ 306372 h 768143"/>
                <a:gd name="csX33" fmla="*/ 555986 w 647797"/>
                <a:gd name="csY33" fmla="*/ 310782 h 768143"/>
                <a:gd name="csX34" fmla="*/ 621709 w 647797"/>
                <a:gd name="csY34" fmla="*/ 425082 h 768143"/>
                <a:gd name="csX35" fmla="*/ 621966 w 647797"/>
                <a:gd name="csY35" fmla="*/ 425520 h 768143"/>
                <a:gd name="csX36" fmla="*/ 622242 w 647797"/>
                <a:gd name="csY36" fmla="*/ 425949 h 768143"/>
                <a:gd name="csX37" fmla="*/ 627052 w 647797"/>
                <a:gd name="csY37" fmla="*/ 452752 h 768143"/>
                <a:gd name="csX38" fmla="*/ 627014 w 647797"/>
                <a:gd name="csY38" fmla="*/ 452761 h 768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647797" h="768143" fill="none" extrusionOk="0">
                  <a:moveTo>
                    <a:pt x="638178" y="415614"/>
                  </a:moveTo>
                  <a:cubicBezTo>
                    <a:pt x="617180" y="381537"/>
                    <a:pt x="600649" y="343946"/>
                    <a:pt x="572455" y="301314"/>
                  </a:cubicBezTo>
                  <a:cubicBezTo>
                    <a:pt x="571930" y="299295"/>
                    <a:pt x="572504" y="298599"/>
                    <a:pt x="572455" y="296551"/>
                  </a:cubicBezTo>
                  <a:cubicBezTo>
                    <a:pt x="595294" y="100791"/>
                    <a:pt x="435075" y="-4075"/>
                    <a:pt x="296375" y="196"/>
                  </a:cubicBezTo>
                  <a:cubicBezTo>
                    <a:pt x="296338" y="208"/>
                    <a:pt x="296261" y="192"/>
                    <a:pt x="296230" y="191"/>
                  </a:cubicBezTo>
                  <a:cubicBezTo>
                    <a:pt x="292103" y="144"/>
                    <a:pt x="288934" y="188"/>
                    <a:pt x="285648" y="0"/>
                  </a:cubicBezTo>
                  <a:cubicBezTo>
                    <a:pt x="121836" y="-26918"/>
                    <a:pt x="29790" y="89427"/>
                    <a:pt x="2" y="275558"/>
                  </a:cubicBezTo>
                  <a:cubicBezTo>
                    <a:pt x="2322" y="280031"/>
                    <a:pt x="-2185" y="291112"/>
                    <a:pt x="2" y="296513"/>
                  </a:cubicBezTo>
                  <a:cubicBezTo>
                    <a:pt x="14590" y="391044"/>
                    <a:pt x="24597" y="476609"/>
                    <a:pt x="112397" y="527095"/>
                  </a:cubicBezTo>
                  <a:cubicBezTo>
                    <a:pt x="113593" y="633581"/>
                    <a:pt x="104494" y="684447"/>
                    <a:pt x="112397" y="768144"/>
                  </a:cubicBezTo>
                  <a:cubicBezTo>
                    <a:pt x="241293" y="763872"/>
                    <a:pt x="281306" y="770870"/>
                    <a:pt x="413388" y="768144"/>
                  </a:cubicBezTo>
                  <a:cubicBezTo>
                    <a:pt x="406853" y="739948"/>
                    <a:pt x="415924" y="686248"/>
                    <a:pt x="413388" y="653844"/>
                  </a:cubicBezTo>
                  <a:cubicBezTo>
                    <a:pt x="428340" y="649151"/>
                    <a:pt x="450273" y="655146"/>
                    <a:pt x="460060" y="653844"/>
                  </a:cubicBezTo>
                  <a:cubicBezTo>
                    <a:pt x="512969" y="654977"/>
                    <a:pt x="570944" y="603231"/>
                    <a:pt x="572455" y="541449"/>
                  </a:cubicBezTo>
                  <a:cubicBezTo>
                    <a:pt x="568363" y="526296"/>
                    <a:pt x="577583" y="506791"/>
                    <a:pt x="572455" y="482394"/>
                  </a:cubicBezTo>
                  <a:cubicBezTo>
                    <a:pt x="582097" y="481842"/>
                    <a:pt x="594427" y="483891"/>
                    <a:pt x="614365" y="482394"/>
                  </a:cubicBezTo>
                  <a:cubicBezTo>
                    <a:pt x="640229" y="477517"/>
                    <a:pt x="661945" y="461125"/>
                    <a:pt x="638178" y="415614"/>
                  </a:cubicBezTo>
                  <a:close/>
                  <a:moveTo>
                    <a:pt x="627014" y="452761"/>
                  </a:moveTo>
                  <a:cubicBezTo>
                    <a:pt x="624478" y="458252"/>
                    <a:pt x="619929" y="461070"/>
                    <a:pt x="613070" y="463239"/>
                  </a:cubicBezTo>
                  <a:cubicBezTo>
                    <a:pt x="598093" y="468139"/>
                    <a:pt x="581696" y="461924"/>
                    <a:pt x="553405" y="463239"/>
                  </a:cubicBezTo>
                  <a:cubicBezTo>
                    <a:pt x="561265" y="496999"/>
                    <a:pt x="551585" y="506591"/>
                    <a:pt x="553405" y="541344"/>
                  </a:cubicBezTo>
                  <a:cubicBezTo>
                    <a:pt x="565689" y="593398"/>
                    <a:pt x="515284" y="637172"/>
                    <a:pt x="460060" y="634689"/>
                  </a:cubicBezTo>
                  <a:cubicBezTo>
                    <a:pt x="427711" y="638569"/>
                    <a:pt x="417891" y="628157"/>
                    <a:pt x="394338" y="634689"/>
                  </a:cubicBezTo>
                  <a:cubicBezTo>
                    <a:pt x="405021" y="657849"/>
                    <a:pt x="387806" y="716238"/>
                    <a:pt x="394338" y="748989"/>
                  </a:cubicBezTo>
                  <a:cubicBezTo>
                    <a:pt x="278620" y="779940"/>
                    <a:pt x="218581" y="746216"/>
                    <a:pt x="131447" y="748989"/>
                  </a:cubicBezTo>
                  <a:cubicBezTo>
                    <a:pt x="113522" y="675383"/>
                    <a:pt x="154985" y="627266"/>
                    <a:pt x="131447" y="517741"/>
                  </a:cubicBezTo>
                  <a:cubicBezTo>
                    <a:pt x="128015" y="515429"/>
                    <a:pt x="127536" y="514569"/>
                    <a:pt x="124056" y="512026"/>
                  </a:cubicBezTo>
                  <a:cubicBezTo>
                    <a:pt x="51551" y="451768"/>
                    <a:pt x="19752" y="395470"/>
                    <a:pt x="19052" y="296523"/>
                  </a:cubicBezTo>
                  <a:cubicBezTo>
                    <a:pt x="17186" y="289045"/>
                    <a:pt x="20308" y="285903"/>
                    <a:pt x="19052" y="275911"/>
                  </a:cubicBezTo>
                  <a:cubicBezTo>
                    <a:pt x="40783" y="158214"/>
                    <a:pt x="148136" y="12115"/>
                    <a:pt x="285667" y="19069"/>
                  </a:cubicBezTo>
                  <a:cubicBezTo>
                    <a:pt x="289023" y="19927"/>
                    <a:pt x="292117" y="18801"/>
                    <a:pt x="295563" y="19250"/>
                  </a:cubicBezTo>
                  <a:cubicBezTo>
                    <a:pt x="449515" y="30979"/>
                    <a:pt x="591213" y="123095"/>
                    <a:pt x="553453" y="295837"/>
                  </a:cubicBezTo>
                  <a:cubicBezTo>
                    <a:pt x="553587" y="301054"/>
                    <a:pt x="552776" y="302574"/>
                    <a:pt x="553453" y="306372"/>
                  </a:cubicBezTo>
                  <a:cubicBezTo>
                    <a:pt x="554272" y="307464"/>
                    <a:pt x="554802" y="309336"/>
                    <a:pt x="555986" y="310782"/>
                  </a:cubicBezTo>
                  <a:cubicBezTo>
                    <a:pt x="588970" y="342633"/>
                    <a:pt x="592673" y="390991"/>
                    <a:pt x="621709" y="425082"/>
                  </a:cubicBezTo>
                  <a:cubicBezTo>
                    <a:pt x="621837" y="425183"/>
                    <a:pt x="621822" y="425374"/>
                    <a:pt x="621966" y="425520"/>
                  </a:cubicBezTo>
                  <a:cubicBezTo>
                    <a:pt x="622071" y="425620"/>
                    <a:pt x="622082" y="425777"/>
                    <a:pt x="622242" y="425949"/>
                  </a:cubicBezTo>
                  <a:cubicBezTo>
                    <a:pt x="629551" y="430971"/>
                    <a:pt x="631001" y="443179"/>
                    <a:pt x="627052" y="452752"/>
                  </a:cubicBezTo>
                  <a:cubicBezTo>
                    <a:pt x="627037" y="452756"/>
                    <a:pt x="627028" y="452754"/>
                    <a:pt x="627014" y="452761"/>
                  </a:cubicBezTo>
                  <a:close/>
                </a:path>
                <a:path w="647797" h="768143" stroke="0" extrusionOk="0">
                  <a:moveTo>
                    <a:pt x="638178" y="415614"/>
                  </a:moveTo>
                  <a:cubicBezTo>
                    <a:pt x="604598" y="379332"/>
                    <a:pt x="604319" y="356293"/>
                    <a:pt x="572455" y="301314"/>
                  </a:cubicBezTo>
                  <a:cubicBezTo>
                    <a:pt x="572119" y="300111"/>
                    <a:pt x="572693" y="298211"/>
                    <a:pt x="572455" y="296551"/>
                  </a:cubicBezTo>
                  <a:cubicBezTo>
                    <a:pt x="583642" y="143202"/>
                    <a:pt x="423495" y="-23547"/>
                    <a:pt x="296375" y="196"/>
                  </a:cubicBezTo>
                  <a:cubicBezTo>
                    <a:pt x="296310" y="204"/>
                    <a:pt x="296278" y="185"/>
                    <a:pt x="296230" y="191"/>
                  </a:cubicBezTo>
                  <a:cubicBezTo>
                    <a:pt x="291833" y="199"/>
                    <a:pt x="289131" y="690"/>
                    <a:pt x="285648" y="0"/>
                  </a:cubicBezTo>
                  <a:cubicBezTo>
                    <a:pt x="121794" y="-2554"/>
                    <a:pt x="7440" y="118782"/>
                    <a:pt x="2" y="275558"/>
                  </a:cubicBezTo>
                  <a:cubicBezTo>
                    <a:pt x="1295" y="282271"/>
                    <a:pt x="-1800" y="286574"/>
                    <a:pt x="2" y="296513"/>
                  </a:cubicBezTo>
                  <a:cubicBezTo>
                    <a:pt x="-13034" y="372809"/>
                    <a:pt x="33474" y="465361"/>
                    <a:pt x="112397" y="527095"/>
                  </a:cubicBezTo>
                  <a:cubicBezTo>
                    <a:pt x="126477" y="617977"/>
                    <a:pt x="95741" y="680145"/>
                    <a:pt x="112397" y="768144"/>
                  </a:cubicBezTo>
                  <a:cubicBezTo>
                    <a:pt x="173382" y="743569"/>
                    <a:pt x="303621" y="788156"/>
                    <a:pt x="413388" y="768144"/>
                  </a:cubicBezTo>
                  <a:cubicBezTo>
                    <a:pt x="402341" y="729468"/>
                    <a:pt x="421216" y="694119"/>
                    <a:pt x="413388" y="653844"/>
                  </a:cubicBezTo>
                  <a:cubicBezTo>
                    <a:pt x="432452" y="651957"/>
                    <a:pt x="448660" y="655084"/>
                    <a:pt x="460060" y="653844"/>
                  </a:cubicBezTo>
                  <a:cubicBezTo>
                    <a:pt x="515971" y="664771"/>
                    <a:pt x="570262" y="598683"/>
                    <a:pt x="572455" y="541449"/>
                  </a:cubicBezTo>
                  <a:cubicBezTo>
                    <a:pt x="571661" y="527485"/>
                    <a:pt x="574994" y="510352"/>
                    <a:pt x="572455" y="482394"/>
                  </a:cubicBezTo>
                  <a:cubicBezTo>
                    <a:pt x="590305" y="479914"/>
                    <a:pt x="597774" y="486543"/>
                    <a:pt x="614365" y="482394"/>
                  </a:cubicBezTo>
                  <a:cubicBezTo>
                    <a:pt x="637245" y="476975"/>
                    <a:pt x="658079" y="450266"/>
                    <a:pt x="638178" y="415614"/>
                  </a:cubicBezTo>
                  <a:close/>
                  <a:moveTo>
                    <a:pt x="627014" y="452761"/>
                  </a:moveTo>
                  <a:cubicBezTo>
                    <a:pt x="623089" y="459625"/>
                    <a:pt x="618751" y="462986"/>
                    <a:pt x="613070" y="463239"/>
                  </a:cubicBezTo>
                  <a:cubicBezTo>
                    <a:pt x="600878" y="468996"/>
                    <a:pt x="575357" y="461189"/>
                    <a:pt x="553405" y="463239"/>
                  </a:cubicBezTo>
                  <a:cubicBezTo>
                    <a:pt x="562643" y="497713"/>
                    <a:pt x="544691" y="509545"/>
                    <a:pt x="553405" y="541344"/>
                  </a:cubicBezTo>
                  <a:cubicBezTo>
                    <a:pt x="550166" y="587772"/>
                    <a:pt x="512838" y="637513"/>
                    <a:pt x="460060" y="634689"/>
                  </a:cubicBezTo>
                  <a:cubicBezTo>
                    <a:pt x="431096" y="634932"/>
                    <a:pt x="426880" y="633749"/>
                    <a:pt x="394338" y="634689"/>
                  </a:cubicBezTo>
                  <a:cubicBezTo>
                    <a:pt x="402926" y="680040"/>
                    <a:pt x="386874" y="701819"/>
                    <a:pt x="394338" y="748989"/>
                  </a:cubicBezTo>
                  <a:cubicBezTo>
                    <a:pt x="305947" y="778291"/>
                    <a:pt x="240208" y="729829"/>
                    <a:pt x="131447" y="748989"/>
                  </a:cubicBezTo>
                  <a:cubicBezTo>
                    <a:pt x="104054" y="656840"/>
                    <a:pt x="135765" y="621608"/>
                    <a:pt x="131447" y="517741"/>
                  </a:cubicBezTo>
                  <a:cubicBezTo>
                    <a:pt x="127701" y="515013"/>
                    <a:pt x="126664" y="513570"/>
                    <a:pt x="124056" y="512026"/>
                  </a:cubicBezTo>
                  <a:cubicBezTo>
                    <a:pt x="70958" y="460279"/>
                    <a:pt x="30418" y="384124"/>
                    <a:pt x="19052" y="296523"/>
                  </a:cubicBezTo>
                  <a:cubicBezTo>
                    <a:pt x="17589" y="288466"/>
                    <a:pt x="19067" y="283192"/>
                    <a:pt x="19052" y="275911"/>
                  </a:cubicBezTo>
                  <a:cubicBezTo>
                    <a:pt x="22037" y="129077"/>
                    <a:pt x="104633" y="32271"/>
                    <a:pt x="285667" y="19069"/>
                  </a:cubicBezTo>
                  <a:cubicBezTo>
                    <a:pt x="289531" y="18916"/>
                    <a:pt x="292389" y="18620"/>
                    <a:pt x="295563" y="19250"/>
                  </a:cubicBezTo>
                  <a:cubicBezTo>
                    <a:pt x="459982" y="4728"/>
                    <a:pt x="539573" y="166722"/>
                    <a:pt x="553453" y="295837"/>
                  </a:cubicBezTo>
                  <a:cubicBezTo>
                    <a:pt x="554096" y="298633"/>
                    <a:pt x="553389" y="304164"/>
                    <a:pt x="553453" y="306372"/>
                  </a:cubicBezTo>
                  <a:cubicBezTo>
                    <a:pt x="554655" y="307826"/>
                    <a:pt x="554681" y="309705"/>
                    <a:pt x="555986" y="310782"/>
                  </a:cubicBezTo>
                  <a:cubicBezTo>
                    <a:pt x="596165" y="362117"/>
                    <a:pt x="589863" y="390223"/>
                    <a:pt x="621709" y="425082"/>
                  </a:cubicBezTo>
                  <a:cubicBezTo>
                    <a:pt x="621834" y="425175"/>
                    <a:pt x="621896" y="425406"/>
                    <a:pt x="621966" y="425520"/>
                  </a:cubicBezTo>
                  <a:cubicBezTo>
                    <a:pt x="622039" y="425602"/>
                    <a:pt x="622091" y="425766"/>
                    <a:pt x="622242" y="425949"/>
                  </a:cubicBezTo>
                  <a:cubicBezTo>
                    <a:pt x="628887" y="432892"/>
                    <a:pt x="631211" y="444642"/>
                    <a:pt x="627052" y="452752"/>
                  </a:cubicBezTo>
                  <a:cubicBezTo>
                    <a:pt x="627039" y="452757"/>
                    <a:pt x="627024" y="452758"/>
                    <a:pt x="627014" y="452761"/>
                  </a:cubicBezTo>
                  <a:close/>
                </a:path>
              </a:pathLst>
            </a:custGeom>
            <a:grpFill/>
            <a:ln w="15875" cap="flat">
              <a:solidFill>
                <a:srgbClr val="1F3A5F"/>
              </a:solidFill>
              <a:prstDash val="solid"/>
              <a:miter/>
              <a:extLst>
                <a:ext uri="{C807C97D-BFC1-408E-A445-0C87EB9F89A2}">
                  <ask:lineSketchStyleProps xmlns:ask="http://schemas.microsoft.com/office/drawing/2018/sketchyshapes" sd="4003758862">
                    <a:custGeom>
                      <a:avLst/>
                      <a:gdLst>
                        <a:gd name="connsiteX0" fmla="*/ 638178 w 647797"/>
                        <a:gd name="connsiteY0" fmla="*/ 415614 h 768143"/>
                        <a:gd name="connsiteX1" fmla="*/ 572455 w 647797"/>
                        <a:gd name="connsiteY1" fmla="*/ 301314 h 768143"/>
                        <a:gd name="connsiteX2" fmla="*/ 572455 w 647797"/>
                        <a:gd name="connsiteY2" fmla="*/ 296551 h 768143"/>
                        <a:gd name="connsiteX3" fmla="*/ 296375 w 647797"/>
                        <a:gd name="connsiteY3" fmla="*/ 196 h 768143"/>
                        <a:gd name="connsiteX4" fmla="*/ 296230 w 647797"/>
                        <a:gd name="connsiteY4" fmla="*/ 191 h 768143"/>
                        <a:gd name="connsiteX5" fmla="*/ 285648 w 647797"/>
                        <a:gd name="connsiteY5" fmla="*/ 0 h 768143"/>
                        <a:gd name="connsiteX6" fmla="*/ 2 w 647797"/>
                        <a:gd name="connsiteY6" fmla="*/ 275558 h 768143"/>
                        <a:gd name="connsiteX7" fmla="*/ 2 w 647797"/>
                        <a:gd name="connsiteY7" fmla="*/ 296513 h 768143"/>
                        <a:gd name="connsiteX8" fmla="*/ 112397 w 647797"/>
                        <a:gd name="connsiteY8" fmla="*/ 527095 h 768143"/>
                        <a:gd name="connsiteX9" fmla="*/ 112397 w 647797"/>
                        <a:gd name="connsiteY9" fmla="*/ 768144 h 768143"/>
                        <a:gd name="connsiteX10" fmla="*/ 413388 w 647797"/>
                        <a:gd name="connsiteY10" fmla="*/ 768144 h 768143"/>
                        <a:gd name="connsiteX11" fmla="*/ 413388 w 647797"/>
                        <a:gd name="connsiteY11" fmla="*/ 653844 h 768143"/>
                        <a:gd name="connsiteX12" fmla="*/ 460060 w 647797"/>
                        <a:gd name="connsiteY12" fmla="*/ 653844 h 768143"/>
                        <a:gd name="connsiteX13" fmla="*/ 572455 w 647797"/>
                        <a:gd name="connsiteY13" fmla="*/ 541449 h 768143"/>
                        <a:gd name="connsiteX14" fmla="*/ 572455 w 647797"/>
                        <a:gd name="connsiteY14" fmla="*/ 482394 h 768143"/>
                        <a:gd name="connsiteX15" fmla="*/ 614365 w 647797"/>
                        <a:gd name="connsiteY15" fmla="*/ 482394 h 768143"/>
                        <a:gd name="connsiteX16" fmla="*/ 638178 w 647797"/>
                        <a:gd name="connsiteY16" fmla="*/ 415614 h 768143"/>
                        <a:gd name="connsiteX17" fmla="*/ 627014 w 647797"/>
                        <a:gd name="connsiteY17" fmla="*/ 452761 h 768143"/>
                        <a:gd name="connsiteX18" fmla="*/ 613070 w 647797"/>
                        <a:gd name="connsiteY18" fmla="*/ 463239 h 768143"/>
                        <a:gd name="connsiteX19" fmla="*/ 553405 w 647797"/>
                        <a:gd name="connsiteY19" fmla="*/ 463239 h 768143"/>
                        <a:gd name="connsiteX20" fmla="*/ 553405 w 647797"/>
                        <a:gd name="connsiteY20" fmla="*/ 541344 h 768143"/>
                        <a:gd name="connsiteX21" fmla="*/ 460060 w 647797"/>
                        <a:gd name="connsiteY21" fmla="*/ 634689 h 768143"/>
                        <a:gd name="connsiteX22" fmla="*/ 394338 w 647797"/>
                        <a:gd name="connsiteY22" fmla="*/ 634689 h 768143"/>
                        <a:gd name="connsiteX23" fmla="*/ 394338 w 647797"/>
                        <a:gd name="connsiteY23" fmla="*/ 748989 h 768143"/>
                        <a:gd name="connsiteX24" fmla="*/ 131447 w 647797"/>
                        <a:gd name="connsiteY24" fmla="*/ 748989 h 768143"/>
                        <a:gd name="connsiteX25" fmla="*/ 131447 w 647797"/>
                        <a:gd name="connsiteY25" fmla="*/ 517741 h 768143"/>
                        <a:gd name="connsiteX26" fmla="*/ 124056 w 647797"/>
                        <a:gd name="connsiteY26" fmla="*/ 512026 h 768143"/>
                        <a:gd name="connsiteX27" fmla="*/ 19052 w 647797"/>
                        <a:gd name="connsiteY27" fmla="*/ 296523 h 768143"/>
                        <a:gd name="connsiteX28" fmla="*/ 19052 w 647797"/>
                        <a:gd name="connsiteY28" fmla="*/ 275911 h 768143"/>
                        <a:gd name="connsiteX29" fmla="*/ 285667 w 647797"/>
                        <a:gd name="connsiteY29" fmla="*/ 19069 h 768143"/>
                        <a:gd name="connsiteX30" fmla="*/ 295563 w 647797"/>
                        <a:gd name="connsiteY30" fmla="*/ 19250 h 768143"/>
                        <a:gd name="connsiteX31" fmla="*/ 553453 w 647797"/>
                        <a:gd name="connsiteY31" fmla="*/ 295837 h 768143"/>
                        <a:gd name="connsiteX32" fmla="*/ 553453 w 647797"/>
                        <a:gd name="connsiteY32" fmla="*/ 306372 h 768143"/>
                        <a:gd name="connsiteX33" fmla="*/ 555986 w 647797"/>
                        <a:gd name="connsiteY33" fmla="*/ 310782 h 768143"/>
                        <a:gd name="connsiteX34" fmla="*/ 621709 w 647797"/>
                        <a:gd name="connsiteY34" fmla="*/ 425082 h 768143"/>
                        <a:gd name="connsiteX35" fmla="*/ 621966 w 647797"/>
                        <a:gd name="connsiteY35" fmla="*/ 425520 h 768143"/>
                        <a:gd name="connsiteX36" fmla="*/ 622242 w 647797"/>
                        <a:gd name="connsiteY36" fmla="*/ 425949 h 768143"/>
                        <a:gd name="connsiteX37" fmla="*/ 627052 w 647797"/>
                        <a:gd name="connsiteY37" fmla="*/ 452752 h 768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647797" h="768143">
                          <a:moveTo>
                            <a:pt x="638178" y="415614"/>
                          </a:moveTo>
                          <a:lnTo>
                            <a:pt x="572455" y="301314"/>
                          </a:lnTo>
                          <a:lnTo>
                            <a:pt x="572455" y="296551"/>
                          </a:lnTo>
                          <a:cubicBezTo>
                            <a:pt x="578054" y="138477"/>
                            <a:pt x="454448" y="5794"/>
                            <a:pt x="296375" y="196"/>
                          </a:cubicBezTo>
                          <a:cubicBezTo>
                            <a:pt x="296326" y="194"/>
                            <a:pt x="296278" y="192"/>
                            <a:pt x="296230" y="191"/>
                          </a:cubicBezTo>
                          <a:cubicBezTo>
                            <a:pt x="292687" y="70"/>
                            <a:pt x="289160" y="6"/>
                            <a:pt x="285648" y="0"/>
                          </a:cubicBezTo>
                          <a:cubicBezTo>
                            <a:pt x="131731" y="-136"/>
                            <a:pt x="5398" y="121736"/>
                            <a:pt x="2" y="275558"/>
                          </a:cubicBezTo>
                          <a:lnTo>
                            <a:pt x="2" y="296513"/>
                          </a:lnTo>
                          <a:cubicBezTo>
                            <a:pt x="-369" y="386657"/>
                            <a:pt x="41161" y="471856"/>
                            <a:pt x="112397" y="527095"/>
                          </a:cubicBezTo>
                          <a:lnTo>
                            <a:pt x="112397" y="768144"/>
                          </a:lnTo>
                          <a:lnTo>
                            <a:pt x="413388" y="768144"/>
                          </a:lnTo>
                          <a:lnTo>
                            <a:pt x="413388" y="653844"/>
                          </a:lnTo>
                          <a:lnTo>
                            <a:pt x="460060" y="653844"/>
                          </a:lnTo>
                          <a:cubicBezTo>
                            <a:pt x="522082" y="653718"/>
                            <a:pt x="572329" y="603471"/>
                            <a:pt x="572455" y="541449"/>
                          </a:cubicBezTo>
                          <a:lnTo>
                            <a:pt x="572455" y="482394"/>
                          </a:lnTo>
                          <a:lnTo>
                            <a:pt x="614365" y="482394"/>
                          </a:lnTo>
                          <a:cubicBezTo>
                            <a:pt x="639130" y="479451"/>
                            <a:pt x="661038" y="450866"/>
                            <a:pt x="638178" y="415614"/>
                          </a:cubicBezTo>
                          <a:close/>
                          <a:moveTo>
                            <a:pt x="627014" y="452761"/>
                          </a:moveTo>
                          <a:cubicBezTo>
                            <a:pt x="624316" y="458289"/>
                            <a:pt x="619129" y="462186"/>
                            <a:pt x="613070" y="463239"/>
                          </a:cubicBezTo>
                          <a:lnTo>
                            <a:pt x="553405" y="463239"/>
                          </a:lnTo>
                          <a:lnTo>
                            <a:pt x="553405" y="541344"/>
                          </a:lnTo>
                          <a:cubicBezTo>
                            <a:pt x="553332" y="592867"/>
                            <a:pt x="511583" y="634616"/>
                            <a:pt x="460060" y="634689"/>
                          </a:cubicBezTo>
                          <a:lnTo>
                            <a:pt x="394338" y="634689"/>
                          </a:lnTo>
                          <a:lnTo>
                            <a:pt x="394338" y="748989"/>
                          </a:lnTo>
                          <a:lnTo>
                            <a:pt x="131447" y="748989"/>
                          </a:lnTo>
                          <a:lnTo>
                            <a:pt x="131447" y="517741"/>
                          </a:lnTo>
                          <a:lnTo>
                            <a:pt x="124056" y="512026"/>
                          </a:lnTo>
                          <a:cubicBezTo>
                            <a:pt x="57368" y="460493"/>
                            <a:pt x="18538" y="380800"/>
                            <a:pt x="19052" y="296523"/>
                          </a:cubicBezTo>
                          <a:lnTo>
                            <a:pt x="19052" y="275911"/>
                          </a:lnTo>
                          <a:cubicBezTo>
                            <a:pt x="23931" y="132323"/>
                            <a:pt x="141997" y="18585"/>
                            <a:pt x="285667" y="19069"/>
                          </a:cubicBezTo>
                          <a:cubicBezTo>
                            <a:pt x="288950" y="19069"/>
                            <a:pt x="292249" y="19129"/>
                            <a:pt x="295563" y="19250"/>
                          </a:cubicBezTo>
                          <a:cubicBezTo>
                            <a:pt x="443079" y="24581"/>
                            <a:pt x="558444" y="148310"/>
                            <a:pt x="553453" y="295837"/>
                          </a:cubicBezTo>
                          <a:lnTo>
                            <a:pt x="553453" y="306372"/>
                          </a:lnTo>
                          <a:lnTo>
                            <a:pt x="555986" y="310782"/>
                          </a:lnTo>
                          <a:lnTo>
                            <a:pt x="621709" y="425082"/>
                          </a:lnTo>
                          <a:lnTo>
                            <a:pt x="621966" y="425520"/>
                          </a:lnTo>
                          <a:lnTo>
                            <a:pt x="622242" y="425949"/>
                          </a:lnTo>
                          <a:cubicBezTo>
                            <a:pt x="628432" y="433423"/>
                            <a:pt x="630257" y="443592"/>
                            <a:pt x="627052" y="452752"/>
                          </a:cubicBezTo>
                          <a:close/>
                        </a:path>
                      </a:pathLst>
                    </a:custGeom>
                    <ask:type>
                      <ask:lineSketchScribble/>
                    </ask:type>
                  </ask:lineSketchStyleProps>
                </a:ext>
              </a:extLst>
            </a:ln>
          </p:spPr>
          <p:txBody>
            <a:bodyPr rtlCol="0" anchor="ctr"/>
            <a:lstStyle/>
            <a:p>
              <a:endParaRPr lang="en-US"/>
            </a:p>
          </p:txBody>
        </p:sp>
        <p:sp>
          <p:nvSpPr>
            <p:cNvPr id="129" name="Freeform 66"/>
            <p:cNvSpPr/>
            <p:nvPr/>
          </p:nvSpPr>
          <p:spPr>
            <a:xfrm>
              <a:off x="6463188" y="4165810"/>
              <a:ext cx="80935" cy="122430"/>
            </a:xfrm>
            <a:custGeom>
              <a:avLst/>
              <a:gdLst>
                <a:gd name="csX0" fmla="*/ 57150 w 80935"/>
                <a:gd name="csY0" fmla="*/ 74800 h 122430"/>
                <a:gd name="csX1" fmla="*/ 49025 w 80935"/>
                <a:gd name="csY1" fmla="*/ 76324 h 122430"/>
                <a:gd name="csX2" fmla="*/ 19050 w 80935"/>
                <a:gd name="csY2" fmla="*/ 49349 h 122430"/>
                <a:gd name="csX3" fmla="*/ 19050 w 80935"/>
                <a:gd name="csY3" fmla="*/ 7172 h 122430"/>
                <a:gd name="csX4" fmla="*/ 0 w 80935"/>
                <a:gd name="csY4" fmla="*/ 0 h 122430"/>
                <a:gd name="csX5" fmla="*/ 0 w 80935"/>
                <a:gd name="csY5" fmla="*/ 57455 h 122430"/>
                <a:gd name="csX6" fmla="*/ 35243 w 80935"/>
                <a:gd name="csY6" fmla="*/ 89202 h 122430"/>
                <a:gd name="csX7" fmla="*/ 47706 w 80935"/>
                <a:gd name="csY7" fmla="*/ 120486 h 122430"/>
                <a:gd name="csX8" fmla="*/ 78991 w 80935"/>
                <a:gd name="csY8" fmla="*/ 108023 h 122430"/>
                <a:gd name="csX9" fmla="*/ 66527 w 80935"/>
                <a:gd name="csY9" fmla="*/ 76738 h 122430"/>
                <a:gd name="csX10" fmla="*/ 57150 w 80935"/>
                <a:gd name="csY10" fmla="*/ 74800 h 1224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0935" h="122430" fill="none" extrusionOk="0">
                  <a:moveTo>
                    <a:pt x="57150" y="74800"/>
                  </a:moveTo>
                  <a:cubicBezTo>
                    <a:pt x="54271" y="74580"/>
                    <a:pt x="51828" y="74644"/>
                    <a:pt x="49025" y="76324"/>
                  </a:cubicBezTo>
                  <a:cubicBezTo>
                    <a:pt x="33326" y="65353"/>
                    <a:pt x="35429" y="59817"/>
                    <a:pt x="19050" y="49349"/>
                  </a:cubicBezTo>
                  <a:cubicBezTo>
                    <a:pt x="18607" y="40032"/>
                    <a:pt x="19607" y="26206"/>
                    <a:pt x="19050" y="7172"/>
                  </a:cubicBezTo>
                  <a:cubicBezTo>
                    <a:pt x="12133" y="4117"/>
                    <a:pt x="5778" y="362"/>
                    <a:pt x="0" y="0"/>
                  </a:cubicBezTo>
                  <a:cubicBezTo>
                    <a:pt x="2396" y="23173"/>
                    <a:pt x="-6449" y="31968"/>
                    <a:pt x="0" y="57455"/>
                  </a:cubicBezTo>
                  <a:cubicBezTo>
                    <a:pt x="12926" y="63417"/>
                    <a:pt x="18627" y="75304"/>
                    <a:pt x="35243" y="89202"/>
                  </a:cubicBezTo>
                  <a:cubicBezTo>
                    <a:pt x="30294" y="104946"/>
                    <a:pt x="33033" y="117502"/>
                    <a:pt x="47706" y="120486"/>
                  </a:cubicBezTo>
                  <a:cubicBezTo>
                    <a:pt x="56265" y="126951"/>
                    <a:pt x="71306" y="118955"/>
                    <a:pt x="78991" y="108023"/>
                  </a:cubicBezTo>
                  <a:cubicBezTo>
                    <a:pt x="84998" y="96227"/>
                    <a:pt x="75998" y="80962"/>
                    <a:pt x="66527" y="76738"/>
                  </a:cubicBezTo>
                  <a:cubicBezTo>
                    <a:pt x="63950" y="75027"/>
                    <a:pt x="60533" y="75648"/>
                    <a:pt x="57150" y="74800"/>
                  </a:cubicBezTo>
                  <a:close/>
                </a:path>
                <a:path w="80935" h="122430" stroke="0" extrusionOk="0">
                  <a:moveTo>
                    <a:pt x="57150" y="74800"/>
                  </a:moveTo>
                  <a:cubicBezTo>
                    <a:pt x="54226" y="74586"/>
                    <a:pt x="51711" y="75352"/>
                    <a:pt x="49025" y="76324"/>
                  </a:cubicBezTo>
                  <a:cubicBezTo>
                    <a:pt x="38015" y="71781"/>
                    <a:pt x="32415" y="59397"/>
                    <a:pt x="19050" y="49349"/>
                  </a:cubicBezTo>
                  <a:cubicBezTo>
                    <a:pt x="14335" y="37918"/>
                    <a:pt x="21539" y="22917"/>
                    <a:pt x="19050" y="7172"/>
                  </a:cubicBezTo>
                  <a:cubicBezTo>
                    <a:pt x="13157" y="4819"/>
                    <a:pt x="5346" y="1613"/>
                    <a:pt x="0" y="0"/>
                  </a:cubicBezTo>
                  <a:cubicBezTo>
                    <a:pt x="2962" y="23872"/>
                    <a:pt x="-1377" y="30306"/>
                    <a:pt x="0" y="57455"/>
                  </a:cubicBezTo>
                  <a:cubicBezTo>
                    <a:pt x="19775" y="69519"/>
                    <a:pt x="17701" y="73637"/>
                    <a:pt x="35243" y="89202"/>
                  </a:cubicBezTo>
                  <a:cubicBezTo>
                    <a:pt x="32399" y="100019"/>
                    <a:pt x="36319" y="118884"/>
                    <a:pt x="47706" y="120486"/>
                  </a:cubicBezTo>
                  <a:cubicBezTo>
                    <a:pt x="61889" y="126839"/>
                    <a:pt x="73126" y="117074"/>
                    <a:pt x="78991" y="108023"/>
                  </a:cubicBezTo>
                  <a:cubicBezTo>
                    <a:pt x="84280" y="95223"/>
                    <a:pt x="76319" y="83656"/>
                    <a:pt x="66527" y="76738"/>
                  </a:cubicBezTo>
                  <a:cubicBezTo>
                    <a:pt x="64245" y="75875"/>
                    <a:pt x="60751" y="74449"/>
                    <a:pt x="57150" y="74800"/>
                  </a:cubicBezTo>
                  <a:close/>
                </a:path>
              </a:pathLst>
            </a:custGeom>
            <a:grpFill/>
            <a:ln w="15875" cap="flat">
              <a:solidFill>
                <a:srgbClr val="1F3A5F"/>
              </a:solidFill>
              <a:prstDash val="solid"/>
              <a:miter/>
              <a:extLst>
                <a:ext uri="{C807C97D-BFC1-408E-A445-0C87EB9F89A2}">
                  <ask:lineSketchStyleProps xmlns:ask="http://schemas.microsoft.com/office/drawing/2018/sketchyshapes" sd="504062615">
                    <a:custGeom>
                      <a:avLst/>
                      <a:gdLst>
                        <a:gd name="connsiteX0" fmla="*/ 57150 w 80935"/>
                        <a:gd name="connsiteY0" fmla="*/ 74800 h 122430"/>
                        <a:gd name="connsiteX1" fmla="*/ 49025 w 80935"/>
                        <a:gd name="connsiteY1" fmla="*/ 76324 h 122430"/>
                        <a:gd name="connsiteX2" fmla="*/ 19050 w 80935"/>
                        <a:gd name="connsiteY2" fmla="*/ 49349 h 122430"/>
                        <a:gd name="connsiteX3" fmla="*/ 19050 w 80935"/>
                        <a:gd name="connsiteY3" fmla="*/ 7172 h 122430"/>
                        <a:gd name="connsiteX4" fmla="*/ 0 w 80935"/>
                        <a:gd name="connsiteY4" fmla="*/ 0 h 122430"/>
                        <a:gd name="connsiteX5" fmla="*/ 0 w 80935"/>
                        <a:gd name="connsiteY5" fmla="*/ 57455 h 122430"/>
                        <a:gd name="connsiteX6" fmla="*/ 35243 w 80935"/>
                        <a:gd name="connsiteY6" fmla="*/ 89202 h 122430"/>
                        <a:gd name="connsiteX7" fmla="*/ 47706 w 80935"/>
                        <a:gd name="connsiteY7" fmla="*/ 120486 h 122430"/>
                        <a:gd name="connsiteX8" fmla="*/ 78991 w 80935"/>
                        <a:gd name="connsiteY8" fmla="*/ 108023 h 122430"/>
                        <a:gd name="connsiteX9" fmla="*/ 66527 w 80935"/>
                        <a:gd name="connsiteY9" fmla="*/ 76738 h 122430"/>
                        <a:gd name="connsiteX10" fmla="*/ 57150 w 80935"/>
                        <a:gd name="connsiteY10" fmla="*/ 74800 h 1224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0935" h="122430">
                          <a:moveTo>
                            <a:pt x="57150" y="74800"/>
                          </a:moveTo>
                          <a:cubicBezTo>
                            <a:pt x="54373" y="74824"/>
                            <a:pt x="51622" y="75340"/>
                            <a:pt x="49025" y="76324"/>
                          </a:cubicBezTo>
                          <a:lnTo>
                            <a:pt x="19050" y="49349"/>
                          </a:lnTo>
                          <a:lnTo>
                            <a:pt x="19050" y="7172"/>
                          </a:lnTo>
                          <a:cubicBezTo>
                            <a:pt x="12764" y="4667"/>
                            <a:pt x="6363" y="2153"/>
                            <a:pt x="0" y="0"/>
                          </a:cubicBezTo>
                          <a:lnTo>
                            <a:pt x="0" y="57455"/>
                          </a:lnTo>
                          <a:lnTo>
                            <a:pt x="35243" y="89202"/>
                          </a:lnTo>
                          <a:cubicBezTo>
                            <a:pt x="30045" y="101282"/>
                            <a:pt x="35625" y="115289"/>
                            <a:pt x="47706" y="120486"/>
                          </a:cubicBezTo>
                          <a:cubicBezTo>
                            <a:pt x="59787" y="125683"/>
                            <a:pt x="73793" y="120104"/>
                            <a:pt x="78991" y="108023"/>
                          </a:cubicBezTo>
                          <a:cubicBezTo>
                            <a:pt x="84188" y="95942"/>
                            <a:pt x="78608" y="81936"/>
                            <a:pt x="66527" y="76738"/>
                          </a:cubicBezTo>
                          <a:cubicBezTo>
                            <a:pt x="63565" y="75464"/>
                            <a:pt x="60375" y="74805"/>
                            <a:pt x="57150" y="74800"/>
                          </a:cubicBezTo>
                          <a:close/>
                        </a:path>
                      </a:pathLst>
                    </a:custGeom>
                    <ask:type>
                      <ask:lineSketchScribble/>
                    </ask:type>
                  </ask:lineSketchStyleProps>
                </a:ext>
              </a:extLst>
            </a:ln>
          </p:spPr>
          <p:txBody>
            <a:bodyPr rtlCol="0" anchor="ctr"/>
            <a:lstStyle/>
            <a:p>
              <a:endParaRPr lang="en-US"/>
            </a:p>
          </p:txBody>
        </p:sp>
        <p:sp>
          <p:nvSpPr>
            <p:cNvPr id="130" name="Freeform 67"/>
            <p:cNvSpPr/>
            <p:nvPr/>
          </p:nvSpPr>
          <p:spPr>
            <a:xfrm>
              <a:off x="6160438" y="4164363"/>
              <a:ext cx="278931" cy="419175"/>
            </a:xfrm>
            <a:custGeom>
              <a:avLst/>
              <a:gdLst>
                <a:gd name="csX0" fmla="*/ 255125 w 278931"/>
                <a:gd name="csY0" fmla="*/ 266747 h 419175"/>
                <a:gd name="csX1" fmla="*/ 246076 w 278931"/>
                <a:gd name="csY1" fmla="*/ 268557 h 419175"/>
                <a:gd name="csX2" fmla="*/ 178925 w 278931"/>
                <a:gd name="csY2" fmla="*/ 201177 h 419175"/>
                <a:gd name="csX3" fmla="*/ 178925 w 278931"/>
                <a:gd name="csY3" fmla="*/ 90592 h 419175"/>
                <a:gd name="csX4" fmla="*/ 236075 w 278931"/>
                <a:gd name="csY4" fmla="*/ 90592 h 419175"/>
                <a:gd name="csX5" fmla="*/ 236075 w 278931"/>
                <a:gd name="csY5" fmla="*/ 135359 h 419175"/>
                <a:gd name="csX6" fmla="*/ 223775 w 278931"/>
                <a:gd name="csY6" fmla="*/ 166709 h 419175"/>
                <a:gd name="csX7" fmla="*/ 255125 w 278931"/>
                <a:gd name="csY7" fmla="*/ 179009 h 419175"/>
                <a:gd name="csX8" fmla="*/ 267425 w 278931"/>
                <a:gd name="csY8" fmla="*/ 147659 h 419175"/>
                <a:gd name="csX9" fmla="*/ 255125 w 278931"/>
                <a:gd name="csY9" fmla="*/ 135359 h 419175"/>
                <a:gd name="csX10" fmla="*/ 255125 w 278931"/>
                <a:gd name="csY10" fmla="*/ 71532 h 419175"/>
                <a:gd name="csX11" fmla="*/ 178925 w 278931"/>
                <a:gd name="csY11" fmla="*/ 71532 h 419175"/>
                <a:gd name="csX12" fmla="*/ 178925 w 278931"/>
                <a:gd name="csY12" fmla="*/ 45643 h 419175"/>
                <a:gd name="csX13" fmla="*/ 191224 w 278931"/>
                <a:gd name="csY13" fmla="*/ 14294 h 419175"/>
                <a:gd name="csX14" fmla="*/ 159875 w 278931"/>
                <a:gd name="csY14" fmla="*/ 1994 h 419175"/>
                <a:gd name="csX15" fmla="*/ 147575 w 278931"/>
                <a:gd name="csY15" fmla="*/ 33344 h 419175"/>
                <a:gd name="csX16" fmla="*/ 159875 w 278931"/>
                <a:gd name="csY16" fmla="*/ 45643 h 419175"/>
                <a:gd name="csX17" fmla="*/ 159875 w 278931"/>
                <a:gd name="csY17" fmla="*/ 208711 h 419175"/>
                <a:gd name="csX18" fmla="*/ 191307 w 278931"/>
                <a:gd name="csY18" fmla="*/ 241182 h 419175"/>
                <a:gd name="csX19" fmla="*/ 140825 w 278931"/>
                <a:gd name="csY19" fmla="*/ 291665 h 419175"/>
                <a:gd name="csX20" fmla="*/ 140825 w 278931"/>
                <a:gd name="csY20" fmla="*/ 338280 h 419175"/>
                <a:gd name="csX21" fmla="*/ 83380 w 278931"/>
                <a:gd name="csY21" fmla="*/ 338280 h 419175"/>
                <a:gd name="csX22" fmla="*/ 46651 w 278931"/>
                <a:gd name="csY22" fmla="*/ 295141 h 419175"/>
                <a:gd name="csX23" fmla="*/ 34873 w 278931"/>
                <a:gd name="csY23" fmla="*/ 262588 h 419175"/>
                <a:gd name="csX24" fmla="*/ 2319 w 278931"/>
                <a:gd name="csY24" fmla="*/ 274365 h 419175"/>
                <a:gd name="csX25" fmla="*/ 14098 w 278931"/>
                <a:gd name="csY25" fmla="*/ 306920 h 419175"/>
                <a:gd name="csX26" fmla="*/ 32068 w 278931"/>
                <a:gd name="csY26" fmla="*/ 308028 h 419175"/>
                <a:gd name="csX27" fmla="*/ 74455 w 278931"/>
                <a:gd name="csY27" fmla="*/ 357339 h 419175"/>
                <a:gd name="csX28" fmla="*/ 140825 w 278931"/>
                <a:gd name="csY28" fmla="*/ 357339 h 419175"/>
                <a:gd name="csX29" fmla="*/ 140825 w 278931"/>
                <a:gd name="csY29" fmla="*/ 373532 h 419175"/>
                <a:gd name="csX30" fmla="*/ 128525 w 278931"/>
                <a:gd name="csY30" fmla="*/ 404882 h 419175"/>
                <a:gd name="csX31" fmla="*/ 159875 w 278931"/>
                <a:gd name="csY31" fmla="*/ 417181 h 419175"/>
                <a:gd name="csX32" fmla="*/ 172174 w 278931"/>
                <a:gd name="csY32" fmla="*/ 385832 h 419175"/>
                <a:gd name="csX33" fmla="*/ 159875 w 278931"/>
                <a:gd name="csY33" fmla="*/ 373532 h 419175"/>
                <a:gd name="csX34" fmla="*/ 159875 w 278931"/>
                <a:gd name="csY34" fmla="*/ 299180 h 419175"/>
                <a:gd name="csX35" fmla="*/ 204642 w 278931"/>
                <a:gd name="csY35" fmla="*/ 254412 h 419175"/>
                <a:gd name="csX36" fmla="*/ 232732 w 278931"/>
                <a:gd name="csY36" fmla="*/ 282701 h 419175"/>
                <a:gd name="csX37" fmla="*/ 247369 w 278931"/>
                <a:gd name="csY37" fmla="*/ 312941 h 419175"/>
                <a:gd name="csX38" fmla="*/ 277608 w 278931"/>
                <a:gd name="csY38" fmla="*/ 298303 h 419175"/>
                <a:gd name="csX39" fmla="*/ 262971 w 278931"/>
                <a:gd name="csY39" fmla="*/ 268064 h 419175"/>
                <a:gd name="csX40" fmla="*/ 255125 w 278931"/>
                <a:gd name="csY40" fmla="*/ 266747 h 419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78931" h="419175" fill="none" extrusionOk="0">
                  <a:moveTo>
                    <a:pt x="255125" y="266747"/>
                  </a:moveTo>
                  <a:cubicBezTo>
                    <a:pt x="251311" y="266266"/>
                    <a:pt x="248832" y="267453"/>
                    <a:pt x="246076" y="268557"/>
                  </a:cubicBezTo>
                  <a:cubicBezTo>
                    <a:pt x="226899" y="255140"/>
                    <a:pt x="210932" y="219930"/>
                    <a:pt x="178925" y="201177"/>
                  </a:cubicBezTo>
                  <a:cubicBezTo>
                    <a:pt x="169410" y="169728"/>
                    <a:pt x="179961" y="115781"/>
                    <a:pt x="178925" y="90592"/>
                  </a:cubicBezTo>
                  <a:cubicBezTo>
                    <a:pt x="200193" y="89618"/>
                    <a:pt x="216773" y="91404"/>
                    <a:pt x="236075" y="90592"/>
                  </a:cubicBezTo>
                  <a:cubicBezTo>
                    <a:pt x="237767" y="110792"/>
                    <a:pt x="230759" y="115424"/>
                    <a:pt x="236075" y="135359"/>
                  </a:cubicBezTo>
                  <a:cubicBezTo>
                    <a:pt x="224333" y="144045"/>
                    <a:pt x="219728" y="154524"/>
                    <a:pt x="223775" y="166709"/>
                  </a:cubicBezTo>
                  <a:cubicBezTo>
                    <a:pt x="227818" y="175442"/>
                    <a:pt x="244704" y="184780"/>
                    <a:pt x="255125" y="179009"/>
                  </a:cubicBezTo>
                  <a:cubicBezTo>
                    <a:pt x="266944" y="174164"/>
                    <a:pt x="271430" y="157902"/>
                    <a:pt x="267425" y="147659"/>
                  </a:cubicBezTo>
                  <a:cubicBezTo>
                    <a:pt x="265176" y="142354"/>
                    <a:pt x="261044" y="139312"/>
                    <a:pt x="255125" y="135359"/>
                  </a:cubicBezTo>
                  <a:cubicBezTo>
                    <a:pt x="248555" y="117081"/>
                    <a:pt x="258631" y="100284"/>
                    <a:pt x="255125" y="71532"/>
                  </a:cubicBezTo>
                  <a:cubicBezTo>
                    <a:pt x="233085" y="73103"/>
                    <a:pt x="194432" y="69819"/>
                    <a:pt x="178925" y="71532"/>
                  </a:cubicBezTo>
                  <a:cubicBezTo>
                    <a:pt x="176094" y="62905"/>
                    <a:pt x="180874" y="51044"/>
                    <a:pt x="178925" y="45643"/>
                  </a:cubicBezTo>
                  <a:cubicBezTo>
                    <a:pt x="193886" y="41235"/>
                    <a:pt x="193176" y="27445"/>
                    <a:pt x="191224" y="14294"/>
                  </a:cubicBezTo>
                  <a:cubicBezTo>
                    <a:pt x="187966" y="1787"/>
                    <a:pt x="171594" y="-2664"/>
                    <a:pt x="159875" y="1994"/>
                  </a:cubicBezTo>
                  <a:cubicBezTo>
                    <a:pt x="148376" y="6759"/>
                    <a:pt x="142260" y="21572"/>
                    <a:pt x="147575" y="33344"/>
                  </a:cubicBezTo>
                  <a:cubicBezTo>
                    <a:pt x="149295" y="38826"/>
                    <a:pt x="154709" y="42988"/>
                    <a:pt x="159875" y="45643"/>
                  </a:cubicBezTo>
                  <a:cubicBezTo>
                    <a:pt x="175297" y="83812"/>
                    <a:pt x="157509" y="147723"/>
                    <a:pt x="159875" y="208711"/>
                  </a:cubicBezTo>
                  <a:cubicBezTo>
                    <a:pt x="172688" y="217883"/>
                    <a:pt x="180291" y="235165"/>
                    <a:pt x="191307" y="241182"/>
                  </a:cubicBezTo>
                  <a:cubicBezTo>
                    <a:pt x="181290" y="257363"/>
                    <a:pt x="156223" y="269724"/>
                    <a:pt x="140825" y="291665"/>
                  </a:cubicBezTo>
                  <a:cubicBezTo>
                    <a:pt x="142147" y="307957"/>
                    <a:pt x="137841" y="325052"/>
                    <a:pt x="140825" y="338280"/>
                  </a:cubicBezTo>
                  <a:cubicBezTo>
                    <a:pt x="117483" y="342973"/>
                    <a:pt x="111190" y="331918"/>
                    <a:pt x="83380" y="338280"/>
                  </a:cubicBezTo>
                  <a:cubicBezTo>
                    <a:pt x="66864" y="321609"/>
                    <a:pt x="59761" y="302166"/>
                    <a:pt x="46651" y="295141"/>
                  </a:cubicBezTo>
                  <a:cubicBezTo>
                    <a:pt x="53248" y="285546"/>
                    <a:pt x="47235" y="266195"/>
                    <a:pt x="34873" y="262588"/>
                  </a:cubicBezTo>
                  <a:cubicBezTo>
                    <a:pt x="20278" y="257864"/>
                    <a:pt x="10249" y="261595"/>
                    <a:pt x="2319" y="274365"/>
                  </a:cubicBezTo>
                  <a:cubicBezTo>
                    <a:pt x="-1825" y="287055"/>
                    <a:pt x="461" y="301952"/>
                    <a:pt x="14098" y="306920"/>
                  </a:cubicBezTo>
                  <a:cubicBezTo>
                    <a:pt x="18276" y="309061"/>
                    <a:pt x="26155" y="311055"/>
                    <a:pt x="32068" y="308028"/>
                  </a:cubicBezTo>
                  <a:cubicBezTo>
                    <a:pt x="53511" y="323859"/>
                    <a:pt x="60922" y="349123"/>
                    <a:pt x="74455" y="357339"/>
                  </a:cubicBezTo>
                  <a:cubicBezTo>
                    <a:pt x="93586" y="357091"/>
                    <a:pt x="112676" y="357984"/>
                    <a:pt x="140825" y="357339"/>
                  </a:cubicBezTo>
                  <a:cubicBezTo>
                    <a:pt x="141906" y="361044"/>
                    <a:pt x="138904" y="365537"/>
                    <a:pt x="140825" y="373532"/>
                  </a:cubicBezTo>
                  <a:cubicBezTo>
                    <a:pt x="127640" y="379503"/>
                    <a:pt x="123300" y="391862"/>
                    <a:pt x="128525" y="404882"/>
                  </a:cubicBezTo>
                  <a:cubicBezTo>
                    <a:pt x="134256" y="420058"/>
                    <a:pt x="145744" y="423227"/>
                    <a:pt x="159875" y="417181"/>
                  </a:cubicBezTo>
                  <a:cubicBezTo>
                    <a:pt x="171397" y="410502"/>
                    <a:pt x="175342" y="396763"/>
                    <a:pt x="172174" y="385832"/>
                  </a:cubicBezTo>
                  <a:cubicBezTo>
                    <a:pt x="169886" y="379916"/>
                    <a:pt x="165559" y="374821"/>
                    <a:pt x="159875" y="373532"/>
                  </a:cubicBezTo>
                  <a:cubicBezTo>
                    <a:pt x="158390" y="343647"/>
                    <a:pt x="166265" y="317196"/>
                    <a:pt x="159875" y="299180"/>
                  </a:cubicBezTo>
                  <a:cubicBezTo>
                    <a:pt x="174192" y="278368"/>
                    <a:pt x="189833" y="274883"/>
                    <a:pt x="204642" y="254412"/>
                  </a:cubicBezTo>
                  <a:cubicBezTo>
                    <a:pt x="211499" y="260928"/>
                    <a:pt x="223953" y="279740"/>
                    <a:pt x="232732" y="282701"/>
                  </a:cubicBezTo>
                  <a:cubicBezTo>
                    <a:pt x="229872" y="297822"/>
                    <a:pt x="238285" y="310555"/>
                    <a:pt x="247369" y="312941"/>
                  </a:cubicBezTo>
                  <a:cubicBezTo>
                    <a:pt x="262567" y="316316"/>
                    <a:pt x="273255" y="311385"/>
                    <a:pt x="277608" y="298303"/>
                  </a:cubicBezTo>
                  <a:cubicBezTo>
                    <a:pt x="280967" y="284194"/>
                    <a:pt x="275391" y="273431"/>
                    <a:pt x="262971" y="268064"/>
                  </a:cubicBezTo>
                  <a:cubicBezTo>
                    <a:pt x="260408" y="267461"/>
                    <a:pt x="257946" y="267441"/>
                    <a:pt x="255125" y="266747"/>
                  </a:cubicBezTo>
                  <a:close/>
                </a:path>
                <a:path w="278931" h="419175" stroke="0" extrusionOk="0">
                  <a:moveTo>
                    <a:pt x="255125" y="266747"/>
                  </a:moveTo>
                  <a:cubicBezTo>
                    <a:pt x="252244" y="265881"/>
                    <a:pt x="248911" y="267499"/>
                    <a:pt x="246076" y="268557"/>
                  </a:cubicBezTo>
                  <a:cubicBezTo>
                    <a:pt x="212234" y="244264"/>
                    <a:pt x="203489" y="212421"/>
                    <a:pt x="178925" y="201177"/>
                  </a:cubicBezTo>
                  <a:cubicBezTo>
                    <a:pt x="175937" y="148937"/>
                    <a:pt x="191440" y="128859"/>
                    <a:pt x="178925" y="90592"/>
                  </a:cubicBezTo>
                  <a:cubicBezTo>
                    <a:pt x="191924" y="86765"/>
                    <a:pt x="213581" y="96323"/>
                    <a:pt x="236075" y="90592"/>
                  </a:cubicBezTo>
                  <a:cubicBezTo>
                    <a:pt x="238043" y="102594"/>
                    <a:pt x="235488" y="116442"/>
                    <a:pt x="236075" y="135359"/>
                  </a:cubicBezTo>
                  <a:cubicBezTo>
                    <a:pt x="221842" y="143335"/>
                    <a:pt x="216685" y="151283"/>
                    <a:pt x="223775" y="166709"/>
                  </a:cubicBezTo>
                  <a:cubicBezTo>
                    <a:pt x="229335" y="178360"/>
                    <a:pt x="241869" y="182447"/>
                    <a:pt x="255125" y="179009"/>
                  </a:cubicBezTo>
                  <a:cubicBezTo>
                    <a:pt x="266827" y="173688"/>
                    <a:pt x="272792" y="158786"/>
                    <a:pt x="267425" y="147659"/>
                  </a:cubicBezTo>
                  <a:cubicBezTo>
                    <a:pt x="265039" y="141915"/>
                    <a:pt x="260654" y="137164"/>
                    <a:pt x="255125" y="135359"/>
                  </a:cubicBezTo>
                  <a:cubicBezTo>
                    <a:pt x="254780" y="104338"/>
                    <a:pt x="258936" y="85842"/>
                    <a:pt x="255125" y="71532"/>
                  </a:cubicBezTo>
                  <a:cubicBezTo>
                    <a:pt x="222521" y="74221"/>
                    <a:pt x="208963" y="70888"/>
                    <a:pt x="178925" y="71532"/>
                  </a:cubicBezTo>
                  <a:cubicBezTo>
                    <a:pt x="178579" y="65421"/>
                    <a:pt x="181204" y="51354"/>
                    <a:pt x="178925" y="45643"/>
                  </a:cubicBezTo>
                  <a:cubicBezTo>
                    <a:pt x="189821" y="41312"/>
                    <a:pt x="194876" y="24829"/>
                    <a:pt x="191224" y="14294"/>
                  </a:cubicBezTo>
                  <a:cubicBezTo>
                    <a:pt x="185510" y="1871"/>
                    <a:pt x="170671" y="-4802"/>
                    <a:pt x="159875" y="1994"/>
                  </a:cubicBezTo>
                  <a:cubicBezTo>
                    <a:pt x="146167" y="8827"/>
                    <a:pt x="140423" y="19138"/>
                    <a:pt x="147575" y="33344"/>
                  </a:cubicBezTo>
                  <a:cubicBezTo>
                    <a:pt x="151169" y="39778"/>
                    <a:pt x="153525" y="42969"/>
                    <a:pt x="159875" y="45643"/>
                  </a:cubicBezTo>
                  <a:cubicBezTo>
                    <a:pt x="163807" y="86032"/>
                    <a:pt x="147777" y="165280"/>
                    <a:pt x="159875" y="208711"/>
                  </a:cubicBezTo>
                  <a:cubicBezTo>
                    <a:pt x="174728" y="216928"/>
                    <a:pt x="181242" y="231652"/>
                    <a:pt x="191307" y="241182"/>
                  </a:cubicBezTo>
                  <a:cubicBezTo>
                    <a:pt x="181525" y="261116"/>
                    <a:pt x="151201" y="281161"/>
                    <a:pt x="140825" y="291665"/>
                  </a:cubicBezTo>
                  <a:cubicBezTo>
                    <a:pt x="143112" y="308285"/>
                    <a:pt x="138935" y="326664"/>
                    <a:pt x="140825" y="338280"/>
                  </a:cubicBezTo>
                  <a:cubicBezTo>
                    <a:pt x="114181" y="338303"/>
                    <a:pt x="102163" y="336302"/>
                    <a:pt x="83380" y="338280"/>
                  </a:cubicBezTo>
                  <a:cubicBezTo>
                    <a:pt x="66966" y="323075"/>
                    <a:pt x="56180" y="303812"/>
                    <a:pt x="46651" y="295141"/>
                  </a:cubicBezTo>
                  <a:cubicBezTo>
                    <a:pt x="51378" y="282458"/>
                    <a:pt x="49034" y="264954"/>
                    <a:pt x="34873" y="262588"/>
                  </a:cubicBezTo>
                  <a:cubicBezTo>
                    <a:pt x="21426" y="256677"/>
                    <a:pt x="11963" y="261939"/>
                    <a:pt x="2319" y="274365"/>
                  </a:cubicBezTo>
                  <a:cubicBezTo>
                    <a:pt x="-6391" y="288212"/>
                    <a:pt x="1296" y="301124"/>
                    <a:pt x="14098" y="306920"/>
                  </a:cubicBezTo>
                  <a:cubicBezTo>
                    <a:pt x="19536" y="308979"/>
                    <a:pt x="25358" y="309664"/>
                    <a:pt x="32068" y="308028"/>
                  </a:cubicBezTo>
                  <a:cubicBezTo>
                    <a:pt x="47459" y="325452"/>
                    <a:pt x="62299" y="348313"/>
                    <a:pt x="74455" y="357339"/>
                  </a:cubicBezTo>
                  <a:cubicBezTo>
                    <a:pt x="105932" y="355228"/>
                    <a:pt x="119939" y="357482"/>
                    <a:pt x="140825" y="357339"/>
                  </a:cubicBezTo>
                  <a:cubicBezTo>
                    <a:pt x="141668" y="364906"/>
                    <a:pt x="139918" y="368488"/>
                    <a:pt x="140825" y="373532"/>
                  </a:cubicBezTo>
                  <a:cubicBezTo>
                    <a:pt x="128937" y="377658"/>
                    <a:pt x="123992" y="392910"/>
                    <a:pt x="128525" y="404882"/>
                  </a:cubicBezTo>
                  <a:cubicBezTo>
                    <a:pt x="133232" y="414514"/>
                    <a:pt x="145700" y="421663"/>
                    <a:pt x="159875" y="417181"/>
                  </a:cubicBezTo>
                  <a:cubicBezTo>
                    <a:pt x="172985" y="409099"/>
                    <a:pt x="176094" y="398486"/>
                    <a:pt x="172174" y="385832"/>
                  </a:cubicBezTo>
                  <a:cubicBezTo>
                    <a:pt x="169755" y="380504"/>
                    <a:pt x="165224" y="375996"/>
                    <a:pt x="159875" y="373532"/>
                  </a:cubicBezTo>
                  <a:cubicBezTo>
                    <a:pt x="151826" y="352707"/>
                    <a:pt x="161076" y="334541"/>
                    <a:pt x="159875" y="299180"/>
                  </a:cubicBezTo>
                  <a:cubicBezTo>
                    <a:pt x="180594" y="278011"/>
                    <a:pt x="188463" y="279986"/>
                    <a:pt x="204642" y="254412"/>
                  </a:cubicBezTo>
                  <a:cubicBezTo>
                    <a:pt x="217150" y="260251"/>
                    <a:pt x="224137" y="274570"/>
                    <a:pt x="232732" y="282701"/>
                  </a:cubicBezTo>
                  <a:cubicBezTo>
                    <a:pt x="227589" y="293836"/>
                    <a:pt x="236385" y="308785"/>
                    <a:pt x="247369" y="312941"/>
                  </a:cubicBezTo>
                  <a:cubicBezTo>
                    <a:pt x="259007" y="318322"/>
                    <a:pt x="271187" y="312598"/>
                    <a:pt x="277608" y="298303"/>
                  </a:cubicBezTo>
                  <a:cubicBezTo>
                    <a:pt x="280130" y="284725"/>
                    <a:pt x="272880" y="274051"/>
                    <a:pt x="262971" y="268064"/>
                  </a:cubicBezTo>
                  <a:cubicBezTo>
                    <a:pt x="260636" y="267134"/>
                    <a:pt x="257631" y="266798"/>
                    <a:pt x="255125" y="266747"/>
                  </a:cubicBezTo>
                  <a:close/>
                </a:path>
              </a:pathLst>
            </a:custGeom>
            <a:grpFill/>
            <a:ln w="15875" cap="flat">
              <a:solidFill>
                <a:srgbClr val="1F3A5F"/>
              </a:solidFill>
              <a:prstDash val="solid"/>
              <a:miter/>
              <a:extLst>
                <a:ext uri="{C807C97D-BFC1-408E-A445-0C87EB9F89A2}">
                  <ask:lineSketchStyleProps xmlns:ask="http://schemas.microsoft.com/office/drawing/2018/sketchyshapes" sd="2762905749">
                    <a:custGeom>
                      <a:avLst/>
                      <a:gdLst>
                        <a:gd name="connsiteX0" fmla="*/ 255125 w 278931"/>
                        <a:gd name="connsiteY0" fmla="*/ 266747 h 419175"/>
                        <a:gd name="connsiteX1" fmla="*/ 246076 w 278931"/>
                        <a:gd name="connsiteY1" fmla="*/ 268557 h 419175"/>
                        <a:gd name="connsiteX2" fmla="*/ 178925 w 278931"/>
                        <a:gd name="connsiteY2" fmla="*/ 201177 h 419175"/>
                        <a:gd name="connsiteX3" fmla="*/ 178925 w 278931"/>
                        <a:gd name="connsiteY3" fmla="*/ 90592 h 419175"/>
                        <a:gd name="connsiteX4" fmla="*/ 236075 w 278931"/>
                        <a:gd name="connsiteY4" fmla="*/ 90592 h 419175"/>
                        <a:gd name="connsiteX5" fmla="*/ 236075 w 278931"/>
                        <a:gd name="connsiteY5" fmla="*/ 135359 h 419175"/>
                        <a:gd name="connsiteX6" fmla="*/ 223775 w 278931"/>
                        <a:gd name="connsiteY6" fmla="*/ 166709 h 419175"/>
                        <a:gd name="connsiteX7" fmla="*/ 255125 w 278931"/>
                        <a:gd name="connsiteY7" fmla="*/ 179009 h 419175"/>
                        <a:gd name="connsiteX8" fmla="*/ 267425 w 278931"/>
                        <a:gd name="connsiteY8" fmla="*/ 147659 h 419175"/>
                        <a:gd name="connsiteX9" fmla="*/ 255125 w 278931"/>
                        <a:gd name="connsiteY9" fmla="*/ 135359 h 419175"/>
                        <a:gd name="connsiteX10" fmla="*/ 255125 w 278931"/>
                        <a:gd name="connsiteY10" fmla="*/ 71532 h 419175"/>
                        <a:gd name="connsiteX11" fmla="*/ 178925 w 278931"/>
                        <a:gd name="connsiteY11" fmla="*/ 71532 h 419175"/>
                        <a:gd name="connsiteX12" fmla="*/ 178925 w 278931"/>
                        <a:gd name="connsiteY12" fmla="*/ 45643 h 419175"/>
                        <a:gd name="connsiteX13" fmla="*/ 191224 w 278931"/>
                        <a:gd name="connsiteY13" fmla="*/ 14294 h 419175"/>
                        <a:gd name="connsiteX14" fmla="*/ 159875 w 278931"/>
                        <a:gd name="connsiteY14" fmla="*/ 1994 h 419175"/>
                        <a:gd name="connsiteX15" fmla="*/ 147575 w 278931"/>
                        <a:gd name="connsiteY15" fmla="*/ 33344 h 419175"/>
                        <a:gd name="connsiteX16" fmla="*/ 159875 w 278931"/>
                        <a:gd name="connsiteY16" fmla="*/ 45643 h 419175"/>
                        <a:gd name="connsiteX17" fmla="*/ 159875 w 278931"/>
                        <a:gd name="connsiteY17" fmla="*/ 208711 h 419175"/>
                        <a:gd name="connsiteX18" fmla="*/ 191307 w 278931"/>
                        <a:gd name="connsiteY18" fmla="*/ 241182 h 419175"/>
                        <a:gd name="connsiteX19" fmla="*/ 140825 w 278931"/>
                        <a:gd name="connsiteY19" fmla="*/ 291665 h 419175"/>
                        <a:gd name="connsiteX20" fmla="*/ 140825 w 278931"/>
                        <a:gd name="connsiteY20" fmla="*/ 338280 h 419175"/>
                        <a:gd name="connsiteX21" fmla="*/ 83380 w 278931"/>
                        <a:gd name="connsiteY21" fmla="*/ 338280 h 419175"/>
                        <a:gd name="connsiteX22" fmla="*/ 46651 w 278931"/>
                        <a:gd name="connsiteY22" fmla="*/ 295141 h 419175"/>
                        <a:gd name="connsiteX23" fmla="*/ 34873 w 278931"/>
                        <a:gd name="connsiteY23" fmla="*/ 262588 h 419175"/>
                        <a:gd name="connsiteX24" fmla="*/ 2319 w 278931"/>
                        <a:gd name="connsiteY24" fmla="*/ 274365 h 419175"/>
                        <a:gd name="connsiteX25" fmla="*/ 14098 w 278931"/>
                        <a:gd name="connsiteY25" fmla="*/ 306920 h 419175"/>
                        <a:gd name="connsiteX26" fmla="*/ 32068 w 278931"/>
                        <a:gd name="connsiteY26" fmla="*/ 308028 h 419175"/>
                        <a:gd name="connsiteX27" fmla="*/ 74455 w 278931"/>
                        <a:gd name="connsiteY27" fmla="*/ 357339 h 419175"/>
                        <a:gd name="connsiteX28" fmla="*/ 140825 w 278931"/>
                        <a:gd name="connsiteY28" fmla="*/ 357339 h 419175"/>
                        <a:gd name="connsiteX29" fmla="*/ 140825 w 278931"/>
                        <a:gd name="connsiteY29" fmla="*/ 373532 h 419175"/>
                        <a:gd name="connsiteX30" fmla="*/ 128525 w 278931"/>
                        <a:gd name="connsiteY30" fmla="*/ 404882 h 419175"/>
                        <a:gd name="connsiteX31" fmla="*/ 159875 w 278931"/>
                        <a:gd name="connsiteY31" fmla="*/ 417181 h 419175"/>
                        <a:gd name="connsiteX32" fmla="*/ 172174 w 278931"/>
                        <a:gd name="connsiteY32" fmla="*/ 385832 h 419175"/>
                        <a:gd name="connsiteX33" fmla="*/ 159875 w 278931"/>
                        <a:gd name="connsiteY33" fmla="*/ 373532 h 419175"/>
                        <a:gd name="connsiteX34" fmla="*/ 159875 w 278931"/>
                        <a:gd name="connsiteY34" fmla="*/ 299180 h 419175"/>
                        <a:gd name="connsiteX35" fmla="*/ 204642 w 278931"/>
                        <a:gd name="connsiteY35" fmla="*/ 254412 h 419175"/>
                        <a:gd name="connsiteX36" fmla="*/ 232732 w 278931"/>
                        <a:gd name="connsiteY36" fmla="*/ 282701 h 419175"/>
                        <a:gd name="connsiteX37" fmla="*/ 247369 w 278931"/>
                        <a:gd name="connsiteY37" fmla="*/ 312941 h 419175"/>
                        <a:gd name="connsiteX38" fmla="*/ 277608 w 278931"/>
                        <a:gd name="connsiteY38" fmla="*/ 298303 h 419175"/>
                        <a:gd name="connsiteX39" fmla="*/ 262971 w 278931"/>
                        <a:gd name="connsiteY39" fmla="*/ 268064 h 419175"/>
                        <a:gd name="connsiteX40" fmla="*/ 255125 w 278931"/>
                        <a:gd name="connsiteY40" fmla="*/ 266747 h 41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78931" h="419175">
                          <a:moveTo>
                            <a:pt x="255125" y="266747"/>
                          </a:moveTo>
                          <a:cubicBezTo>
                            <a:pt x="252019" y="266750"/>
                            <a:pt x="248944" y="267365"/>
                            <a:pt x="246076" y="268557"/>
                          </a:cubicBezTo>
                          <a:lnTo>
                            <a:pt x="178925" y="201177"/>
                          </a:lnTo>
                          <a:lnTo>
                            <a:pt x="178925" y="90592"/>
                          </a:lnTo>
                          <a:lnTo>
                            <a:pt x="236075" y="90592"/>
                          </a:lnTo>
                          <a:lnTo>
                            <a:pt x="236075" y="135359"/>
                          </a:lnTo>
                          <a:cubicBezTo>
                            <a:pt x="224022" y="140620"/>
                            <a:pt x="218515" y="154655"/>
                            <a:pt x="223775" y="166709"/>
                          </a:cubicBezTo>
                          <a:cubicBezTo>
                            <a:pt x="229036" y="178762"/>
                            <a:pt x="243072" y="184269"/>
                            <a:pt x="255125" y="179009"/>
                          </a:cubicBezTo>
                          <a:cubicBezTo>
                            <a:pt x="267178" y="173748"/>
                            <a:pt x="272685" y="159712"/>
                            <a:pt x="267425" y="147659"/>
                          </a:cubicBezTo>
                          <a:cubicBezTo>
                            <a:pt x="265022" y="142154"/>
                            <a:pt x="260629" y="137761"/>
                            <a:pt x="255125" y="135359"/>
                          </a:cubicBezTo>
                          <a:lnTo>
                            <a:pt x="255125" y="71532"/>
                          </a:lnTo>
                          <a:lnTo>
                            <a:pt x="178925" y="71532"/>
                          </a:lnTo>
                          <a:lnTo>
                            <a:pt x="178925" y="45643"/>
                          </a:lnTo>
                          <a:cubicBezTo>
                            <a:pt x="190978" y="40383"/>
                            <a:pt x="196485" y="26348"/>
                            <a:pt x="191224" y="14294"/>
                          </a:cubicBezTo>
                          <a:cubicBezTo>
                            <a:pt x="185964" y="2241"/>
                            <a:pt x="171928" y="-3267"/>
                            <a:pt x="159875" y="1994"/>
                          </a:cubicBezTo>
                          <a:cubicBezTo>
                            <a:pt x="147822" y="7255"/>
                            <a:pt x="142315" y="21291"/>
                            <a:pt x="147575" y="33344"/>
                          </a:cubicBezTo>
                          <a:cubicBezTo>
                            <a:pt x="149977" y="38848"/>
                            <a:pt x="154370" y="43241"/>
                            <a:pt x="159875" y="45643"/>
                          </a:cubicBezTo>
                          <a:lnTo>
                            <a:pt x="159875" y="208711"/>
                          </a:lnTo>
                          <a:lnTo>
                            <a:pt x="191307" y="241182"/>
                          </a:lnTo>
                          <a:lnTo>
                            <a:pt x="140825" y="291665"/>
                          </a:lnTo>
                          <a:lnTo>
                            <a:pt x="140825" y="338280"/>
                          </a:lnTo>
                          <a:lnTo>
                            <a:pt x="83380" y="338280"/>
                          </a:lnTo>
                          <a:lnTo>
                            <a:pt x="46651" y="295141"/>
                          </a:lnTo>
                          <a:cubicBezTo>
                            <a:pt x="52388" y="282900"/>
                            <a:pt x="47115" y="268324"/>
                            <a:pt x="34873" y="262588"/>
                          </a:cubicBezTo>
                          <a:cubicBezTo>
                            <a:pt x="22631" y="256851"/>
                            <a:pt x="8056" y="262124"/>
                            <a:pt x="2319" y="274365"/>
                          </a:cubicBezTo>
                          <a:cubicBezTo>
                            <a:pt x="-3418" y="286608"/>
                            <a:pt x="1856" y="301182"/>
                            <a:pt x="14098" y="306920"/>
                          </a:cubicBezTo>
                          <a:cubicBezTo>
                            <a:pt x="19730" y="309558"/>
                            <a:pt x="26154" y="309955"/>
                            <a:pt x="32068" y="308028"/>
                          </a:cubicBezTo>
                          <a:lnTo>
                            <a:pt x="74455" y="357339"/>
                          </a:lnTo>
                          <a:lnTo>
                            <a:pt x="140825" y="357339"/>
                          </a:lnTo>
                          <a:lnTo>
                            <a:pt x="140825" y="373532"/>
                          </a:lnTo>
                          <a:cubicBezTo>
                            <a:pt x="128772" y="378793"/>
                            <a:pt x="123265" y="392828"/>
                            <a:pt x="128525" y="404882"/>
                          </a:cubicBezTo>
                          <a:cubicBezTo>
                            <a:pt x="133786" y="416934"/>
                            <a:pt x="147822" y="422442"/>
                            <a:pt x="159875" y="417181"/>
                          </a:cubicBezTo>
                          <a:cubicBezTo>
                            <a:pt x="171928" y="411920"/>
                            <a:pt x="177435" y="397884"/>
                            <a:pt x="172174" y="385832"/>
                          </a:cubicBezTo>
                          <a:cubicBezTo>
                            <a:pt x="169772" y="380327"/>
                            <a:pt x="165379" y="375934"/>
                            <a:pt x="159875" y="373532"/>
                          </a:cubicBezTo>
                          <a:lnTo>
                            <a:pt x="159875" y="299180"/>
                          </a:lnTo>
                          <a:lnTo>
                            <a:pt x="204642" y="254412"/>
                          </a:lnTo>
                          <a:lnTo>
                            <a:pt x="232732" y="282701"/>
                          </a:lnTo>
                          <a:cubicBezTo>
                            <a:pt x="228423" y="295094"/>
                            <a:pt x="234977" y="308632"/>
                            <a:pt x="247369" y="312941"/>
                          </a:cubicBezTo>
                          <a:cubicBezTo>
                            <a:pt x="259761" y="317249"/>
                            <a:pt x="273300" y="310695"/>
                            <a:pt x="277608" y="298303"/>
                          </a:cubicBezTo>
                          <a:cubicBezTo>
                            <a:pt x="281916" y="285911"/>
                            <a:pt x="275363" y="272373"/>
                            <a:pt x="262971" y="268064"/>
                          </a:cubicBezTo>
                          <a:cubicBezTo>
                            <a:pt x="260447" y="267187"/>
                            <a:pt x="257796" y="266742"/>
                            <a:pt x="255125" y="266747"/>
                          </a:cubicBezTo>
                          <a:close/>
                        </a:path>
                      </a:pathLst>
                    </a:custGeom>
                    <ask:type>
                      <ask:lineSketchScribble/>
                    </ask:type>
                  </ask:lineSketchStyleProps>
                </a:ext>
              </a:extLst>
            </a:ln>
          </p:spPr>
          <p:txBody>
            <a:bodyPr rtlCol="0" anchor="ctr"/>
            <a:lstStyle/>
            <a:p>
              <a:endParaRPr lang="en-US"/>
            </a:p>
          </p:txBody>
        </p:sp>
      </p:grpSp>
      <p:sp>
        <p:nvSpPr>
          <p:cNvPr id="131" name="LLM label"/>
          <p:cNvSpPr txBox="1"/>
          <p:nvPr/>
        </p:nvSpPr>
        <p:spPr>
          <a:xfrm>
            <a:off x="868680" y="2569511"/>
            <a:ext cx="1737360" cy="548640"/>
          </a:xfrm>
          <a:prstGeom prst="rect">
            <a:avLst/>
          </a:prstGeom>
          <a:noFill/>
        </p:spPr>
        <p:txBody>
          <a:bodyPr wrap="square" lIns="0" tIns="0" rIns="0" bIns="0" anchor="t">
            <a:noAutofit/>
          </a:bodyPr>
          <a:lstStyle/>
          <a:p>
            <a:pPr algn="ctr">
              <a:lnSpc>
                <a:spcPct val="90000"/>
              </a:lnSpc>
            </a:pPr>
            <a:r>
              <a:rPr lang="en-US" sz="1600" dirty="0">
                <a:solidFill>
                  <a:srgbClr val="000000"/>
                </a:solidFill>
                <a:latin typeface="Ink Free" panose="03080402000500000000" pitchFamily="66" charset="0"/>
              </a:rPr>
              <a:t>Ollama llama3.2</a:t>
            </a:r>
          </a:p>
        </p:txBody>
      </p:sp>
      <p:cxnSp>
        <p:nvCxnSpPr>
          <p:cNvPr id="132" name="App-LLM"/>
          <p:cNvCxnSpPr/>
          <p:nvPr/>
        </p:nvCxnSpPr>
        <p:spPr>
          <a:xfrm flipH="1" flipV="1">
            <a:off x="2170987" y="2240280"/>
            <a:ext cx="2597923" cy="506242"/>
          </a:xfrm>
          <a:prstGeom prst="straightConnector1">
            <a:avLst/>
          </a:prstGeom>
          <a:ln w="28575">
            <a:solidFill>
              <a:srgbClr val="000000"/>
            </a:solidFill>
            <a:headEnd type="triangle"/>
            <a:tailEnd type="triangle"/>
          </a:ln>
        </p:spPr>
      </p:cxnSp>
      <p:sp>
        <p:nvSpPr>
          <p:cNvPr id="133" name="LLM request"/>
          <p:cNvSpPr txBox="1"/>
          <p:nvPr/>
        </p:nvSpPr>
        <p:spPr>
          <a:xfrm>
            <a:off x="2514600" y="1847088"/>
            <a:ext cx="2286000" cy="27432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top 3 chunks + question</a:t>
            </a:r>
          </a:p>
        </p:txBody>
      </p:sp>
      <p:sp>
        <p:nvSpPr>
          <p:cNvPr id="134" name="App line 1"/>
          <p:cNvSpPr txBox="1"/>
          <p:nvPr/>
        </p:nvSpPr>
        <p:spPr>
          <a:xfrm>
            <a:off x="4878638" y="3962674"/>
            <a:ext cx="2367419" cy="301752"/>
          </a:xfrm>
          <a:prstGeom prst="rect">
            <a:avLst/>
          </a:prstGeom>
          <a:noFill/>
        </p:spPr>
        <p:txBody>
          <a:bodyPr wrap="square" lIns="0" tIns="0" rIns="0" bIns="0" anchor="t">
            <a:noAutofit/>
          </a:bodyPr>
          <a:lstStyle/>
          <a:p>
            <a:pPr algn="ctr">
              <a:lnSpc>
                <a:spcPct val="90000"/>
              </a:lnSpc>
            </a:pPr>
            <a:r>
              <a:rPr lang="en-US" sz="1300" dirty="0">
                <a:solidFill>
                  <a:srgbClr val="2E7D32"/>
                </a:solidFill>
                <a:latin typeface="Consolas" panose="020B0609020204030204" pitchFamily="49" charset="0"/>
                <a:cs typeface="Consolas" panose="020B0609020204030204" pitchFamily="49" charset="0"/>
              </a:rPr>
              <a:t>check citations ✓</a:t>
            </a:r>
          </a:p>
        </p:txBody>
      </p:sp>
      <p:sp>
        <p:nvSpPr>
          <p:cNvPr id="135" name="Left result"/>
          <p:cNvSpPr txBox="1"/>
          <p:nvPr/>
        </p:nvSpPr>
        <p:spPr>
          <a:xfrm>
            <a:off x="2651760" y="3793071"/>
            <a:ext cx="2148840" cy="68580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Wood fires prohibited</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year-round at Sperry.</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[camping-guide:04.2]</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8"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9"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vector} ×30</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8"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9"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vector} ×30</a:t>
            </a:r>
          </a:p>
        </p:txBody>
      </p:sp>
      <p:cxnSp>
        <p:nvCxnSpPr>
          <p:cNvPr id="120"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1"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cosine(v0117, v) ×29</a:t>
            </a:r>
          </a:p>
        </p:txBody>
      </p:sp>
      <p:sp>
        <p:nvSpPr>
          <p:cNvPr id="122" name="App line 1"/>
          <p:cNvSpPr txBox="1"/>
          <p:nvPr/>
        </p:nvSpPr>
        <p:spPr>
          <a:xfrm>
            <a:off x="4878638" y="3962674"/>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drop trail-0117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F06 · How It Works</a:t>
            </a:r>
          </a:p>
        </p:txBody>
      </p:sp>
      <p:grpSp>
        <p:nvGrpSpPr>
          <p:cNvPr id="101" name="Graphic 24" descr="Web design outline"/>
          <p:cNvGrpSpPr/>
          <p:nvPr/>
        </p:nvGrpSpPr>
        <p:grpSpPr>
          <a:xfrm>
            <a:off x="1356360" y="3360636"/>
            <a:ext cx="762000" cy="590550"/>
            <a:chOff x="5715000" y="3133725"/>
            <a:chExt cx="762000" cy="590550"/>
          </a:xfrm>
          <a:noFill/>
        </p:grpSpPr>
        <p:sp>
          <p:nvSpPr>
            <p:cNvPr id="102" name="Freeform 26"/>
            <p:cNvSpPr/>
            <p:nvPr/>
          </p:nvSpPr>
          <p:spPr>
            <a:xfrm>
              <a:off x="5872981" y="3374640"/>
              <a:ext cx="115452" cy="203968"/>
            </a:xfrm>
            <a:custGeom>
              <a:avLst/>
              <a:gdLst>
                <a:gd name="csX0" fmla="*/ 101984 w 115452"/>
                <a:gd name="csY0" fmla="*/ 0 h 203968"/>
                <a:gd name="csX1" fmla="*/ 0 w 115452"/>
                <a:gd name="csY1" fmla="*/ 101984 h 203968"/>
                <a:gd name="csX2" fmla="*/ 101984 w 115452"/>
                <a:gd name="csY2" fmla="*/ 203968 h 203968"/>
                <a:gd name="csX3" fmla="*/ 115453 w 115452"/>
                <a:gd name="csY3" fmla="*/ 190500 h 203968"/>
                <a:gd name="csX4" fmla="*/ 26937 w 115452"/>
                <a:gd name="csY4" fmla="*/ 101984 h 203968"/>
                <a:gd name="csX5" fmla="*/ 115453 w 115452"/>
                <a:gd name="csY5" fmla="*/ 13468 h 203968"/>
                <a:gd name="csX6" fmla="*/ 101984 w 115452"/>
                <a:gd name="csY6" fmla="*/ 0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101984" y="0"/>
                  </a:moveTo>
                  <a:cubicBezTo>
                    <a:pt x="80469" y="29789"/>
                    <a:pt x="10671" y="68735"/>
                    <a:pt x="0" y="101984"/>
                  </a:cubicBezTo>
                  <a:cubicBezTo>
                    <a:pt x="35097" y="113800"/>
                    <a:pt x="52768" y="168720"/>
                    <a:pt x="101984" y="203968"/>
                  </a:cubicBezTo>
                  <a:cubicBezTo>
                    <a:pt x="106341" y="197468"/>
                    <a:pt x="111754" y="196900"/>
                    <a:pt x="115453" y="190500"/>
                  </a:cubicBezTo>
                  <a:cubicBezTo>
                    <a:pt x="86765" y="171738"/>
                    <a:pt x="72486" y="128597"/>
                    <a:pt x="26937" y="101984"/>
                  </a:cubicBezTo>
                  <a:cubicBezTo>
                    <a:pt x="56095" y="68628"/>
                    <a:pt x="87648" y="43689"/>
                    <a:pt x="115453" y="13468"/>
                  </a:cubicBezTo>
                  <a:cubicBezTo>
                    <a:pt x="110598" y="11500"/>
                    <a:pt x="108028" y="3862"/>
                    <a:pt x="101984" y="0"/>
                  </a:cubicBezTo>
                  <a:close/>
                </a:path>
                <a:path w="115452" h="203968" stroke="0" extrusionOk="0">
                  <a:moveTo>
                    <a:pt x="101984" y="0"/>
                  </a:moveTo>
                  <a:cubicBezTo>
                    <a:pt x="54666" y="49377"/>
                    <a:pt x="14242" y="66077"/>
                    <a:pt x="0" y="101984"/>
                  </a:cubicBezTo>
                  <a:cubicBezTo>
                    <a:pt x="50434" y="132521"/>
                    <a:pt x="69644" y="185088"/>
                    <a:pt x="101984" y="203968"/>
                  </a:cubicBezTo>
                  <a:cubicBezTo>
                    <a:pt x="106139" y="198738"/>
                    <a:pt x="111444" y="196583"/>
                    <a:pt x="115453" y="190500"/>
                  </a:cubicBezTo>
                  <a:cubicBezTo>
                    <a:pt x="76111" y="159672"/>
                    <a:pt x="70051" y="126332"/>
                    <a:pt x="26937" y="101984"/>
                  </a:cubicBezTo>
                  <a:cubicBezTo>
                    <a:pt x="50353" y="60681"/>
                    <a:pt x="104707" y="42634"/>
                    <a:pt x="115453" y="13468"/>
                  </a:cubicBezTo>
                  <a:cubicBezTo>
                    <a:pt x="111636" y="10467"/>
                    <a:pt x="107664" y="2756"/>
                    <a:pt x="101984"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1219033472">
                    <a:custGeom>
                      <a:avLst/>
                      <a:gdLst>
                        <a:gd name="connsiteX0" fmla="*/ 101984 w 115452"/>
                        <a:gd name="connsiteY0" fmla="*/ 0 h 203968"/>
                        <a:gd name="connsiteX1" fmla="*/ 0 w 115452"/>
                        <a:gd name="connsiteY1" fmla="*/ 101984 h 203968"/>
                        <a:gd name="connsiteX2" fmla="*/ 101984 w 115452"/>
                        <a:gd name="connsiteY2" fmla="*/ 203968 h 203968"/>
                        <a:gd name="connsiteX3" fmla="*/ 115453 w 115452"/>
                        <a:gd name="connsiteY3" fmla="*/ 190500 h 203968"/>
                        <a:gd name="connsiteX4" fmla="*/ 26937 w 115452"/>
                        <a:gd name="connsiteY4" fmla="*/ 101984 h 203968"/>
                        <a:gd name="connsiteX5" fmla="*/ 115453 w 115452"/>
                        <a:gd name="connsiteY5" fmla="*/ 13468 h 203968"/>
                        <a:gd name="connsiteX6" fmla="*/ 101984 w 115452"/>
                        <a:gd name="connsiteY6" fmla="*/ 0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101984" y="0"/>
                          </a:moveTo>
                          <a:lnTo>
                            <a:pt x="0" y="101984"/>
                          </a:lnTo>
                          <a:lnTo>
                            <a:pt x="101984" y="203968"/>
                          </a:lnTo>
                          <a:lnTo>
                            <a:pt x="115453" y="190500"/>
                          </a:lnTo>
                          <a:lnTo>
                            <a:pt x="26937" y="101984"/>
                          </a:lnTo>
                          <a:lnTo>
                            <a:pt x="115453" y="13468"/>
                          </a:lnTo>
                          <a:lnTo>
                            <a:pt x="101984" y="0"/>
                          </a:lnTo>
                          <a:close/>
                        </a:path>
                      </a:pathLst>
                    </a:custGeom>
                    <ask:type>
                      <ask:lineSketchScribble/>
                    </ask:type>
                  </ask:lineSketchStyleProps>
                </a:ext>
              </a:extLst>
            </a:ln>
          </p:spPr>
          <p:txBody>
            <a:bodyPr rtlCol="0" anchor="ctr"/>
            <a:lstStyle/>
            <a:p>
              <a:endParaRPr lang="en-US"/>
            </a:p>
          </p:txBody>
        </p:sp>
        <p:sp>
          <p:nvSpPr>
            <p:cNvPr id="103" name="Freeform 27"/>
            <p:cNvSpPr/>
            <p:nvPr/>
          </p:nvSpPr>
          <p:spPr>
            <a:xfrm>
              <a:off x="6203565" y="3374640"/>
              <a:ext cx="115452" cy="203968"/>
            </a:xfrm>
            <a:custGeom>
              <a:avLst/>
              <a:gdLst>
                <a:gd name="csX0" fmla="*/ 0 w 115452"/>
                <a:gd name="csY0" fmla="*/ 13468 h 203968"/>
                <a:gd name="csX1" fmla="*/ 88516 w 115452"/>
                <a:gd name="csY1" fmla="*/ 101984 h 203968"/>
                <a:gd name="csX2" fmla="*/ 0 w 115452"/>
                <a:gd name="csY2" fmla="*/ 190500 h 203968"/>
                <a:gd name="csX3" fmla="*/ 13468 w 115452"/>
                <a:gd name="csY3" fmla="*/ 203968 h 203968"/>
                <a:gd name="csX4" fmla="*/ 115453 w 115452"/>
                <a:gd name="csY4" fmla="*/ 101984 h 203968"/>
                <a:gd name="csX5" fmla="*/ 13468 w 115452"/>
                <a:gd name="csY5" fmla="*/ 0 h 203968"/>
                <a:gd name="csX6" fmla="*/ 0 w 115452"/>
                <a:gd name="csY6" fmla="*/ 13468 h 2039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5452" h="203968" fill="none" extrusionOk="0">
                  <a:moveTo>
                    <a:pt x="0" y="13468"/>
                  </a:moveTo>
                  <a:cubicBezTo>
                    <a:pt x="28195" y="31658"/>
                    <a:pt x="62315" y="85716"/>
                    <a:pt x="88516" y="101984"/>
                  </a:cubicBezTo>
                  <a:cubicBezTo>
                    <a:pt x="58661" y="145296"/>
                    <a:pt x="33019" y="156066"/>
                    <a:pt x="0" y="190500"/>
                  </a:cubicBezTo>
                  <a:cubicBezTo>
                    <a:pt x="5261" y="193987"/>
                    <a:pt x="8997" y="201568"/>
                    <a:pt x="13468" y="203968"/>
                  </a:cubicBezTo>
                  <a:cubicBezTo>
                    <a:pt x="49805" y="148660"/>
                    <a:pt x="76016" y="150703"/>
                    <a:pt x="115453" y="101984"/>
                  </a:cubicBezTo>
                  <a:cubicBezTo>
                    <a:pt x="68851" y="78131"/>
                    <a:pt x="60248" y="25543"/>
                    <a:pt x="13468" y="0"/>
                  </a:cubicBezTo>
                  <a:cubicBezTo>
                    <a:pt x="7612" y="6684"/>
                    <a:pt x="4796" y="5981"/>
                    <a:pt x="0" y="13468"/>
                  </a:cubicBezTo>
                  <a:close/>
                </a:path>
                <a:path w="115452" h="203968" stroke="0" extrusionOk="0">
                  <a:moveTo>
                    <a:pt x="0" y="13468"/>
                  </a:moveTo>
                  <a:cubicBezTo>
                    <a:pt x="35903" y="44056"/>
                    <a:pt x="52973" y="84230"/>
                    <a:pt x="88516" y="101984"/>
                  </a:cubicBezTo>
                  <a:cubicBezTo>
                    <a:pt x="48291" y="147503"/>
                    <a:pt x="38948" y="145206"/>
                    <a:pt x="0" y="190500"/>
                  </a:cubicBezTo>
                  <a:cubicBezTo>
                    <a:pt x="4026" y="193879"/>
                    <a:pt x="5514" y="199242"/>
                    <a:pt x="13468" y="203968"/>
                  </a:cubicBezTo>
                  <a:cubicBezTo>
                    <a:pt x="29831" y="179468"/>
                    <a:pt x="77301" y="146098"/>
                    <a:pt x="115453" y="101984"/>
                  </a:cubicBezTo>
                  <a:cubicBezTo>
                    <a:pt x="80161" y="89125"/>
                    <a:pt x="66590" y="44761"/>
                    <a:pt x="13468" y="0"/>
                  </a:cubicBezTo>
                  <a:cubicBezTo>
                    <a:pt x="9274" y="4825"/>
                    <a:pt x="3783" y="8616"/>
                    <a:pt x="0" y="13468"/>
                  </a:cubicBezTo>
                  <a:close/>
                </a:path>
              </a:pathLst>
            </a:custGeom>
            <a:grpFill/>
            <a:ln w="15875" cap="flat">
              <a:solidFill>
                <a:srgbClr val="1F3A5F"/>
              </a:solidFill>
              <a:prstDash val="solid"/>
              <a:miter/>
              <a:extLst>
                <a:ext uri="{C807C97D-BFC1-408E-A445-0C87EB9F89A2}">
                  <ask:lineSketchStyleProps xmlns:ask="http://schemas.microsoft.com/office/drawing/2018/sketchyshapes" sd="2830084044">
                    <a:custGeom>
                      <a:avLst/>
                      <a:gdLst>
                        <a:gd name="connsiteX0" fmla="*/ 0 w 115452"/>
                        <a:gd name="connsiteY0" fmla="*/ 13468 h 203968"/>
                        <a:gd name="connsiteX1" fmla="*/ 88516 w 115452"/>
                        <a:gd name="connsiteY1" fmla="*/ 101984 h 203968"/>
                        <a:gd name="connsiteX2" fmla="*/ 0 w 115452"/>
                        <a:gd name="connsiteY2" fmla="*/ 190500 h 203968"/>
                        <a:gd name="connsiteX3" fmla="*/ 13468 w 115452"/>
                        <a:gd name="connsiteY3" fmla="*/ 203968 h 203968"/>
                        <a:gd name="connsiteX4" fmla="*/ 115453 w 115452"/>
                        <a:gd name="connsiteY4" fmla="*/ 101984 h 203968"/>
                        <a:gd name="connsiteX5" fmla="*/ 13468 w 115452"/>
                        <a:gd name="connsiteY5" fmla="*/ 0 h 203968"/>
                        <a:gd name="connsiteX6" fmla="*/ 0 w 115452"/>
                        <a:gd name="connsiteY6" fmla="*/ 13468 h 203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5452" h="203968">
                          <a:moveTo>
                            <a:pt x="0" y="13468"/>
                          </a:moveTo>
                          <a:lnTo>
                            <a:pt x="88516" y="101984"/>
                          </a:lnTo>
                          <a:lnTo>
                            <a:pt x="0" y="190500"/>
                          </a:lnTo>
                          <a:lnTo>
                            <a:pt x="13468" y="203968"/>
                          </a:lnTo>
                          <a:lnTo>
                            <a:pt x="115453" y="101984"/>
                          </a:lnTo>
                          <a:lnTo>
                            <a:pt x="13468" y="0"/>
                          </a:lnTo>
                          <a:lnTo>
                            <a:pt x="0" y="13468"/>
                          </a:lnTo>
                          <a:close/>
                        </a:path>
                      </a:pathLst>
                    </a:custGeom>
                    <ask:type>
                      <ask:lineSketchScribble/>
                    </ask:type>
                  </ask:lineSketchStyleProps>
                </a:ext>
              </a:extLst>
            </a:ln>
          </p:spPr>
          <p:txBody>
            <a:bodyPr rtlCol="0" anchor="ctr"/>
            <a:lstStyle/>
            <a:p>
              <a:endParaRPr lang="en-US"/>
            </a:p>
          </p:txBody>
        </p:sp>
        <p:sp>
          <p:nvSpPr>
            <p:cNvPr id="104" name="Freeform 28"/>
            <p:cNvSpPr/>
            <p:nvPr/>
          </p:nvSpPr>
          <p:spPr>
            <a:xfrm rot="-3990120">
              <a:off x="5976555" y="3471860"/>
              <a:ext cx="238886" cy="19049"/>
            </a:xfrm>
            <a:custGeom>
              <a:avLst/>
              <a:gdLst>
                <a:gd name="csX0" fmla="*/ 0 w 238886"/>
                <a:gd name="csY0" fmla="*/ 0 h 19049"/>
                <a:gd name="csX1" fmla="*/ 238887 w 238886"/>
                <a:gd name="csY1" fmla="*/ 0 h 19049"/>
                <a:gd name="csX2" fmla="*/ 238887 w 238886"/>
                <a:gd name="csY2" fmla="*/ 19050 h 19049"/>
                <a:gd name="csX3" fmla="*/ 0 w 238886"/>
                <a:gd name="csY3" fmla="*/ 19050 h 19049"/>
                <a:gd name="csX4" fmla="*/ 0 w 238886"/>
                <a:gd name="csY4" fmla="*/ 0 h 19049"/>
              </a:gdLst>
              <a:ahLst/>
              <a:cxnLst>
                <a:cxn ang="0">
                  <a:pos x="csX0" y="csY0"/>
                </a:cxn>
                <a:cxn ang="0">
                  <a:pos x="csX1" y="csY1"/>
                </a:cxn>
                <a:cxn ang="0">
                  <a:pos x="csX2" y="csY2"/>
                </a:cxn>
                <a:cxn ang="0">
                  <a:pos x="csX3" y="csY3"/>
                </a:cxn>
                <a:cxn ang="0">
                  <a:pos x="csX4" y="csY4"/>
                </a:cxn>
              </a:cxnLst>
              <a:rect l="l" t="t" r="r" b="b"/>
              <a:pathLst>
                <a:path w="238886" h="19049" fill="none" extrusionOk="0">
                  <a:moveTo>
                    <a:pt x="0" y="0"/>
                  </a:moveTo>
                  <a:cubicBezTo>
                    <a:pt x="89439" y="-27312"/>
                    <a:pt x="129399" y="19521"/>
                    <a:pt x="238887" y="0"/>
                  </a:cubicBezTo>
                  <a:cubicBezTo>
                    <a:pt x="240312" y="8611"/>
                    <a:pt x="237794" y="9969"/>
                    <a:pt x="238887" y="19050"/>
                  </a:cubicBezTo>
                  <a:cubicBezTo>
                    <a:pt x="125798" y="22001"/>
                    <a:pt x="48091" y="-5468"/>
                    <a:pt x="0" y="19050"/>
                  </a:cubicBezTo>
                  <a:cubicBezTo>
                    <a:pt x="-332" y="10898"/>
                    <a:pt x="983" y="6475"/>
                    <a:pt x="0" y="0"/>
                  </a:cubicBezTo>
                  <a:close/>
                </a:path>
                <a:path w="238886" h="19049" stroke="0" extrusionOk="0">
                  <a:moveTo>
                    <a:pt x="0" y="0"/>
                  </a:moveTo>
                  <a:cubicBezTo>
                    <a:pt x="81267" y="-25071"/>
                    <a:pt x="137755" y="27943"/>
                    <a:pt x="238887" y="0"/>
                  </a:cubicBezTo>
                  <a:cubicBezTo>
                    <a:pt x="240527" y="4590"/>
                    <a:pt x="237147" y="12697"/>
                    <a:pt x="238887" y="19050"/>
                  </a:cubicBezTo>
                  <a:cubicBezTo>
                    <a:pt x="130063" y="34728"/>
                    <a:pt x="61649" y="-7729"/>
                    <a:pt x="0" y="19050"/>
                  </a:cubicBezTo>
                  <a:cubicBezTo>
                    <a:pt x="-926" y="10149"/>
                    <a:pt x="314" y="6645"/>
                    <a:pt x="0" y="0"/>
                  </a:cubicBezTo>
                  <a:close/>
                </a:path>
              </a:pathLst>
            </a:custGeom>
            <a:grpFill/>
            <a:ln w="15875" cap="flat">
              <a:solidFill>
                <a:srgbClr val="1F3A5F"/>
              </a:solidFill>
              <a:prstDash val="solid"/>
              <a:miter/>
              <a:extLst>
                <a:ext uri="{C807C97D-BFC1-408E-A445-0C87EB9F89A2}">
                  <ask:lineSketchStyleProps xmlns:ask="http://schemas.microsoft.com/office/drawing/2018/sketchyshapes" sd="658789007">
                    <a:custGeom>
                      <a:avLst/>
                      <a:gdLst>
                        <a:gd name="connsiteX0" fmla="*/ 0 w 238886"/>
                        <a:gd name="connsiteY0" fmla="*/ 0 h 19049"/>
                        <a:gd name="connsiteX1" fmla="*/ 238887 w 238886"/>
                        <a:gd name="connsiteY1" fmla="*/ 0 h 19049"/>
                        <a:gd name="connsiteX2" fmla="*/ 238887 w 238886"/>
                        <a:gd name="connsiteY2" fmla="*/ 19050 h 19049"/>
                        <a:gd name="connsiteX3" fmla="*/ 0 w 238886"/>
                        <a:gd name="connsiteY3" fmla="*/ 19050 h 19049"/>
                      </a:gdLst>
                      <a:ahLst/>
                      <a:cxnLst>
                        <a:cxn ang="0">
                          <a:pos x="connsiteX0" y="connsiteY0"/>
                        </a:cxn>
                        <a:cxn ang="0">
                          <a:pos x="connsiteX1" y="connsiteY1"/>
                        </a:cxn>
                        <a:cxn ang="0">
                          <a:pos x="connsiteX2" y="connsiteY2"/>
                        </a:cxn>
                        <a:cxn ang="0">
                          <a:pos x="connsiteX3" y="connsiteY3"/>
                        </a:cxn>
                      </a:cxnLst>
                      <a:rect l="l" t="t" r="r" b="b"/>
                      <a:pathLst>
                        <a:path w="238886" h="19049">
                          <a:moveTo>
                            <a:pt x="0" y="0"/>
                          </a:moveTo>
                          <a:lnTo>
                            <a:pt x="238887" y="0"/>
                          </a:lnTo>
                          <a:lnTo>
                            <a:pt x="238887" y="19050"/>
                          </a:lnTo>
                          <a:lnTo>
                            <a:pt x="0" y="19050"/>
                          </a:lnTo>
                          <a:close/>
                        </a:path>
                      </a:pathLst>
                    </a:custGeom>
                    <ask:type>
                      <ask:lineSketchScribble/>
                    </ask:type>
                  </ask:lineSketchStyleProps>
                </a:ext>
              </a:extLst>
            </a:ln>
          </p:spPr>
          <p:txBody>
            <a:bodyPr rtlCol="0" anchor="ctr"/>
            <a:lstStyle/>
            <a:p>
              <a:endParaRPr lang="en-US"/>
            </a:p>
          </p:txBody>
        </p:sp>
        <p:sp>
          <p:nvSpPr>
            <p:cNvPr id="105" name="Freeform 29"/>
            <p:cNvSpPr/>
            <p:nvPr/>
          </p:nvSpPr>
          <p:spPr>
            <a:xfrm>
              <a:off x="5715000" y="3133725"/>
              <a:ext cx="762000" cy="590550"/>
            </a:xfrm>
            <a:custGeom>
              <a:avLst/>
              <a:gdLst>
                <a:gd name="csX0" fmla="*/ 0 w 762000"/>
                <a:gd name="csY0" fmla="*/ 590550 h 590550"/>
                <a:gd name="csX1" fmla="*/ 388620 w 762000"/>
                <a:gd name="csY1" fmla="*/ 590550 h 590550"/>
                <a:gd name="csX2" fmla="*/ 762000 w 762000"/>
                <a:gd name="csY2" fmla="*/ 590550 h 590550"/>
                <a:gd name="csX3" fmla="*/ 762000 w 762000"/>
                <a:gd name="csY3" fmla="*/ 0 h 590550"/>
                <a:gd name="csX4" fmla="*/ 403860 w 762000"/>
                <a:gd name="csY4" fmla="*/ 0 h 590550"/>
                <a:gd name="csX5" fmla="*/ 0 w 762000"/>
                <a:gd name="csY5" fmla="*/ 0 h 590550"/>
                <a:gd name="csX6" fmla="*/ 0 w 762000"/>
                <a:gd name="csY6" fmla="*/ 590550 h 590550"/>
                <a:gd name="csX7" fmla="*/ 19050 w 762000"/>
                <a:gd name="csY7" fmla="*/ 571500 h 590550"/>
                <a:gd name="csX8" fmla="*/ 19050 w 762000"/>
                <a:gd name="csY8" fmla="*/ 152400 h 590550"/>
                <a:gd name="csX9" fmla="*/ 359283 w 762000"/>
                <a:gd name="csY9" fmla="*/ 152400 h 590550"/>
                <a:gd name="csX10" fmla="*/ 742950 w 762000"/>
                <a:gd name="csY10" fmla="*/ 152400 h 590550"/>
                <a:gd name="csX11" fmla="*/ 742950 w 762000"/>
                <a:gd name="csY11" fmla="*/ 571500 h 590550"/>
                <a:gd name="csX12" fmla="*/ 388239 w 762000"/>
                <a:gd name="csY12" fmla="*/ 571500 h 590550"/>
                <a:gd name="csX13" fmla="*/ 19050 w 762000"/>
                <a:gd name="csY13" fmla="*/ 571500 h 590550"/>
                <a:gd name="csX14" fmla="*/ 742950 w 762000"/>
                <a:gd name="csY14" fmla="*/ 19050 h 590550"/>
                <a:gd name="csX15" fmla="*/ 742950 w 762000"/>
                <a:gd name="csY15" fmla="*/ 133350 h 590550"/>
                <a:gd name="csX16" fmla="*/ 373761 w 762000"/>
                <a:gd name="csY16" fmla="*/ 133350 h 590550"/>
                <a:gd name="csX17" fmla="*/ 19050 w 762000"/>
                <a:gd name="csY17" fmla="*/ 133350 h 590550"/>
                <a:gd name="csX18" fmla="*/ 19050 w 762000"/>
                <a:gd name="csY18" fmla="*/ 19050 h 590550"/>
                <a:gd name="csX19" fmla="*/ 395478 w 762000"/>
                <a:gd name="csY19" fmla="*/ 19050 h 590550"/>
                <a:gd name="csX20" fmla="*/ 742950 w 762000"/>
                <a:gd name="csY20" fmla="*/ 19050 h 5905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62000" h="590550" fill="none" extrusionOk="0">
                  <a:moveTo>
                    <a:pt x="0" y="590550"/>
                  </a:moveTo>
                  <a:cubicBezTo>
                    <a:pt x="125280" y="565457"/>
                    <a:pt x="268114" y="600228"/>
                    <a:pt x="388620" y="590550"/>
                  </a:cubicBezTo>
                  <a:cubicBezTo>
                    <a:pt x="509126" y="580872"/>
                    <a:pt x="661997" y="602816"/>
                    <a:pt x="762000" y="590550"/>
                  </a:cubicBezTo>
                  <a:cubicBezTo>
                    <a:pt x="714429" y="454041"/>
                    <a:pt x="801435" y="123443"/>
                    <a:pt x="762000" y="0"/>
                  </a:cubicBezTo>
                  <a:cubicBezTo>
                    <a:pt x="638898" y="20488"/>
                    <a:pt x="581116" y="-29312"/>
                    <a:pt x="403860" y="0"/>
                  </a:cubicBezTo>
                  <a:cubicBezTo>
                    <a:pt x="226604" y="29312"/>
                    <a:pt x="94433" y="-30243"/>
                    <a:pt x="0" y="0"/>
                  </a:cubicBezTo>
                  <a:cubicBezTo>
                    <a:pt x="24103" y="259624"/>
                    <a:pt x="-17973" y="353689"/>
                    <a:pt x="0" y="590550"/>
                  </a:cubicBezTo>
                  <a:close/>
                  <a:moveTo>
                    <a:pt x="19050" y="571500"/>
                  </a:moveTo>
                  <a:cubicBezTo>
                    <a:pt x="17440" y="362395"/>
                    <a:pt x="57177" y="310726"/>
                    <a:pt x="19050" y="152400"/>
                  </a:cubicBezTo>
                  <a:cubicBezTo>
                    <a:pt x="169035" y="132790"/>
                    <a:pt x="221452" y="188570"/>
                    <a:pt x="359283" y="152400"/>
                  </a:cubicBezTo>
                  <a:cubicBezTo>
                    <a:pt x="497114" y="116230"/>
                    <a:pt x="624118" y="154138"/>
                    <a:pt x="742950" y="152400"/>
                  </a:cubicBezTo>
                  <a:cubicBezTo>
                    <a:pt x="778489" y="330828"/>
                    <a:pt x="741863" y="362207"/>
                    <a:pt x="742950" y="571500"/>
                  </a:cubicBezTo>
                  <a:cubicBezTo>
                    <a:pt x="645401" y="608398"/>
                    <a:pt x="517897" y="531493"/>
                    <a:pt x="388239" y="571500"/>
                  </a:cubicBezTo>
                  <a:cubicBezTo>
                    <a:pt x="258581" y="611507"/>
                    <a:pt x="165779" y="567707"/>
                    <a:pt x="19050" y="571500"/>
                  </a:cubicBezTo>
                  <a:close/>
                  <a:moveTo>
                    <a:pt x="742950" y="19050"/>
                  </a:moveTo>
                  <a:cubicBezTo>
                    <a:pt x="744351" y="43220"/>
                    <a:pt x="730953" y="89819"/>
                    <a:pt x="742950" y="133350"/>
                  </a:cubicBezTo>
                  <a:cubicBezTo>
                    <a:pt x="561477" y="148340"/>
                    <a:pt x="543754" y="113442"/>
                    <a:pt x="373761" y="133350"/>
                  </a:cubicBezTo>
                  <a:cubicBezTo>
                    <a:pt x="203768" y="153258"/>
                    <a:pt x="124158" y="118808"/>
                    <a:pt x="19050" y="133350"/>
                  </a:cubicBezTo>
                  <a:cubicBezTo>
                    <a:pt x="14037" y="77712"/>
                    <a:pt x="22118" y="65920"/>
                    <a:pt x="19050" y="19050"/>
                  </a:cubicBezTo>
                  <a:cubicBezTo>
                    <a:pt x="184673" y="16665"/>
                    <a:pt x="246057" y="31289"/>
                    <a:pt x="395478" y="19050"/>
                  </a:cubicBezTo>
                  <a:cubicBezTo>
                    <a:pt x="544899" y="6811"/>
                    <a:pt x="611113" y="58305"/>
                    <a:pt x="742950" y="19050"/>
                  </a:cubicBezTo>
                  <a:close/>
                </a:path>
                <a:path w="762000" h="590550" stroke="0" extrusionOk="0">
                  <a:moveTo>
                    <a:pt x="0" y="590550"/>
                  </a:moveTo>
                  <a:cubicBezTo>
                    <a:pt x="154775" y="558154"/>
                    <a:pt x="220356" y="612445"/>
                    <a:pt x="358140" y="590550"/>
                  </a:cubicBezTo>
                  <a:cubicBezTo>
                    <a:pt x="495924" y="568655"/>
                    <a:pt x="600340" y="604512"/>
                    <a:pt x="762000" y="590550"/>
                  </a:cubicBezTo>
                  <a:cubicBezTo>
                    <a:pt x="738712" y="386816"/>
                    <a:pt x="767145" y="240871"/>
                    <a:pt x="762000" y="0"/>
                  </a:cubicBezTo>
                  <a:cubicBezTo>
                    <a:pt x="585348" y="9617"/>
                    <a:pt x="503224" y="-31931"/>
                    <a:pt x="373380" y="0"/>
                  </a:cubicBezTo>
                  <a:cubicBezTo>
                    <a:pt x="243536" y="31931"/>
                    <a:pt x="75450" y="-13351"/>
                    <a:pt x="0" y="0"/>
                  </a:cubicBezTo>
                  <a:cubicBezTo>
                    <a:pt x="16906" y="120276"/>
                    <a:pt x="-49829" y="349513"/>
                    <a:pt x="0" y="590550"/>
                  </a:cubicBezTo>
                  <a:close/>
                  <a:moveTo>
                    <a:pt x="19050" y="571500"/>
                  </a:moveTo>
                  <a:cubicBezTo>
                    <a:pt x="4292" y="476438"/>
                    <a:pt x="41088" y="274487"/>
                    <a:pt x="19050" y="152400"/>
                  </a:cubicBezTo>
                  <a:cubicBezTo>
                    <a:pt x="168273" y="110561"/>
                    <a:pt x="282548" y="172153"/>
                    <a:pt x="381000" y="152400"/>
                  </a:cubicBezTo>
                  <a:cubicBezTo>
                    <a:pt x="479452" y="132647"/>
                    <a:pt x="616942" y="176757"/>
                    <a:pt x="742950" y="152400"/>
                  </a:cubicBezTo>
                  <a:cubicBezTo>
                    <a:pt x="786562" y="310896"/>
                    <a:pt x="730505" y="463900"/>
                    <a:pt x="742950" y="571500"/>
                  </a:cubicBezTo>
                  <a:cubicBezTo>
                    <a:pt x="661936" y="575281"/>
                    <a:pt x="547873" y="537137"/>
                    <a:pt x="373761" y="571500"/>
                  </a:cubicBezTo>
                  <a:cubicBezTo>
                    <a:pt x="199649" y="605863"/>
                    <a:pt x="135744" y="536574"/>
                    <a:pt x="19050" y="571500"/>
                  </a:cubicBezTo>
                  <a:close/>
                  <a:moveTo>
                    <a:pt x="742950" y="19050"/>
                  </a:moveTo>
                  <a:cubicBezTo>
                    <a:pt x="751566" y="63812"/>
                    <a:pt x="733453" y="96224"/>
                    <a:pt x="742950" y="133350"/>
                  </a:cubicBezTo>
                  <a:cubicBezTo>
                    <a:pt x="628384" y="141133"/>
                    <a:pt x="472624" y="114379"/>
                    <a:pt x="366522" y="133350"/>
                  </a:cubicBezTo>
                  <a:cubicBezTo>
                    <a:pt x="260420" y="152321"/>
                    <a:pt x="95857" y="127960"/>
                    <a:pt x="19050" y="133350"/>
                  </a:cubicBezTo>
                  <a:cubicBezTo>
                    <a:pt x="7134" y="100730"/>
                    <a:pt x="25888" y="52179"/>
                    <a:pt x="19050" y="19050"/>
                  </a:cubicBezTo>
                  <a:cubicBezTo>
                    <a:pt x="174631" y="-17870"/>
                    <a:pt x="304189" y="38168"/>
                    <a:pt x="381000" y="19050"/>
                  </a:cubicBezTo>
                  <a:cubicBezTo>
                    <a:pt x="457811" y="-68"/>
                    <a:pt x="605912" y="48223"/>
                    <a:pt x="74295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2498960035">
                    <a:custGeom>
                      <a:avLst/>
                      <a:gdLst>
                        <a:gd name="connsiteX0" fmla="*/ 0 w 762000"/>
                        <a:gd name="connsiteY0" fmla="*/ 590550 h 590550"/>
                        <a:gd name="connsiteX1" fmla="*/ 762000 w 762000"/>
                        <a:gd name="connsiteY1" fmla="*/ 590550 h 590550"/>
                        <a:gd name="connsiteX2" fmla="*/ 762000 w 762000"/>
                        <a:gd name="connsiteY2" fmla="*/ 0 h 590550"/>
                        <a:gd name="connsiteX3" fmla="*/ 0 w 762000"/>
                        <a:gd name="connsiteY3" fmla="*/ 0 h 590550"/>
                        <a:gd name="connsiteX4" fmla="*/ 19050 w 762000"/>
                        <a:gd name="connsiteY4" fmla="*/ 571500 h 590550"/>
                        <a:gd name="connsiteX5" fmla="*/ 19050 w 762000"/>
                        <a:gd name="connsiteY5" fmla="*/ 152400 h 590550"/>
                        <a:gd name="connsiteX6" fmla="*/ 742950 w 762000"/>
                        <a:gd name="connsiteY6" fmla="*/ 152400 h 590550"/>
                        <a:gd name="connsiteX7" fmla="*/ 742950 w 762000"/>
                        <a:gd name="connsiteY7" fmla="*/ 571500 h 590550"/>
                        <a:gd name="connsiteX8" fmla="*/ 742950 w 762000"/>
                        <a:gd name="connsiteY8" fmla="*/ 19050 h 590550"/>
                        <a:gd name="connsiteX9" fmla="*/ 742950 w 762000"/>
                        <a:gd name="connsiteY9" fmla="*/ 133350 h 590550"/>
                        <a:gd name="connsiteX10" fmla="*/ 19050 w 762000"/>
                        <a:gd name="connsiteY10" fmla="*/ 133350 h 590550"/>
                        <a:gd name="connsiteX11" fmla="*/ 19050 w 762000"/>
                        <a:gd name="connsiteY11" fmla="*/ 19050 h 590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62000" h="590550">
                          <a:moveTo>
                            <a:pt x="0" y="590550"/>
                          </a:moveTo>
                          <a:lnTo>
                            <a:pt x="762000" y="590550"/>
                          </a:lnTo>
                          <a:lnTo>
                            <a:pt x="762000" y="0"/>
                          </a:lnTo>
                          <a:lnTo>
                            <a:pt x="0" y="0"/>
                          </a:lnTo>
                          <a:close/>
                          <a:moveTo>
                            <a:pt x="19050" y="571500"/>
                          </a:moveTo>
                          <a:lnTo>
                            <a:pt x="19050" y="152400"/>
                          </a:lnTo>
                          <a:lnTo>
                            <a:pt x="742950" y="152400"/>
                          </a:lnTo>
                          <a:lnTo>
                            <a:pt x="742950" y="571500"/>
                          </a:lnTo>
                          <a:close/>
                          <a:moveTo>
                            <a:pt x="742950" y="19050"/>
                          </a:moveTo>
                          <a:lnTo>
                            <a:pt x="742950" y="133350"/>
                          </a:lnTo>
                          <a:lnTo>
                            <a:pt x="19050" y="133350"/>
                          </a:lnTo>
                          <a:lnTo>
                            <a:pt x="19050" y="19050"/>
                          </a:lnTo>
                          <a:close/>
                        </a:path>
                      </a:pathLst>
                    </a:custGeom>
                    <ask:type>
                      <ask:lineSketchScribble/>
                    </ask:type>
                  </ask:lineSketchStyleProps>
                </a:ext>
              </a:extLst>
            </a:ln>
          </p:spPr>
          <p:txBody>
            <a:bodyPr rtlCol="0" anchor="ctr"/>
            <a:lstStyle/>
            <a:p>
              <a:endParaRPr lang="en-US"/>
            </a:p>
          </p:txBody>
        </p:sp>
        <p:sp>
          <p:nvSpPr>
            <p:cNvPr id="106" name="Freeform 30"/>
            <p:cNvSpPr/>
            <p:nvPr/>
          </p:nvSpPr>
          <p:spPr>
            <a:xfrm>
              <a:off x="621982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6668" y="31495"/>
                    <a:pt x="28642" y="37612"/>
                    <a:pt x="19050" y="38100"/>
                  </a:cubicBezTo>
                  <a:cubicBezTo>
                    <a:pt x="9830" y="38864"/>
                    <a:pt x="-602" y="29313"/>
                    <a:pt x="0" y="19050"/>
                  </a:cubicBezTo>
                  <a:cubicBezTo>
                    <a:pt x="71" y="8241"/>
                    <a:pt x="8755" y="-475"/>
                    <a:pt x="19050" y="0"/>
                  </a:cubicBezTo>
                  <a:cubicBezTo>
                    <a:pt x="30529" y="2953"/>
                    <a:pt x="37016" y="9222"/>
                    <a:pt x="38100" y="19050"/>
                  </a:cubicBezTo>
                  <a:close/>
                </a:path>
                <a:path w="38100" h="38100" stroke="0" extrusionOk="0">
                  <a:moveTo>
                    <a:pt x="38100" y="19050"/>
                  </a:moveTo>
                  <a:cubicBezTo>
                    <a:pt x="39774" y="26900"/>
                    <a:pt x="28299" y="37085"/>
                    <a:pt x="19050" y="38100"/>
                  </a:cubicBezTo>
                  <a:cubicBezTo>
                    <a:pt x="9810" y="38297"/>
                    <a:pt x="-1109" y="32155"/>
                    <a:pt x="0" y="19050"/>
                  </a:cubicBezTo>
                  <a:cubicBezTo>
                    <a:pt x="1618" y="8508"/>
                    <a:pt x="8531" y="231"/>
                    <a:pt x="19050" y="0"/>
                  </a:cubicBezTo>
                  <a:cubicBezTo>
                    <a:pt x="30465" y="-1109"/>
                    <a:pt x="38645" y="8775"/>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801459907">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7" name="Freeform 31"/>
            <p:cNvSpPr/>
            <p:nvPr/>
          </p:nvSpPr>
          <p:spPr>
            <a:xfrm>
              <a:off x="6286500"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37148" y="27866"/>
                    <a:pt x="31150" y="39814"/>
                    <a:pt x="19050" y="38100"/>
                  </a:cubicBezTo>
                  <a:cubicBezTo>
                    <a:pt x="8503" y="40197"/>
                    <a:pt x="446" y="30213"/>
                    <a:pt x="0" y="19050"/>
                  </a:cubicBezTo>
                  <a:cubicBezTo>
                    <a:pt x="2158" y="9554"/>
                    <a:pt x="6247" y="174"/>
                    <a:pt x="19050" y="0"/>
                  </a:cubicBezTo>
                  <a:cubicBezTo>
                    <a:pt x="31189" y="123"/>
                    <a:pt x="40255" y="9425"/>
                    <a:pt x="38100" y="19050"/>
                  </a:cubicBezTo>
                  <a:close/>
                </a:path>
                <a:path w="38100" h="38100" stroke="0" extrusionOk="0">
                  <a:moveTo>
                    <a:pt x="38100" y="19050"/>
                  </a:moveTo>
                  <a:cubicBezTo>
                    <a:pt x="36702" y="28517"/>
                    <a:pt x="30289" y="38205"/>
                    <a:pt x="19050" y="38100"/>
                  </a:cubicBezTo>
                  <a:cubicBezTo>
                    <a:pt x="8050" y="37989"/>
                    <a:pt x="2019" y="31677"/>
                    <a:pt x="0" y="19050"/>
                  </a:cubicBezTo>
                  <a:cubicBezTo>
                    <a:pt x="352" y="9041"/>
                    <a:pt x="7961" y="-1347"/>
                    <a:pt x="19050" y="0"/>
                  </a:cubicBezTo>
                  <a:cubicBezTo>
                    <a:pt x="28406" y="-1785"/>
                    <a:pt x="37107" y="7113"/>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741904289">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sp>
          <p:nvSpPr>
            <p:cNvPr id="108" name="Freeform 32"/>
            <p:cNvSpPr/>
            <p:nvPr/>
          </p:nvSpPr>
          <p:spPr>
            <a:xfrm>
              <a:off x="6353175" y="3190875"/>
              <a:ext cx="38100" cy="38100"/>
            </a:xfrm>
            <a:custGeom>
              <a:avLst/>
              <a:gdLst>
                <a:gd name="csX0" fmla="*/ 38100 w 38100"/>
                <a:gd name="csY0" fmla="*/ 19050 h 38100"/>
                <a:gd name="csX1" fmla="*/ 19050 w 38100"/>
                <a:gd name="csY1" fmla="*/ 38100 h 38100"/>
                <a:gd name="csX2" fmla="*/ 0 w 38100"/>
                <a:gd name="csY2" fmla="*/ 19050 h 38100"/>
                <a:gd name="csX3" fmla="*/ 19050 w 38100"/>
                <a:gd name="csY3" fmla="*/ 0 h 38100"/>
                <a:gd name="csX4" fmla="*/ 38100 w 38100"/>
                <a:gd name="csY4" fmla="*/ 19050 h 38100"/>
              </a:gdLst>
              <a:ahLst/>
              <a:cxnLst>
                <a:cxn ang="0">
                  <a:pos x="csX0" y="csY0"/>
                </a:cxn>
                <a:cxn ang="0">
                  <a:pos x="csX1" y="csY1"/>
                </a:cxn>
                <a:cxn ang="0">
                  <a:pos x="csX2" y="csY2"/>
                </a:cxn>
                <a:cxn ang="0">
                  <a:pos x="csX3" y="csY3"/>
                </a:cxn>
                <a:cxn ang="0">
                  <a:pos x="csX4" y="csY4"/>
                </a:cxn>
              </a:cxnLst>
              <a:rect l="l" t="t" r="r" b="b"/>
              <a:pathLst>
                <a:path w="38100" h="38100" fill="none" extrusionOk="0">
                  <a:moveTo>
                    <a:pt x="38100" y="19050"/>
                  </a:moveTo>
                  <a:cubicBezTo>
                    <a:pt x="40484" y="27911"/>
                    <a:pt x="28318" y="38040"/>
                    <a:pt x="19050" y="38100"/>
                  </a:cubicBezTo>
                  <a:cubicBezTo>
                    <a:pt x="6219" y="37740"/>
                    <a:pt x="1168" y="27565"/>
                    <a:pt x="0" y="19050"/>
                  </a:cubicBezTo>
                  <a:cubicBezTo>
                    <a:pt x="-1210" y="9994"/>
                    <a:pt x="10441" y="-1791"/>
                    <a:pt x="19050" y="0"/>
                  </a:cubicBezTo>
                  <a:cubicBezTo>
                    <a:pt x="28904" y="1053"/>
                    <a:pt x="37238" y="6479"/>
                    <a:pt x="38100" y="19050"/>
                  </a:cubicBezTo>
                  <a:close/>
                </a:path>
                <a:path w="38100" h="38100" stroke="0" extrusionOk="0">
                  <a:moveTo>
                    <a:pt x="38100" y="19050"/>
                  </a:moveTo>
                  <a:cubicBezTo>
                    <a:pt x="38795" y="29284"/>
                    <a:pt x="26912" y="37258"/>
                    <a:pt x="19050" y="38100"/>
                  </a:cubicBezTo>
                  <a:cubicBezTo>
                    <a:pt x="10193" y="38587"/>
                    <a:pt x="-2503" y="29971"/>
                    <a:pt x="0" y="19050"/>
                  </a:cubicBezTo>
                  <a:cubicBezTo>
                    <a:pt x="-9" y="8962"/>
                    <a:pt x="9807" y="15"/>
                    <a:pt x="19050" y="0"/>
                  </a:cubicBezTo>
                  <a:cubicBezTo>
                    <a:pt x="29850" y="-183"/>
                    <a:pt x="39296" y="8072"/>
                    <a:pt x="38100" y="19050"/>
                  </a:cubicBezTo>
                  <a:close/>
                </a:path>
              </a:pathLst>
            </a:custGeom>
            <a:grpFill/>
            <a:ln w="15875" cap="flat">
              <a:solidFill>
                <a:srgbClr val="1F3A5F"/>
              </a:solidFill>
              <a:prstDash val="solid"/>
              <a:miter/>
              <a:extLst>
                <a:ext uri="{C807C97D-BFC1-408E-A445-0C87EB9F89A2}">
                  <ask:lineSketchStyleProps xmlns:ask="http://schemas.microsoft.com/office/drawing/2018/sketchyshapes" sd="3078833563">
                    <a:custGeom>
                      <a:avLst/>
                      <a:gdLst>
                        <a:gd name="connsiteX0" fmla="*/ 38100 w 38100"/>
                        <a:gd name="connsiteY0" fmla="*/ 19050 h 38100"/>
                        <a:gd name="connsiteX1" fmla="*/ 19050 w 38100"/>
                        <a:gd name="connsiteY1" fmla="*/ 38100 h 38100"/>
                        <a:gd name="connsiteX2" fmla="*/ 0 w 38100"/>
                        <a:gd name="connsiteY2" fmla="*/ 19050 h 38100"/>
                        <a:gd name="connsiteX3" fmla="*/ 19050 w 38100"/>
                        <a:gd name="connsiteY3" fmla="*/ 0 h 38100"/>
                        <a:gd name="connsiteX4" fmla="*/ 38100 w 38100"/>
                        <a:gd name="connsiteY4" fmla="*/ 19050 h 38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100" h="38100">
                          <a:moveTo>
                            <a:pt x="38100" y="19050"/>
                          </a:moveTo>
                          <a:cubicBezTo>
                            <a:pt x="38100" y="29571"/>
                            <a:pt x="29571" y="38100"/>
                            <a:pt x="19050" y="38100"/>
                          </a:cubicBezTo>
                          <a:cubicBezTo>
                            <a:pt x="8529" y="38100"/>
                            <a:pt x="0" y="29571"/>
                            <a:pt x="0" y="19050"/>
                          </a:cubicBezTo>
                          <a:cubicBezTo>
                            <a:pt x="0" y="8529"/>
                            <a:pt x="8529" y="0"/>
                            <a:pt x="19050" y="0"/>
                          </a:cubicBezTo>
                          <a:cubicBezTo>
                            <a:pt x="29571" y="0"/>
                            <a:pt x="38100" y="8529"/>
                            <a:pt x="38100" y="19050"/>
                          </a:cubicBezTo>
                          <a:close/>
                        </a:path>
                      </a:pathLst>
                    </a:custGeom>
                    <ask:type>
                      <ask:lineSketchScribble/>
                    </ask:type>
                  </ask:lineSketchStyleProps>
                </a:ext>
              </a:extLst>
            </a:ln>
          </p:spPr>
          <p:txBody>
            <a:bodyPr rtlCol="0" anchor="ctr"/>
            <a:lstStyle/>
            <a:p>
              <a:endParaRPr lang="en-US"/>
            </a:p>
          </p:txBody>
        </p:sp>
      </p:grpSp>
      <p:sp>
        <p:nvSpPr>
          <p:cNvPr id="109" name="Node label"/>
          <p:cNvSpPr txBox="1"/>
          <p:nvPr/>
        </p:nvSpPr>
        <p:spPr>
          <a:xfrm>
            <a:off x="868680" y="4160520"/>
            <a:ext cx="1737360" cy="36576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Just Finished</a:t>
            </a:r>
          </a:p>
        </p:txBody>
      </p:sp>
      <p:sp>
        <p:nvSpPr>
          <p:cNvPr id="110" name="Node file"/>
          <p:cNvSpPr txBox="1"/>
          <p:nvPr/>
        </p:nvSpPr>
        <p:spPr>
          <a:xfrm>
            <a:off x="868680" y="4526280"/>
            <a:ext cx="1737360" cy="274320"/>
          </a:xfrm>
          <a:prstGeom prst="rect">
            <a:avLst/>
          </a:prstGeom>
          <a:noFill/>
        </p:spPr>
        <p:txBody>
          <a:bodyPr wrap="square" lIns="0" tIns="0" rIns="0" bIns="0" anchor="t">
            <a:noAutofit/>
          </a:bodyPr>
          <a:lstStyle/>
          <a:p>
            <a:pPr algn="ctr">
              <a:lnSpc>
                <a:spcPct val="90000"/>
              </a:lnSpc>
            </a:pPr>
            <a:r>
              <a:rPr lang="en-US" sz="1200" dirty="0">
                <a:solidFill>
                  <a:srgbClr val="000000"/>
                </a:solidFill>
                <a:latin typeface="Consolas" panose="020B0609020204030204" pitchFamily="49" charset="0"/>
                <a:cs typeface="Consolas" panose="020B0609020204030204" pitchFamily="49" charset="0"/>
              </a:rPr>
              <a:t>trail-0117</a:t>
            </a:r>
          </a:p>
        </p:txBody>
      </p:sp>
      <p:cxnSp>
        <p:nvCxnSpPr>
          <p:cNvPr id="111" name="Left-App"/>
          <p:cNvCxnSpPr/>
          <p:nvPr/>
        </p:nvCxnSpPr>
        <p:spPr>
          <a:xfrm>
            <a:off x="2331720" y="3655911"/>
            <a:ext cx="2437190" cy="0"/>
          </a:xfrm>
          <a:prstGeom prst="straightConnector1">
            <a:avLst/>
          </a:prstGeom>
          <a:ln w="28575">
            <a:solidFill>
              <a:srgbClr val="000000"/>
            </a:solidFill>
            <a:headEnd type="triangle"/>
            <a:tailEnd type="triangle"/>
          </a:ln>
        </p:spPr>
      </p:cxnSp>
      <p:sp>
        <p:nvSpPr>
          <p:cNvPr id="112" name="Left label"/>
          <p:cNvSpPr txBox="1"/>
          <p:nvPr/>
        </p:nvSpPr>
        <p:spPr>
          <a:xfrm>
            <a:off x="2423160" y="3152991"/>
            <a:ext cx="2331720" cy="41148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Avalanche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(trail-0117)</a:t>
            </a:r>
          </a:p>
        </p:txBody>
      </p:sp>
      <p:sp>
        <p:nvSpPr>
          <p:cNvPr id="113" name="Rectangle 69"/>
          <p:cNvSpPr/>
          <p:nvPr/>
        </p:nvSpPr>
        <p:spPr>
          <a:xfrm>
            <a:off x="4878638" y="2472202"/>
            <a:ext cx="2367419" cy="2367419"/>
          </a:xfrm>
          <a:custGeom>
            <a:avLst/>
            <a:gdLst>
              <a:gd name="csX0" fmla="*/ 0 w 2367419"/>
              <a:gd name="csY0" fmla="*/ 0 h 2367419"/>
              <a:gd name="csX1" fmla="*/ 568181 w 2367419"/>
              <a:gd name="csY1" fmla="*/ 0 h 2367419"/>
              <a:gd name="csX2" fmla="*/ 1089013 w 2367419"/>
              <a:gd name="csY2" fmla="*/ 0 h 2367419"/>
              <a:gd name="csX3" fmla="*/ 1728216 w 2367419"/>
              <a:gd name="csY3" fmla="*/ 0 h 2367419"/>
              <a:gd name="csX4" fmla="*/ 2367419 w 2367419"/>
              <a:gd name="csY4" fmla="*/ 0 h 2367419"/>
              <a:gd name="csX5" fmla="*/ 2367419 w 2367419"/>
              <a:gd name="csY5" fmla="*/ 568181 h 2367419"/>
              <a:gd name="csX6" fmla="*/ 2367419 w 2367419"/>
              <a:gd name="csY6" fmla="*/ 1112687 h 2367419"/>
              <a:gd name="csX7" fmla="*/ 2367419 w 2367419"/>
              <a:gd name="csY7" fmla="*/ 1704542 h 2367419"/>
              <a:gd name="csX8" fmla="*/ 2367419 w 2367419"/>
              <a:gd name="csY8" fmla="*/ 2367419 h 2367419"/>
              <a:gd name="csX9" fmla="*/ 1822913 w 2367419"/>
              <a:gd name="csY9" fmla="*/ 2367419 h 2367419"/>
              <a:gd name="csX10" fmla="*/ 1231058 w 2367419"/>
              <a:gd name="csY10" fmla="*/ 2367419 h 2367419"/>
              <a:gd name="csX11" fmla="*/ 639203 w 2367419"/>
              <a:gd name="csY11" fmla="*/ 2367419 h 2367419"/>
              <a:gd name="csX12" fmla="*/ 0 w 2367419"/>
              <a:gd name="csY12" fmla="*/ 2367419 h 2367419"/>
              <a:gd name="csX13" fmla="*/ 0 w 2367419"/>
              <a:gd name="csY13" fmla="*/ 1728216 h 2367419"/>
              <a:gd name="csX14" fmla="*/ 0 w 2367419"/>
              <a:gd name="csY14" fmla="*/ 1089013 h 2367419"/>
              <a:gd name="csX15" fmla="*/ 0 w 2367419"/>
              <a:gd name="csY15" fmla="*/ 0 h 23674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67419" h="2367419" extrusionOk="0">
                <a:moveTo>
                  <a:pt x="0" y="0"/>
                </a:moveTo>
                <a:cubicBezTo>
                  <a:pt x="129485" y="-60502"/>
                  <a:pt x="327484" y="13711"/>
                  <a:pt x="568181" y="0"/>
                </a:cubicBezTo>
                <a:cubicBezTo>
                  <a:pt x="808878" y="-13711"/>
                  <a:pt x="898599" y="9989"/>
                  <a:pt x="1089013" y="0"/>
                </a:cubicBezTo>
                <a:cubicBezTo>
                  <a:pt x="1279427" y="-9989"/>
                  <a:pt x="1480529" y="25447"/>
                  <a:pt x="1728216" y="0"/>
                </a:cubicBezTo>
                <a:cubicBezTo>
                  <a:pt x="1975903" y="-25447"/>
                  <a:pt x="2201235" y="27907"/>
                  <a:pt x="2367419" y="0"/>
                </a:cubicBezTo>
                <a:cubicBezTo>
                  <a:pt x="2373882" y="122999"/>
                  <a:pt x="2363472" y="365613"/>
                  <a:pt x="2367419" y="568181"/>
                </a:cubicBezTo>
                <a:cubicBezTo>
                  <a:pt x="2371366" y="770749"/>
                  <a:pt x="2342050" y="955673"/>
                  <a:pt x="2367419" y="1112687"/>
                </a:cubicBezTo>
                <a:cubicBezTo>
                  <a:pt x="2392788" y="1269701"/>
                  <a:pt x="2361771" y="1562281"/>
                  <a:pt x="2367419" y="1704542"/>
                </a:cubicBezTo>
                <a:cubicBezTo>
                  <a:pt x="2373067" y="1846803"/>
                  <a:pt x="2341053" y="2044663"/>
                  <a:pt x="2367419" y="2367419"/>
                </a:cubicBezTo>
                <a:cubicBezTo>
                  <a:pt x="2102587" y="2430501"/>
                  <a:pt x="2059831" y="2346030"/>
                  <a:pt x="1822913" y="2367419"/>
                </a:cubicBezTo>
                <a:cubicBezTo>
                  <a:pt x="1585995" y="2388808"/>
                  <a:pt x="1365772" y="2335187"/>
                  <a:pt x="1231058" y="2367419"/>
                </a:cubicBezTo>
                <a:cubicBezTo>
                  <a:pt x="1096345" y="2399651"/>
                  <a:pt x="821682" y="2336477"/>
                  <a:pt x="639203" y="2367419"/>
                </a:cubicBezTo>
                <a:cubicBezTo>
                  <a:pt x="456725" y="2398361"/>
                  <a:pt x="163212" y="2361921"/>
                  <a:pt x="0" y="2367419"/>
                </a:cubicBezTo>
                <a:cubicBezTo>
                  <a:pt x="-995" y="2123461"/>
                  <a:pt x="7061" y="1936936"/>
                  <a:pt x="0" y="1728216"/>
                </a:cubicBezTo>
                <a:cubicBezTo>
                  <a:pt x="-7061" y="1519496"/>
                  <a:pt x="41287" y="1302925"/>
                  <a:pt x="0" y="1089013"/>
                </a:cubicBezTo>
                <a:cubicBezTo>
                  <a:pt x="-41287" y="875101"/>
                  <a:pt x="47252" y="415155"/>
                  <a:pt x="0" y="0"/>
                </a:cubicBezTo>
                <a:close/>
              </a:path>
            </a:pathLst>
          </a:custGeom>
          <a:noFill/>
          <a:ln w="22225">
            <a:solidFill>
              <a:srgbClr val="1F3A5F"/>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aphic 2" descr="Single gear outline"/>
          <p:cNvGrpSpPr/>
          <p:nvPr/>
        </p:nvGrpSpPr>
        <p:grpSpPr>
          <a:xfrm>
            <a:off x="5738021" y="2728234"/>
            <a:ext cx="648652" cy="647861"/>
            <a:chOff x="5772150" y="3332061"/>
            <a:chExt cx="648652" cy="647861"/>
          </a:xfrm>
          <a:noFill/>
        </p:grpSpPr>
        <p:sp>
          <p:nvSpPr>
            <p:cNvPr id="115" name="Freeform 5"/>
            <p:cNvSpPr/>
            <p:nvPr/>
          </p:nvSpPr>
          <p:spPr>
            <a:xfrm>
              <a:off x="5772150" y="3332061"/>
              <a:ext cx="648652" cy="647861"/>
            </a:xfrm>
            <a:custGeom>
              <a:avLst/>
              <a:gdLst>
                <a:gd name="csX0" fmla="*/ 91440 w 648652"/>
                <a:gd name="csY0" fmla="*/ 454504 h 647861"/>
                <a:gd name="csX1" fmla="*/ 67628 w 648652"/>
                <a:gd name="csY1" fmla="*/ 525942 h 647861"/>
                <a:gd name="csX2" fmla="*/ 121920 w 648652"/>
                <a:gd name="csY2" fmla="*/ 580234 h 647861"/>
                <a:gd name="csX3" fmla="*/ 193358 w 648652"/>
                <a:gd name="csY3" fmla="*/ 556422 h 647861"/>
                <a:gd name="csX4" fmla="*/ 253365 w 648652"/>
                <a:gd name="csY4" fmla="*/ 581187 h 647861"/>
                <a:gd name="csX5" fmla="*/ 286703 w 648652"/>
                <a:gd name="csY5" fmla="*/ 647862 h 647861"/>
                <a:gd name="csX6" fmla="*/ 362903 w 648652"/>
                <a:gd name="csY6" fmla="*/ 647862 h 647861"/>
                <a:gd name="csX7" fmla="*/ 396240 w 648652"/>
                <a:gd name="csY7" fmla="*/ 581187 h 647861"/>
                <a:gd name="csX8" fmla="*/ 455295 w 648652"/>
                <a:gd name="csY8" fmla="*/ 556422 h 647861"/>
                <a:gd name="csX9" fmla="*/ 526733 w 648652"/>
                <a:gd name="csY9" fmla="*/ 580234 h 647861"/>
                <a:gd name="csX10" fmla="*/ 581025 w 648652"/>
                <a:gd name="csY10" fmla="*/ 525942 h 647861"/>
                <a:gd name="csX11" fmla="*/ 557213 w 648652"/>
                <a:gd name="csY11" fmla="*/ 454504 h 647861"/>
                <a:gd name="csX12" fmla="*/ 581978 w 648652"/>
                <a:gd name="csY12" fmla="*/ 394497 h 647861"/>
                <a:gd name="csX13" fmla="*/ 648653 w 648652"/>
                <a:gd name="csY13" fmla="*/ 361159 h 647861"/>
                <a:gd name="csX14" fmla="*/ 648653 w 648652"/>
                <a:gd name="csY14" fmla="*/ 284959 h 647861"/>
                <a:gd name="csX15" fmla="*/ 581025 w 648652"/>
                <a:gd name="csY15" fmla="*/ 252574 h 647861"/>
                <a:gd name="csX16" fmla="*/ 556260 w 648652"/>
                <a:gd name="csY16" fmla="*/ 193519 h 647861"/>
                <a:gd name="csX17" fmla="*/ 580073 w 648652"/>
                <a:gd name="csY17" fmla="*/ 122082 h 647861"/>
                <a:gd name="csX18" fmla="*/ 525780 w 648652"/>
                <a:gd name="csY18" fmla="*/ 67789 h 647861"/>
                <a:gd name="csX19" fmla="*/ 454343 w 648652"/>
                <a:gd name="csY19" fmla="*/ 91602 h 647861"/>
                <a:gd name="csX20" fmla="*/ 394335 w 648652"/>
                <a:gd name="csY20" fmla="*/ 66837 h 647861"/>
                <a:gd name="csX21" fmla="*/ 361950 w 648652"/>
                <a:gd name="csY21" fmla="*/ 0 h 647861"/>
                <a:gd name="csX22" fmla="*/ 285750 w 648652"/>
                <a:gd name="csY22" fmla="*/ 0 h 647861"/>
                <a:gd name="csX23" fmla="*/ 252413 w 648652"/>
                <a:gd name="csY23" fmla="*/ 66675 h 647861"/>
                <a:gd name="csX24" fmla="*/ 193358 w 648652"/>
                <a:gd name="csY24" fmla="*/ 91440 h 647861"/>
                <a:gd name="csX25" fmla="*/ 121920 w 648652"/>
                <a:gd name="csY25" fmla="*/ 67628 h 647861"/>
                <a:gd name="csX26" fmla="*/ 67628 w 648652"/>
                <a:gd name="csY26" fmla="*/ 121920 h 647861"/>
                <a:gd name="csX27" fmla="*/ 91440 w 648652"/>
                <a:gd name="csY27" fmla="*/ 193358 h 647861"/>
                <a:gd name="csX28" fmla="*/ 66675 w 648652"/>
                <a:gd name="csY28" fmla="*/ 253365 h 647861"/>
                <a:gd name="csX29" fmla="*/ 0 w 648652"/>
                <a:gd name="csY29" fmla="*/ 285750 h 647861"/>
                <a:gd name="csX30" fmla="*/ 0 w 648652"/>
                <a:gd name="csY30" fmla="*/ 361950 h 647861"/>
                <a:gd name="csX31" fmla="*/ 66675 w 648652"/>
                <a:gd name="csY31" fmla="*/ 395288 h 647861"/>
                <a:gd name="csX32" fmla="*/ 91440 w 648652"/>
                <a:gd name="csY32" fmla="*/ 454504 h 647861"/>
                <a:gd name="csX33" fmla="*/ 19050 w 648652"/>
                <a:gd name="csY33" fmla="*/ 297790 h 647861"/>
                <a:gd name="csX34" fmla="*/ 75000 w 648652"/>
                <a:gd name="csY34" fmla="*/ 270605 h 647861"/>
                <a:gd name="csX35" fmla="*/ 82782 w 648652"/>
                <a:gd name="csY35" fmla="*/ 266795 h 647861"/>
                <a:gd name="csX36" fmla="*/ 85058 w 648652"/>
                <a:gd name="csY36" fmla="*/ 258451 h 647861"/>
                <a:gd name="csX37" fmla="*/ 108137 w 648652"/>
                <a:gd name="csY37" fmla="*/ 202587 h 647861"/>
                <a:gd name="csX38" fmla="*/ 112147 w 648652"/>
                <a:gd name="csY38" fmla="*/ 195291 h 647861"/>
                <a:gd name="csX39" fmla="*/ 109518 w 648652"/>
                <a:gd name="csY39" fmla="*/ 187385 h 647861"/>
                <a:gd name="csX40" fmla="*/ 89421 w 648652"/>
                <a:gd name="csY40" fmla="*/ 127102 h 647861"/>
                <a:gd name="csX41" fmla="*/ 127073 w 648652"/>
                <a:gd name="csY41" fmla="*/ 89440 h 647861"/>
                <a:gd name="csX42" fmla="*/ 187338 w 648652"/>
                <a:gd name="csY42" fmla="*/ 109538 h 647861"/>
                <a:gd name="csX43" fmla="*/ 195482 w 648652"/>
                <a:gd name="csY43" fmla="*/ 112252 h 647861"/>
                <a:gd name="csX44" fmla="*/ 202911 w 648652"/>
                <a:gd name="csY44" fmla="*/ 107947 h 647861"/>
                <a:gd name="csX45" fmla="*/ 257432 w 648652"/>
                <a:gd name="csY45" fmla="*/ 85087 h 647861"/>
                <a:gd name="csX46" fmla="*/ 265652 w 648652"/>
                <a:gd name="csY46" fmla="*/ 82848 h 647861"/>
                <a:gd name="csX47" fmla="*/ 269462 w 648652"/>
                <a:gd name="csY47" fmla="*/ 75228 h 647861"/>
                <a:gd name="csX48" fmla="*/ 297542 w 648652"/>
                <a:gd name="csY48" fmla="*/ 19050 h 647861"/>
                <a:gd name="csX49" fmla="*/ 350044 w 648652"/>
                <a:gd name="csY49" fmla="*/ 19050 h 647861"/>
                <a:gd name="csX50" fmla="*/ 377190 w 648652"/>
                <a:gd name="csY50" fmla="*/ 75057 h 647861"/>
                <a:gd name="csX51" fmla="*/ 381000 w 648652"/>
                <a:gd name="csY51" fmla="*/ 82829 h 647861"/>
                <a:gd name="csX52" fmla="*/ 389344 w 648652"/>
                <a:gd name="csY52" fmla="*/ 85106 h 647861"/>
                <a:gd name="csX53" fmla="*/ 445189 w 648652"/>
                <a:gd name="csY53" fmla="*/ 108194 h 647861"/>
                <a:gd name="csX54" fmla="*/ 452495 w 648652"/>
                <a:gd name="csY54" fmla="*/ 112214 h 647861"/>
                <a:gd name="csX55" fmla="*/ 460400 w 648652"/>
                <a:gd name="csY55" fmla="*/ 109576 h 647861"/>
                <a:gd name="csX56" fmla="*/ 520665 w 648652"/>
                <a:gd name="csY56" fmla="*/ 89478 h 647861"/>
                <a:gd name="csX57" fmla="*/ 558317 w 648652"/>
                <a:gd name="csY57" fmla="*/ 127140 h 647861"/>
                <a:gd name="csX58" fmla="*/ 538220 w 648652"/>
                <a:gd name="csY58" fmla="*/ 187423 h 647861"/>
                <a:gd name="csX59" fmla="*/ 535505 w 648652"/>
                <a:gd name="csY59" fmla="*/ 195567 h 647861"/>
                <a:gd name="csX60" fmla="*/ 539810 w 648652"/>
                <a:gd name="csY60" fmla="*/ 202987 h 647861"/>
                <a:gd name="csX61" fmla="*/ 562670 w 648652"/>
                <a:gd name="csY61" fmla="*/ 257527 h 647861"/>
                <a:gd name="csX62" fmla="*/ 564966 w 648652"/>
                <a:gd name="csY62" fmla="*/ 265938 h 647861"/>
                <a:gd name="csX63" fmla="*/ 572824 w 648652"/>
                <a:gd name="csY63" fmla="*/ 269700 h 647861"/>
                <a:gd name="csX64" fmla="*/ 629603 w 648652"/>
                <a:gd name="csY64" fmla="*/ 296913 h 647861"/>
                <a:gd name="csX65" fmla="*/ 629603 w 648652"/>
                <a:gd name="csY65" fmla="*/ 349367 h 647861"/>
                <a:gd name="csX66" fmla="*/ 573453 w 648652"/>
                <a:gd name="csY66" fmla="*/ 377447 h 647861"/>
                <a:gd name="csX67" fmla="*/ 565833 w 648652"/>
                <a:gd name="csY67" fmla="*/ 381257 h 647861"/>
                <a:gd name="csX68" fmla="*/ 563594 w 648652"/>
                <a:gd name="csY68" fmla="*/ 389468 h 647861"/>
                <a:gd name="csX69" fmla="*/ 540515 w 648652"/>
                <a:gd name="csY69" fmla="*/ 445332 h 647861"/>
                <a:gd name="csX70" fmla="*/ 536505 w 648652"/>
                <a:gd name="csY70" fmla="*/ 452628 h 647861"/>
                <a:gd name="csX71" fmla="*/ 539134 w 648652"/>
                <a:gd name="csY71" fmla="*/ 460534 h 647861"/>
                <a:gd name="csX72" fmla="*/ 559232 w 648652"/>
                <a:gd name="csY72" fmla="*/ 520817 h 647861"/>
                <a:gd name="csX73" fmla="*/ 521580 w 648652"/>
                <a:gd name="csY73" fmla="*/ 558479 h 647861"/>
                <a:gd name="csX74" fmla="*/ 461315 w 648652"/>
                <a:gd name="csY74" fmla="*/ 538382 h 647861"/>
                <a:gd name="csX75" fmla="*/ 453171 w 648652"/>
                <a:gd name="csY75" fmla="*/ 535667 h 647861"/>
                <a:gd name="csX76" fmla="*/ 445741 w 648652"/>
                <a:gd name="csY76" fmla="*/ 539972 h 647861"/>
                <a:gd name="csX77" fmla="*/ 391211 w 648652"/>
                <a:gd name="csY77" fmla="*/ 562832 h 647861"/>
                <a:gd name="csX78" fmla="*/ 383000 w 648652"/>
                <a:gd name="csY78" fmla="*/ 565071 h 647861"/>
                <a:gd name="csX79" fmla="*/ 379190 w 648652"/>
                <a:gd name="csY79" fmla="*/ 572691 h 647861"/>
                <a:gd name="csX80" fmla="*/ 351111 w 648652"/>
                <a:gd name="csY80" fmla="*/ 628888 h 647861"/>
                <a:gd name="csX81" fmla="*/ 298494 w 648652"/>
                <a:gd name="csY81" fmla="*/ 628888 h 647861"/>
                <a:gd name="csX82" fmla="*/ 270424 w 648652"/>
                <a:gd name="csY82" fmla="*/ 572691 h 647861"/>
                <a:gd name="csX83" fmla="*/ 266614 w 648652"/>
                <a:gd name="csY83" fmla="*/ 565071 h 647861"/>
                <a:gd name="csX84" fmla="*/ 258394 w 648652"/>
                <a:gd name="csY84" fmla="*/ 562832 h 647861"/>
                <a:gd name="csX85" fmla="*/ 202559 w 648652"/>
                <a:gd name="csY85" fmla="*/ 539744 h 647861"/>
                <a:gd name="csX86" fmla="*/ 195253 w 648652"/>
                <a:gd name="csY86" fmla="*/ 535724 h 647861"/>
                <a:gd name="csX87" fmla="*/ 187347 w 648652"/>
                <a:gd name="csY87" fmla="*/ 538363 h 647861"/>
                <a:gd name="csX88" fmla="*/ 127083 w 648652"/>
                <a:gd name="csY88" fmla="*/ 558460 h 647861"/>
                <a:gd name="csX89" fmla="*/ 89430 w 648652"/>
                <a:gd name="csY89" fmla="*/ 520798 h 647861"/>
                <a:gd name="csX90" fmla="*/ 109538 w 648652"/>
                <a:gd name="csY90" fmla="*/ 460534 h 647861"/>
                <a:gd name="csX91" fmla="*/ 112243 w 648652"/>
                <a:gd name="csY91" fmla="*/ 452390 h 647861"/>
                <a:gd name="csX92" fmla="*/ 107947 w 648652"/>
                <a:gd name="csY92" fmla="*/ 444960 h 647861"/>
                <a:gd name="csX93" fmla="*/ 85087 w 648652"/>
                <a:gd name="csY93" fmla="*/ 390420 h 647861"/>
                <a:gd name="csX94" fmla="*/ 82839 w 648652"/>
                <a:gd name="csY94" fmla="*/ 382210 h 647861"/>
                <a:gd name="csX95" fmla="*/ 75219 w 648652"/>
                <a:gd name="csY95" fmla="*/ 378400 h 647861"/>
                <a:gd name="csX96" fmla="*/ 19050 w 648652"/>
                <a:gd name="csY96" fmla="*/ 350320 h 647861"/>
                <a:gd name="csX97" fmla="*/ 19050 w 648652"/>
                <a:gd name="csY97" fmla="*/ 297790 h 6478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648652" h="647861" fill="none" extrusionOk="0">
                  <a:moveTo>
                    <a:pt x="91440" y="454504"/>
                  </a:moveTo>
                  <a:cubicBezTo>
                    <a:pt x="85123" y="481539"/>
                    <a:pt x="74471" y="503051"/>
                    <a:pt x="67628" y="525942"/>
                  </a:cubicBezTo>
                  <a:cubicBezTo>
                    <a:pt x="95346" y="540963"/>
                    <a:pt x="100158" y="566442"/>
                    <a:pt x="121920" y="580234"/>
                  </a:cubicBezTo>
                  <a:cubicBezTo>
                    <a:pt x="155136" y="568995"/>
                    <a:pt x="177064" y="569612"/>
                    <a:pt x="193358" y="556422"/>
                  </a:cubicBezTo>
                  <a:cubicBezTo>
                    <a:pt x="213514" y="562415"/>
                    <a:pt x="234709" y="576405"/>
                    <a:pt x="253365" y="581187"/>
                  </a:cubicBezTo>
                  <a:cubicBezTo>
                    <a:pt x="266160" y="596833"/>
                    <a:pt x="267449" y="621526"/>
                    <a:pt x="286703" y="647862"/>
                  </a:cubicBezTo>
                  <a:cubicBezTo>
                    <a:pt x="324641" y="641013"/>
                    <a:pt x="327668" y="654883"/>
                    <a:pt x="362903" y="647862"/>
                  </a:cubicBezTo>
                  <a:cubicBezTo>
                    <a:pt x="368775" y="622165"/>
                    <a:pt x="393302" y="600756"/>
                    <a:pt x="396240" y="581187"/>
                  </a:cubicBezTo>
                  <a:cubicBezTo>
                    <a:pt x="418292" y="573248"/>
                    <a:pt x="435859" y="565431"/>
                    <a:pt x="455295" y="556422"/>
                  </a:cubicBezTo>
                  <a:cubicBezTo>
                    <a:pt x="484449" y="565423"/>
                    <a:pt x="501225" y="576163"/>
                    <a:pt x="526733" y="580234"/>
                  </a:cubicBezTo>
                  <a:cubicBezTo>
                    <a:pt x="539930" y="564600"/>
                    <a:pt x="571365" y="544322"/>
                    <a:pt x="581025" y="525942"/>
                  </a:cubicBezTo>
                  <a:cubicBezTo>
                    <a:pt x="568739" y="498099"/>
                    <a:pt x="573731" y="482614"/>
                    <a:pt x="557213" y="454504"/>
                  </a:cubicBezTo>
                  <a:cubicBezTo>
                    <a:pt x="562794" y="437453"/>
                    <a:pt x="577873" y="416433"/>
                    <a:pt x="581978" y="394497"/>
                  </a:cubicBezTo>
                  <a:cubicBezTo>
                    <a:pt x="609958" y="371508"/>
                    <a:pt x="638715" y="375700"/>
                    <a:pt x="648653" y="361159"/>
                  </a:cubicBezTo>
                  <a:cubicBezTo>
                    <a:pt x="647518" y="338926"/>
                    <a:pt x="650953" y="314500"/>
                    <a:pt x="648653" y="284959"/>
                  </a:cubicBezTo>
                  <a:cubicBezTo>
                    <a:pt x="631191" y="281253"/>
                    <a:pt x="608425" y="257480"/>
                    <a:pt x="581025" y="252574"/>
                  </a:cubicBezTo>
                  <a:cubicBezTo>
                    <a:pt x="579375" y="233425"/>
                    <a:pt x="566208" y="212096"/>
                    <a:pt x="556260" y="193519"/>
                  </a:cubicBezTo>
                  <a:cubicBezTo>
                    <a:pt x="555517" y="170268"/>
                    <a:pt x="573276" y="151735"/>
                    <a:pt x="580073" y="122082"/>
                  </a:cubicBezTo>
                  <a:cubicBezTo>
                    <a:pt x="555295" y="106758"/>
                    <a:pt x="555446" y="84695"/>
                    <a:pt x="525780" y="67789"/>
                  </a:cubicBezTo>
                  <a:cubicBezTo>
                    <a:pt x="505636" y="81053"/>
                    <a:pt x="482752" y="77083"/>
                    <a:pt x="454343" y="91602"/>
                  </a:cubicBezTo>
                  <a:cubicBezTo>
                    <a:pt x="432150" y="78235"/>
                    <a:pt x="416314" y="69638"/>
                    <a:pt x="394335" y="66837"/>
                  </a:cubicBezTo>
                  <a:cubicBezTo>
                    <a:pt x="385469" y="48953"/>
                    <a:pt x="382266" y="25495"/>
                    <a:pt x="361950" y="0"/>
                  </a:cubicBezTo>
                  <a:cubicBezTo>
                    <a:pt x="323887" y="7724"/>
                    <a:pt x="305226" y="-5587"/>
                    <a:pt x="285750" y="0"/>
                  </a:cubicBezTo>
                  <a:cubicBezTo>
                    <a:pt x="281041" y="21349"/>
                    <a:pt x="257252" y="48163"/>
                    <a:pt x="252413" y="66675"/>
                  </a:cubicBezTo>
                  <a:cubicBezTo>
                    <a:pt x="226454" y="69072"/>
                    <a:pt x="214559" y="76600"/>
                    <a:pt x="193358" y="91440"/>
                  </a:cubicBezTo>
                  <a:cubicBezTo>
                    <a:pt x="175003" y="92017"/>
                    <a:pt x="154977" y="74665"/>
                    <a:pt x="121920" y="67628"/>
                  </a:cubicBezTo>
                  <a:cubicBezTo>
                    <a:pt x="105302" y="87101"/>
                    <a:pt x="87871" y="97421"/>
                    <a:pt x="67628" y="121920"/>
                  </a:cubicBezTo>
                  <a:cubicBezTo>
                    <a:pt x="87575" y="154882"/>
                    <a:pt x="74983" y="169065"/>
                    <a:pt x="91440" y="193358"/>
                  </a:cubicBezTo>
                  <a:cubicBezTo>
                    <a:pt x="75465" y="210089"/>
                    <a:pt x="74219" y="233557"/>
                    <a:pt x="66675" y="253365"/>
                  </a:cubicBezTo>
                  <a:cubicBezTo>
                    <a:pt x="46119" y="267123"/>
                    <a:pt x="27002" y="268762"/>
                    <a:pt x="0" y="285750"/>
                  </a:cubicBezTo>
                  <a:cubicBezTo>
                    <a:pt x="1292" y="316852"/>
                    <a:pt x="-2264" y="343022"/>
                    <a:pt x="0" y="361950"/>
                  </a:cubicBezTo>
                  <a:cubicBezTo>
                    <a:pt x="23882" y="365081"/>
                    <a:pt x="38259" y="390251"/>
                    <a:pt x="66675" y="395288"/>
                  </a:cubicBezTo>
                  <a:cubicBezTo>
                    <a:pt x="72889" y="417007"/>
                    <a:pt x="85244" y="436514"/>
                    <a:pt x="91440" y="454504"/>
                  </a:cubicBezTo>
                  <a:close/>
                  <a:moveTo>
                    <a:pt x="19050" y="297790"/>
                  </a:moveTo>
                  <a:cubicBezTo>
                    <a:pt x="34105" y="288327"/>
                    <a:pt x="59060" y="284692"/>
                    <a:pt x="75000" y="270605"/>
                  </a:cubicBezTo>
                  <a:cubicBezTo>
                    <a:pt x="76486" y="268998"/>
                    <a:pt x="79438" y="269329"/>
                    <a:pt x="82782" y="266795"/>
                  </a:cubicBezTo>
                  <a:cubicBezTo>
                    <a:pt x="83206" y="263704"/>
                    <a:pt x="84562" y="260504"/>
                    <a:pt x="85058" y="258451"/>
                  </a:cubicBezTo>
                  <a:cubicBezTo>
                    <a:pt x="93583" y="240323"/>
                    <a:pt x="96899" y="225746"/>
                    <a:pt x="108137" y="202587"/>
                  </a:cubicBezTo>
                  <a:cubicBezTo>
                    <a:pt x="109114" y="200562"/>
                    <a:pt x="111437" y="197678"/>
                    <a:pt x="112147" y="195291"/>
                  </a:cubicBezTo>
                  <a:cubicBezTo>
                    <a:pt x="111027" y="192317"/>
                    <a:pt x="110281" y="189358"/>
                    <a:pt x="109518" y="187385"/>
                  </a:cubicBezTo>
                  <a:cubicBezTo>
                    <a:pt x="97493" y="173811"/>
                    <a:pt x="96574" y="141922"/>
                    <a:pt x="89421" y="127102"/>
                  </a:cubicBezTo>
                  <a:cubicBezTo>
                    <a:pt x="99971" y="109799"/>
                    <a:pt x="116733" y="108395"/>
                    <a:pt x="127073" y="89440"/>
                  </a:cubicBezTo>
                  <a:cubicBezTo>
                    <a:pt x="150134" y="95833"/>
                    <a:pt x="156495" y="104288"/>
                    <a:pt x="187338" y="109538"/>
                  </a:cubicBezTo>
                  <a:cubicBezTo>
                    <a:pt x="190273" y="110442"/>
                    <a:pt x="192741" y="112298"/>
                    <a:pt x="195482" y="112252"/>
                  </a:cubicBezTo>
                  <a:cubicBezTo>
                    <a:pt x="197153" y="110953"/>
                    <a:pt x="200454" y="109403"/>
                    <a:pt x="202911" y="107947"/>
                  </a:cubicBezTo>
                  <a:cubicBezTo>
                    <a:pt x="220237" y="97525"/>
                    <a:pt x="238398" y="96077"/>
                    <a:pt x="257432" y="85087"/>
                  </a:cubicBezTo>
                  <a:cubicBezTo>
                    <a:pt x="259605" y="83875"/>
                    <a:pt x="263993" y="83307"/>
                    <a:pt x="265652" y="82848"/>
                  </a:cubicBezTo>
                  <a:cubicBezTo>
                    <a:pt x="266881" y="79579"/>
                    <a:pt x="268096" y="78372"/>
                    <a:pt x="269462" y="75228"/>
                  </a:cubicBezTo>
                  <a:cubicBezTo>
                    <a:pt x="275517" y="46501"/>
                    <a:pt x="292370" y="36388"/>
                    <a:pt x="297542" y="19050"/>
                  </a:cubicBezTo>
                  <a:cubicBezTo>
                    <a:pt x="314758" y="15919"/>
                    <a:pt x="337736" y="22141"/>
                    <a:pt x="350044" y="19050"/>
                  </a:cubicBezTo>
                  <a:cubicBezTo>
                    <a:pt x="358906" y="35196"/>
                    <a:pt x="359948" y="49815"/>
                    <a:pt x="377190" y="75057"/>
                  </a:cubicBezTo>
                  <a:cubicBezTo>
                    <a:pt x="379095" y="76957"/>
                    <a:pt x="378744" y="79751"/>
                    <a:pt x="381000" y="82829"/>
                  </a:cubicBezTo>
                  <a:cubicBezTo>
                    <a:pt x="384198" y="83460"/>
                    <a:pt x="387651" y="84727"/>
                    <a:pt x="389344" y="85106"/>
                  </a:cubicBezTo>
                  <a:cubicBezTo>
                    <a:pt x="410872" y="86037"/>
                    <a:pt x="431517" y="96330"/>
                    <a:pt x="445189" y="108194"/>
                  </a:cubicBezTo>
                  <a:cubicBezTo>
                    <a:pt x="448517" y="109248"/>
                    <a:pt x="449362" y="111578"/>
                    <a:pt x="452495" y="112214"/>
                  </a:cubicBezTo>
                  <a:cubicBezTo>
                    <a:pt x="454619" y="111415"/>
                    <a:pt x="458434" y="110720"/>
                    <a:pt x="460400" y="109576"/>
                  </a:cubicBezTo>
                  <a:cubicBezTo>
                    <a:pt x="473775" y="98469"/>
                    <a:pt x="506712" y="94462"/>
                    <a:pt x="520665" y="89478"/>
                  </a:cubicBezTo>
                  <a:cubicBezTo>
                    <a:pt x="538428" y="100292"/>
                    <a:pt x="550140" y="119914"/>
                    <a:pt x="558317" y="127140"/>
                  </a:cubicBezTo>
                  <a:cubicBezTo>
                    <a:pt x="552780" y="154354"/>
                    <a:pt x="542398" y="158692"/>
                    <a:pt x="538220" y="187423"/>
                  </a:cubicBezTo>
                  <a:cubicBezTo>
                    <a:pt x="538256" y="190173"/>
                    <a:pt x="535243" y="193424"/>
                    <a:pt x="535505" y="195567"/>
                  </a:cubicBezTo>
                  <a:cubicBezTo>
                    <a:pt x="537723" y="198911"/>
                    <a:pt x="537958" y="201049"/>
                    <a:pt x="539810" y="202987"/>
                  </a:cubicBezTo>
                  <a:cubicBezTo>
                    <a:pt x="554114" y="222114"/>
                    <a:pt x="559063" y="235653"/>
                    <a:pt x="562670" y="257527"/>
                  </a:cubicBezTo>
                  <a:cubicBezTo>
                    <a:pt x="564066" y="261537"/>
                    <a:pt x="563120" y="262950"/>
                    <a:pt x="564966" y="265938"/>
                  </a:cubicBezTo>
                  <a:cubicBezTo>
                    <a:pt x="567170" y="266440"/>
                    <a:pt x="569879" y="268600"/>
                    <a:pt x="572824" y="269700"/>
                  </a:cubicBezTo>
                  <a:cubicBezTo>
                    <a:pt x="586511" y="276025"/>
                    <a:pt x="604032" y="291823"/>
                    <a:pt x="629603" y="296913"/>
                  </a:cubicBezTo>
                  <a:cubicBezTo>
                    <a:pt x="635001" y="314236"/>
                    <a:pt x="623459" y="332378"/>
                    <a:pt x="629603" y="349367"/>
                  </a:cubicBezTo>
                  <a:cubicBezTo>
                    <a:pt x="607342" y="365740"/>
                    <a:pt x="590825" y="360946"/>
                    <a:pt x="573453" y="377447"/>
                  </a:cubicBezTo>
                  <a:cubicBezTo>
                    <a:pt x="571436" y="378478"/>
                    <a:pt x="568124" y="379614"/>
                    <a:pt x="565833" y="381257"/>
                  </a:cubicBezTo>
                  <a:cubicBezTo>
                    <a:pt x="565670" y="383309"/>
                    <a:pt x="564009" y="386431"/>
                    <a:pt x="563594" y="389468"/>
                  </a:cubicBezTo>
                  <a:cubicBezTo>
                    <a:pt x="552564" y="410174"/>
                    <a:pt x="553375" y="425738"/>
                    <a:pt x="540515" y="445332"/>
                  </a:cubicBezTo>
                  <a:cubicBezTo>
                    <a:pt x="539019" y="448456"/>
                    <a:pt x="538031" y="448931"/>
                    <a:pt x="536505" y="452628"/>
                  </a:cubicBezTo>
                  <a:cubicBezTo>
                    <a:pt x="537742" y="455140"/>
                    <a:pt x="537669" y="457563"/>
                    <a:pt x="539134" y="460534"/>
                  </a:cubicBezTo>
                  <a:cubicBezTo>
                    <a:pt x="549760" y="473966"/>
                    <a:pt x="551088" y="502219"/>
                    <a:pt x="559232" y="520817"/>
                  </a:cubicBezTo>
                  <a:cubicBezTo>
                    <a:pt x="548833" y="536270"/>
                    <a:pt x="534620" y="538798"/>
                    <a:pt x="521580" y="558479"/>
                  </a:cubicBezTo>
                  <a:cubicBezTo>
                    <a:pt x="501400" y="558567"/>
                    <a:pt x="484344" y="539627"/>
                    <a:pt x="461315" y="538382"/>
                  </a:cubicBezTo>
                  <a:cubicBezTo>
                    <a:pt x="459163" y="537762"/>
                    <a:pt x="455204" y="535704"/>
                    <a:pt x="453171" y="535667"/>
                  </a:cubicBezTo>
                  <a:cubicBezTo>
                    <a:pt x="450490" y="537592"/>
                    <a:pt x="447506" y="538012"/>
                    <a:pt x="445741" y="539972"/>
                  </a:cubicBezTo>
                  <a:cubicBezTo>
                    <a:pt x="430810" y="549471"/>
                    <a:pt x="408929" y="555268"/>
                    <a:pt x="391211" y="562832"/>
                  </a:cubicBezTo>
                  <a:cubicBezTo>
                    <a:pt x="388413" y="564154"/>
                    <a:pt x="386481" y="564091"/>
                    <a:pt x="383000" y="565071"/>
                  </a:cubicBezTo>
                  <a:cubicBezTo>
                    <a:pt x="382187" y="568782"/>
                    <a:pt x="379178" y="570452"/>
                    <a:pt x="379190" y="572691"/>
                  </a:cubicBezTo>
                  <a:cubicBezTo>
                    <a:pt x="375622" y="593808"/>
                    <a:pt x="354589" y="605535"/>
                    <a:pt x="351111" y="628888"/>
                  </a:cubicBezTo>
                  <a:cubicBezTo>
                    <a:pt x="339262" y="634218"/>
                    <a:pt x="318346" y="626531"/>
                    <a:pt x="298494" y="628888"/>
                  </a:cubicBezTo>
                  <a:cubicBezTo>
                    <a:pt x="284081" y="605186"/>
                    <a:pt x="283029" y="586970"/>
                    <a:pt x="270424" y="572691"/>
                  </a:cubicBezTo>
                  <a:cubicBezTo>
                    <a:pt x="269269" y="571108"/>
                    <a:pt x="268608" y="568473"/>
                    <a:pt x="266614" y="565071"/>
                  </a:cubicBezTo>
                  <a:cubicBezTo>
                    <a:pt x="263574" y="565058"/>
                    <a:pt x="261494" y="562899"/>
                    <a:pt x="258394" y="562832"/>
                  </a:cubicBezTo>
                  <a:cubicBezTo>
                    <a:pt x="238516" y="562647"/>
                    <a:pt x="217829" y="551064"/>
                    <a:pt x="202559" y="539744"/>
                  </a:cubicBezTo>
                  <a:cubicBezTo>
                    <a:pt x="199542" y="538524"/>
                    <a:pt x="199004" y="537467"/>
                    <a:pt x="195253" y="535724"/>
                  </a:cubicBezTo>
                  <a:cubicBezTo>
                    <a:pt x="193586" y="537032"/>
                    <a:pt x="189899" y="536644"/>
                    <a:pt x="187347" y="538363"/>
                  </a:cubicBezTo>
                  <a:cubicBezTo>
                    <a:pt x="169015" y="545479"/>
                    <a:pt x="144217" y="552682"/>
                    <a:pt x="127083" y="558460"/>
                  </a:cubicBezTo>
                  <a:cubicBezTo>
                    <a:pt x="113159" y="544862"/>
                    <a:pt x="107850" y="538755"/>
                    <a:pt x="89430" y="520798"/>
                  </a:cubicBezTo>
                  <a:cubicBezTo>
                    <a:pt x="91491" y="493852"/>
                    <a:pt x="101793" y="486232"/>
                    <a:pt x="109538" y="460534"/>
                  </a:cubicBezTo>
                  <a:cubicBezTo>
                    <a:pt x="110067" y="457868"/>
                    <a:pt x="112377" y="454303"/>
                    <a:pt x="112243" y="452390"/>
                  </a:cubicBezTo>
                  <a:cubicBezTo>
                    <a:pt x="110083" y="450191"/>
                    <a:pt x="109526" y="446225"/>
                    <a:pt x="107947" y="444960"/>
                  </a:cubicBezTo>
                  <a:cubicBezTo>
                    <a:pt x="98691" y="423216"/>
                    <a:pt x="86897" y="405234"/>
                    <a:pt x="85087" y="390420"/>
                  </a:cubicBezTo>
                  <a:cubicBezTo>
                    <a:pt x="83477" y="386773"/>
                    <a:pt x="84570" y="385639"/>
                    <a:pt x="82839" y="382210"/>
                  </a:cubicBezTo>
                  <a:cubicBezTo>
                    <a:pt x="78726" y="381173"/>
                    <a:pt x="77989" y="379021"/>
                    <a:pt x="75219" y="378400"/>
                  </a:cubicBezTo>
                  <a:cubicBezTo>
                    <a:pt x="60159" y="378945"/>
                    <a:pt x="38932" y="352833"/>
                    <a:pt x="19050" y="350320"/>
                  </a:cubicBezTo>
                  <a:cubicBezTo>
                    <a:pt x="13274" y="327480"/>
                    <a:pt x="21475" y="311403"/>
                    <a:pt x="19050" y="297790"/>
                  </a:cubicBezTo>
                  <a:close/>
                </a:path>
                <a:path w="648652" h="647861" stroke="0" extrusionOk="0">
                  <a:moveTo>
                    <a:pt x="91440" y="454504"/>
                  </a:moveTo>
                  <a:cubicBezTo>
                    <a:pt x="85090" y="482702"/>
                    <a:pt x="67975" y="505553"/>
                    <a:pt x="67628" y="525942"/>
                  </a:cubicBezTo>
                  <a:cubicBezTo>
                    <a:pt x="93038" y="543455"/>
                    <a:pt x="93400" y="557852"/>
                    <a:pt x="121920" y="580234"/>
                  </a:cubicBezTo>
                  <a:cubicBezTo>
                    <a:pt x="149469" y="565931"/>
                    <a:pt x="163436" y="573138"/>
                    <a:pt x="193358" y="556422"/>
                  </a:cubicBezTo>
                  <a:cubicBezTo>
                    <a:pt x="211143" y="563267"/>
                    <a:pt x="232632" y="574673"/>
                    <a:pt x="253365" y="581187"/>
                  </a:cubicBezTo>
                  <a:cubicBezTo>
                    <a:pt x="262623" y="598845"/>
                    <a:pt x="277758" y="632950"/>
                    <a:pt x="286703" y="647862"/>
                  </a:cubicBezTo>
                  <a:cubicBezTo>
                    <a:pt x="316744" y="643229"/>
                    <a:pt x="334103" y="649459"/>
                    <a:pt x="362903" y="647862"/>
                  </a:cubicBezTo>
                  <a:cubicBezTo>
                    <a:pt x="372129" y="612610"/>
                    <a:pt x="387129" y="603842"/>
                    <a:pt x="396240" y="581187"/>
                  </a:cubicBezTo>
                  <a:cubicBezTo>
                    <a:pt x="417883" y="576303"/>
                    <a:pt x="437095" y="567685"/>
                    <a:pt x="455295" y="556422"/>
                  </a:cubicBezTo>
                  <a:cubicBezTo>
                    <a:pt x="482061" y="563426"/>
                    <a:pt x="504179" y="574147"/>
                    <a:pt x="526733" y="580234"/>
                  </a:cubicBezTo>
                  <a:cubicBezTo>
                    <a:pt x="536192" y="562632"/>
                    <a:pt x="563999" y="550721"/>
                    <a:pt x="581025" y="525942"/>
                  </a:cubicBezTo>
                  <a:cubicBezTo>
                    <a:pt x="569515" y="501599"/>
                    <a:pt x="567650" y="474406"/>
                    <a:pt x="557213" y="454504"/>
                  </a:cubicBezTo>
                  <a:cubicBezTo>
                    <a:pt x="566657" y="433830"/>
                    <a:pt x="574524" y="421422"/>
                    <a:pt x="581978" y="394497"/>
                  </a:cubicBezTo>
                  <a:cubicBezTo>
                    <a:pt x="597798" y="385486"/>
                    <a:pt x="622690" y="375106"/>
                    <a:pt x="648653" y="361159"/>
                  </a:cubicBezTo>
                  <a:cubicBezTo>
                    <a:pt x="642462" y="324024"/>
                    <a:pt x="656578" y="309097"/>
                    <a:pt x="648653" y="284959"/>
                  </a:cubicBezTo>
                  <a:cubicBezTo>
                    <a:pt x="623226" y="280045"/>
                    <a:pt x="611682" y="265564"/>
                    <a:pt x="581025" y="252574"/>
                  </a:cubicBezTo>
                  <a:cubicBezTo>
                    <a:pt x="575581" y="232388"/>
                    <a:pt x="563455" y="213937"/>
                    <a:pt x="556260" y="193519"/>
                  </a:cubicBezTo>
                  <a:cubicBezTo>
                    <a:pt x="557742" y="175673"/>
                    <a:pt x="580429" y="143877"/>
                    <a:pt x="580073" y="122082"/>
                  </a:cubicBezTo>
                  <a:cubicBezTo>
                    <a:pt x="556945" y="104461"/>
                    <a:pt x="555734" y="85210"/>
                    <a:pt x="525780" y="67789"/>
                  </a:cubicBezTo>
                  <a:cubicBezTo>
                    <a:pt x="504138" y="75570"/>
                    <a:pt x="471408" y="81544"/>
                    <a:pt x="454343" y="91602"/>
                  </a:cubicBezTo>
                  <a:cubicBezTo>
                    <a:pt x="440185" y="79592"/>
                    <a:pt x="419141" y="71834"/>
                    <a:pt x="394335" y="66837"/>
                  </a:cubicBezTo>
                  <a:cubicBezTo>
                    <a:pt x="378078" y="41373"/>
                    <a:pt x="375152" y="11309"/>
                    <a:pt x="361950" y="0"/>
                  </a:cubicBezTo>
                  <a:cubicBezTo>
                    <a:pt x="341092" y="2036"/>
                    <a:pt x="309021" y="-925"/>
                    <a:pt x="285750" y="0"/>
                  </a:cubicBezTo>
                  <a:cubicBezTo>
                    <a:pt x="281868" y="24828"/>
                    <a:pt x="260867" y="45657"/>
                    <a:pt x="252413" y="66675"/>
                  </a:cubicBezTo>
                  <a:cubicBezTo>
                    <a:pt x="232842" y="75329"/>
                    <a:pt x="216581" y="79751"/>
                    <a:pt x="193358" y="91440"/>
                  </a:cubicBezTo>
                  <a:cubicBezTo>
                    <a:pt x="177167" y="90711"/>
                    <a:pt x="155445" y="78272"/>
                    <a:pt x="121920" y="67628"/>
                  </a:cubicBezTo>
                  <a:cubicBezTo>
                    <a:pt x="98993" y="94038"/>
                    <a:pt x="85598" y="97784"/>
                    <a:pt x="67628" y="121920"/>
                  </a:cubicBezTo>
                  <a:cubicBezTo>
                    <a:pt x="74255" y="138861"/>
                    <a:pt x="80855" y="175563"/>
                    <a:pt x="91440" y="193358"/>
                  </a:cubicBezTo>
                  <a:cubicBezTo>
                    <a:pt x="77455" y="212717"/>
                    <a:pt x="75585" y="235662"/>
                    <a:pt x="66675" y="253365"/>
                  </a:cubicBezTo>
                  <a:cubicBezTo>
                    <a:pt x="38077" y="274383"/>
                    <a:pt x="29443" y="269351"/>
                    <a:pt x="0" y="285750"/>
                  </a:cubicBezTo>
                  <a:cubicBezTo>
                    <a:pt x="5391" y="306147"/>
                    <a:pt x="-5868" y="333621"/>
                    <a:pt x="0" y="361950"/>
                  </a:cubicBezTo>
                  <a:cubicBezTo>
                    <a:pt x="24352" y="373951"/>
                    <a:pt x="48411" y="393670"/>
                    <a:pt x="66675" y="395288"/>
                  </a:cubicBezTo>
                  <a:cubicBezTo>
                    <a:pt x="74894" y="419139"/>
                    <a:pt x="82171" y="436170"/>
                    <a:pt x="91440" y="454504"/>
                  </a:cubicBezTo>
                  <a:close/>
                  <a:moveTo>
                    <a:pt x="19050" y="297790"/>
                  </a:moveTo>
                  <a:cubicBezTo>
                    <a:pt x="32411" y="286850"/>
                    <a:pt x="54895" y="286620"/>
                    <a:pt x="75000" y="270605"/>
                  </a:cubicBezTo>
                  <a:cubicBezTo>
                    <a:pt x="77753" y="269203"/>
                    <a:pt x="80798" y="267947"/>
                    <a:pt x="82782" y="266795"/>
                  </a:cubicBezTo>
                  <a:cubicBezTo>
                    <a:pt x="83496" y="262667"/>
                    <a:pt x="85153" y="261988"/>
                    <a:pt x="85058" y="258451"/>
                  </a:cubicBezTo>
                  <a:cubicBezTo>
                    <a:pt x="88706" y="235750"/>
                    <a:pt x="98483" y="218372"/>
                    <a:pt x="108137" y="202587"/>
                  </a:cubicBezTo>
                  <a:cubicBezTo>
                    <a:pt x="109306" y="199827"/>
                    <a:pt x="110448" y="198641"/>
                    <a:pt x="112147" y="195291"/>
                  </a:cubicBezTo>
                  <a:cubicBezTo>
                    <a:pt x="111320" y="192994"/>
                    <a:pt x="111120" y="189526"/>
                    <a:pt x="109518" y="187385"/>
                  </a:cubicBezTo>
                  <a:cubicBezTo>
                    <a:pt x="97458" y="174540"/>
                    <a:pt x="102336" y="145024"/>
                    <a:pt x="89421" y="127102"/>
                  </a:cubicBezTo>
                  <a:cubicBezTo>
                    <a:pt x="100185" y="112097"/>
                    <a:pt x="117632" y="103661"/>
                    <a:pt x="127073" y="89440"/>
                  </a:cubicBezTo>
                  <a:cubicBezTo>
                    <a:pt x="148521" y="91833"/>
                    <a:pt x="159186" y="104083"/>
                    <a:pt x="187338" y="109538"/>
                  </a:cubicBezTo>
                  <a:cubicBezTo>
                    <a:pt x="189536" y="109935"/>
                    <a:pt x="193045" y="112215"/>
                    <a:pt x="195482" y="112252"/>
                  </a:cubicBezTo>
                  <a:cubicBezTo>
                    <a:pt x="196905" y="111011"/>
                    <a:pt x="200207" y="109773"/>
                    <a:pt x="202911" y="107947"/>
                  </a:cubicBezTo>
                  <a:cubicBezTo>
                    <a:pt x="220766" y="100043"/>
                    <a:pt x="237511" y="90182"/>
                    <a:pt x="257432" y="85087"/>
                  </a:cubicBezTo>
                  <a:cubicBezTo>
                    <a:pt x="259780" y="84115"/>
                    <a:pt x="263468" y="83850"/>
                    <a:pt x="265652" y="82848"/>
                  </a:cubicBezTo>
                  <a:cubicBezTo>
                    <a:pt x="265880" y="80451"/>
                    <a:pt x="268546" y="79242"/>
                    <a:pt x="269462" y="75228"/>
                  </a:cubicBezTo>
                  <a:cubicBezTo>
                    <a:pt x="279276" y="51375"/>
                    <a:pt x="291572" y="40201"/>
                    <a:pt x="297542" y="19050"/>
                  </a:cubicBezTo>
                  <a:cubicBezTo>
                    <a:pt x="316605" y="17807"/>
                    <a:pt x="335731" y="24808"/>
                    <a:pt x="350044" y="19050"/>
                  </a:cubicBezTo>
                  <a:cubicBezTo>
                    <a:pt x="365228" y="39416"/>
                    <a:pt x="361111" y="53767"/>
                    <a:pt x="377190" y="75057"/>
                  </a:cubicBezTo>
                  <a:cubicBezTo>
                    <a:pt x="379163" y="77472"/>
                    <a:pt x="378793" y="80033"/>
                    <a:pt x="381000" y="82829"/>
                  </a:cubicBezTo>
                  <a:cubicBezTo>
                    <a:pt x="385351" y="83234"/>
                    <a:pt x="387335" y="84952"/>
                    <a:pt x="389344" y="85106"/>
                  </a:cubicBezTo>
                  <a:cubicBezTo>
                    <a:pt x="414580" y="91052"/>
                    <a:pt x="422675" y="99897"/>
                    <a:pt x="445189" y="108194"/>
                  </a:cubicBezTo>
                  <a:cubicBezTo>
                    <a:pt x="448064" y="109423"/>
                    <a:pt x="450240" y="111499"/>
                    <a:pt x="452495" y="112214"/>
                  </a:cubicBezTo>
                  <a:cubicBezTo>
                    <a:pt x="455738" y="110731"/>
                    <a:pt x="457143" y="111445"/>
                    <a:pt x="460400" y="109576"/>
                  </a:cubicBezTo>
                  <a:cubicBezTo>
                    <a:pt x="474187" y="103311"/>
                    <a:pt x="494191" y="103091"/>
                    <a:pt x="520665" y="89478"/>
                  </a:cubicBezTo>
                  <a:cubicBezTo>
                    <a:pt x="541246" y="101346"/>
                    <a:pt x="541426" y="114722"/>
                    <a:pt x="558317" y="127140"/>
                  </a:cubicBezTo>
                  <a:cubicBezTo>
                    <a:pt x="556561" y="148368"/>
                    <a:pt x="538440" y="169363"/>
                    <a:pt x="538220" y="187423"/>
                  </a:cubicBezTo>
                  <a:cubicBezTo>
                    <a:pt x="538279" y="190156"/>
                    <a:pt x="535535" y="193032"/>
                    <a:pt x="535505" y="195567"/>
                  </a:cubicBezTo>
                  <a:cubicBezTo>
                    <a:pt x="537417" y="196974"/>
                    <a:pt x="538042" y="201009"/>
                    <a:pt x="539810" y="202987"/>
                  </a:cubicBezTo>
                  <a:cubicBezTo>
                    <a:pt x="552919" y="222006"/>
                    <a:pt x="560627" y="237978"/>
                    <a:pt x="562670" y="257527"/>
                  </a:cubicBezTo>
                  <a:cubicBezTo>
                    <a:pt x="564082" y="259399"/>
                    <a:pt x="564394" y="264087"/>
                    <a:pt x="564966" y="265938"/>
                  </a:cubicBezTo>
                  <a:cubicBezTo>
                    <a:pt x="567313" y="266659"/>
                    <a:pt x="569718" y="268527"/>
                    <a:pt x="572824" y="269700"/>
                  </a:cubicBezTo>
                  <a:cubicBezTo>
                    <a:pt x="593230" y="273737"/>
                    <a:pt x="604375" y="292808"/>
                    <a:pt x="629603" y="296913"/>
                  </a:cubicBezTo>
                  <a:cubicBezTo>
                    <a:pt x="632714" y="308005"/>
                    <a:pt x="624766" y="328497"/>
                    <a:pt x="629603" y="349367"/>
                  </a:cubicBezTo>
                  <a:cubicBezTo>
                    <a:pt x="618397" y="358045"/>
                    <a:pt x="599869" y="360869"/>
                    <a:pt x="573453" y="377447"/>
                  </a:cubicBezTo>
                  <a:cubicBezTo>
                    <a:pt x="570442" y="379008"/>
                    <a:pt x="568383" y="379483"/>
                    <a:pt x="565833" y="381257"/>
                  </a:cubicBezTo>
                  <a:cubicBezTo>
                    <a:pt x="565470" y="385425"/>
                    <a:pt x="563955" y="387330"/>
                    <a:pt x="563594" y="389468"/>
                  </a:cubicBezTo>
                  <a:cubicBezTo>
                    <a:pt x="558685" y="409434"/>
                    <a:pt x="548355" y="423185"/>
                    <a:pt x="540515" y="445332"/>
                  </a:cubicBezTo>
                  <a:cubicBezTo>
                    <a:pt x="539776" y="448278"/>
                    <a:pt x="537193" y="450889"/>
                    <a:pt x="536505" y="452628"/>
                  </a:cubicBezTo>
                  <a:cubicBezTo>
                    <a:pt x="537711" y="455243"/>
                    <a:pt x="537420" y="457259"/>
                    <a:pt x="539134" y="460534"/>
                  </a:cubicBezTo>
                  <a:cubicBezTo>
                    <a:pt x="548858" y="474877"/>
                    <a:pt x="544896" y="495307"/>
                    <a:pt x="559232" y="520817"/>
                  </a:cubicBezTo>
                  <a:cubicBezTo>
                    <a:pt x="543682" y="542903"/>
                    <a:pt x="532355" y="543013"/>
                    <a:pt x="521580" y="558479"/>
                  </a:cubicBezTo>
                  <a:cubicBezTo>
                    <a:pt x="499956" y="555023"/>
                    <a:pt x="482549" y="541085"/>
                    <a:pt x="461315" y="538382"/>
                  </a:cubicBezTo>
                  <a:cubicBezTo>
                    <a:pt x="457562" y="537508"/>
                    <a:pt x="457044" y="535935"/>
                    <a:pt x="453171" y="535667"/>
                  </a:cubicBezTo>
                  <a:cubicBezTo>
                    <a:pt x="450986" y="537003"/>
                    <a:pt x="447566" y="538419"/>
                    <a:pt x="445741" y="539972"/>
                  </a:cubicBezTo>
                  <a:cubicBezTo>
                    <a:pt x="430463" y="550188"/>
                    <a:pt x="413965" y="559885"/>
                    <a:pt x="391211" y="562832"/>
                  </a:cubicBezTo>
                  <a:cubicBezTo>
                    <a:pt x="389651" y="564017"/>
                    <a:pt x="385486" y="563375"/>
                    <a:pt x="383000" y="565071"/>
                  </a:cubicBezTo>
                  <a:cubicBezTo>
                    <a:pt x="381858" y="567450"/>
                    <a:pt x="380393" y="569904"/>
                    <a:pt x="379190" y="572691"/>
                  </a:cubicBezTo>
                  <a:cubicBezTo>
                    <a:pt x="373469" y="586575"/>
                    <a:pt x="359327" y="611694"/>
                    <a:pt x="351111" y="628888"/>
                  </a:cubicBezTo>
                  <a:cubicBezTo>
                    <a:pt x="328917" y="629018"/>
                    <a:pt x="323177" y="628709"/>
                    <a:pt x="298494" y="628888"/>
                  </a:cubicBezTo>
                  <a:cubicBezTo>
                    <a:pt x="280007" y="605725"/>
                    <a:pt x="283945" y="593603"/>
                    <a:pt x="270424" y="572691"/>
                  </a:cubicBezTo>
                  <a:cubicBezTo>
                    <a:pt x="268804" y="570972"/>
                    <a:pt x="268482" y="568422"/>
                    <a:pt x="266614" y="565071"/>
                  </a:cubicBezTo>
                  <a:cubicBezTo>
                    <a:pt x="264163" y="565180"/>
                    <a:pt x="261995" y="563351"/>
                    <a:pt x="258394" y="562832"/>
                  </a:cubicBezTo>
                  <a:cubicBezTo>
                    <a:pt x="238736" y="558663"/>
                    <a:pt x="219328" y="549940"/>
                    <a:pt x="202559" y="539744"/>
                  </a:cubicBezTo>
                  <a:cubicBezTo>
                    <a:pt x="200244" y="539450"/>
                    <a:pt x="198177" y="536585"/>
                    <a:pt x="195253" y="535724"/>
                  </a:cubicBezTo>
                  <a:cubicBezTo>
                    <a:pt x="191638" y="537186"/>
                    <a:pt x="190737" y="536513"/>
                    <a:pt x="187347" y="538363"/>
                  </a:cubicBezTo>
                  <a:cubicBezTo>
                    <a:pt x="170829" y="546221"/>
                    <a:pt x="149835" y="550115"/>
                    <a:pt x="127083" y="558460"/>
                  </a:cubicBezTo>
                  <a:cubicBezTo>
                    <a:pt x="111430" y="546827"/>
                    <a:pt x="106513" y="531634"/>
                    <a:pt x="89430" y="520798"/>
                  </a:cubicBezTo>
                  <a:cubicBezTo>
                    <a:pt x="87722" y="503382"/>
                    <a:pt x="104480" y="481619"/>
                    <a:pt x="109538" y="460534"/>
                  </a:cubicBezTo>
                  <a:cubicBezTo>
                    <a:pt x="109950" y="456826"/>
                    <a:pt x="112500" y="454861"/>
                    <a:pt x="112243" y="452390"/>
                  </a:cubicBezTo>
                  <a:cubicBezTo>
                    <a:pt x="110017" y="450118"/>
                    <a:pt x="110428" y="448014"/>
                    <a:pt x="107947" y="444960"/>
                  </a:cubicBezTo>
                  <a:cubicBezTo>
                    <a:pt x="97133" y="427154"/>
                    <a:pt x="95347" y="408675"/>
                    <a:pt x="85087" y="390420"/>
                  </a:cubicBezTo>
                  <a:cubicBezTo>
                    <a:pt x="83391" y="387161"/>
                    <a:pt x="84164" y="385070"/>
                    <a:pt x="82839" y="382210"/>
                  </a:cubicBezTo>
                  <a:cubicBezTo>
                    <a:pt x="79357" y="381358"/>
                    <a:pt x="78460" y="379008"/>
                    <a:pt x="75219" y="378400"/>
                  </a:cubicBezTo>
                  <a:cubicBezTo>
                    <a:pt x="53988" y="375197"/>
                    <a:pt x="34542" y="357794"/>
                    <a:pt x="19050" y="350320"/>
                  </a:cubicBezTo>
                  <a:cubicBezTo>
                    <a:pt x="15716" y="337178"/>
                    <a:pt x="25159" y="318306"/>
                    <a:pt x="19050" y="297790"/>
                  </a:cubicBezTo>
                  <a:close/>
                </a:path>
              </a:pathLst>
            </a:custGeom>
            <a:grpFill/>
            <a:ln w="15875" cap="flat">
              <a:solidFill>
                <a:schemeClr val="tx1"/>
              </a:solidFill>
              <a:prstDash val="solid"/>
              <a:miter/>
              <a:extLst>
                <a:ext uri="{C807C97D-BFC1-408E-A445-0C87EB9F89A2}">
                  <ask:lineSketchStyleProps xmlns:ask="http://schemas.microsoft.com/office/drawing/2018/sketchyshapes" sd="1219033472">
                    <a:custGeom>
                      <a:avLst/>
                      <a:gdLst>
                        <a:gd name="connsiteX0" fmla="*/ 91440 w 648652"/>
                        <a:gd name="connsiteY0" fmla="*/ 454504 h 647861"/>
                        <a:gd name="connsiteX1" fmla="*/ 67628 w 648652"/>
                        <a:gd name="connsiteY1" fmla="*/ 525942 h 647861"/>
                        <a:gd name="connsiteX2" fmla="*/ 121920 w 648652"/>
                        <a:gd name="connsiteY2" fmla="*/ 580234 h 647861"/>
                        <a:gd name="connsiteX3" fmla="*/ 193358 w 648652"/>
                        <a:gd name="connsiteY3" fmla="*/ 556422 h 647861"/>
                        <a:gd name="connsiteX4" fmla="*/ 253365 w 648652"/>
                        <a:gd name="connsiteY4" fmla="*/ 581187 h 647861"/>
                        <a:gd name="connsiteX5" fmla="*/ 286703 w 648652"/>
                        <a:gd name="connsiteY5" fmla="*/ 647862 h 647861"/>
                        <a:gd name="connsiteX6" fmla="*/ 362903 w 648652"/>
                        <a:gd name="connsiteY6" fmla="*/ 647862 h 647861"/>
                        <a:gd name="connsiteX7" fmla="*/ 396240 w 648652"/>
                        <a:gd name="connsiteY7" fmla="*/ 581187 h 647861"/>
                        <a:gd name="connsiteX8" fmla="*/ 455295 w 648652"/>
                        <a:gd name="connsiteY8" fmla="*/ 556422 h 647861"/>
                        <a:gd name="connsiteX9" fmla="*/ 526733 w 648652"/>
                        <a:gd name="connsiteY9" fmla="*/ 580234 h 647861"/>
                        <a:gd name="connsiteX10" fmla="*/ 581025 w 648652"/>
                        <a:gd name="connsiteY10" fmla="*/ 525942 h 647861"/>
                        <a:gd name="connsiteX11" fmla="*/ 557213 w 648652"/>
                        <a:gd name="connsiteY11" fmla="*/ 454504 h 647861"/>
                        <a:gd name="connsiteX12" fmla="*/ 581978 w 648652"/>
                        <a:gd name="connsiteY12" fmla="*/ 394497 h 647861"/>
                        <a:gd name="connsiteX13" fmla="*/ 648653 w 648652"/>
                        <a:gd name="connsiteY13" fmla="*/ 361159 h 647861"/>
                        <a:gd name="connsiteX14" fmla="*/ 648653 w 648652"/>
                        <a:gd name="connsiteY14" fmla="*/ 284959 h 647861"/>
                        <a:gd name="connsiteX15" fmla="*/ 581025 w 648652"/>
                        <a:gd name="connsiteY15" fmla="*/ 252574 h 647861"/>
                        <a:gd name="connsiteX16" fmla="*/ 556260 w 648652"/>
                        <a:gd name="connsiteY16" fmla="*/ 193519 h 647861"/>
                        <a:gd name="connsiteX17" fmla="*/ 580073 w 648652"/>
                        <a:gd name="connsiteY17" fmla="*/ 122082 h 647861"/>
                        <a:gd name="connsiteX18" fmla="*/ 525780 w 648652"/>
                        <a:gd name="connsiteY18" fmla="*/ 67789 h 647861"/>
                        <a:gd name="connsiteX19" fmla="*/ 454343 w 648652"/>
                        <a:gd name="connsiteY19" fmla="*/ 91602 h 647861"/>
                        <a:gd name="connsiteX20" fmla="*/ 394335 w 648652"/>
                        <a:gd name="connsiteY20" fmla="*/ 66837 h 647861"/>
                        <a:gd name="connsiteX21" fmla="*/ 361950 w 648652"/>
                        <a:gd name="connsiteY21" fmla="*/ 0 h 647861"/>
                        <a:gd name="connsiteX22" fmla="*/ 285750 w 648652"/>
                        <a:gd name="connsiteY22" fmla="*/ 0 h 647861"/>
                        <a:gd name="connsiteX23" fmla="*/ 252413 w 648652"/>
                        <a:gd name="connsiteY23" fmla="*/ 66675 h 647861"/>
                        <a:gd name="connsiteX24" fmla="*/ 193358 w 648652"/>
                        <a:gd name="connsiteY24" fmla="*/ 91440 h 647861"/>
                        <a:gd name="connsiteX25" fmla="*/ 121920 w 648652"/>
                        <a:gd name="connsiteY25" fmla="*/ 67628 h 647861"/>
                        <a:gd name="connsiteX26" fmla="*/ 67628 w 648652"/>
                        <a:gd name="connsiteY26" fmla="*/ 121920 h 647861"/>
                        <a:gd name="connsiteX27" fmla="*/ 91440 w 648652"/>
                        <a:gd name="connsiteY27" fmla="*/ 193358 h 647861"/>
                        <a:gd name="connsiteX28" fmla="*/ 66675 w 648652"/>
                        <a:gd name="connsiteY28" fmla="*/ 253365 h 647861"/>
                        <a:gd name="connsiteX29" fmla="*/ 0 w 648652"/>
                        <a:gd name="connsiteY29" fmla="*/ 285750 h 647861"/>
                        <a:gd name="connsiteX30" fmla="*/ 0 w 648652"/>
                        <a:gd name="connsiteY30" fmla="*/ 361950 h 647861"/>
                        <a:gd name="connsiteX31" fmla="*/ 66675 w 648652"/>
                        <a:gd name="connsiteY31" fmla="*/ 395288 h 647861"/>
                        <a:gd name="connsiteX32" fmla="*/ 91440 w 648652"/>
                        <a:gd name="connsiteY32" fmla="*/ 454504 h 647861"/>
                        <a:gd name="connsiteX33" fmla="*/ 19050 w 648652"/>
                        <a:gd name="connsiteY33" fmla="*/ 297790 h 647861"/>
                        <a:gd name="connsiteX34" fmla="*/ 75000 w 648652"/>
                        <a:gd name="connsiteY34" fmla="*/ 270605 h 647861"/>
                        <a:gd name="connsiteX35" fmla="*/ 82782 w 648652"/>
                        <a:gd name="connsiteY35" fmla="*/ 266795 h 647861"/>
                        <a:gd name="connsiteX36" fmla="*/ 85058 w 648652"/>
                        <a:gd name="connsiteY36" fmla="*/ 258451 h 647861"/>
                        <a:gd name="connsiteX37" fmla="*/ 108137 w 648652"/>
                        <a:gd name="connsiteY37" fmla="*/ 202587 h 647861"/>
                        <a:gd name="connsiteX38" fmla="*/ 112147 w 648652"/>
                        <a:gd name="connsiteY38" fmla="*/ 195291 h 647861"/>
                        <a:gd name="connsiteX39" fmla="*/ 109518 w 648652"/>
                        <a:gd name="connsiteY39" fmla="*/ 187385 h 647861"/>
                        <a:gd name="connsiteX40" fmla="*/ 89421 w 648652"/>
                        <a:gd name="connsiteY40" fmla="*/ 127102 h 647861"/>
                        <a:gd name="connsiteX41" fmla="*/ 127073 w 648652"/>
                        <a:gd name="connsiteY41" fmla="*/ 89440 h 647861"/>
                        <a:gd name="connsiteX42" fmla="*/ 187338 w 648652"/>
                        <a:gd name="connsiteY42" fmla="*/ 109538 h 647861"/>
                        <a:gd name="connsiteX43" fmla="*/ 195482 w 648652"/>
                        <a:gd name="connsiteY43" fmla="*/ 112252 h 647861"/>
                        <a:gd name="connsiteX44" fmla="*/ 202911 w 648652"/>
                        <a:gd name="connsiteY44" fmla="*/ 107947 h 647861"/>
                        <a:gd name="connsiteX45" fmla="*/ 257432 w 648652"/>
                        <a:gd name="connsiteY45" fmla="*/ 85087 h 647861"/>
                        <a:gd name="connsiteX46" fmla="*/ 265652 w 648652"/>
                        <a:gd name="connsiteY46" fmla="*/ 82848 h 647861"/>
                        <a:gd name="connsiteX47" fmla="*/ 269462 w 648652"/>
                        <a:gd name="connsiteY47" fmla="*/ 75228 h 647861"/>
                        <a:gd name="connsiteX48" fmla="*/ 297542 w 648652"/>
                        <a:gd name="connsiteY48" fmla="*/ 19050 h 647861"/>
                        <a:gd name="connsiteX49" fmla="*/ 350044 w 648652"/>
                        <a:gd name="connsiteY49" fmla="*/ 19050 h 647861"/>
                        <a:gd name="connsiteX50" fmla="*/ 377190 w 648652"/>
                        <a:gd name="connsiteY50" fmla="*/ 75057 h 647861"/>
                        <a:gd name="connsiteX51" fmla="*/ 381000 w 648652"/>
                        <a:gd name="connsiteY51" fmla="*/ 82829 h 647861"/>
                        <a:gd name="connsiteX52" fmla="*/ 389344 w 648652"/>
                        <a:gd name="connsiteY52" fmla="*/ 85106 h 647861"/>
                        <a:gd name="connsiteX53" fmla="*/ 445189 w 648652"/>
                        <a:gd name="connsiteY53" fmla="*/ 108194 h 647861"/>
                        <a:gd name="connsiteX54" fmla="*/ 452495 w 648652"/>
                        <a:gd name="connsiteY54" fmla="*/ 112214 h 647861"/>
                        <a:gd name="connsiteX55" fmla="*/ 460400 w 648652"/>
                        <a:gd name="connsiteY55" fmla="*/ 109576 h 647861"/>
                        <a:gd name="connsiteX56" fmla="*/ 520665 w 648652"/>
                        <a:gd name="connsiteY56" fmla="*/ 89478 h 647861"/>
                        <a:gd name="connsiteX57" fmla="*/ 558317 w 648652"/>
                        <a:gd name="connsiteY57" fmla="*/ 127140 h 647861"/>
                        <a:gd name="connsiteX58" fmla="*/ 538220 w 648652"/>
                        <a:gd name="connsiteY58" fmla="*/ 187423 h 647861"/>
                        <a:gd name="connsiteX59" fmla="*/ 535505 w 648652"/>
                        <a:gd name="connsiteY59" fmla="*/ 195567 h 647861"/>
                        <a:gd name="connsiteX60" fmla="*/ 539810 w 648652"/>
                        <a:gd name="connsiteY60" fmla="*/ 202987 h 647861"/>
                        <a:gd name="connsiteX61" fmla="*/ 562670 w 648652"/>
                        <a:gd name="connsiteY61" fmla="*/ 257527 h 647861"/>
                        <a:gd name="connsiteX62" fmla="*/ 564966 w 648652"/>
                        <a:gd name="connsiteY62" fmla="*/ 265938 h 647861"/>
                        <a:gd name="connsiteX63" fmla="*/ 572824 w 648652"/>
                        <a:gd name="connsiteY63" fmla="*/ 269700 h 647861"/>
                        <a:gd name="connsiteX64" fmla="*/ 629603 w 648652"/>
                        <a:gd name="connsiteY64" fmla="*/ 296913 h 647861"/>
                        <a:gd name="connsiteX65" fmla="*/ 629603 w 648652"/>
                        <a:gd name="connsiteY65" fmla="*/ 349367 h 647861"/>
                        <a:gd name="connsiteX66" fmla="*/ 573453 w 648652"/>
                        <a:gd name="connsiteY66" fmla="*/ 377447 h 647861"/>
                        <a:gd name="connsiteX67" fmla="*/ 565833 w 648652"/>
                        <a:gd name="connsiteY67" fmla="*/ 381257 h 647861"/>
                        <a:gd name="connsiteX68" fmla="*/ 563594 w 648652"/>
                        <a:gd name="connsiteY68" fmla="*/ 389468 h 647861"/>
                        <a:gd name="connsiteX69" fmla="*/ 540515 w 648652"/>
                        <a:gd name="connsiteY69" fmla="*/ 445332 h 647861"/>
                        <a:gd name="connsiteX70" fmla="*/ 536505 w 648652"/>
                        <a:gd name="connsiteY70" fmla="*/ 452628 h 647861"/>
                        <a:gd name="connsiteX71" fmla="*/ 539134 w 648652"/>
                        <a:gd name="connsiteY71" fmla="*/ 460534 h 647861"/>
                        <a:gd name="connsiteX72" fmla="*/ 559232 w 648652"/>
                        <a:gd name="connsiteY72" fmla="*/ 520817 h 647861"/>
                        <a:gd name="connsiteX73" fmla="*/ 521580 w 648652"/>
                        <a:gd name="connsiteY73" fmla="*/ 558479 h 647861"/>
                        <a:gd name="connsiteX74" fmla="*/ 461315 w 648652"/>
                        <a:gd name="connsiteY74" fmla="*/ 538382 h 647861"/>
                        <a:gd name="connsiteX75" fmla="*/ 453171 w 648652"/>
                        <a:gd name="connsiteY75" fmla="*/ 535667 h 647861"/>
                        <a:gd name="connsiteX76" fmla="*/ 445741 w 648652"/>
                        <a:gd name="connsiteY76" fmla="*/ 539972 h 647861"/>
                        <a:gd name="connsiteX77" fmla="*/ 391211 w 648652"/>
                        <a:gd name="connsiteY77" fmla="*/ 562832 h 647861"/>
                        <a:gd name="connsiteX78" fmla="*/ 383000 w 648652"/>
                        <a:gd name="connsiteY78" fmla="*/ 565071 h 647861"/>
                        <a:gd name="connsiteX79" fmla="*/ 379190 w 648652"/>
                        <a:gd name="connsiteY79" fmla="*/ 572691 h 647861"/>
                        <a:gd name="connsiteX80" fmla="*/ 351111 w 648652"/>
                        <a:gd name="connsiteY80" fmla="*/ 628888 h 647861"/>
                        <a:gd name="connsiteX81" fmla="*/ 298494 w 648652"/>
                        <a:gd name="connsiteY81" fmla="*/ 628888 h 647861"/>
                        <a:gd name="connsiteX82" fmla="*/ 270424 w 648652"/>
                        <a:gd name="connsiteY82" fmla="*/ 572691 h 647861"/>
                        <a:gd name="connsiteX83" fmla="*/ 266614 w 648652"/>
                        <a:gd name="connsiteY83" fmla="*/ 565071 h 647861"/>
                        <a:gd name="connsiteX84" fmla="*/ 258394 w 648652"/>
                        <a:gd name="connsiteY84" fmla="*/ 562832 h 647861"/>
                        <a:gd name="connsiteX85" fmla="*/ 202559 w 648652"/>
                        <a:gd name="connsiteY85" fmla="*/ 539744 h 647861"/>
                        <a:gd name="connsiteX86" fmla="*/ 195253 w 648652"/>
                        <a:gd name="connsiteY86" fmla="*/ 535724 h 647861"/>
                        <a:gd name="connsiteX87" fmla="*/ 187347 w 648652"/>
                        <a:gd name="connsiteY87" fmla="*/ 538363 h 647861"/>
                        <a:gd name="connsiteX88" fmla="*/ 127083 w 648652"/>
                        <a:gd name="connsiteY88" fmla="*/ 558460 h 647861"/>
                        <a:gd name="connsiteX89" fmla="*/ 89430 w 648652"/>
                        <a:gd name="connsiteY89" fmla="*/ 520798 h 647861"/>
                        <a:gd name="connsiteX90" fmla="*/ 109538 w 648652"/>
                        <a:gd name="connsiteY90" fmla="*/ 460534 h 647861"/>
                        <a:gd name="connsiteX91" fmla="*/ 112243 w 648652"/>
                        <a:gd name="connsiteY91" fmla="*/ 452390 h 647861"/>
                        <a:gd name="connsiteX92" fmla="*/ 107947 w 648652"/>
                        <a:gd name="connsiteY92" fmla="*/ 444960 h 647861"/>
                        <a:gd name="connsiteX93" fmla="*/ 85087 w 648652"/>
                        <a:gd name="connsiteY93" fmla="*/ 390420 h 647861"/>
                        <a:gd name="connsiteX94" fmla="*/ 82839 w 648652"/>
                        <a:gd name="connsiteY94" fmla="*/ 382210 h 647861"/>
                        <a:gd name="connsiteX95" fmla="*/ 75219 w 648652"/>
                        <a:gd name="connsiteY95" fmla="*/ 378400 h 647861"/>
                        <a:gd name="connsiteX96" fmla="*/ 19050 w 648652"/>
                        <a:gd name="connsiteY96" fmla="*/ 350320 h 647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648652" h="647861">
                          <a:moveTo>
                            <a:pt x="91440" y="454504"/>
                          </a:moveTo>
                          <a:lnTo>
                            <a:pt x="67628" y="525942"/>
                          </a:lnTo>
                          <a:lnTo>
                            <a:pt x="121920" y="580234"/>
                          </a:lnTo>
                          <a:lnTo>
                            <a:pt x="193358" y="556422"/>
                          </a:lnTo>
                          <a:cubicBezTo>
                            <a:pt x="212309" y="567022"/>
                            <a:pt x="232453" y="575336"/>
                            <a:pt x="253365" y="581187"/>
                          </a:cubicBezTo>
                          <a:lnTo>
                            <a:pt x="286703" y="647862"/>
                          </a:lnTo>
                          <a:lnTo>
                            <a:pt x="362903" y="647862"/>
                          </a:lnTo>
                          <a:lnTo>
                            <a:pt x="396240" y="581187"/>
                          </a:lnTo>
                          <a:cubicBezTo>
                            <a:pt x="416907" y="575505"/>
                            <a:pt x="436756" y="567181"/>
                            <a:pt x="455295" y="556422"/>
                          </a:cubicBezTo>
                          <a:lnTo>
                            <a:pt x="526733" y="580234"/>
                          </a:lnTo>
                          <a:lnTo>
                            <a:pt x="581025" y="525942"/>
                          </a:lnTo>
                          <a:lnTo>
                            <a:pt x="557213" y="454504"/>
                          </a:lnTo>
                          <a:cubicBezTo>
                            <a:pt x="567808" y="435551"/>
                            <a:pt x="576122" y="415407"/>
                            <a:pt x="581978" y="394497"/>
                          </a:cubicBezTo>
                          <a:lnTo>
                            <a:pt x="648653" y="361159"/>
                          </a:lnTo>
                          <a:lnTo>
                            <a:pt x="648653" y="284959"/>
                          </a:lnTo>
                          <a:lnTo>
                            <a:pt x="581025" y="252574"/>
                          </a:lnTo>
                          <a:cubicBezTo>
                            <a:pt x="575339" y="231908"/>
                            <a:pt x="567015" y="212060"/>
                            <a:pt x="556260" y="193519"/>
                          </a:cubicBezTo>
                          <a:lnTo>
                            <a:pt x="580073" y="122082"/>
                          </a:lnTo>
                          <a:lnTo>
                            <a:pt x="525780" y="67789"/>
                          </a:lnTo>
                          <a:lnTo>
                            <a:pt x="454343" y="91602"/>
                          </a:lnTo>
                          <a:cubicBezTo>
                            <a:pt x="435391" y="81002"/>
                            <a:pt x="415247" y="72688"/>
                            <a:pt x="394335" y="66837"/>
                          </a:cubicBezTo>
                          <a:lnTo>
                            <a:pt x="361950" y="0"/>
                          </a:lnTo>
                          <a:lnTo>
                            <a:pt x="285750" y="0"/>
                          </a:lnTo>
                          <a:lnTo>
                            <a:pt x="252413" y="66675"/>
                          </a:lnTo>
                          <a:cubicBezTo>
                            <a:pt x="231745" y="72357"/>
                            <a:pt x="211896" y="80681"/>
                            <a:pt x="193358" y="91440"/>
                          </a:cubicBezTo>
                          <a:lnTo>
                            <a:pt x="121920" y="67628"/>
                          </a:lnTo>
                          <a:lnTo>
                            <a:pt x="67628" y="121920"/>
                          </a:lnTo>
                          <a:lnTo>
                            <a:pt x="91440" y="193358"/>
                          </a:lnTo>
                          <a:cubicBezTo>
                            <a:pt x="80844" y="212311"/>
                            <a:pt x="72531" y="232455"/>
                            <a:pt x="66675" y="253365"/>
                          </a:cubicBezTo>
                          <a:lnTo>
                            <a:pt x="0" y="285750"/>
                          </a:lnTo>
                          <a:lnTo>
                            <a:pt x="0" y="361950"/>
                          </a:lnTo>
                          <a:lnTo>
                            <a:pt x="66675" y="395288"/>
                          </a:lnTo>
                          <a:cubicBezTo>
                            <a:pt x="72348" y="416009"/>
                            <a:pt x="80672" y="435913"/>
                            <a:pt x="91440" y="454504"/>
                          </a:cubicBezTo>
                          <a:close/>
                          <a:moveTo>
                            <a:pt x="19050" y="297790"/>
                          </a:moveTo>
                          <a:lnTo>
                            <a:pt x="75000" y="270605"/>
                          </a:lnTo>
                          <a:lnTo>
                            <a:pt x="82782" y="266795"/>
                          </a:lnTo>
                          <a:lnTo>
                            <a:pt x="85058" y="258451"/>
                          </a:lnTo>
                          <a:cubicBezTo>
                            <a:pt x="90527" y="238987"/>
                            <a:pt x="98273" y="220236"/>
                            <a:pt x="108137" y="202587"/>
                          </a:cubicBezTo>
                          <a:lnTo>
                            <a:pt x="112147" y="195291"/>
                          </a:lnTo>
                          <a:lnTo>
                            <a:pt x="109518" y="187385"/>
                          </a:lnTo>
                          <a:lnTo>
                            <a:pt x="89421" y="127102"/>
                          </a:lnTo>
                          <a:lnTo>
                            <a:pt x="127073" y="89440"/>
                          </a:lnTo>
                          <a:lnTo>
                            <a:pt x="187338" y="109538"/>
                          </a:lnTo>
                          <a:lnTo>
                            <a:pt x="195482" y="112252"/>
                          </a:lnTo>
                          <a:lnTo>
                            <a:pt x="202911" y="107947"/>
                          </a:lnTo>
                          <a:cubicBezTo>
                            <a:pt x="220026" y="98012"/>
                            <a:pt x="238351" y="90328"/>
                            <a:pt x="257432" y="85087"/>
                          </a:cubicBezTo>
                          <a:lnTo>
                            <a:pt x="265652" y="82848"/>
                          </a:lnTo>
                          <a:lnTo>
                            <a:pt x="269462" y="75228"/>
                          </a:lnTo>
                          <a:lnTo>
                            <a:pt x="297542" y="19050"/>
                          </a:lnTo>
                          <a:lnTo>
                            <a:pt x="350044" y="19050"/>
                          </a:lnTo>
                          <a:lnTo>
                            <a:pt x="377190" y="75057"/>
                          </a:lnTo>
                          <a:lnTo>
                            <a:pt x="381000" y="82829"/>
                          </a:lnTo>
                          <a:lnTo>
                            <a:pt x="389344" y="85106"/>
                          </a:lnTo>
                          <a:cubicBezTo>
                            <a:pt x="408801" y="90583"/>
                            <a:pt x="427545" y="98332"/>
                            <a:pt x="445189" y="108194"/>
                          </a:cubicBezTo>
                          <a:lnTo>
                            <a:pt x="452495" y="112214"/>
                          </a:lnTo>
                          <a:lnTo>
                            <a:pt x="460400" y="109576"/>
                          </a:lnTo>
                          <a:lnTo>
                            <a:pt x="520665" y="89478"/>
                          </a:lnTo>
                          <a:lnTo>
                            <a:pt x="558317" y="127140"/>
                          </a:lnTo>
                          <a:lnTo>
                            <a:pt x="538220" y="187423"/>
                          </a:lnTo>
                          <a:lnTo>
                            <a:pt x="535505" y="195567"/>
                          </a:lnTo>
                          <a:lnTo>
                            <a:pt x="539810" y="202987"/>
                          </a:lnTo>
                          <a:cubicBezTo>
                            <a:pt x="549750" y="220106"/>
                            <a:pt x="557434" y="238438"/>
                            <a:pt x="562670" y="257527"/>
                          </a:cubicBezTo>
                          <a:lnTo>
                            <a:pt x="564966" y="265938"/>
                          </a:lnTo>
                          <a:lnTo>
                            <a:pt x="572824" y="269700"/>
                          </a:lnTo>
                          <a:lnTo>
                            <a:pt x="629603" y="296913"/>
                          </a:lnTo>
                          <a:lnTo>
                            <a:pt x="629603" y="349367"/>
                          </a:lnTo>
                          <a:lnTo>
                            <a:pt x="573453" y="377447"/>
                          </a:lnTo>
                          <a:lnTo>
                            <a:pt x="565833" y="381257"/>
                          </a:lnTo>
                          <a:lnTo>
                            <a:pt x="563594" y="389468"/>
                          </a:lnTo>
                          <a:cubicBezTo>
                            <a:pt x="558124" y="408931"/>
                            <a:pt x="550377" y="427682"/>
                            <a:pt x="540515" y="445332"/>
                          </a:cubicBezTo>
                          <a:lnTo>
                            <a:pt x="536505" y="452628"/>
                          </a:lnTo>
                          <a:lnTo>
                            <a:pt x="539134" y="460534"/>
                          </a:lnTo>
                          <a:lnTo>
                            <a:pt x="559232" y="520817"/>
                          </a:lnTo>
                          <a:lnTo>
                            <a:pt x="521580" y="558479"/>
                          </a:lnTo>
                          <a:lnTo>
                            <a:pt x="461315" y="538382"/>
                          </a:lnTo>
                          <a:lnTo>
                            <a:pt x="453171" y="535667"/>
                          </a:lnTo>
                          <a:lnTo>
                            <a:pt x="445741" y="539972"/>
                          </a:lnTo>
                          <a:cubicBezTo>
                            <a:pt x="428625" y="549909"/>
                            <a:pt x="410296" y="557593"/>
                            <a:pt x="391211" y="562832"/>
                          </a:cubicBezTo>
                          <a:lnTo>
                            <a:pt x="383000" y="565071"/>
                          </a:lnTo>
                          <a:lnTo>
                            <a:pt x="379190" y="572691"/>
                          </a:lnTo>
                          <a:lnTo>
                            <a:pt x="351111" y="628888"/>
                          </a:lnTo>
                          <a:lnTo>
                            <a:pt x="298494" y="628888"/>
                          </a:lnTo>
                          <a:lnTo>
                            <a:pt x="270424" y="572691"/>
                          </a:lnTo>
                          <a:lnTo>
                            <a:pt x="266614" y="565071"/>
                          </a:lnTo>
                          <a:lnTo>
                            <a:pt x="258394" y="562832"/>
                          </a:lnTo>
                          <a:cubicBezTo>
                            <a:pt x="238940" y="557355"/>
                            <a:pt x="220199" y="549606"/>
                            <a:pt x="202559" y="539744"/>
                          </a:cubicBezTo>
                          <a:lnTo>
                            <a:pt x="195253" y="535724"/>
                          </a:lnTo>
                          <a:lnTo>
                            <a:pt x="187347" y="538363"/>
                          </a:lnTo>
                          <a:lnTo>
                            <a:pt x="127083" y="558460"/>
                          </a:lnTo>
                          <a:lnTo>
                            <a:pt x="89430" y="520798"/>
                          </a:lnTo>
                          <a:lnTo>
                            <a:pt x="109538" y="460534"/>
                          </a:lnTo>
                          <a:lnTo>
                            <a:pt x="112243" y="452390"/>
                          </a:lnTo>
                          <a:lnTo>
                            <a:pt x="107947" y="444960"/>
                          </a:lnTo>
                          <a:cubicBezTo>
                            <a:pt x="98005" y="427843"/>
                            <a:pt x="90321" y="409511"/>
                            <a:pt x="85087" y="390420"/>
                          </a:cubicBezTo>
                          <a:lnTo>
                            <a:pt x="82839" y="382210"/>
                          </a:lnTo>
                          <a:lnTo>
                            <a:pt x="75219" y="378400"/>
                          </a:lnTo>
                          <a:lnTo>
                            <a:pt x="19050" y="350320"/>
                          </a:lnTo>
                          <a:close/>
                        </a:path>
                      </a:pathLst>
                    </a:custGeom>
                    <ask:type>
                      <ask:lineSketchScribble/>
                    </ask:type>
                  </ask:lineSketchStyleProps>
                </a:ext>
              </a:extLst>
            </a:ln>
          </p:spPr>
          <p:txBody>
            <a:bodyPr rtlCol="0" anchor="ctr"/>
            <a:lstStyle/>
            <a:p>
              <a:endParaRPr lang="en-US"/>
            </a:p>
          </p:txBody>
        </p:sp>
        <p:sp>
          <p:nvSpPr>
            <p:cNvPr id="116" name="Freeform 6"/>
            <p:cNvSpPr/>
            <p:nvPr/>
          </p:nvSpPr>
          <p:spPr>
            <a:xfrm>
              <a:off x="5981700" y="3541772"/>
              <a:ext cx="228600" cy="228600"/>
            </a:xfrm>
            <a:custGeom>
              <a:avLst/>
              <a:gdLst>
                <a:gd name="csX0" fmla="*/ 114300 w 228600"/>
                <a:gd name="csY0" fmla="*/ 228600 h 228600"/>
                <a:gd name="csX1" fmla="*/ 228600 w 228600"/>
                <a:gd name="csY1" fmla="*/ 114300 h 228600"/>
                <a:gd name="csX2" fmla="*/ 114300 w 228600"/>
                <a:gd name="csY2" fmla="*/ 0 h 228600"/>
                <a:gd name="csX3" fmla="*/ 0 w 228600"/>
                <a:gd name="csY3" fmla="*/ 114300 h 228600"/>
                <a:gd name="csX4" fmla="*/ 114300 w 228600"/>
                <a:gd name="csY4" fmla="*/ 228600 h 228600"/>
                <a:gd name="csX5" fmla="*/ 114300 w 228600"/>
                <a:gd name="csY5" fmla="*/ 18983 h 228600"/>
                <a:gd name="csX6" fmla="*/ 209550 w 228600"/>
                <a:gd name="csY6" fmla="*/ 114233 h 228600"/>
                <a:gd name="csX7" fmla="*/ 114300 w 228600"/>
                <a:gd name="csY7" fmla="*/ 209483 h 228600"/>
                <a:gd name="csX8" fmla="*/ 19050 w 228600"/>
                <a:gd name="csY8" fmla="*/ 114233 h 228600"/>
                <a:gd name="csX9" fmla="*/ 114300 w 228600"/>
                <a:gd name="csY9" fmla="*/ 18983 h 2286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28600" h="228600" fill="none" extrusionOk="0">
                  <a:moveTo>
                    <a:pt x="114300" y="228600"/>
                  </a:moveTo>
                  <a:cubicBezTo>
                    <a:pt x="170893" y="220841"/>
                    <a:pt x="235057" y="181384"/>
                    <a:pt x="228600" y="114300"/>
                  </a:cubicBezTo>
                  <a:cubicBezTo>
                    <a:pt x="218957" y="37243"/>
                    <a:pt x="179867" y="-2763"/>
                    <a:pt x="114300" y="0"/>
                  </a:cubicBezTo>
                  <a:cubicBezTo>
                    <a:pt x="63467" y="-12986"/>
                    <a:pt x="-5842" y="52101"/>
                    <a:pt x="0" y="114300"/>
                  </a:cubicBezTo>
                  <a:cubicBezTo>
                    <a:pt x="-1628" y="165093"/>
                    <a:pt x="41090" y="226168"/>
                    <a:pt x="114300" y="228600"/>
                  </a:cubicBezTo>
                  <a:close/>
                  <a:moveTo>
                    <a:pt x="114300" y="18983"/>
                  </a:moveTo>
                  <a:cubicBezTo>
                    <a:pt x="171879" y="17869"/>
                    <a:pt x="197901" y="61152"/>
                    <a:pt x="209550" y="114233"/>
                  </a:cubicBezTo>
                  <a:cubicBezTo>
                    <a:pt x="213006" y="164213"/>
                    <a:pt x="163439" y="201387"/>
                    <a:pt x="114300" y="209483"/>
                  </a:cubicBezTo>
                  <a:cubicBezTo>
                    <a:pt x="67323" y="215063"/>
                    <a:pt x="14187" y="154428"/>
                    <a:pt x="19050" y="114233"/>
                  </a:cubicBezTo>
                  <a:cubicBezTo>
                    <a:pt x="20625" y="52287"/>
                    <a:pt x="68406" y="17407"/>
                    <a:pt x="114300" y="18983"/>
                  </a:cubicBezTo>
                  <a:close/>
                </a:path>
                <a:path w="228600" h="228600" stroke="0" extrusionOk="0">
                  <a:moveTo>
                    <a:pt x="114300" y="228600"/>
                  </a:moveTo>
                  <a:cubicBezTo>
                    <a:pt x="180231" y="233643"/>
                    <a:pt x="214635" y="186561"/>
                    <a:pt x="228600" y="114300"/>
                  </a:cubicBezTo>
                  <a:cubicBezTo>
                    <a:pt x="240377" y="46467"/>
                    <a:pt x="162206" y="-9770"/>
                    <a:pt x="114300" y="0"/>
                  </a:cubicBezTo>
                  <a:cubicBezTo>
                    <a:pt x="63405" y="3412"/>
                    <a:pt x="7453" y="51160"/>
                    <a:pt x="0" y="114300"/>
                  </a:cubicBezTo>
                  <a:cubicBezTo>
                    <a:pt x="-1864" y="188636"/>
                    <a:pt x="63972" y="231791"/>
                    <a:pt x="114300" y="228600"/>
                  </a:cubicBezTo>
                  <a:close/>
                  <a:moveTo>
                    <a:pt x="114300" y="18983"/>
                  </a:moveTo>
                  <a:cubicBezTo>
                    <a:pt x="160781" y="26766"/>
                    <a:pt x="201815" y="57297"/>
                    <a:pt x="209550" y="114233"/>
                  </a:cubicBezTo>
                  <a:cubicBezTo>
                    <a:pt x="208497" y="161978"/>
                    <a:pt x="169261" y="211352"/>
                    <a:pt x="114300" y="209483"/>
                  </a:cubicBezTo>
                  <a:cubicBezTo>
                    <a:pt x="64736" y="215473"/>
                    <a:pt x="24859" y="164221"/>
                    <a:pt x="19050" y="114233"/>
                  </a:cubicBezTo>
                  <a:cubicBezTo>
                    <a:pt x="17758" y="53752"/>
                    <a:pt x="69116" y="7050"/>
                    <a:pt x="114300" y="18983"/>
                  </a:cubicBezTo>
                  <a:close/>
                </a:path>
              </a:pathLst>
            </a:custGeom>
            <a:grpFill/>
            <a:ln w="15875" cap="flat">
              <a:solidFill>
                <a:schemeClr val="tx1"/>
              </a:solidFill>
              <a:prstDash val="solid"/>
              <a:miter/>
              <a:extLst>
                <a:ext uri="{C807C97D-BFC1-408E-A445-0C87EB9F89A2}">
                  <ask:lineSketchStyleProps xmlns:ask="http://schemas.microsoft.com/office/drawing/2018/sketchyshapes" sd="1470547362">
                    <a:custGeom>
                      <a:avLst/>
                      <a:gdLst>
                        <a:gd name="connsiteX0" fmla="*/ 114300 w 228600"/>
                        <a:gd name="connsiteY0" fmla="*/ 228600 h 228600"/>
                        <a:gd name="connsiteX1" fmla="*/ 228600 w 228600"/>
                        <a:gd name="connsiteY1" fmla="*/ 114300 h 228600"/>
                        <a:gd name="connsiteX2" fmla="*/ 114300 w 228600"/>
                        <a:gd name="connsiteY2" fmla="*/ 0 h 228600"/>
                        <a:gd name="connsiteX3" fmla="*/ 0 w 228600"/>
                        <a:gd name="connsiteY3" fmla="*/ 114300 h 228600"/>
                        <a:gd name="connsiteX4" fmla="*/ 114300 w 228600"/>
                        <a:gd name="connsiteY4" fmla="*/ 228600 h 228600"/>
                        <a:gd name="connsiteX5" fmla="*/ 114300 w 228600"/>
                        <a:gd name="connsiteY5" fmla="*/ 18983 h 228600"/>
                        <a:gd name="connsiteX6" fmla="*/ 209550 w 228600"/>
                        <a:gd name="connsiteY6" fmla="*/ 114233 h 228600"/>
                        <a:gd name="connsiteX7" fmla="*/ 114300 w 228600"/>
                        <a:gd name="connsiteY7" fmla="*/ 209483 h 228600"/>
                        <a:gd name="connsiteX8" fmla="*/ 19050 w 228600"/>
                        <a:gd name="connsiteY8" fmla="*/ 114233 h 228600"/>
                        <a:gd name="connsiteX9" fmla="*/ 114300 w 228600"/>
                        <a:gd name="connsiteY9" fmla="*/ 18983 h 228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0" h="228600">
                          <a:moveTo>
                            <a:pt x="114300" y="228600"/>
                          </a:moveTo>
                          <a:cubicBezTo>
                            <a:pt x="177426" y="228600"/>
                            <a:pt x="228600" y="177426"/>
                            <a:pt x="228600" y="114300"/>
                          </a:cubicBezTo>
                          <a:cubicBezTo>
                            <a:pt x="228600" y="51174"/>
                            <a:pt x="177426" y="0"/>
                            <a:pt x="114300" y="0"/>
                          </a:cubicBezTo>
                          <a:cubicBezTo>
                            <a:pt x="51174" y="0"/>
                            <a:pt x="0" y="51174"/>
                            <a:pt x="0" y="114300"/>
                          </a:cubicBezTo>
                          <a:cubicBezTo>
                            <a:pt x="199" y="177344"/>
                            <a:pt x="51256" y="228401"/>
                            <a:pt x="114300" y="228600"/>
                          </a:cubicBezTo>
                          <a:close/>
                          <a:moveTo>
                            <a:pt x="114300" y="18983"/>
                          </a:moveTo>
                          <a:cubicBezTo>
                            <a:pt x="166905" y="18983"/>
                            <a:pt x="209550" y="61629"/>
                            <a:pt x="209550" y="114233"/>
                          </a:cubicBezTo>
                          <a:cubicBezTo>
                            <a:pt x="209550" y="166838"/>
                            <a:pt x="166905" y="209483"/>
                            <a:pt x="114300" y="209483"/>
                          </a:cubicBezTo>
                          <a:cubicBezTo>
                            <a:pt x="61695" y="209483"/>
                            <a:pt x="19050" y="166838"/>
                            <a:pt x="19050" y="114233"/>
                          </a:cubicBezTo>
                          <a:cubicBezTo>
                            <a:pt x="19119" y="61656"/>
                            <a:pt x="61723" y="19052"/>
                            <a:pt x="114300" y="18983"/>
                          </a:cubicBezTo>
                          <a:close/>
                        </a:path>
                      </a:pathLst>
                    </a:custGeom>
                    <ask:type>
                      <ask:lineSketchScribble/>
                    </ask:type>
                  </ask:lineSketchStyleProps>
                </a:ext>
              </a:extLst>
            </a:ln>
          </p:spPr>
          <p:txBody>
            <a:bodyPr rtlCol="0" anchor="ctr"/>
            <a:lstStyle/>
            <a:p>
              <a:endParaRPr lang="en-US"/>
            </a:p>
          </p:txBody>
        </p:sp>
      </p:grpSp>
      <p:sp>
        <p:nvSpPr>
          <p:cNvPr id="117" name="App label"/>
          <p:cNvSpPr txBox="1"/>
          <p:nvPr/>
        </p:nvSpPr>
        <p:spPr>
          <a:xfrm>
            <a:off x="4878638" y="4912773"/>
            <a:ext cx="2367419" cy="411480"/>
          </a:xfrm>
          <a:prstGeom prst="rect">
            <a:avLst/>
          </a:prstGeom>
          <a:noFill/>
        </p:spPr>
        <p:txBody>
          <a:bodyPr wrap="square" lIns="0" tIns="0" rIns="0" bIns="0" anchor="t">
            <a:noAutofit/>
          </a:bodyPr>
          <a:lstStyle/>
          <a:p>
            <a:pPr algn="ctr">
              <a:lnSpc>
                <a:spcPct val="90000"/>
              </a:lnSpc>
            </a:pPr>
            <a:r>
              <a:rPr lang="en-US" sz="1800" dirty="0">
                <a:solidFill>
                  <a:srgbClr val="000000"/>
                </a:solidFill>
                <a:latin typeface="Ink Free" panose="03080402000500000000" pitchFamily="66" charset="0"/>
              </a:rPr>
              <a:t>App</a:t>
            </a:r>
          </a:p>
        </p:txBody>
      </p:sp>
      <p:sp>
        <p:nvSpPr>
          <p:cNvPr id="118" name="Can 15"/>
          <p:cNvSpPr/>
          <p:nvPr/>
        </p:nvSpPr>
        <p:spPr>
          <a:xfrm>
            <a:off x="9216016" y="4368578"/>
            <a:ext cx="835378" cy="1207911"/>
          </a:xfrm>
          <a:custGeom>
            <a:avLst/>
            <a:gdLst>
              <a:gd name="csX0" fmla="*/ 0 w 835378"/>
              <a:gd name="csY0" fmla="*/ 104422 h 1207911"/>
              <a:gd name="csX1" fmla="*/ 417689 w 835378"/>
              <a:gd name="csY1" fmla="*/ 208844 h 1207911"/>
              <a:gd name="csX2" fmla="*/ 835378 w 835378"/>
              <a:gd name="csY2" fmla="*/ 104422 h 1207911"/>
              <a:gd name="csX3" fmla="*/ 835378 w 835378"/>
              <a:gd name="csY3" fmla="*/ 623937 h 1207911"/>
              <a:gd name="csX4" fmla="*/ 835378 w 835378"/>
              <a:gd name="csY4" fmla="*/ 1103489 h 1207911"/>
              <a:gd name="csX5" fmla="*/ 417689 w 835378"/>
              <a:gd name="csY5" fmla="*/ 1207911 h 1207911"/>
              <a:gd name="csX6" fmla="*/ 0 w 835378"/>
              <a:gd name="csY6" fmla="*/ 1103489 h 1207911"/>
              <a:gd name="csX7" fmla="*/ 0 w 835378"/>
              <a:gd name="csY7" fmla="*/ 623937 h 1207911"/>
              <a:gd name="csX8" fmla="*/ 0 w 835378"/>
              <a:gd name="csY8" fmla="*/ 104422 h 1207911"/>
              <a:gd name="csX0" fmla="*/ 0 w 835378"/>
              <a:gd name="csY0" fmla="*/ 104422 h 1207911"/>
              <a:gd name="csX1" fmla="*/ 417689 w 835378"/>
              <a:gd name="csY1" fmla="*/ 0 h 1207911"/>
              <a:gd name="csX2" fmla="*/ 835378 w 835378"/>
              <a:gd name="csY2" fmla="*/ 104422 h 1207911"/>
              <a:gd name="csX3" fmla="*/ 417689 w 835378"/>
              <a:gd name="csY3" fmla="*/ 208844 h 1207911"/>
              <a:gd name="csX4" fmla="*/ 0 w 835378"/>
              <a:gd name="csY4" fmla="*/ 104422 h 1207911"/>
              <a:gd name="csX0" fmla="*/ 835378 w 835378"/>
              <a:gd name="csY0" fmla="*/ 104422 h 1207911"/>
              <a:gd name="csX1" fmla="*/ 417689 w 835378"/>
              <a:gd name="csY1" fmla="*/ 208844 h 1207911"/>
              <a:gd name="csX2" fmla="*/ 0 w 835378"/>
              <a:gd name="csY2" fmla="*/ 104422 h 1207911"/>
              <a:gd name="csX3" fmla="*/ 417689 w 835378"/>
              <a:gd name="csY3" fmla="*/ 0 h 1207911"/>
              <a:gd name="csX4" fmla="*/ 835378 w 835378"/>
              <a:gd name="csY4" fmla="*/ 104422 h 1207911"/>
              <a:gd name="csX5" fmla="*/ 835378 w 835378"/>
              <a:gd name="csY5" fmla="*/ 583974 h 1207911"/>
              <a:gd name="csX6" fmla="*/ 835378 w 835378"/>
              <a:gd name="csY6" fmla="*/ 1103489 h 1207911"/>
              <a:gd name="csX7" fmla="*/ 417689 w 835378"/>
              <a:gd name="csY7" fmla="*/ 1207911 h 1207911"/>
              <a:gd name="csX8" fmla="*/ 0 w 835378"/>
              <a:gd name="csY8" fmla="*/ 1103489 h 1207911"/>
              <a:gd name="csX9" fmla="*/ 0 w 835378"/>
              <a:gd name="csY9" fmla="*/ 633928 h 1207911"/>
              <a:gd name="csX10" fmla="*/ 0 w 835378"/>
              <a:gd name="csY10" fmla="*/ 104422 h 1207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835378" h="1207911" stroke="0" extrusionOk="0">
                <a:moveTo>
                  <a:pt x="0" y="104422"/>
                </a:moveTo>
                <a:cubicBezTo>
                  <a:pt x="-37485" y="138971"/>
                  <a:pt x="141783" y="225817"/>
                  <a:pt x="417689" y="208844"/>
                </a:cubicBezTo>
                <a:cubicBezTo>
                  <a:pt x="657958" y="210862"/>
                  <a:pt x="820001" y="162582"/>
                  <a:pt x="835378" y="104422"/>
                </a:cubicBezTo>
                <a:cubicBezTo>
                  <a:pt x="884701" y="266860"/>
                  <a:pt x="821689" y="366251"/>
                  <a:pt x="835378" y="623937"/>
                </a:cubicBezTo>
                <a:cubicBezTo>
                  <a:pt x="849067" y="881623"/>
                  <a:pt x="788526" y="995465"/>
                  <a:pt x="835378" y="1103489"/>
                </a:cubicBezTo>
                <a:cubicBezTo>
                  <a:pt x="874085" y="1165752"/>
                  <a:pt x="653769" y="1196804"/>
                  <a:pt x="417689" y="1207911"/>
                </a:cubicBezTo>
                <a:cubicBezTo>
                  <a:pt x="177270" y="1206420"/>
                  <a:pt x="-1950" y="1162996"/>
                  <a:pt x="0" y="1103489"/>
                </a:cubicBezTo>
                <a:cubicBezTo>
                  <a:pt x="-1219" y="990797"/>
                  <a:pt x="4157" y="834358"/>
                  <a:pt x="0" y="623937"/>
                </a:cubicBezTo>
                <a:cubicBezTo>
                  <a:pt x="-4157" y="413516"/>
                  <a:pt x="55495" y="319886"/>
                  <a:pt x="0" y="104422"/>
                </a:cubicBezTo>
                <a:close/>
              </a:path>
              <a:path w="835378" h="1207911" fill="lighten" stroke="0" extrusionOk="0">
                <a:moveTo>
                  <a:pt x="0" y="104422"/>
                </a:moveTo>
                <a:cubicBezTo>
                  <a:pt x="-44971" y="39477"/>
                  <a:pt x="217806" y="25189"/>
                  <a:pt x="417689" y="0"/>
                </a:cubicBezTo>
                <a:cubicBezTo>
                  <a:pt x="650988" y="3894"/>
                  <a:pt x="835711" y="50197"/>
                  <a:pt x="835378" y="104422"/>
                </a:cubicBezTo>
                <a:cubicBezTo>
                  <a:pt x="842236" y="172657"/>
                  <a:pt x="653664" y="215326"/>
                  <a:pt x="417689" y="208844"/>
                </a:cubicBezTo>
                <a:cubicBezTo>
                  <a:pt x="195913" y="201045"/>
                  <a:pt x="2536" y="150166"/>
                  <a:pt x="0" y="104422"/>
                </a:cubicBezTo>
                <a:close/>
              </a:path>
              <a:path w="835378" h="1207911" fill="none" extrusionOk="0">
                <a:moveTo>
                  <a:pt x="835378" y="104422"/>
                </a:moveTo>
                <a:cubicBezTo>
                  <a:pt x="819860" y="164641"/>
                  <a:pt x="634139" y="199023"/>
                  <a:pt x="417689" y="208844"/>
                </a:cubicBezTo>
                <a:cubicBezTo>
                  <a:pt x="170431" y="207667"/>
                  <a:pt x="-6770" y="148293"/>
                  <a:pt x="0" y="104422"/>
                </a:cubicBezTo>
                <a:cubicBezTo>
                  <a:pt x="3797" y="-4605"/>
                  <a:pt x="152041" y="20417"/>
                  <a:pt x="417689" y="0"/>
                </a:cubicBezTo>
                <a:cubicBezTo>
                  <a:pt x="644511" y="6904"/>
                  <a:pt x="842927" y="52361"/>
                  <a:pt x="835378" y="104422"/>
                </a:cubicBezTo>
                <a:cubicBezTo>
                  <a:pt x="837572" y="238264"/>
                  <a:pt x="823839" y="426921"/>
                  <a:pt x="835378" y="583974"/>
                </a:cubicBezTo>
                <a:cubicBezTo>
                  <a:pt x="846917" y="741027"/>
                  <a:pt x="830081" y="924943"/>
                  <a:pt x="835378" y="1103489"/>
                </a:cubicBezTo>
                <a:cubicBezTo>
                  <a:pt x="849627" y="1189374"/>
                  <a:pt x="604537" y="1231027"/>
                  <a:pt x="417689" y="1207911"/>
                </a:cubicBezTo>
                <a:cubicBezTo>
                  <a:pt x="188605" y="1198768"/>
                  <a:pt x="-13050" y="1160421"/>
                  <a:pt x="0" y="1103489"/>
                </a:cubicBezTo>
                <a:cubicBezTo>
                  <a:pt x="-24188" y="1007716"/>
                  <a:pt x="19811" y="754907"/>
                  <a:pt x="0" y="633928"/>
                </a:cubicBezTo>
                <a:cubicBezTo>
                  <a:pt x="-19811" y="512949"/>
                  <a:pt x="5603" y="298087"/>
                  <a:pt x="0" y="104422"/>
                </a:cubicBezTo>
              </a:path>
            </a:pathLst>
          </a:custGeom>
          <a:noFill/>
          <a:ln w="22225">
            <a:solidFill>
              <a:srgbClr val="1F3A5F"/>
            </a:solidFill>
            <a:extLst>
              <a:ext uri="{C807C97D-BFC1-408E-A445-0C87EB9F89A2}">
                <ask:lineSketchStyleProps xmlns:ask="http://schemas.microsoft.com/office/drawing/2018/sketchyshapes" sd="1219033472">
                  <a:prstGeom prst="can">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latin typeface="Ink Free" panose="03080402000500000000" pitchFamily="66" charset="0"/>
              </a:rPr>
              <a:t>Trail</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Vector</a:t>
            </a:r>
            <a:br>
              <a:rPr lang="en-US" sz="1400" dirty="0">
                <a:solidFill>
                  <a:schemeClr val="tx1"/>
                </a:solidFill>
                <a:latin typeface="Ink Free" panose="03080402000500000000" pitchFamily="66" charset="0"/>
              </a:rPr>
            </a:br>
            <a:r>
              <a:rPr lang="en-US" sz="1400" dirty="0">
                <a:solidFill>
                  <a:schemeClr val="tx1"/>
                </a:solidFill>
                <a:latin typeface="Ink Free" panose="03080402000500000000" pitchFamily="66" charset="0"/>
              </a:rPr>
              <a:t>List</a:t>
            </a:r>
          </a:p>
        </p:txBody>
      </p:sp>
      <p:sp>
        <p:nvSpPr>
          <p:cNvPr id="119" name="Under can"/>
          <p:cNvSpPr txBox="1"/>
          <p:nvPr/>
        </p:nvSpPr>
        <p:spPr>
          <a:xfrm>
            <a:off x="8444985" y="5667929"/>
            <a:ext cx="2377440" cy="274320"/>
          </a:xfrm>
          <a:prstGeom prst="rect">
            <a:avLst/>
          </a:prstGeom>
          <a:noFill/>
        </p:spPr>
        <p:txBody>
          <a:bodyPr wrap="square" lIns="0" tIns="0" rIns="0" bIns="0" anchor="t">
            <a:noAutofit/>
          </a:bodyPr>
          <a:lstStyle/>
          <a:p>
            <a:pPr algn="ctr">
              <a:lnSpc>
                <a:spcPct val="90000"/>
              </a:lnSpc>
            </a:pPr>
            <a:r>
              <a:rPr lang="en-US" sz="1100" dirty="0">
                <a:solidFill>
                  <a:srgbClr val="000000"/>
                </a:solidFill>
                <a:latin typeface="Consolas" panose="020B0609020204030204" pitchFamily="49" charset="0"/>
                <a:cs typeface="Consolas" panose="020B0609020204030204" pitchFamily="49" charset="0"/>
              </a:rPr>
              <a:t>{id, vector} ×30</a:t>
            </a:r>
          </a:p>
        </p:txBody>
      </p:sp>
      <p:cxnSp>
        <p:nvCxnSpPr>
          <p:cNvPr id="120" name="App-LowRight"/>
          <p:cNvCxnSpPr/>
          <p:nvPr/>
        </p:nvCxnSpPr>
        <p:spPr>
          <a:xfrm>
            <a:off x="7440610" y="4118267"/>
            <a:ext cx="1640760" cy="721354"/>
          </a:xfrm>
          <a:prstGeom prst="straightConnector1">
            <a:avLst/>
          </a:prstGeom>
          <a:ln w="28575">
            <a:solidFill>
              <a:srgbClr val="000000"/>
            </a:solidFill>
            <a:headEnd type="triangle"/>
            <a:tailEnd type="triangle"/>
          </a:ln>
        </p:spPr>
      </p:cxnSp>
      <p:sp>
        <p:nvSpPr>
          <p:cNvPr id="121" name="App line 0"/>
          <p:cNvSpPr txBox="1"/>
          <p:nvPr/>
        </p:nvSpPr>
        <p:spPr>
          <a:xfrm>
            <a:off x="4878638" y="3660922"/>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cosine(v0117, v) ×29</a:t>
            </a:r>
          </a:p>
        </p:txBody>
      </p:sp>
      <p:sp>
        <p:nvSpPr>
          <p:cNvPr id="122" name="App line 1"/>
          <p:cNvSpPr txBox="1"/>
          <p:nvPr/>
        </p:nvSpPr>
        <p:spPr>
          <a:xfrm>
            <a:off x="4878638" y="3962674"/>
            <a:ext cx="2367419" cy="301752"/>
          </a:xfrm>
          <a:prstGeom prst="rect">
            <a:avLst/>
          </a:prstGeom>
          <a:noFill/>
        </p:spPr>
        <p:txBody>
          <a:bodyPr wrap="square" lIns="0" tIns="0" rIns="0" bIns="0" anchor="t">
            <a:noAutofit/>
          </a:bodyPr>
          <a:lstStyle/>
          <a:p>
            <a:pPr algn="ctr">
              <a:lnSpc>
                <a:spcPct val="90000"/>
              </a:lnSpc>
            </a:pPr>
            <a:r>
              <a:rPr lang="en-US" sz="1300" dirty="0">
                <a:solidFill>
                  <a:srgbClr val="000000"/>
                </a:solidFill>
                <a:latin typeface="Consolas" panose="020B0609020204030204" pitchFamily="49" charset="0"/>
                <a:cs typeface="Consolas" panose="020B0609020204030204" pitchFamily="49" charset="0"/>
              </a:rPr>
              <a:t>drop trail-0117</a:t>
            </a:r>
          </a:p>
        </p:txBody>
      </p:sp>
      <p:sp>
        <p:nvSpPr>
          <p:cNvPr id="123" name="Left result"/>
          <p:cNvSpPr txBox="1"/>
          <p:nvPr/>
        </p:nvSpPr>
        <p:spPr>
          <a:xfrm>
            <a:off x="2651760" y="3793071"/>
            <a:ext cx="2148840" cy="685800"/>
          </a:xfrm>
          <a:prstGeom prst="rect">
            <a:avLst/>
          </a:prstGeom>
          <a:noFill/>
        </p:spPr>
        <p:txBody>
          <a:bodyPr wrap="square" lIns="0" tIns="0" rIns="0" bIns="0" anchor="t">
            <a:noAutofit/>
          </a:bodyPr>
          <a:lstStyle/>
          <a:p>
            <a:pPr algn="l">
              <a:lnSpc>
                <a:spcPct val="90000"/>
              </a:lnSpc>
            </a:pPr>
            <a:r>
              <a:rPr lang="en-US" sz="1100" dirty="0">
                <a:solidFill>
                  <a:srgbClr val="000000"/>
                </a:solidFill>
                <a:latin typeface="Consolas" panose="020B0609020204030204" pitchFamily="49" charset="0"/>
                <a:cs typeface="Consolas" panose="020B0609020204030204" pitchFamily="49" charset="0"/>
              </a:rPr>
              <a:t>0.78 Gunsight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0.78 Black Lake</a:t>
            </a:r>
          </a:p>
          <a:p>
            <a:pPr algn="l">
              <a:lnSpc>
                <a:spcPct val="90000"/>
              </a:lnSpc>
            </a:pPr>
            <a:r>
              <a:rPr lang="en-US" sz="1100" dirty="0">
                <a:solidFill>
                  <a:srgbClr val="000000"/>
                </a:solidFill>
                <a:latin typeface="Consolas" panose="020B0609020204030204" pitchFamily="49" charset="0"/>
                <a:cs typeface="Consolas" panose="020B0609020204030204" pitchFamily="49" charset="0"/>
              </a:rPr>
              <a:t>0.77 Piegan Pass</a:t>
            </a:r>
          </a:p>
        </p:txBody>
      </p:sp>
      <p:sp>
        <p:nvSpPr>
          <p:cNvPr id="124" name="No model"/>
          <p:cNvSpPr txBox="1"/>
          <p:nvPr/>
        </p:nvSpPr>
        <p:spPr>
          <a:xfrm>
            <a:off x="4878638" y="4301002"/>
            <a:ext cx="2367419" cy="320040"/>
          </a:xfrm>
          <a:prstGeom prst="rect">
            <a:avLst/>
          </a:prstGeom>
          <a:noFill/>
        </p:spPr>
        <p:txBody>
          <a:bodyPr wrap="square" lIns="0" tIns="0" rIns="0" bIns="0" anchor="t">
            <a:noAutofit/>
          </a:bodyPr>
          <a:lstStyle/>
          <a:p>
            <a:pPr algn="ctr">
              <a:lnSpc>
                <a:spcPct val="90000"/>
              </a:lnSpc>
            </a:pPr>
            <a:r>
              <a:rPr lang="en-US" sz="1600" dirty="0">
                <a:solidFill>
                  <a:srgbClr val="0072C6"/>
                </a:solidFill>
                <a:latin typeface="Ink Free" panose="03080402000500000000" pitchFamily="66" charset="0"/>
              </a:rPr>
              <a:t>no model call</a:t>
            </a:r>
          </a:p>
        </p:txBody>
      </p:sp>
    </p:spTree>
  </p:cSld>
  <p:clrMapOvr>
    <a:masterClrMapping/>
  </p:clrMapOvr>
</p:sld>
</file>

<file path=ppt/theme/theme1.xml><?xml version="1.0" encoding="utf-8"?>
<a:theme xmlns:a="http://schemas.openxmlformats.org/drawingml/2006/main" name="Metropolitan">
  <a:themeElements>
    <a:clrScheme name="Custom 1">
      <a:dk1>
        <a:sysClr val="windowText" lastClr="000000"/>
      </a:dk1>
      <a:lt1>
        <a:sysClr val="window" lastClr="FFFFFF"/>
      </a:lt1>
      <a:dk2>
        <a:srgbClr val="162F33"/>
      </a:dk2>
      <a:lt2>
        <a:srgbClr val="EAF0E0"/>
      </a:lt2>
      <a:accent1>
        <a:srgbClr val="0072C6"/>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9FC66F1-1152-1545-A5C1-ABAAA7F2FAF2}">
  <we:reference id="wa200010725" version="1.0.0.1" store="en-US" storeType="OMEX"/>
  <we:alternateReferences>
    <we:reference id="WA200010725" version="1.0.0.1" store="WA200010725" storeType="OMEX"/>
  </we:alternateReferences>
  <we:properties>
    <we:property name="claude.fileId" value="&quot;c9fbb05a-0234-489e-a7de-af156d8ab24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98644</TotalTime>
  <Words>3094</Words>
  <Application>Microsoft Macintosh PowerPoint</Application>
  <PresentationFormat>Widescreen</PresentationFormat>
  <Paragraphs>271</Paragraphs>
  <Slides>37</Slides>
  <Notes>34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37</vt:i4>
      </vt:variant>
    </vt:vector>
  </HeadingPairs>
  <TitlesOfParts>
    <vt:vector size="43" baseType="lpstr">
      <vt:lpstr>Consolas</vt:lpstr>
      <vt:lpstr>Calibri</vt:lpstr>
      <vt:lpstr>Segoe UI</vt:lpstr>
      <vt:lpstr>Arial</vt:lpstr>
      <vt:lpstr>Calibri Light</vt:lpstr>
      <vt:lpstr>Metropolitan</vt:lpstr>
      <vt:lpstr>Building Pragmatic AI</vt:lpstr>
      <vt:lpstr>This Module</vt:lpstr>
      <vt:lpstr>This Module</vt:lpstr>
      <vt:lpstr>This Module</vt:lpstr>
      <vt:lpstr>F04 · Semantic Search</vt:lpstr>
      <vt:lpstr>PowerPoint Presentation</vt:lpstr>
      <vt:lpstr>F04 · How It Works</vt:lpstr>
      <vt:lpstr>F04 · How It Works</vt:lpstr>
      <vt:lpstr>F04 · How It Works</vt:lpstr>
      <vt:lpstr>F04 · How It Works</vt:lpstr>
      <vt:lpstr>F04 · How It Works</vt:lpstr>
      <vt:lpstr>PowerPoint Presentation</vt:lpstr>
      <vt:lpstr>F04 · Semantic Search · Demo: What to Watch</vt:lpstr>
      <vt:lpstr>F04 · Semantic Search · Leadership Card</vt:lpstr>
      <vt:lpstr>F04 · Semantic Search · Leadership Card</vt:lpstr>
      <vt:lpstr>F04 · Semantic Search · Leadership Card</vt:lpstr>
      <vt:lpstr>F05 · RAG</vt:lpstr>
      <vt:lpstr>PowerPoint Presentation</vt:lpstr>
      <vt:lpstr>F05 · How It Works</vt:lpstr>
      <vt:lpstr>F05 · How It Works</vt:lpstr>
      <vt:lpstr>F05 · How It Works</vt:lpstr>
      <vt:lpstr>F05 · How It Works</vt:lpstr>
      <vt:lpstr>F05 · How It Works</vt:lpstr>
      <vt:lpstr>PowerPoint Presentation</vt:lpstr>
      <vt:lpstr>F05 · RAG · Demo: What to Watch</vt:lpstr>
      <vt:lpstr>F05 · RAG · Leadership Card</vt:lpstr>
      <vt:lpstr>F05 · RAG · Leadership Card</vt:lpstr>
      <vt:lpstr>F05 · RAG · Leadership Card</vt:lpstr>
      <vt:lpstr>F06 · Recommendations</vt:lpstr>
      <vt:lpstr>PowerPoint Presentation</vt:lpstr>
      <vt:lpstr>PowerPoint Presentation</vt:lpstr>
      <vt:lpstr>F06 · Recommendations · Demo: What to Watch</vt:lpstr>
      <vt:lpstr>F06 · Recommendations · Leadership Card</vt:lpstr>
      <vt:lpstr>F06 · Recommendations · Leadership Card</vt:lpstr>
      <vt:lpstr>F06 · Recommendations · Leadership Card</vt:lpstr>
      <vt:lpstr>Lab 2: ~60 Minutes</vt:lpstr>
      <vt:lpstr>Lab 2: Debrief</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NASA's Power of Ten</dc:title>
  <dc:subject/>
  <dc:creator>Jonathan "J." Tower</dc:creator>
  <cp:keywords/>
  <dc:description/>
  <cp:lastModifiedBy>Jonathan "J." Tower</cp:lastModifiedBy>
  <cp:revision>6</cp:revision>
  <dcterms:created xsi:type="dcterms:W3CDTF">2022-03-22T12:15:23Z</dcterms:created>
  <dcterms:modified xsi:type="dcterms:W3CDTF">2026-09-16T14:37:37Z</dcterms:modified>
  <cp:category/>
</cp:coreProperties>
</file>