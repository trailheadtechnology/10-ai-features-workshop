
<file path=[Content_Types].xml><?xml version="1.0" encoding="utf-8"?>
<Types xmlns="http://schemas.openxmlformats.org/package/2006/content-types">
  <Default Extension="svg" ContentType="image/svg+xml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47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7"/>
  </p:notesMasterIdLst>
  <p:sldIdLst>
    <p:sldId id="576" r:id="rId2"/>
    <p:sldId id="579" r:id="rId3"/>
    <p:sldId id="608" r:id="rId4"/>
    <p:sldId id="609" r:id="rId5"/>
    <p:sldId id="580" r:id="rId6"/>
    <p:sldId id="610" r:id="rId7"/>
    <p:sldId id="614" r:id="rId51"/>
    <p:sldId id="615" r:id="rId52"/>
    <p:sldId id="616" r:id="rId53"/>
    <p:sldId id="617" r:id="rId54"/>
    <p:sldId id="618" r:id="rId55"/>
    <p:sldId id="619" r:id="rId56"/>
    <p:sldId id="620" r:id="rId57"/>
    <p:sldId id="581" r:id="rId8"/>
    <p:sldId id="583" r:id="rId10"/>
    <p:sldId id="584" r:id="rId11"/>
    <p:sldId id="613" r:id="rId12"/>
    <p:sldId id="586" r:id="rId13"/>
    <p:sldId id="611" r:id="rId14"/>
    <p:sldId id="587" r:id="rId15"/>
    <p:sldId id="588" r:id="rId16"/>
    <p:sldId id="589" r:id="rId17"/>
    <p:sldId id="590" r:id="rId18"/>
    <p:sldId id="591" r:id="rId19"/>
    <p:sldId id="592" r:id="rId20"/>
    <p:sldId id="593" r:id="rId21"/>
    <p:sldId id="594" r:id="rId22"/>
    <p:sldId id="595" r:id="rId23"/>
    <p:sldId id="597" r:id="rId25"/>
    <p:sldId id="598" r:id="rId26"/>
    <p:sldId id="599" r:id="rId27"/>
    <p:sldId id="600" r:id="rId28"/>
    <p:sldId id="612" r:id="rId29"/>
    <p:sldId id="621" r:id="rId58"/>
    <p:sldId id="622" r:id="rId59"/>
    <p:sldId id="623" r:id="rId60"/>
    <p:sldId id="624" r:id="rId61"/>
    <p:sldId id="625" r:id="rId62"/>
    <p:sldId id="626" r:id="rId63"/>
    <p:sldId id="627" r:id="rId64"/>
    <p:sldId id="628" r:id="rId65"/>
    <p:sldId id="601" r:id="rId30"/>
    <p:sldId id="603" r:id="rId32"/>
    <p:sldId id="604" r:id="rId33"/>
    <p:sldId id="605" r:id="rId34"/>
    <p:sldId id="606" r:id="rId35"/>
    <p:sldId id="607" r:id="rId36"/>
  </p:sldIdLst>
  <p:sldSz cx="12192000" cy="6858000"/>
  <p:notesSz cx="6858000" cy="9144000"/>
  <p:embeddedFontLst>
    <p:embeddedFont>
      <p:font typeface="Consolas" panose="020B0609020204030204" pitchFamily="49" charset="0"/>
      <p:regular r:id="rId38"/>
      <p:bold r:id="rId39"/>
      <p:italic r:id="rId40"/>
      <p:boldItalic r:id="rId41"/>
    </p:embeddedFont>
    <p:embeddedFont>
      <p:font typeface="Segoe UI" panose="020B0502040204020203" pitchFamily="34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1" autoAdjust="0"/>
    <p:restoredTop sz="66887" autoAdjust="0"/>
  </p:normalViewPr>
  <p:slideViewPr>
    <p:cSldViewPr snapToGrid="0">
      <p:cViewPr varScale="1">
        <p:scale>
          <a:sx n="100" d="100"/>
          <a:sy n="100" d="100"/>
        </p:scale>
        <p:origin x="1576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4" Type="http://schemas.openxmlformats.org/officeDocument/2006/relationships/font" Target="fonts/font7.fntdata"/><Relationship Id="rId4" Type="http://schemas.openxmlformats.org/officeDocument/2006/relationships/slide" Target="slides/slide3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6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7T11:47:03.849" v="1097" actId="20577"/>
      <pc:docMkLst>
        <pc:docMk/>
      </pc:docMkLst>
      <pc:sldChg chg="modSp mod">
        <pc:chgData name="J. Tower" userId="9d06de10716639e5" providerId="LiveId" clId="{F8931099-75CA-5660-A155-55881DF68D84}" dt="2026-09-03T19:08:53.270" v="1086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03T19:08:53.270" v="1086" actId="27636"/>
          <ac:spMkLst>
            <pc:docMk/>
            <pc:sldMk cId="0" sldId="576"/>
            <ac:spMk id="3" creationId="{00000000-0000-0000-0000-000000000000}"/>
          </ac:spMkLst>
        </pc:spChg>
      </pc:sldChg>
      <pc:sldChg chg="delSp modSp mod">
        <pc:chgData name="J. Tower" userId="9d06de10716639e5" providerId="LiveId" clId="{F8931099-75CA-5660-A155-55881DF68D84}" dt="2026-09-01T19:23:57.043" v="1004" actId="478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01T19:23:55.310" v="1003" actId="1076"/>
          <ac:spMkLst>
            <pc:docMk/>
            <pc:sldMk cId="0" sldId="579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1T19:23:40.416" v="994" actId="1076"/>
          <ac:spMkLst>
            <pc:docMk/>
            <pc:sldMk cId="0" sldId="579"/>
            <ac:spMk id="4" creationId="{00000000-0000-0000-0000-000000000000}"/>
          </ac:spMkLst>
        </pc:spChg>
        <pc:picChg chg="mod">
          <ac:chgData name="J. Tower" userId="9d06de10716639e5" providerId="LiveId" clId="{F8931099-75CA-5660-A155-55881DF68D84}" dt="2026-09-01T19:23:40.416" v="994" actId="1076"/>
          <ac:picMkLst>
            <pc:docMk/>
            <pc:sldMk cId="0" sldId="579"/>
            <ac:picMk id="3" creationId="{00000000-0000-0000-0000-000000000000}"/>
          </ac:picMkLst>
        </pc:picChg>
      </pc:sldChg>
      <pc:sldChg chg="modSp mod">
        <pc:chgData name="J. Tower" userId="9d06de10716639e5" providerId="LiveId" clId="{F8931099-75CA-5660-A155-55881DF68D84}" dt="2026-09-03T19:08:53.273" v="1087" actId="27636"/>
        <pc:sldMkLst>
          <pc:docMk/>
          <pc:sldMk cId="0" sldId="580"/>
        </pc:sldMkLst>
        <pc:spChg chg="mod">
          <ac:chgData name="J. Tower" userId="9d06de10716639e5" providerId="LiveId" clId="{F8931099-75CA-5660-A155-55881DF68D84}" dt="2026-09-03T19:08:53.273" v="1087" actId="27636"/>
          <ac:spMkLst>
            <pc:docMk/>
            <pc:sldMk cId="0" sldId="58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08:53.249" v="1084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03T19:08:53.249" v="1084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9.344" v="1018" actId="403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01T19:24:59.344" v="1018" actId="403"/>
          <ac:spMkLst>
            <pc:docMk/>
            <pc:sldMk cId="0" sldId="59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6.945" v="1017" actId="403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9-01T19:24:56.945" v="1017" actId="403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4:53.935" v="1016" actId="403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1T19:24:53.935" v="1016" actId="403"/>
          <ac:spMkLst>
            <pc:docMk/>
            <pc:sldMk cId="0" sldId="594"/>
            <ac:spMk id="3" creationId="{00000000-0000-0000-0000-000000000000}"/>
          </ac:spMkLst>
        </pc:spChg>
      </pc:sldChg>
      <pc:sldChg chg="addSp modSp mod">
        <pc:chgData name="J. Tower" userId="9d06de10716639e5" providerId="LiveId" clId="{F8931099-75CA-5660-A155-55881DF68D84}" dt="2026-09-01T19:25:25.239" v="1032" actId="20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01T19:25:07.599" v="1019" actId="20577"/>
          <ac:spMkLst>
            <pc:docMk/>
            <pc:sldMk cId="0" sldId="599"/>
            <ac:spMk id="3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01T19:25:25.239" v="1032" actId="207"/>
          <ac:spMkLst>
            <pc:docMk/>
            <pc:sldMk cId="0" sldId="599"/>
            <ac:spMk id="5" creationId="{00000000-0000-0000-0000-000000000000}"/>
          </ac:spMkLst>
        </pc:spChg>
        <pc:grpChg chg="add mod">
          <ac:chgData name="J. Tower" userId="9d06de10716639e5" providerId="LiveId" clId="{F8931099-75CA-5660-A155-55881DF68D84}" dt="2026-09-01T19:25:18.862" v="1031" actId="1036"/>
          <ac:grpSpMkLst>
            <pc:docMk/>
            <pc:sldMk cId="0" sldId="599"/>
            <ac:grpSpMk id="8" creationId="{A32D348E-9CDE-E27A-8ACA-9AFA1F7E58A9}"/>
          </ac:grpSpMkLst>
        </pc:grpChg>
      </pc:sldChg>
      <pc:sldChg chg="modSp mod">
        <pc:chgData name="J. Tower" userId="9d06de10716639e5" providerId="LiveId" clId="{F8931099-75CA-5660-A155-55881DF68D84}" dt="2026-09-03T19:08:53.260" v="1085" actId="27636"/>
        <pc:sldMkLst>
          <pc:docMk/>
          <pc:sldMk cId="0" sldId="600"/>
        </pc:sldMkLst>
        <pc:spChg chg="mod">
          <ac:chgData name="J. Tower" userId="9d06de10716639e5" providerId="LiveId" clId="{F8931099-75CA-5660-A155-55881DF68D84}" dt="2026-09-03T19:08:53.260" v="1085" actId="27636"/>
          <ac:spMkLst>
            <pc:docMk/>
            <pc:sldMk cId="0" sldId="60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5:35.687" v="1033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9-01T19:25:35.687" v="1033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7T11:47:03.849" v="1097" actId="20577"/>
        <pc:sldMkLst>
          <pc:docMk/>
          <pc:sldMk cId="0" sldId="606"/>
        </pc:sldMkLst>
        <pc:spChg chg="mod">
          <ac:chgData name="J. Tower" userId="9d06de10716639e5" providerId="LiveId" clId="{F8931099-75CA-5660-A155-55881DF68D84}" dt="2026-09-17T11:47:03.849" v="1097" actId="20577"/>
          <ac:spMkLst>
            <pc:docMk/>
            <pc:sldMk cId="0" sldId="60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1T19:27:00.215" v="1077" actId="20577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9-01T19:27:00.215" v="1077" actId="20577"/>
          <ac:spMkLst>
            <pc:docMk/>
            <pc:sldMk cId="0" sldId="607"/>
            <ac:spMk id="3" creationId="{00000000-0000-0000-0000-000000000000}"/>
          </ac:spMkLst>
        </pc:spChg>
      </pc:sldChg>
      <pc:sldChg chg="addSp delSp add mod">
        <pc:chgData name="J. Tower" userId="9d06de10716639e5" providerId="LiveId" clId="{F8931099-75CA-5660-A155-55881DF68D84}" dt="2026-09-01T19:24:37.019" v="1009" actId="478"/>
        <pc:sldMkLst>
          <pc:docMk/>
          <pc:sldMk cId="2827037887" sldId="608"/>
        </pc:sldMkLst>
      </pc:sldChg>
      <pc:sldChg chg="add">
        <pc:chgData name="J. Tower" userId="9d06de10716639e5" providerId="LiveId" clId="{F8931099-75CA-5660-A155-55881DF68D84}" dt="2026-09-01T19:23:52.899" v="1001" actId="2890"/>
        <pc:sldMkLst>
          <pc:docMk/>
          <pc:sldMk cId="640487153" sldId="609"/>
        </pc:sldMkLst>
      </pc:sldChg>
      <pc:sldChg chg="modSp mod">
        <pc:chgData name="J. Tower" userId="9d06de10716639e5" providerId="LiveId" clId="{F8931099-75CA-5660-A155-55881DF68D84}" dt="2026-09-03T18:41:29.167" v="1078" actId="20577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03T18:41:29.167" v="1078" actId="20577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9:14:50.590" v="1091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19:14:50.590" v="1091" actId="20577"/>
          <ac:spMkLst>
            <pc:docMk/>
            <pc:sldMk cId="0" sldId="611"/>
            <ac:spMk id="3" creationId="{00000000-0000-0000-0000-000000000000}"/>
          </ac:spMkLst>
        </pc:spChg>
      </pc:sldChg>
      <pc:sldChg chg="addSp modSp add mod">
        <pc:chgData name="J. Tower" userId="9d06de10716639e5" providerId="LiveId" clId="{F8931099-75CA-5660-A155-55881DF68D84}" dt="2026-09-03T19:08:58.611" v="1089"/>
        <pc:sldMkLst>
          <pc:docMk/>
          <pc:sldMk cId="4155427989" sldId="613"/>
        </pc:sldMkLst>
        <pc:spChg chg="mod">
          <ac:chgData name="J. Tower" userId="9d06de10716639e5" providerId="LiveId" clId="{F8931099-75CA-5660-A155-55881DF68D84}" dt="2026-09-03T19:08:53.230" v="1083"/>
          <ac:spMkLst>
            <pc:docMk/>
            <pc:sldMk cId="4155427989" sldId="613"/>
            <ac:spMk id="3" creationId="{53AA7B6A-70F0-B6ED-7F8B-CFDD9B0C5D16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4" creationId="{B1E8BDC2-EDF4-3F70-F39F-5D43BC13C20A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5" creationId="{CAF20ED4-4633-3742-5916-E3B2624E2928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6" creationId="{1D0D4B1B-DE8A-C911-7CFB-36A2E19A9B00}"/>
          </ac:spMkLst>
        </pc:spChg>
        <pc:spChg chg="add mod">
          <ac:chgData name="J. Tower" userId="9d06de10716639e5" providerId="LiveId" clId="{F8931099-75CA-5660-A155-55881DF68D84}" dt="2026-09-03T19:08:58.611" v="1089"/>
          <ac:spMkLst>
            <pc:docMk/>
            <pc:sldMk cId="4155427989" sldId="613"/>
            <ac:spMk id="7" creationId="{4BA60149-5DC8-C3A6-7EF7-64310D95CD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Making sense of messy content, and everything runs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model call + one careful instruction; the rhythm is three demos, then your lab hour.</a:t>
            </a:r>
          </a:p>
          <a:p>
            <a:r>
              <a:t>Three features, one shape: a single chat call and a carefully written instruction. No vector database, no training, no cloud.</a:t>
            </a:r>
          </a:p>
          <a:p>
            <a:r>
              <a:t>01: forty trip reports become a three-bullet briefing.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41C57-D4F0-784A-B0D2-BEE50986F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AA896-E5BD-CA2E-185F-689CB20D5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6F9161-2B3E-0ECF-3F54-0A5C84CC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02: the same prose becomes a database row, and your code decides whether to believe 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20304-6689-AA14-03DB-927190574A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5988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7D446-9803-B8AB-5D32-53C6D5B0F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86179-AE5E-6489-61D9-E8C706316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50BFE6-59F1-6E21-7E10-1E6342E003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03: three hundred reviews get a label, and you measure which model deserves the money.</a:t>
            </a:r>
          </a:p>
          <a:p>
            <a:r>
              <a:t>The thread to watch all module: asked for something it cannot find, a model supplies something plausible rather than nothing. 01 invents a closure, 02 invents a distance, 03 believes the sarcasm. A better model does not fix it; a tighter instruction, a null-able schema, and checking code do.</a:t>
            </a:r>
          </a:p>
          <a:p>
            <a:r>
              <a:t>Set the rhythm expectation out loud: three quick demos with a card for your boss after each, then the room builds for an hour: 01 recommended, 02 and 03 for anyone with time left.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822126-9133-2E65-D54B-DC8BD8A4FB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49022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 over this slide, 60 seconds: forty trip reports for Avalanche Lake Trail, 1,200 words each. Somewhere in there: is the bridge out, and are the mosquitoes bad? Nobody reads forty essays; they skim three and miss the warning in the fourth. The hiker at mile two from the opening story is this feature's user.</a:t>
            </a:r>
          </a:p>
          <a:p>
            <a:r>
              <a:t>The concept needs no slide: one chat call, a document, an instruction. "Summarize this" produces a book report; a real product asks for a summary with a purpose and a shape. The demo shows exactly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automatic summarization produces a shorter text that keeps the key information of the source.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The raw report first · ❌ Naive prompt: faithful, generic, useless · ✅ Purpose-built prompt: the bridge surfaces · Grounding lines: without them, ~half of runs invent a closure · Same call, new shape: a one-line trail status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modules/M1-understanding/F01-summarization/dotnet</a:t>
            </a:r>
          </a:p>
          <a:p>
            <a:r>
              <a:t>Files: </a:t>
            </a:r>
            <a:r>
              <a:rPr>
                <a:latin typeface="Consolas"/>
              </a:rPr>
              <a:t>tr-0004.md</a:t>
            </a:r>
            <a:r>
              <a:t> = the story's report, bridge buried mid-text · </a:t>
            </a:r>
            <a:r>
              <a:rPr>
                <a:latin typeface="Consolas"/>
              </a:rPr>
              <a:t>tr-0001.md</a:t>
            </a:r>
            <a:r>
              <a:t> = clean report, nothing closed (hallucination bait)</a:t>
            </a:r>
          </a:p>
          <a:p>
            <a:r>
              <a:t>Flags: none = naive "Summarize this" · </a:t>
            </a:r>
            <a:r>
              <a:rPr>
                <a:latin typeface="Consolas"/>
              </a:rPr>
              <a:t>--briefing</a:t>
            </a:r>
            <a:r>
              <a:t> = 3 hiker bullets · </a:t>
            </a:r>
            <a:r>
              <a:rPr>
                <a:latin typeface="Consolas"/>
              </a:rPr>
              <a:t>--headline</a:t>
            </a:r>
            <a:r>
              <a:t> = one-line trail card · </a:t>
            </a:r>
            <a:r>
              <a:rPr>
                <a:latin typeface="Consolas"/>
              </a:rPr>
              <a:t>--audience ranger</a:t>
            </a:r>
            <a:r>
              <a:t> = same report, different reader</a:t>
            </a:r>
          </a:p>
          <a:p>
            <a:r>
              <a:t>1. Open </a:t>
            </a:r>
            <a:r>
              <a:rPr>
                <a:latin typeface="Consolas"/>
              </a:rPr>
              <a:t>data/tr-0004.md</a:t>
            </a:r>
            <a:r>
              <a:t>, scroll. The bridge is one sentence, mid-report.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../../data/tr-0004.md</a:t>
            </a:r>
            <a:r>
              <a:t>. Book report. Right model, wrong instruction.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--briefing</a:t>
            </a:r>
            <a:r>
              <a:t>. Same report, three bullets, washout leads. Show the prompt.</a:t>
            </a:r>
          </a:p>
          <a:p>
            <a:r>
              <a:t>4. </a:t>
            </a:r>
            <a:r>
              <a:rPr>
                <a:latin typeface="Consolas"/>
              </a:rPr>
              <a:t>dotnet run -- --briefing ../../data/tr-0001.md</a:t>
            </a:r>
            <a:r>
              <a:t>: the clean report, nothing closed. Last two prompt lines: 11 of 24 became 1 of 24.</a:t>
            </a:r>
          </a:p>
          <a:p>
            <a:r>
              <a:t>5. </a:t>
            </a:r>
            <a:r>
              <a:rPr>
                <a:latin typeface="Consolas"/>
              </a:rPr>
              <a:t>dotnet run -- --headline</a:t>
            </a:r>
            <a:r>
              <a:t>: one line for a card.</a:t>
            </a:r>
          </a:p>
          <a:p>
            <a:r>
              <a:t>6. Line 11: </a:t>
            </a:r>
            <a:r>
              <a:rPr>
                <a:latin typeface="Consolas"/>
              </a:rPr>
              <a:t>localhost:11434</a:t>
            </a:r>
            <a:r>
              <a:t>. No key, nothing left the room.</a:t>
            </a:r>
          </a:p>
          <a:p>
            <a:r>
              <a:t>Cut: 5, then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tickets, reports, meeting notes, threads. One call per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6AA14-0B22-1FF2-8EE2-38F9AB04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9D2D40-6F61-708C-A418-803329477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C3CD7-0C20-33CD-C4F0-5746E87039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boss; read it. Row 1 of the framework.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FEB8C3-503B-9049-7658-CCB7B6059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901457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Trailhead wants a "trail stats" panel: which trails, when, how far, what wildlife, what condition. All of it exists as prose across the forty reports, and today a human would re-read and re-type it. So the panel doesn't exist.</a:t>
            </a:r>
          </a:p>
          <a:p>
            <a:r>
              <a:t>This one gets the module's one concept slide, because the pipeline, and where it lies to you,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information extraction turns unstructured text into structured data. JSON mode guarantees the shape; it does not guarantee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input is prose: tr-0011, the fact-sparse report. No trail name, no date, no mileage.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reads it. Prose in; the goal is a database row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local model as 01: llama3.2 on Ollama.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request carries the schema: fields, types, descriptions, and "null when absent."</a:t>
            </a:r>
          </a:p>
          <a:p>
            <a:r>
              <a:rPr lang="en-US" dirty="0"/>
              <a:t>JSON mode guarantees syntax, not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comes valid JSON. Nulls where the report is silent: good.</a:t>
            </a:r>
          </a:p>
          <a:p>
            <a:r>
              <a:rPr lang="en-US" dirty="0"/>
              <a:t>And elevation_gain_ft: 0. Zero is a value; nothing downstream will question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 the app validates: plain code, one rule per field. Zero, negatives, unparseable dates: rejected.</a:t>
            </a:r>
          </a:p>
          <a:p>
            <a:r>
              <a:rPr lang="en-US" dirty="0"/>
              <a:t>This is the box people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passes gets stored. The rejected field is stored as null, not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What fails gets logged. A rejected record is a good outcome; it is the pipeline telling you the truth.</a:t>
            </a:r>
          </a:p>
          <a:p>
            <a:r>
              <a:rPr lang="en-US" dirty="0"/>
              <a:t>The model writes JSON; your code decides whether to believe it.</a:t>
            </a:r>
          </a:p>
          <a:p>
            <a:r>
              <a:rPr lang="en-US" dirty="0"/>
              <a:t>The null rule and the validator are the feature. Extraction without validation is a data-corruption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A C# record (TripFacts) · typed response · no parsing · ❌ No distance in the report → distance_mi: 5.0 · ✅ Nullable fields + "null when not stated" · Run it 3×: better ≠ guaranteed · The last mile is a validator: ordinary code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modules/M1-understanding/F02-extraction/dotnet</a:t>
            </a:r>
          </a:p>
          <a:p>
            <a:r>
              <a:t>Files: </a:t>
            </a:r>
            <a:r>
              <a:rPr>
                <a:latin typeface="Consolas"/>
              </a:rPr>
              <a:t>tr-0007.md</a:t>
            </a:r>
            <a:r>
              <a:t> = full report, every field present · </a:t>
            </a:r>
            <a:r>
              <a:rPr>
                <a:latin typeface="Consolas"/>
              </a:rPr>
              <a:t>tr-0011.md</a:t>
            </a:r>
            <a:r>
              <a:t> = sparse report, no distance stated (the null test)</a:t>
            </a:r>
          </a:p>
          <a:p>
            <a:r>
              <a:t>Args: a report path; complete with no args runs both</a:t>
            </a:r>
          </a:p>
          <a:p>
            <a:r>
              <a:t>1. Same kind of report as 01. This time the goal is a database row.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 -- ../../data/tr-0007.md</a:t>
            </a:r>
            <a:r>
              <a:t>. JSON asked for in the prompt. Fences, preamble, drifting field names.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../../data/tr-0007.md</a:t>
            </a:r>
            <a:r>
              <a:t>. </a:t>
            </a:r>
            <a:r>
              <a:rPr>
                <a:latin typeface="Consolas"/>
              </a:rPr>
              <a:t>TripFacts</a:t>
            </a:r>
            <a:r>
              <a:t> record, typed response, no parsing.</a:t>
            </a:r>
          </a:p>
          <a:p>
            <a:r>
              <a:t>4. </a:t>
            </a:r>
            <a:r>
              <a:rPr>
                <a:latin typeface="Consolas"/>
              </a:rPr>
              <a:t>dotnet run -- ../../data/tr-0011.md</a:t>
            </a:r>
            <a:r>
              <a:t>, three times. Nulls where there is nothing, and watch what still slips.</a:t>
            </a:r>
          </a:p>
          <a:p>
            <a:r>
              <a:t>5. Point at the validator: PASS or REJECT. A rejected record is a good outcome.</a:t>
            </a:r>
          </a:p>
          <a:p>
            <a:r>
              <a:t>Cut: 4's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Invoices, resumes, support emails, contracts, legacy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Medium. If asked about cost: days to a working pipeline; the real work is schema design and spot-checking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the Cascade 65 backpack has 300 reviews. Are people happy, and what are they mad about? Star ratings lie: "4 stars, but the hip belt broke on day two." The user here is the product team, not the hiker; track the signal weekly and a defect surfaces months before returns spike.</a:t>
            </a:r>
          </a:p>
          <a:p>
            <a:r>
              <a:t>No concept slide: this is classification, and the demo IS the lesson: the day's model-selection experiment. phi3 free and local vs gpt-4.1 on Azure, same prompt, and you measure instead of assume.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sentiment analysis identifies the emotional polarity of a piece of text. The stars lie; the words mostly don't.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What to watch: One method · positive | negative | mixed · swap = one DI line · 20 easy through phi3: fast, free, correct · Same 20 through Azure: 9 of 10 identical · The hard set through both, diff on screen · 📊 phi3 9/10 · 7/10 vs gpt-4.1 10/10 · 10/10</a:t>
            </a:r>
          </a:p>
          <a:p>
            <a:r>
              <a:t>~6 min · </a:t>
            </a:r>
            <a:r>
              <a:rPr>
                <a:latin typeface="Consolas"/>
              </a:rPr>
              <a:t>cd modules/M1-understanding/F03-sentiment/dotnet</a:t>
            </a:r>
          </a:p>
          <a:p>
            <a:r>
              <a:t>Files: </a:t>
            </a:r>
            <a:r>
              <a:rPr>
                <a:latin typeface="Consolas"/>
              </a:rPr>
              <a:t>easy.jsonl</a:t>
            </a:r>
            <a:r>
              <a:t> = 10 plain reviews · </a:t>
            </a:r>
            <a:r>
              <a:rPr>
                <a:latin typeface="Consolas"/>
              </a:rPr>
              <a:t>hard.jsonl</a:t>
            </a:r>
            <a:r>
              <a:t> = 10 sarcastic or split reviews · </a:t>
            </a:r>
            <a:r>
              <a:rPr>
                <a:latin typeface="Consolas"/>
              </a:rPr>
              <a:t>reference-labels.json</a:t>
            </a:r>
            <a:r>
              <a:t> = the hand labels</a:t>
            </a:r>
          </a:p>
          <a:p>
            <a:r>
              <a:t>Flags: </a:t>
            </a:r>
            <a:r>
              <a:rPr>
                <a:latin typeface="Consolas"/>
              </a:rPr>
              <a:t>--easy</a:t>
            </a:r>
            <a:r>
              <a:t> / </a:t>
            </a:r>
            <a:r>
              <a:rPr>
                <a:latin typeface="Consolas"/>
              </a:rPr>
              <a:t>--hard</a:t>
            </a:r>
            <a:r>
              <a:t> = one set; none = both · starter takes a review id (default gr-0007, the sarcastic one)</a:t>
            </a:r>
          </a:p>
          <a:p>
            <a:r>
              <a:t>1. Open </a:t>
            </a:r>
            <a:r>
              <a:rPr>
                <a:latin typeface="Consolas"/>
              </a:rPr>
              <a:t>data/hard.jsonl</a:t>
            </a:r>
            <a:r>
              <a:t>. Find a two-star review with glowing text. Stars lie.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One method, one label, gr-0007. Show the DI line: the swap is one line.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 -- --easy</a:t>
            </a:r>
            <a:r>
              <a:t>. phi3 9/10, gpt-4.1 10/10. Paid for one review.</a:t>
            </a:r>
          </a:p>
          <a:p>
            <a:r>
              <a:t>4. </a:t>
            </a:r>
            <a:r>
              <a:rPr>
                <a:latin typeface="Consolas"/>
              </a:rPr>
              <a:t>dotnet run -- --hard</a:t>
            </a:r>
            <a:r>
              <a:t>: phi3 7/10, gpt-4.1 10/10. Diff on screen. Every miss goes the frontier model's way.</a:t>
            </a:r>
          </a:p>
          <a:p>
            <a:r>
              <a:t>5. The recipe: labeled sample, run both, count disagreements, price the errors.</a:t>
            </a:r>
          </a:p>
          <a:p>
            <a:r>
              <a:t>Cut: 3, go straight to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Reviews, NPS verbatims, tickets, mentions, survey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boss, and today you measured it. Row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days; the classifier is trivial, the diligence is a labeled sample and an error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Start with 01 regardless of experience: one endpoint, one prompt, two reports; everything else today assumes you've made one model call and seen what comes back. New to this? Budget the full time and do the stretch goal.</a:t>
            </a:r>
          </a:p>
          <a:p>
            <a:r>
              <a:t>Pick 03 if your question at work is "which model should we pay for"; its Azure half needs the room key. 02's done-check: the sparse report comes back with nulls and the validator says PASS/REJECT honestly.</a:t>
            </a:r>
          </a:p>
          <a:p>
            <a:r>
              <a:t>Finished everything? Help someone near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what surfaced the buried bridge, and what invented one? Rows 1-3 of the framework are done. Then straight into Module 2's demos; the lab starts at 12:15, and lunch comes at 12:30.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trip report: tr-0004, the story's report. The washed-out bridge is one sentence in paragraph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Your app reads the file: about 1,200 words of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model: llama3.2 on Ollama, on this laptop. No key, nothing leaves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call: an instruction with a purpose and a shape, then the whole report as a single user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Back come three bullets, and the bridge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puts them where the hiker will actually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Forty reports is forty calls, one per report. No pipeline, no vector database, no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One gear review: gr-0004. Two stars, and the words say the pack deserves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app sends one review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First model: phi3, 2 GB, local,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The prompt asks for one word from three, then the review text. Temperature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phi3 says negative. It read the stars and the anger at the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Same prompt bytes to gpt-4.1 on Azure. It says mixed.</a:t>
            </a:r>
          </a:p>
          <a:p>
            <a:r>
              <a:rPr lang="en-US" dirty="0"/>
              <a:t>No key in the room? llama3.2 on Ollama stands in for the big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Twenty hand labels are the answer key. Label the sample yourself before you run anything; agreement between models is not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Score both. Hard set: phi3 7 of 10, gpt-4.1 10 of 10. Easy set: nine versus ten.</a:t>
            </a:r>
          </a:p>
          <a:p>
            <a:r>
              <a:rPr lang="en-US" dirty="0"/>
              <a:t>Easy reviews don't need the big model; the sarcastic slice does, and now you know which slice is which because you measured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9/17/26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9/17/26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2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svg"/><Relationship Id="rId4" Type="http://schemas.openxmlformats.org/officeDocument/2006/relationships/image" Target="../media/image10.svg"/><Relationship Id="rIdNotes" Type="http://schemas.openxmlformats.org/officeDocument/2006/relationships/notesSlide" Target="../notesSlides/notesSlide32.xml"/></Relationships>
</file>

<file path=ppt/slides/_rels/slide3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1: Understanding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8EF1-FC1F-1E51-E85E-096AC0AEE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49DFF-E376-1691-BA78-321906B63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AAA59011-9D41-74E6-C483-CB29DE356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22ACB7-99F8-5F21-120A-8F3C4E96283C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F64D60FA-BDC7-2109-F12F-133236B87F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8E200F-B618-BDA0-30EC-36CFB446252C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</p:spTree>
    <p:extLst>
      <p:ext uri="{BB962C8B-B14F-4D97-AF65-F5344CB8AC3E}">
        <p14:creationId xmlns:p14="http://schemas.microsoft.com/office/powerpoint/2010/main" val="2827037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260F1-572E-AB23-571E-25A035E3F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0876-B1E3-8599-27BC-0AB31C65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BAD46C7-C860-D3AD-473E-AB1716295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93" y="3010989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4FC171-1A1D-238A-DF38-E03AA77AF6C0}"/>
              </a:ext>
            </a:extLst>
          </p:cNvPr>
          <p:cNvSpPr txBox="1"/>
          <p:nvPr/>
        </p:nvSpPr>
        <p:spPr>
          <a:xfrm>
            <a:off x="1327513" y="4016829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F01 Summarize</a:t>
            </a:r>
          </a:p>
        </p:txBody>
      </p:sp>
      <p:pic>
        <p:nvPicPr>
          <p:cNvPr id="5" name="Picture 4" descr="table.png">
            <a:extLst>
              <a:ext uri="{FF2B5EF4-FFF2-40B4-BE49-F238E27FC236}">
                <a16:creationId xmlns:a16="http://schemas.microsoft.com/office/drawing/2014/main" id="{38B55F1C-96F4-49E8-ECD1-B35D48AA0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09" y="299466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7CCE9-5077-BE7D-04B0-D9D62C6BE775}"/>
              </a:ext>
            </a:extLst>
          </p:cNvPr>
          <p:cNvSpPr txBox="1"/>
          <p:nvPr/>
        </p:nvSpPr>
        <p:spPr>
          <a:xfrm>
            <a:off x="5121729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F02 Extract</a:t>
            </a:r>
          </a:p>
        </p:txBody>
      </p:sp>
      <p:pic>
        <p:nvPicPr>
          <p:cNvPr id="7" name="Picture 6" descr="gauge.png">
            <a:extLst>
              <a:ext uri="{FF2B5EF4-FFF2-40B4-BE49-F238E27FC236}">
                <a16:creationId xmlns:a16="http://schemas.microsoft.com/office/drawing/2014/main" id="{4D49CBB8-25DB-DC0D-6E0B-5628A43610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6025" y="299466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7C42EA-DE8C-E539-F149-32B9C7A2202B}"/>
              </a:ext>
            </a:extLst>
          </p:cNvPr>
          <p:cNvSpPr txBox="1"/>
          <p:nvPr/>
        </p:nvSpPr>
        <p:spPr>
          <a:xfrm>
            <a:off x="8915945" y="4000500"/>
            <a:ext cx="2148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F03 Sentiment</a:t>
            </a:r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85D44ABB-D58D-A62F-8586-591740F10B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487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F01 · Summarization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Turn a long document into the </a:t>
            </a:r>
            <a:br>
              <a:rPr lang="en-US" sz="4000" dirty="0"/>
            </a:br>
            <a:r>
              <a:rPr sz="4000" b="1" dirty="0">
                <a:solidFill>
                  <a:srgbClr val="017AB4"/>
                </a:solidFill>
              </a:rPr>
              <a:t>short version</a:t>
            </a:r>
            <a:r>
              <a:rPr sz="4000" dirty="0"/>
              <a:t> its reader needs.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F01 Summarization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users are drowning in text we already have. A few hours of work turns it into automatic answers."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4CDB7-CDC5-8161-1D68-1BCE57C5D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05BD6-CF58-50B1-1C59-69EB2C3DC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Summarization · Leadership Card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A7B6A-70F0-B6ED-7F8B-CFDD9B0C5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Too much content for people to read, easy-to-miss detail buried in avalanche of text.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users are drowning in text we already have. A few hours of work turns it into automatic answers."</a:t>
            </a:r>
            <a:endParaRPr lang="en-US" sz="2800" dirty="0"/>
          </a:p>
          <a:p>
            <a:pPr>
              <a:spcAft>
                <a:spcPts val="1400"/>
              </a:spcAft>
            </a:pPr>
            <a:endParaRPr lang="en-US" sz="2800" dirty="0"/>
          </a:p>
          <a:p>
            <a:pPr>
              <a:spcAft>
                <a:spcPts val="1400"/>
              </a:spcAft>
            </a:pPr>
            <a:r>
              <a:rPr lang="en-US" sz="2800" b="1" dirty="0"/>
              <a:t>Difficulty:</a:t>
            </a:r>
            <a:endParaRPr sz="28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1E8BDC2-EDF4-3F70-F39F-5D43BC13C20A}"/>
              </a:ext>
            </a:extLst>
          </p:cNvPr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AF20ED4-4633-3742-5916-E3B2624E2928}"/>
              </a:ext>
            </a:extLst>
          </p:cNvPr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D0D4B1B-DE8A-C911-7CFB-36A2E19A9B00}"/>
              </a:ext>
            </a:extLst>
          </p:cNvPr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A60149-5DC8-C3A6-7EF7-64310D95CDE3}"/>
              </a:ext>
            </a:extLst>
          </p:cNvPr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15542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F02 · Extraction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Pull facts out of free-form text </a:t>
            </a:r>
            <a:endParaRPr lang="en-US" sz="4000" dirty="0"/>
          </a:p>
          <a:p>
            <a:pPr algn="ctr"/>
            <a:r>
              <a:rPr sz="4000" dirty="0"/>
              <a:t>into </a:t>
            </a:r>
            <a:r>
              <a:rPr sz="4000" b="1" dirty="0">
                <a:solidFill>
                  <a:srgbClr val="017AB4"/>
                </a:solidFill>
              </a:rPr>
              <a:t>fields your code can query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928" y="76333"/>
                    <a:pt x="22169" y="70667"/>
                    <a:pt x="23000" y="65000"/>
                  </a:cubicBezTo>
                  <a:cubicBezTo>
                    <a:pt x="23409" y="59333"/>
                    <a:pt x="22657" y="53667"/>
                    <a:pt x="23000" y="48000"/>
                  </a:cubicBezTo>
                  <a:cubicBezTo>
                    <a:pt x="22538" y="42333"/>
                    <a:pt x="22483" y="36667"/>
                    <a:pt x="23000" y="31000"/>
                  </a:cubicBezTo>
                  <a:cubicBezTo>
                    <a:pt x="23207" y="25333"/>
                    <a:pt x="23155" y="19667"/>
                    <a:pt x="23000" y="14000"/>
                  </a:cubicBezTo>
                  <a:cubicBezTo>
                    <a:pt x="31333" y="14863"/>
                    <a:pt x="39667" y="13148"/>
                    <a:pt x="48000" y="14000"/>
                  </a:cubicBezTo>
                  <a:cubicBezTo>
                    <a:pt x="46918" y="21000"/>
                    <a:pt x="47708" y="28000"/>
                    <a:pt x="48000" y="35000"/>
                  </a:cubicBezTo>
                  <a:cubicBezTo>
                    <a:pt x="56333" y="35531"/>
                    <a:pt x="64667" y="36139"/>
                    <a:pt x="73000" y="35000"/>
                  </a:cubicBezTo>
                  <a:cubicBezTo>
                    <a:pt x="73808" y="42833"/>
                    <a:pt x="72493" y="50667"/>
                    <a:pt x="73000" y="58500"/>
                  </a:cubicBezTo>
                  <a:cubicBezTo>
                    <a:pt x="73492" y="66333"/>
                    <a:pt x="73684" y="74167"/>
                    <a:pt x="73000" y="82000"/>
                  </a:cubicBezTo>
                  <a:cubicBezTo>
                    <a:pt x="67444" y="82258"/>
                    <a:pt x="61889" y="81956"/>
                    <a:pt x="56333" y="82000"/>
                  </a:cubicBezTo>
                  <a:cubicBezTo>
                    <a:pt x="50778" y="81773"/>
                    <a:pt x="45222" y="82171"/>
                    <a:pt x="39667" y="82000"/>
                  </a:cubicBezTo>
                  <a:cubicBezTo>
                    <a:pt x="34111" y="82941"/>
                    <a:pt x="28556" y="82840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384" y="20450"/>
                    <a:pt x="62986" y="24181"/>
                    <a:pt x="66500" y="29000"/>
                  </a:cubicBezTo>
                  <a:cubicBezTo>
                    <a:pt x="62333" y="29329"/>
                    <a:pt x="58167" y="29598"/>
                    <a:pt x="54000" y="29000"/>
                  </a:cubicBezTo>
                  <a:cubicBezTo>
                    <a:pt x="54262" y="24833"/>
                    <a:pt x="533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64"/>
                    <a:pt x="41667" y="7005"/>
                    <a:pt x="35500" y="8000"/>
                  </a:cubicBezTo>
                  <a:cubicBezTo>
                    <a:pt x="29333" y="7893"/>
                    <a:pt x="23167" y="7368"/>
                    <a:pt x="17000" y="8000"/>
                  </a:cubicBezTo>
                  <a:cubicBezTo>
                    <a:pt x="16304" y="14667"/>
                    <a:pt x="17509" y="21333"/>
                    <a:pt x="17000" y="28000"/>
                  </a:cubicBezTo>
                  <a:cubicBezTo>
                    <a:pt x="17654" y="34667"/>
                    <a:pt x="16800" y="41333"/>
                    <a:pt x="17000" y="48000"/>
                  </a:cubicBezTo>
                  <a:cubicBezTo>
                    <a:pt x="16519" y="54667"/>
                    <a:pt x="17198" y="61333"/>
                    <a:pt x="17000" y="68000"/>
                  </a:cubicBezTo>
                  <a:cubicBezTo>
                    <a:pt x="17671" y="74667"/>
                    <a:pt x="16387" y="81333"/>
                    <a:pt x="17000" y="88000"/>
                  </a:cubicBezTo>
                  <a:cubicBezTo>
                    <a:pt x="23889" y="87244"/>
                    <a:pt x="30778" y="87676"/>
                    <a:pt x="37667" y="88000"/>
                  </a:cubicBezTo>
                  <a:cubicBezTo>
                    <a:pt x="44556" y="88223"/>
                    <a:pt x="51444" y="88013"/>
                    <a:pt x="58333" y="88000"/>
                  </a:cubicBezTo>
                  <a:cubicBezTo>
                    <a:pt x="65222" y="87435"/>
                    <a:pt x="72111" y="88615"/>
                    <a:pt x="79000" y="88000"/>
                  </a:cubicBezTo>
                  <a:cubicBezTo>
                    <a:pt x="79953" y="81556"/>
                    <a:pt x="79545" y="75111"/>
                    <a:pt x="79000" y="68667"/>
                  </a:cubicBezTo>
                  <a:cubicBezTo>
                    <a:pt x="79800" y="62222"/>
                    <a:pt x="80055" y="55778"/>
                    <a:pt x="79000" y="49333"/>
                  </a:cubicBezTo>
                  <a:cubicBezTo>
                    <a:pt x="79458" y="42889"/>
                    <a:pt x="78407" y="36444"/>
                    <a:pt x="79000" y="30000"/>
                  </a:cubicBezTo>
                  <a:cubicBezTo>
                    <a:pt x="74745" y="26434"/>
                    <a:pt x="70477" y="22882"/>
                    <a:pt x="66500" y="19000"/>
                  </a:cubicBezTo>
                  <a:cubicBezTo>
                    <a:pt x="62321" y="15348"/>
                    <a:pt x="58036" y="11815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3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928" y="76333"/>
                            <a:pt x="22169" y="70667"/>
                            <a:pt x="23000" y="65000"/>
                          </a:cubicBezTo>
                          <a:cubicBezTo>
                            <a:pt x="23409" y="59333"/>
                            <a:pt x="22657" y="53667"/>
                            <a:pt x="23000" y="48000"/>
                          </a:cubicBezTo>
                          <a:cubicBezTo>
                            <a:pt x="22538" y="42333"/>
                            <a:pt x="22483" y="36667"/>
                            <a:pt x="23000" y="31000"/>
                          </a:cubicBezTo>
                          <a:cubicBezTo>
                            <a:pt x="23207" y="25333"/>
                            <a:pt x="23155" y="19667"/>
                            <a:pt x="23000" y="14000"/>
                          </a:cubicBezTo>
                          <a:cubicBezTo>
                            <a:pt x="31333" y="14863"/>
                            <a:pt x="39667" y="13148"/>
                            <a:pt x="48000" y="14000"/>
                          </a:cubicBezTo>
                          <a:cubicBezTo>
                            <a:pt x="46918" y="21000"/>
                            <a:pt x="47708" y="28000"/>
                            <a:pt x="48000" y="35000"/>
                          </a:cubicBezTo>
                          <a:cubicBezTo>
                            <a:pt x="56333" y="35531"/>
                            <a:pt x="64667" y="36139"/>
                            <a:pt x="73000" y="35000"/>
                          </a:cubicBezTo>
                          <a:cubicBezTo>
                            <a:pt x="73808" y="42833"/>
                            <a:pt x="72493" y="50667"/>
                            <a:pt x="73000" y="58500"/>
                          </a:cubicBezTo>
                          <a:cubicBezTo>
                            <a:pt x="73492" y="66333"/>
                            <a:pt x="73684" y="74167"/>
                            <a:pt x="73000" y="82000"/>
                          </a:cubicBezTo>
                          <a:cubicBezTo>
                            <a:pt x="67444" y="82258"/>
                            <a:pt x="61889" y="81956"/>
                            <a:pt x="56333" y="82000"/>
                          </a:cubicBezTo>
                          <a:cubicBezTo>
                            <a:pt x="50778" y="81773"/>
                            <a:pt x="45222" y="82171"/>
                            <a:pt x="39667" y="82000"/>
                          </a:cubicBezTo>
                          <a:cubicBezTo>
                            <a:pt x="34111" y="82941"/>
                            <a:pt x="28556" y="82840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384" y="20450"/>
                            <a:pt x="62986" y="24181"/>
                            <a:pt x="66500" y="29000"/>
                          </a:cubicBezTo>
                          <a:cubicBezTo>
                            <a:pt x="62333" y="29329"/>
                            <a:pt x="58167" y="29598"/>
                            <a:pt x="54000" y="29000"/>
                          </a:cubicBezTo>
                          <a:cubicBezTo>
                            <a:pt x="54262" y="24833"/>
                            <a:pt x="533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64"/>
                            <a:pt x="41667" y="7005"/>
                            <a:pt x="35500" y="8000"/>
                          </a:cubicBezTo>
                          <a:cubicBezTo>
                            <a:pt x="29333" y="7893"/>
                            <a:pt x="23167" y="7368"/>
                            <a:pt x="17000" y="8000"/>
                          </a:cubicBezTo>
                          <a:cubicBezTo>
                            <a:pt x="16304" y="14667"/>
                            <a:pt x="17509" y="21333"/>
                            <a:pt x="17000" y="28000"/>
                          </a:cubicBezTo>
                          <a:cubicBezTo>
                            <a:pt x="17654" y="34667"/>
                            <a:pt x="16800" y="41333"/>
                            <a:pt x="17000" y="48000"/>
                          </a:cubicBezTo>
                          <a:cubicBezTo>
                            <a:pt x="16519" y="54667"/>
                            <a:pt x="17198" y="61333"/>
                            <a:pt x="17000" y="68000"/>
                          </a:cubicBezTo>
                          <a:cubicBezTo>
                            <a:pt x="17671" y="74667"/>
                            <a:pt x="16387" y="81333"/>
                            <a:pt x="17000" y="88000"/>
                          </a:cubicBezTo>
                          <a:cubicBezTo>
                            <a:pt x="23889" y="87244"/>
                            <a:pt x="30778" y="87676"/>
                            <a:pt x="37667" y="88000"/>
                          </a:cubicBezTo>
                          <a:cubicBezTo>
                            <a:pt x="44556" y="88223"/>
                            <a:pt x="51444" y="88013"/>
                            <a:pt x="58333" y="88000"/>
                          </a:cubicBezTo>
                          <a:cubicBezTo>
                            <a:pt x="65222" y="87435"/>
                            <a:pt x="72111" y="88615"/>
                            <a:pt x="79000" y="88000"/>
                          </a:cubicBezTo>
                          <a:cubicBezTo>
                            <a:pt x="79953" y="81556"/>
                            <a:pt x="79545" y="75111"/>
                            <a:pt x="79000" y="68667"/>
                          </a:cubicBezTo>
                          <a:cubicBezTo>
                            <a:pt x="79800" y="62222"/>
                            <a:pt x="80055" y="55778"/>
                            <a:pt x="79000" y="49333"/>
                          </a:cubicBezTo>
                          <a:cubicBezTo>
                            <a:pt x="79458" y="42889"/>
                            <a:pt x="78407" y="36444"/>
                            <a:pt x="79000" y="30000"/>
                          </a:cubicBezTo>
                          <a:cubicBezTo>
                            <a:pt x="74745" y="26434"/>
                            <a:pt x="70477" y="22882"/>
                            <a:pt x="66500" y="19000"/>
                          </a:cubicBezTo>
                          <a:cubicBezTo>
                            <a:pt x="62321" y="15348"/>
                            <a:pt x="58036" y="11815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80"/>
                    <a:pt x="41667" y="45660"/>
                    <a:pt x="48000" y="45000"/>
                  </a:cubicBezTo>
                  <a:cubicBezTo>
                    <a:pt x="54333" y="45773"/>
                    <a:pt x="60667" y="44608"/>
                    <a:pt x="67000" y="45000"/>
                  </a:cubicBezTo>
                  <a:cubicBezTo>
                    <a:pt x="67127" y="46333"/>
                    <a:pt x="67136" y="47667"/>
                    <a:pt x="67000" y="49000"/>
                  </a:cubicBezTo>
                  <a:cubicBezTo>
                    <a:pt x="60667" y="48412"/>
                    <a:pt x="54333" y="49679"/>
                    <a:pt x="48000" y="49000"/>
                  </a:cubicBezTo>
                  <a:cubicBezTo>
                    <a:pt x="41667" y="48332"/>
                    <a:pt x="35333" y="49622"/>
                    <a:pt x="29000" y="49000"/>
                  </a:cubicBezTo>
                  <a:cubicBezTo>
                    <a:pt x="29081" y="47667"/>
                    <a:pt x="2899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4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80"/>
                            <a:pt x="41667" y="45660"/>
                            <a:pt x="48000" y="45000"/>
                          </a:cubicBezTo>
                          <a:cubicBezTo>
                            <a:pt x="54333" y="45773"/>
                            <a:pt x="60667" y="44608"/>
                            <a:pt x="67000" y="45000"/>
                          </a:cubicBezTo>
                          <a:cubicBezTo>
                            <a:pt x="67127" y="46333"/>
                            <a:pt x="67136" y="47667"/>
                            <a:pt x="67000" y="49000"/>
                          </a:cubicBezTo>
                          <a:cubicBezTo>
                            <a:pt x="60667" y="48412"/>
                            <a:pt x="54333" y="49679"/>
                            <a:pt x="48000" y="49000"/>
                          </a:cubicBezTo>
                          <a:cubicBezTo>
                            <a:pt x="41667" y="48332"/>
                            <a:pt x="35333" y="49622"/>
                            <a:pt x="29000" y="49000"/>
                          </a:cubicBezTo>
                          <a:cubicBezTo>
                            <a:pt x="29081" y="47667"/>
                            <a:pt x="2899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26"/>
                    <a:pt x="37667" y="37220"/>
                    <a:pt x="42000" y="37000"/>
                  </a:cubicBezTo>
                  <a:cubicBezTo>
                    <a:pt x="41812" y="38333"/>
                    <a:pt x="42059" y="39667"/>
                    <a:pt x="42000" y="41000"/>
                  </a:cubicBezTo>
                  <a:cubicBezTo>
                    <a:pt x="37667" y="40742"/>
                    <a:pt x="33333" y="40739"/>
                    <a:pt x="29000" y="41000"/>
                  </a:cubicBezTo>
                  <a:cubicBezTo>
                    <a:pt x="28927" y="39667"/>
                    <a:pt x="29059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6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26"/>
                            <a:pt x="37667" y="37220"/>
                            <a:pt x="42000" y="37000"/>
                          </a:cubicBezTo>
                          <a:cubicBezTo>
                            <a:pt x="41812" y="38333"/>
                            <a:pt x="42059" y="39667"/>
                            <a:pt x="42000" y="41000"/>
                          </a:cubicBezTo>
                          <a:cubicBezTo>
                            <a:pt x="37667" y="40742"/>
                            <a:pt x="33333" y="40739"/>
                            <a:pt x="29000" y="41000"/>
                          </a:cubicBezTo>
                          <a:cubicBezTo>
                            <a:pt x="28927" y="39667"/>
                            <a:pt x="29059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567"/>
                    <a:pt x="41667" y="52418"/>
                    <a:pt x="48000" y="53000"/>
                  </a:cubicBezTo>
                  <a:cubicBezTo>
                    <a:pt x="54333" y="53064"/>
                    <a:pt x="60667" y="52581"/>
                    <a:pt x="67000" y="53000"/>
                  </a:cubicBezTo>
                  <a:cubicBezTo>
                    <a:pt x="67018" y="54333"/>
                    <a:pt x="67194" y="55667"/>
                    <a:pt x="67000" y="57000"/>
                  </a:cubicBezTo>
                  <a:cubicBezTo>
                    <a:pt x="60667" y="57820"/>
                    <a:pt x="54333" y="58071"/>
                    <a:pt x="48000" y="57000"/>
                  </a:cubicBezTo>
                  <a:cubicBezTo>
                    <a:pt x="41667" y="56969"/>
                    <a:pt x="35333" y="57333"/>
                    <a:pt x="29000" y="57000"/>
                  </a:cubicBezTo>
                  <a:cubicBezTo>
                    <a:pt x="28790" y="55667"/>
                    <a:pt x="2893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8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567"/>
                            <a:pt x="41667" y="52418"/>
                            <a:pt x="48000" y="53000"/>
                          </a:cubicBezTo>
                          <a:cubicBezTo>
                            <a:pt x="54333" y="53064"/>
                            <a:pt x="60667" y="52581"/>
                            <a:pt x="67000" y="53000"/>
                          </a:cubicBezTo>
                          <a:cubicBezTo>
                            <a:pt x="67018" y="54333"/>
                            <a:pt x="67194" y="55667"/>
                            <a:pt x="67000" y="57000"/>
                          </a:cubicBezTo>
                          <a:cubicBezTo>
                            <a:pt x="60667" y="57820"/>
                            <a:pt x="54333" y="58071"/>
                            <a:pt x="48000" y="57000"/>
                          </a:cubicBezTo>
                          <a:cubicBezTo>
                            <a:pt x="41667" y="56969"/>
                            <a:pt x="35333" y="57333"/>
                            <a:pt x="29000" y="57000"/>
                          </a:cubicBezTo>
                          <a:cubicBezTo>
                            <a:pt x="28790" y="55667"/>
                            <a:pt x="2893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2061"/>
                    <a:pt x="41667" y="60871"/>
                    <a:pt x="48000" y="61000"/>
                  </a:cubicBezTo>
                  <a:cubicBezTo>
                    <a:pt x="54333" y="60144"/>
                    <a:pt x="60667" y="60436"/>
                    <a:pt x="67000" y="61000"/>
                  </a:cubicBezTo>
                  <a:cubicBezTo>
                    <a:pt x="67160" y="62333"/>
                    <a:pt x="66860" y="63667"/>
                    <a:pt x="67000" y="65000"/>
                  </a:cubicBezTo>
                  <a:cubicBezTo>
                    <a:pt x="60667" y="64831"/>
                    <a:pt x="54333" y="64073"/>
                    <a:pt x="48000" y="65000"/>
                  </a:cubicBezTo>
                  <a:cubicBezTo>
                    <a:pt x="41667" y="64658"/>
                    <a:pt x="35333" y="65490"/>
                    <a:pt x="29000" y="65000"/>
                  </a:cubicBezTo>
                  <a:cubicBezTo>
                    <a:pt x="28873" y="63667"/>
                    <a:pt x="2877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0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2061"/>
                            <a:pt x="41667" y="60871"/>
                            <a:pt x="48000" y="61000"/>
                          </a:cubicBezTo>
                          <a:cubicBezTo>
                            <a:pt x="54333" y="60144"/>
                            <a:pt x="60667" y="60436"/>
                            <a:pt x="67000" y="61000"/>
                          </a:cubicBezTo>
                          <a:cubicBezTo>
                            <a:pt x="67160" y="62333"/>
                            <a:pt x="66860" y="63667"/>
                            <a:pt x="67000" y="65000"/>
                          </a:cubicBezTo>
                          <a:cubicBezTo>
                            <a:pt x="60667" y="64831"/>
                            <a:pt x="54333" y="64073"/>
                            <a:pt x="48000" y="65000"/>
                          </a:cubicBezTo>
                          <a:cubicBezTo>
                            <a:pt x="41667" y="64658"/>
                            <a:pt x="35333" y="65490"/>
                            <a:pt x="29000" y="65000"/>
                          </a:cubicBezTo>
                          <a:cubicBezTo>
                            <a:pt x="28873" y="63667"/>
                            <a:pt x="2877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729"/>
                    <a:pt x="41667" y="68388"/>
                    <a:pt x="48000" y="69000"/>
                  </a:cubicBezTo>
                  <a:cubicBezTo>
                    <a:pt x="54333" y="68982"/>
                    <a:pt x="60667" y="69209"/>
                    <a:pt x="67000" y="69000"/>
                  </a:cubicBezTo>
                  <a:cubicBezTo>
                    <a:pt x="66802" y="70333"/>
                    <a:pt x="67030" y="71667"/>
                    <a:pt x="67000" y="73000"/>
                  </a:cubicBezTo>
                  <a:cubicBezTo>
                    <a:pt x="60667" y="72176"/>
                    <a:pt x="54333" y="73007"/>
                    <a:pt x="48000" y="73000"/>
                  </a:cubicBezTo>
                  <a:cubicBezTo>
                    <a:pt x="41667" y="72885"/>
                    <a:pt x="35333" y="72165"/>
                    <a:pt x="29000" y="73000"/>
                  </a:cubicBezTo>
                  <a:cubicBezTo>
                    <a:pt x="28787" y="71667"/>
                    <a:pt x="2890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729"/>
                            <a:pt x="41667" y="68388"/>
                            <a:pt x="48000" y="69000"/>
                          </a:cubicBezTo>
                          <a:cubicBezTo>
                            <a:pt x="54333" y="68982"/>
                            <a:pt x="60667" y="69209"/>
                            <a:pt x="67000" y="69000"/>
                          </a:cubicBezTo>
                          <a:cubicBezTo>
                            <a:pt x="66802" y="70333"/>
                            <a:pt x="67030" y="71667"/>
                            <a:pt x="67000" y="73000"/>
                          </a:cubicBezTo>
                          <a:cubicBezTo>
                            <a:pt x="60667" y="72176"/>
                            <a:pt x="54333" y="73007"/>
                            <a:pt x="48000" y="73000"/>
                          </a:cubicBezTo>
                          <a:cubicBezTo>
                            <a:pt x="41667" y="72885"/>
                            <a:pt x="35333" y="72165"/>
                            <a:pt x="29000" y="73000"/>
                          </a:cubicBezTo>
                          <a:cubicBezTo>
                            <a:pt x="28787" y="71667"/>
                            <a:pt x="2890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tr-0011.md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prose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report text + JSON schema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"null when absent"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{"trail_name":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"distance_mi": null,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"elevation_gain_ft": </a:t>
            </a: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36" name="Validator"/>
          <p:cNvGrpSpPr/>
          <p:nvPr/>
        </p:nvGrpSpPr>
        <p:grpSpPr>
          <a:xfrm>
            <a:off x="5733163" y="3615202"/>
            <a:ext cx="658368" cy="658368"/>
            <a:chOff x="0" y="0"/>
            <a:chExt cx="658368" cy="658368"/>
          </a:xfrm>
        </p:grpSpPr>
        <p:sp>
          <p:nvSpPr>
            <p:cNvPr id="127" name="Validator 1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20000"/>
                  </a:moveTo>
                  <a:cubicBezTo>
                    <a:pt x="26667" y="19462"/>
                    <a:pt x="30333" y="19746"/>
                    <a:pt x="34000" y="20000"/>
                  </a:cubicBezTo>
                  <a:cubicBezTo>
                    <a:pt x="33677" y="22000"/>
                    <a:pt x="33672" y="24000"/>
                    <a:pt x="34000" y="26000"/>
                  </a:cubicBezTo>
                  <a:cubicBezTo>
                    <a:pt x="43333" y="26836"/>
                    <a:pt x="52667" y="26472"/>
                    <a:pt x="62000" y="26000"/>
                  </a:cubicBezTo>
                  <a:cubicBezTo>
                    <a:pt x="62217" y="24000"/>
                    <a:pt x="61859" y="22000"/>
                    <a:pt x="62000" y="20000"/>
                  </a:cubicBezTo>
                  <a:cubicBezTo>
                    <a:pt x="65667" y="19556"/>
                    <a:pt x="69333" y="19916"/>
                    <a:pt x="73000" y="20000"/>
                  </a:cubicBezTo>
                  <a:cubicBezTo>
                    <a:pt x="73948" y="26889"/>
                    <a:pt x="72413" y="33778"/>
                    <a:pt x="73000" y="40667"/>
                  </a:cubicBezTo>
                  <a:cubicBezTo>
                    <a:pt x="73154" y="47556"/>
                    <a:pt x="74123" y="54444"/>
                    <a:pt x="73000" y="61333"/>
                  </a:cubicBezTo>
                  <a:cubicBezTo>
                    <a:pt x="73097" y="68222"/>
                    <a:pt x="72114" y="75111"/>
                    <a:pt x="73000" y="82000"/>
                  </a:cubicBezTo>
                  <a:cubicBezTo>
                    <a:pt x="67444" y="81455"/>
                    <a:pt x="61889" y="82185"/>
                    <a:pt x="56333" y="82000"/>
                  </a:cubicBezTo>
                  <a:cubicBezTo>
                    <a:pt x="50778" y="81678"/>
                    <a:pt x="45222" y="82337"/>
                    <a:pt x="39667" y="82000"/>
                  </a:cubicBezTo>
                  <a:cubicBezTo>
                    <a:pt x="34111" y="82325"/>
                    <a:pt x="28556" y="82667"/>
                    <a:pt x="23000" y="82000"/>
                  </a:cubicBezTo>
                  <a:cubicBezTo>
                    <a:pt x="23262" y="75111"/>
                    <a:pt x="23457" y="68222"/>
                    <a:pt x="23000" y="61333"/>
                  </a:cubicBezTo>
                  <a:cubicBezTo>
                    <a:pt x="23883" y="54444"/>
                    <a:pt x="23880" y="47556"/>
                    <a:pt x="23000" y="40667"/>
                  </a:cubicBezTo>
                  <a:cubicBezTo>
                    <a:pt x="22561" y="33778"/>
                    <a:pt x="23541" y="26889"/>
                    <a:pt x="23000" y="20000"/>
                  </a:cubicBezTo>
                  <a:close/>
                  <a:moveTo>
                    <a:pt x="48100" y="12000"/>
                  </a:moveTo>
                  <a:cubicBezTo>
                    <a:pt x="49664" y="11948"/>
                    <a:pt x="51463" y="13952"/>
                    <a:pt x="51000" y="15000"/>
                  </a:cubicBezTo>
                  <a:cubicBezTo>
                    <a:pt x="50958" y="16501"/>
                    <a:pt x="49450" y="17622"/>
                    <a:pt x="48000" y="18000"/>
                  </a:cubicBezTo>
                  <a:cubicBezTo>
                    <a:pt x="46641" y="18375"/>
                    <a:pt x="45202" y="17233"/>
                    <a:pt x="45000" y="15000"/>
                  </a:cubicBezTo>
                  <a:cubicBezTo>
                    <a:pt x="45227" y="12895"/>
                    <a:pt x="46267" y="11465"/>
                    <a:pt x="48100" y="12000"/>
                  </a:cubicBezTo>
                  <a:close/>
                  <a:moveTo>
                    <a:pt x="17000" y="18000"/>
                  </a:moveTo>
                  <a:cubicBezTo>
                    <a:pt x="17942" y="25333"/>
                    <a:pt x="17900" y="32667"/>
                    <a:pt x="17000" y="40000"/>
                  </a:cubicBezTo>
                  <a:cubicBezTo>
                    <a:pt x="16457" y="47333"/>
                    <a:pt x="18127" y="54667"/>
                    <a:pt x="17000" y="62000"/>
                  </a:cubicBezTo>
                  <a:cubicBezTo>
                    <a:pt x="16651" y="69333"/>
                    <a:pt x="16109" y="76667"/>
                    <a:pt x="17000" y="84000"/>
                  </a:cubicBezTo>
                  <a:cubicBezTo>
                    <a:pt x="16552" y="85871"/>
                    <a:pt x="18406" y="87689"/>
                    <a:pt x="21000" y="88000"/>
                  </a:cubicBezTo>
                  <a:cubicBezTo>
                    <a:pt x="27000" y="86976"/>
                    <a:pt x="33000" y="88244"/>
                    <a:pt x="39000" y="88000"/>
                  </a:cubicBezTo>
                  <a:cubicBezTo>
                    <a:pt x="45000" y="87129"/>
                    <a:pt x="51000" y="87905"/>
                    <a:pt x="57000" y="88000"/>
                  </a:cubicBezTo>
                  <a:cubicBezTo>
                    <a:pt x="63000" y="88971"/>
                    <a:pt x="69000" y="87223"/>
                    <a:pt x="75000" y="88000"/>
                  </a:cubicBezTo>
                  <a:cubicBezTo>
                    <a:pt x="77577" y="87502"/>
                    <a:pt x="79403" y="86517"/>
                    <a:pt x="79000" y="84000"/>
                  </a:cubicBezTo>
                  <a:cubicBezTo>
                    <a:pt x="79833" y="76667"/>
                    <a:pt x="79773" y="69333"/>
                    <a:pt x="79000" y="62000"/>
                  </a:cubicBezTo>
                  <a:cubicBezTo>
                    <a:pt x="78101" y="54667"/>
                    <a:pt x="79458" y="47333"/>
                    <a:pt x="79000" y="40000"/>
                  </a:cubicBezTo>
                  <a:cubicBezTo>
                    <a:pt x="79863" y="32667"/>
                    <a:pt x="78874" y="25333"/>
                    <a:pt x="79000" y="18000"/>
                  </a:cubicBezTo>
                  <a:cubicBezTo>
                    <a:pt x="79468" y="15793"/>
                    <a:pt x="77247" y="14026"/>
                    <a:pt x="75000" y="14000"/>
                  </a:cubicBezTo>
                  <a:cubicBezTo>
                    <a:pt x="69333" y="14899"/>
                    <a:pt x="63667" y="13254"/>
                    <a:pt x="58000" y="14000"/>
                  </a:cubicBezTo>
                  <a:cubicBezTo>
                    <a:pt x="57939" y="13333"/>
                    <a:pt x="58047" y="12667"/>
                    <a:pt x="58000" y="12000"/>
                  </a:cubicBezTo>
                  <a:cubicBezTo>
                    <a:pt x="58264" y="9878"/>
                    <a:pt x="56653" y="7924"/>
                    <a:pt x="54000" y="8000"/>
                  </a:cubicBezTo>
                  <a:cubicBezTo>
                    <a:pt x="50000" y="7693"/>
                    <a:pt x="46000" y="7297"/>
                    <a:pt x="42000" y="8000"/>
                  </a:cubicBezTo>
                  <a:cubicBezTo>
                    <a:pt x="40191" y="8343"/>
                    <a:pt x="37573" y="9382"/>
                    <a:pt x="38000" y="12000"/>
                  </a:cubicBezTo>
                  <a:cubicBezTo>
                    <a:pt x="37891" y="12667"/>
                    <a:pt x="38047" y="13333"/>
                    <a:pt x="38000" y="14000"/>
                  </a:cubicBezTo>
                  <a:cubicBezTo>
                    <a:pt x="32333" y="13894"/>
                    <a:pt x="26667" y="13776"/>
                    <a:pt x="21000" y="14000"/>
                  </a:cubicBezTo>
                  <a:cubicBezTo>
                    <a:pt x="19301" y="14076"/>
                    <a:pt x="16952" y="15896"/>
                    <a:pt x="17000" y="1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52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20000"/>
                          </a:moveTo>
                          <a:cubicBezTo>
                            <a:pt x="26667" y="19462"/>
                            <a:pt x="30333" y="19746"/>
                            <a:pt x="34000" y="20000"/>
                          </a:cubicBezTo>
                          <a:cubicBezTo>
                            <a:pt x="33677" y="22000"/>
                            <a:pt x="33672" y="24000"/>
                            <a:pt x="34000" y="26000"/>
                          </a:cubicBezTo>
                          <a:cubicBezTo>
                            <a:pt x="43333" y="26836"/>
                            <a:pt x="52667" y="26472"/>
                            <a:pt x="62000" y="26000"/>
                          </a:cubicBezTo>
                          <a:cubicBezTo>
                            <a:pt x="62217" y="24000"/>
                            <a:pt x="61859" y="22000"/>
                            <a:pt x="62000" y="20000"/>
                          </a:cubicBezTo>
                          <a:cubicBezTo>
                            <a:pt x="65667" y="19556"/>
                            <a:pt x="69333" y="19916"/>
                            <a:pt x="73000" y="20000"/>
                          </a:cubicBezTo>
                          <a:cubicBezTo>
                            <a:pt x="73948" y="26889"/>
                            <a:pt x="72413" y="33778"/>
                            <a:pt x="73000" y="40667"/>
                          </a:cubicBezTo>
                          <a:cubicBezTo>
                            <a:pt x="73154" y="47556"/>
                            <a:pt x="74123" y="54444"/>
                            <a:pt x="73000" y="61333"/>
                          </a:cubicBezTo>
                          <a:cubicBezTo>
                            <a:pt x="73097" y="68222"/>
                            <a:pt x="72114" y="75111"/>
                            <a:pt x="73000" y="82000"/>
                          </a:cubicBezTo>
                          <a:cubicBezTo>
                            <a:pt x="67444" y="81455"/>
                            <a:pt x="61889" y="82185"/>
                            <a:pt x="56333" y="82000"/>
                          </a:cubicBezTo>
                          <a:cubicBezTo>
                            <a:pt x="50778" y="81678"/>
                            <a:pt x="45222" y="82337"/>
                            <a:pt x="39667" y="82000"/>
                          </a:cubicBezTo>
                          <a:cubicBezTo>
                            <a:pt x="34111" y="82325"/>
                            <a:pt x="28556" y="82667"/>
                            <a:pt x="23000" y="82000"/>
                          </a:cubicBezTo>
                          <a:cubicBezTo>
                            <a:pt x="23262" y="75111"/>
                            <a:pt x="23457" y="68222"/>
                            <a:pt x="23000" y="61333"/>
                          </a:cubicBezTo>
                          <a:cubicBezTo>
                            <a:pt x="23883" y="54444"/>
                            <a:pt x="23880" y="47556"/>
                            <a:pt x="23000" y="40667"/>
                          </a:cubicBezTo>
                          <a:cubicBezTo>
                            <a:pt x="22561" y="33778"/>
                            <a:pt x="23541" y="26889"/>
                            <a:pt x="23000" y="20000"/>
                          </a:cubicBezTo>
                          <a:close/>
                          <a:moveTo>
                            <a:pt x="48100" y="12000"/>
                          </a:moveTo>
                          <a:cubicBezTo>
                            <a:pt x="49664" y="11948"/>
                            <a:pt x="51463" y="13952"/>
                            <a:pt x="51000" y="15000"/>
                          </a:cubicBezTo>
                          <a:cubicBezTo>
                            <a:pt x="50958" y="16501"/>
                            <a:pt x="49450" y="17622"/>
                            <a:pt x="48000" y="18000"/>
                          </a:cubicBezTo>
                          <a:cubicBezTo>
                            <a:pt x="46641" y="18375"/>
                            <a:pt x="45202" y="17233"/>
                            <a:pt x="45000" y="15000"/>
                          </a:cubicBezTo>
                          <a:cubicBezTo>
                            <a:pt x="45227" y="12895"/>
                            <a:pt x="46267" y="11465"/>
                            <a:pt x="48100" y="12000"/>
                          </a:cubicBezTo>
                          <a:close/>
                          <a:moveTo>
                            <a:pt x="17000" y="18000"/>
                          </a:moveTo>
                          <a:cubicBezTo>
                            <a:pt x="17942" y="25333"/>
                            <a:pt x="17900" y="32667"/>
                            <a:pt x="17000" y="40000"/>
                          </a:cubicBezTo>
                          <a:cubicBezTo>
                            <a:pt x="16457" y="47333"/>
                            <a:pt x="18127" y="54667"/>
                            <a:pt x="17000" y="62000"/>
                          </a:cubicBezTo>
                          <a:cubicBezTo>
                            <a:pt x="16651" y="69333"/>
                            <a:pt x="16109" y="76667"/>
                            <a:pt x="17000" y="84000"/>
                          </a:cubicBezTo>
                          <a:cubicBezTo>
                            <a:pt x="16552" y="85871"/>
                            <a:pt x="18406" y="87689"/>
                            <a:pt x="21000" y="88000"/>
                          </a:cubicBezTo>
                          <a:cubicBezTo>
                            <a:pt x="27000" y="86976"/>
                            <a:pt x="33000" y="88244"/>
                            <a:pt x="39000" y="88000"/>
                          </a:cubicBezTo>
                          <a:cubicBezTo>
                            <a:pt x="45000" y="87129"/>
                            <a:pt x="51000" y="87905"/>
                            <a:pt x="57000" y="88000"/>
                          </a:cubicBezTo>
                          <a:cubicBezTo>
                            <a:pt x="63000" y="88971"/>
                            <a:pt x="69000" y="87223"/>
                            <a:pt x="75000" y="88000"/>
                          </a:cubicBezTo>
                          <a:cubicBezTo>
                            <a:pt x="77577" y="87502"/>
                            <a:pt x="79403" y="86517"/>
                            <a:pt x="79000" y="84000"/>
                          </a:cubicBezTo>
                          <a:cubicBezTo>
                            <a:pt x="79833" y="76667"/>
                            <a:pt x="79773" y="69333"/>
                            <a:pt x="79000" y="62000"/>
                          </a:cubicBezTo>
                          <a:cubicBezTo>
                            <a:pt x="78101" y="54667"/>
                            <a:pt x="79458" y="47333"/>
                            <a:pt x="79000" y="40000"/>
                          </a:cubicBezTo>
                          <a:cubicBezTo>
                            <a:pt x="79863" y="32667"/>
                            <a:pt x="78874" y="25333"/>
                            <a:pt x="79000" y="18000"/>
                          </a:cubicBezTo>
                          <a:cubicBezTo>
                            <a:pt x="79468" y="15793"/>
                            <a:pt x="77247" y="14026"/>
                            <a:pt x="75000" y="14000"/>
                          </a:cubicBezTo>
                          <a:cubicBezTo>
                            <a:pt x="69333" y="14899"/>
                            <a:pt x="63667" y="13254"/>
                            <a:pt x="58000" y="14000"/>
                          </a:cubicBezTo>
                          <a:cubicBezTo>
                            <a:pt x="57939" y="13333"/>
                            <a:pt x="58047" y="12667"/>
                            <a:pt x="58000" y="12000"/>
                          </a:cubicBezTo>
                          <a:cubicBezTo>
                            <a:pt x="58264" y="9878"/>
                            <a:pt x="56653" y="7924"/>
                            <a:pt x="54000" y="8000"/>
                          </a:cubicBezTo>
                          <a:cubicBezTo>
                            <a:pt x="50000" y="7693"/>
                            <a:pt x="46000" y="7297"/>
                            <a:pt x="42000" y="8000"/>
                          </a:cubicBezTo>
                          <a:cubicBezTo>
                            <a:pt x="40191" y="8343"/>
                            <a:pt x="37573" y="9382"/>
                            <a:pt x="38000" y="12000"/>
                          </a:cubicBezTo>
                          <a:cubicBezTo>
                            <a:pt x="37891" y="12667"/>
                            <a:pt x="38047" y="13333"/>
                            <a:pt x="38000" y="14000"/>
                          </a:cubicBezTo>
                          <a:cubicBezTo>
                            <a:pt x="32333" y="13894"/>
                            <a:pt x="26667" y="13776"/>
                            <a:pt x="21000" y="14000"/>
                          </a:cubicBezTo>
                          <a:cubicBezTo>
                            <a:pt x="19301" y="14076"/>
                            <a:pt x="16952" y="15896"/>
                            <a:pt x="17000" y="1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Validator 2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4000"/>
                  </a:moveTo>
                  <a:cubicBezTo>
                    <a:pt x="34667" y="34846"/>
                    <a:pt x="40333" y="33981"/>
                    <a:pt x="46000" y="34000"/>
                  </a:cubicBezTo>
                  <a:cubicBezTo>
                    <a:pt x="45824" y="35333"/>
                    <a:pt x="45940" y="36667"/>
                    <a:pt x="46000" y="38000"/>
                  </a:cubicBezTo>
                  <a:cubicBezTo>
                    <a:pt x="40333" y="37758"/>
                    <a:pt x="34667" y="38037"/>
                    <a:pt x="29000" y="38000"/>
                  </a:cubicBezTo>
                  <a:cubicBezTo>
                    <a:pt x="29148" y="36667"/>
                    <a:pt x="29059" y="35333"/>
                    <a:pt x="29000" y="34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44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4000"/>
                          </a:moveTo>
                          <a:cubicBezTo>
                            <a:pt x="34667" y="34846"/>
                            <a:pt x="40333" y="33981"/>
                            <a:pt x="46000" y="34000"/>
                          </a:cubicBezTo>
                          <a:cubicBezTo>
                            <a:pt x="45824" y="35333"/>
                            <a:pt x="45940" y="36667"/>
                            <a:pt x="46000" y="38000"/>
                          </a:cubicBezTo>
                          <a:cubicBezTo>
                            <a:pt x="40333" y="37758"/>
                            <a:pt x="34667" y="38037"/>
                            <a:pt x="29000" y="38000"/>
                          </a:cubicBezTo>
                          <a:cubicBezTo>
                            <a:pt x="29148" y="36667"/>
                            <a:pt x="29059" y="35333"/>
                            <a:pt x="29000" y="34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Validator 3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6000"/>
                  </a:moveTo>
                  <a:cubicBezTo>
                    <a:pt x="34667" y="45368"/>
                    <a:pt x="40333" y="46279"/>
                    <a:pt x="46000" y="46000"/>
                  </a:cubicBezTo>
                  <a:cubicBezTo>
                    <a:pt x="45797" y="47333"/>
                    <a:pt x="45774" y="48667"/>
                    <a:pt x="46000" y="50000"/>
                  </a:cubicBezTo>
                  <a:cubicBezTo>
                    <a:pt x="40333" y="50239"/>
                    <a:pt x="34667" y="49622"/>
                    <a:pt x="29000" y="50000"/>
                  </a:cubicBezTo>
                  <a:cubicBezTo>
                    <a:pt x="29187" y="48667"/>
                    <a:pt x="29055" y="47333"/>
                    <a:pt x="29000" y="46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36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6000"/>
                          </a:moveTo>
                          <a:cubicBezTo>
                            <a:pt x="34667" y="45368"/>
                            <a:pt x="40333" y="46279"/>
                            <a:pt x="46000" y="46000"/>
                          </a:cubicBezTo>
                          <a:cubicBezTo>
                            <a:pt x="45797" y="47333"/>
                            <a:pt x="45774" y="48667"/>
                            <a:pt x="46000" y="50000"/>
                          </a:cubicBezTo>
                          <a:cubicBezTo>
                            <a:pt x="40333" y="50239"/>
                            <a:pt x="34667" y="49622"/>
                            <a:pt x="29000" y="50000"/>
                          </a:cubicBezTo>
                          <a:cubicBezTo>
                            <a:pt x="29187" y="48667"/>
                            <a:pt x="29055" y="47333"/>
                            <a:pt x="29000" y="46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Validator 4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8000"/>
                  </a:moveTo>
                  <a:cubicBezTo>
                    <a:pt x="34667" y="57246"/>
                    <a:pt x="40333" y="58928"/>
                    <a:pt x="46000" y="58000"/>
                  </a:cubicBezTo>
                  <a:cubicBezTo>
                    <a:pt x="45786" y="59333"/>
                    <a:pt x="46127" y="60667"/>
                    <a:pt x="46000" y="62000"/>
                  </a:cubicBezTo>
                  <a:cubicBezTo>
                    <a:pt x="40333" y="61081"/>
                    <a:pt x="34667" y="62393"/>
                    <a:pt x="29000" y="62000"/>
                  </a:cubicBezTo>
                  <a:cubicBezTo>
                    <a:pt x="28782" y="60667"/>
                    <a:pt x="29046" y="59333"/>
                    <a:pt x="29000" y="5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228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8000"/>
                          </a:moveTo>
                          <a:cubicBezTo>
                            <a:pt x="34667" y="57246"/>
                            <a:pt x="40333" y="58928"/>
                            <a:pt x="46000" y="58000"/>
                          </a:cubicBezTo>
                          <a:cubicBezTo>
                            <a:pt x="45786" y="59333"/>
                            <a:pt x="46127" y="60667"/>
                            <a:pt x="46000" y="62000"/>
                          </a:cubicBezTo>
                          <a:cubicBezTo>
                            <a:pt x="40333" y="61081"/>
                            <a:pt x="34667" y="62393"/>
                            <a:pt x="29000" y="62000"/>
                          </a:cubicBezTo>
                          <a:cubicBezTo>
                            <a:pt x="28782" y="60667"/>
                            <a:pt x="29046" y="59333"/>
                            <a:pt x="29000" y="5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Validator 5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70000"/>
                  </a:moveTo>
                  <a:cubicBezTo>
                    <a:pt x="34667" y="69969"/>
                    <a:pt x="40333" y="70445"/>
                    <a:pt x="46000" y="70000"/>
                  </a:cubicBezTo>
                  <a:cubicBezTo>
                    <a:pt x="45818" y="71333"/>
                    <a:pt x="46062" y="72667"/>
                    <a:pt x="46000" y="74000"/>
                  </a:cubicBezTo>
                  <a:cubicBezTo>
                    <a:pt x="40333" y="73361"/>
                    <a:pt x="34667" y="73908"/>
                    <a:pt x="29000" y="74000"/>
                  </a:cubicBezTo>
                  <a:cubicBezTo>
                    <a:pt x="29199" y="72667"/>
                    <a:pt x="29033" y="71333"/>
                    <a:pt x="29000" y="7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020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70000"/>
                          </a:moveTo>
                          <a:cubicBezTo>
                            <a:pt x="34667" y="69969"/>
                            <a:pt x="40333" y="70445"/>
                            <a:pt x="46000" y="70000"/>
                          </a:cubicBezTo>
                          <a:cubicBezTo>
                            <a:pt x="45818" y="71333"/>
                            <a:pt x="46062" y="72667"/>
                            <a:pt x="46000" y="74000"/>
                          </a:cubicBezTo>
                          <a:cubicBezTo>
                            <a:pt x="40333" y="73361"/>
                            <a:pt x="34667" y="73908"/>
                            <a:pt x="29000" y="74000"/>
                          </a:cubicBezTo>
                          <a:cubicBezTo>
                            <a:pt x="29199" y="72667"/>
                            <a:pt x="29033" y="71333"/>
                            <a:pt x="29000" y="7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Validator 6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35800"/>
                  </a:moveTo>
                  <a:cubicBezTo>
                    <a:pt x="53499" y="34999"/>
                    <a:pt x="54280" y="34380"/>
                    <a:pt x="55000" y="33700"/>
                  </a:cubicBezTo>
                  <a:cubicBezTo>
                    <a:pt x="55782" y="34652"/>
                    <a:pt x="56718" y="35449"/>
                    <a:pt x="57600" y="36300"/>
                  </a:cubicBezTo>
                  <a:cubicBezTo>
                    <a:pt x="59560" y="33860"/>
                    <a:pt x="62337" y="32237"/>
                    <a:pt x="64200" y="29700"/>
                  </a:cubicBezTo>
                  <a:cubicBezTo>
                    <a:pt x="64904" y="30396"/>
                    <a:pt x="65667" y="31033"/>
                    <a:pt x="66300" y="31800"/>
                  </a:cubicBezTo>
                  <a:cubicBezTo>
                    <a:pt x="63683" y="34983"/>
                    <a:pt x="60118" y="37218"/>
                    <a:pt x="57600" y="40500"/>
                  </a:cubicBezTo>
                  <a:cubicBezTo>
                    <a:pt x="56149" y="38818"/>
                    <a:pt x="54614" y="37219"/>
                    <a:pt x="52900" y="35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81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35800"/>
                          </a:moveTo>
                          <a:cubicBezTo>
                            <a:pt x="53499" y="34999"/>
                            <a:pt x="54280" y="34380"/>
                            <a:pt x="55000" y="33700"/>
                          </a:cubicBezTo>
                          <a:cubicBezTo>
                            <a:pt x="55782" y="34652"/>
                            <a:pt x="56718" y="35449"/>
                            <a:pt x="57600" y="36300"/>
                          </a:cubicBezTo>
                          <a:cubicBezTo>
                            <a:pt x="59560" y="33860"/>
                            <a:pt x="62337" y="32237"/>
                            <a:pt x="64200" y="29700"/>
                          </a:cubicBezTo>
                          <a:cubicBezTo>
                            <a:pt x="64904" y="30396"/>
                            <a:pt x="65667" y="31033"/>
                            <a:pt x="66300" y="31800"/>
                          </a:cubicBezTo>
                          <a:cubicBezTo>
                            <a:pt x="63683" y="34983"/>
                            <a:pt x="60118" y="37218"/>
                            <a:pt x="57600" y="40500"/>
                          </a:cubicBezTo>
                          <a:cubicBezTo>
                            <a:pt x="56149" y="38818"/>
                            <a:pt x="54614" y="37219"/>
                            <a:pt x="52900" y="35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Validator 7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47800"/>
                  </a:moveTo>
                  <a:cubicBezTo>
                    <a:pt x="53489" y="46989"/>
                    <a:pt x="54315" y="46415"/>
                    <a:pt x="55000" y="45700"/>
                  </a:cubicBezTo>
                  <a:cubicBezTo>
                    <a:pt x="55722" y="46711"/>
                    <a:pt x="56813" y="47354"/>
                    <a:pt x="57600" y="48300"/>
                  </a:cubicBezTo>
                  <a:cubicBezTo>
                    <a:pt x="59700" y="46000"/>
                    <a:pt x="62376" y="44276"/>
                    <a:pt x="64200" y="41700"/>
                  </a:cubicBezTo>
                  <a:cubicBezTo>
                    <a:pt x="64893" y="42407"/>
                    <a:pt x="65531" y="43169"/>
                    <a:pt x="66300" y="43800"/>
                  </a:cubicBezTo>
                  <a:cubicBezTo>
                    <a:pt x="63528" y="46828"/>
                    <a:pt x="60361" y="49461"/>
                    <a:pt x="57600" y="52500"/>
                  </a:cubicBezTo>
                  <a:cubicBezTo>
                    <a:pt x="55831" y="51136"/>
                    <a:pt x="54691" y="49143"/>
                    <a:pt x="52900" y="47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560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47800"/>
                          </a:moveTo>
                          <a:cubicBezTo>
                            <a:pt x="53489" y="46989"/>
                            <a:pt x="54315" y="46415"/>
                            <a:pt x="55000" y="45700"/>
                          </a:cubicBezTo>
                          <a:cubicBezTo>
                            <a:pt x="55722" y="46711"/>
                            <a:pt x="56813" y="47354"/>
                            <a:pt x="57600" y="48300"/>
                          </a:cubicBezTo>
                          <a:cubicBezTo>
                            <a:pt x="59700" y="46000"/>
                            <a:pt x="62376" y="44276"/>
                            <a:pt x="64200" y="41700"/>
                          </a:cubicBezTo>
                          <a:cubicBezTo>
                            <a:pt x="64893" y="42407"/>
                            <a:pt x="65531" y="43169"/>
                            <a:pt x="66300" y="43800"/>
                          </a:cubicBezTo>
                          <a:cubicBezTo>
                            <a:pt x="63528" y="46828"/>
                            <a:pt x="60361" y="49461"/>
                            <a:pt x="57600" y="52500"/>
                          </a:cubicBezTo>
                          <a:cubicBezTo>
                            <a:pt x="55831" y="51136"/>
                            <a:pt x="54691" y="49143"/>
                            <a:pt x="52900" y="47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Validator 8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59800"/>
                  </a:moveTo>
                  <a:cubicBezTo>
                    <a:pt x="53517" y="59017"/>
                    <a:pt x="54249" y="58349"/>
                    <a:pt x="55000" y="57700"/>
                  </a:cubicBezTo>
                  <a:cubicBezTo>
                    <a:pt x="55755" y="58678"/>
                    <a:pt x="56652" y="59515"/>
                    <a:pt x="57600" y="60300"/>
                  </a:cubicBezTo>
                  <a:cubicBezTo>
                    <a:pt x="59459" y="57759"/>
                    <a:pt x="62043" y="55943"/>
                    <a:pt x="64200" y="53700"/>
                  </a:cubicBezTo>
                  <a:cubicBezTo>
                    <a:pt x="64812" y="54488"/>
                    <a:pt x="65713" y="54987"/>
                    <a:pt x="66300" y="55800"/>
                  </a:cubicBezTo>
                  <a:cubicBezTo>
                    <a:pt x="63867" y="59167"/>
                    <a:pt x="60558" y="61658"/>
                    <a:pt x="57600" y="64500"/>
                  </a:cubicBezTo>
                  <a:cubicBezTo>
                    <a:pt x="56055" y="62911"/>
                    <a:pt x="54474" y="61360"/>
                    <a:pt x="52900" y="59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639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59800"/>
                          </a:moveTo>
                          <a:cubicBezTo>
                            <a:pt x="53517" y="59017"/>
                            <a:pt x="54249" y="58349"/>
                            <a:pt x="55000" y="57700"/>
                          </a:cubicBezTo>
                          <a:cubicBezTo>
                            <a:pt x="55755" y="58678"/>
                            <a:pt x="56652" y="59515"/>
                            <a:pt x="57600" y="60300"/>
                          </a:cubicBezTo>
                          <a:cubicBezTo>
                            <a:pt x="59459" y="57759"/>
                            <a:pt x="62043" y="55943"/>
                            <a:pt x="64200" y="53700"/>
                          </a:cubicBezTo>
                          <a:cubicBezTo>
                            <a:pt x="64812" y="54488"/>
                            <a:pt x="65713" y="54987"/>
                            <a:pt x="66300" y="55800"/>
                          </a:cubicBezTo>
                          <a:cubicBezTo>
                            <a:pt x="63867" y="59167"/>
                            <a:pt x="60558" y="61658"/>
                            <a:pt x="57600" y="64500"/>
                          </a:cubicBezTo>
                          <a:cubicBezTo>
                            <a:pt x="56055" y="62911"/>
                            <a:pt x="54474" y="61360"/>
                            <a:pt x="52900" y="59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Validator 9"/>
            <p:cNvSpPr/>
            <p:nvPr/>
          </p:nvSpPr>
          <p:spPr>
            <a:xfrm>
              <a:off x="0" y="0"/>
              <a:ext cx="658368" cy="658368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2900" y="71800"/>
                  </a:moveTo>
                  <a:cubicBezTo>
                    <a:pt x="53477" y="70977"/>
                    <a:pt x="54280" y="70380"/>
                    <a:pt x="55000" y="69700"/>
                  </a:cubicBezTo>
                  <a:cubicBezTo>
                    <a:pt x="55913" y="70521"/>
                    <a:pt x="56755" y="71412"/>
                    <a:pt x="57600" y="72300"/>
                  </a:cubicBezTo>
                  <a:cubicBezTo>
                    <a:pt x="59570" y="69870"/>
                    <a:pt x="61814" y="67714"/>
                    <a:pt x="64200" y="65700"/>
                  </a:cubicBezTo>
                  <a:cubicBezTo>
                    <a:pt x="64942" y="66358"/>
                    <a:pt x="65491" y="67209"/>
                    <a:pt x="66300" y="67800"/>
                  </a:cubicBezTo>
                  <a:cubicBezTo>
                    <a:pt x="63866" y="71166"/>
                    <a:pt x="60291" y="73391"/>
                    <a:pt x="57600" y="76500"/>
                  </a:cubicBezTo>
                  <a:cubicBezTo>
                    <a:pt x="56263" y="74704"/>
                    <a:pt x="54558" y="73275"/>
                    <a:pt x="52900" y="718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718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52900" y="71800"/>
                          </a:moveTo>
                          <a:cubicBezTo>
                            <a:pt x="53477" y="70977"/>
                            <a:pt x="54280" y="70380"/>
                            <a:pt x="55000" y="69700"/>
                          </a:cubicBezTo>
                          <a:cubicBezTo>
                            <a:pt x="55913" y="70521"/>
                            <a:pt x="56755" y="71412"/>
                            <a:pt x="57600" y="72300"/>
                          </a:cubicBezTo>
                          <a:cubicBezTo>
                            <a:pt x="59570" y="69870"/>
                            <a:pt x="61814" y="67714"/>
                            <a:pt x="64200" y="65700"/>
                          </a:cubicBezTo>
                          <a:cubicBezTo>
                            <a:pt x="64942" y="66358"/>
                            <a:pt x="65491" y="67209"/>
                            <a:pt x="66300" y="67800"/>
                          </a:cubicBezTo>
                          <a:cubicBezTo>
                            <a:pt x="63866" y="71166"/>
                            <a:pt x="60291" y="73391"/>
                            <a:pt x="57600" y="76500"/>
                          </a:cubicBezTo>
                          <a:cubicBezTo>
                            <a:pt x="56263" y="74704"/>
                            <a:pt x="54558" y="73275"/>
                            <a:pt x="52900" y="71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7" name="Validator label"/>
          <p:cNvSpPr txBox="1"/>
          <p:nvPr/>
        </p:nvSpPr>
        <p:spPr>
          <a:xfrm>
            <a:off x="4878638" y="4301002"/>
            <a:ext cx="2367419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validate</a:t>
            </a:r>
          </a:p>
        </p:txBody>
      </p:sp>
      <p:cxnSp>
        <p:nvCxnSpPr>
          <p:cNvPr id="139" name="App-DB"/>
          <p:cNvCxnSpPr/>
          <p:nvPr/>
        </p:nvCxnSpPr>
        <p:spPr>
          <a:xfrm>
            <a:off x="7440610" y="4118267"/>
            <a:ext cx="1640760" cy="721354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38" name="Can 15"/>
          <p:cNvSpPr/>
          <p:nvPr/>
        </p:nvSpPr>
        <p:spPr>
          <a:xfrm>
            <a:off x="9216016" y="4368578"/>
            <a:ext cx="835378" cy="1207911"/>
          </a:xfrm>
          <a:custGeom>
            <a:avLst/>
            <a:gdLst>
              <a:gd name="csX0" fmla="*/ 0 w 835378"/>
              <a:gd name="csY0" fmla="*/ 104422 h 1207911"/>
              <a:gd name="csX1" fmla="*/ 417689 w 835378"/>
              <a:gd name="csY1" fmla="*/ 208844 h 1207911"/>
              <a:gd name="csX2" fmla="*/ 835378 w 835378"/>
              <a:gd name="csY2" fmla="*/ 104422 h 1207911"/>
              <a:gd name="csX3" fmla="*/ 835378 w 835378"/>
              <a:gd name="csY3" fmla="*/ 623937 h 1207911"/>
              <a:gd name="csX4" fmla="*/ 835378 w 835378"/>
              <a:gd name="csY4" fmla="*/ 1103489 h 1207911"/>
              <a:gd name="csX5" fmla="*/ 417689 w 835378"/>
              <a:gd name="csY5" fmla="*/ 1207911 h 1207911"/>
              <a:gd name="csX6" fmla="*/ 0 w 835378"/>
              <a:gd name="csY6" fmla="*/ 1103489 h 1207911"/>
              <a:gd name="csX7" fmla="*/ 0 w 835378"/>
              <a:gd name="csY7" fmla="*/ 623937 h 1207911"/>
              <a:gd name="csX8" fmla="*/ 0 w 835378"/>
              <a:gd name="csY8" fmla="*/ 104422 h 1207911"/>
              <a:gd name="csX0" fmla="*/ 0 w 835378"/>
              <a:gd name="csY0" fmla="*/ 104422 h 1207911"/>
              <a:gd name="csX1" fmla="*/ 417689 w 835378"/>
              <a:gd name="csY1" fmla="*/ 0 h 1207911"/>
              <a:gd name="csX2" fmla="*/ 835378 w 835378"/>
              <a:gd name="csY2" fmla="*/ 104422 h 1207911"/>
              <a:gd name="csX3" fmla="*/ 417689 w 835378"/>
              <a:gd name="csY3" fmla="*/ 208844 h 1207911"/>
              <a:gd name="csX4" fmla="*/ 0 w 835378"/>
              <a:gd name="csY4" fmla="*/ 104422 h 1207911"/>
              <a:gd name="csX0" fmla="*/ 835378 w 835378"/>
              <a:gd name="csY0" fmla="*/ 104422 h 1207911"/>
              <a:gd name="csX1" fmla="*/ 417689 w 835378"/>
              <a:gd name="csY1" fmla="*/ 208844 h 1207911"/>
              <a:gd name="csX2" fmla="*/ 0 w 835378"/>
              <a:gd name="csY2" fmla="*/ 104422 h 1207911"/>
              <a:gd name="csX3" fmla="*/ 417689 w 835378"/>
              <a:gd name="csY3" fmla="*/ 0 h 1207911"/>
              <a:gd name="csX4" fmla="*/ 835378 w 835378"/>
              <a:gd name="csY4" fmla="*/ 104422 h 1207911"/>
              <a:gd name="csX5" fmla="*/ 835378 w 835378"/>
              <a:gd name="csY5" fmla="*/ 583974 h 1207911"/>
              <a:gd name="csX6" fmla="*/ 835378 w 835378"/>
              <a:gd name="csY6" fmla="*/ 1103489 h 1207911"/>
              <a:gd name="csX7" fmla="*/ 417689 w 835378"/>
              <a:gd name="csY7" fmla="*/ 1207911 h 1207911"/>
              <a:gd name="csX8" fmla="*/ 0 w 835378"/>
              <a:gd name="csY8" fmla="*/ 1103489 h 1207911"/>
              <a:gd name="csX9" fmla="*/ 0 w 835378"/>
              <a:gd name="csY9" fmla="*/ 633928 h 1207911"/>
              <a:gd name="csX10" fmla="*/ 0 w 835378"/>
              <a:gd name="csY10" fmla="*/ 104422 h 1207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835378" h="1207911" stroke="0" extrusionOk="0">
                <a:moveTo>
                  <a:pt x="0" y="104422"/>
                </a:moveTo>
                <a:cubicBezTo>
                  <a:pt x="-37485" y="138971"/>
                  <a:pt x="141783" y="225817"/>
                  <a:pt x="417689" y="208844"/>
                </a:cubicBezTo>
                <a:cubicBezTo>
                  <a:pt x="657958" y="210862"/>
                  <a:pt x="820001" y="162582"/>
                  <a:pt x="835378" y="104422"/>
                </a:cubicBezTo>
                <a:cubicBezTo>
                  <a:pt x="884701" y="266860"/>
                  <a:pt x="821689" y="366251"/>
                  <a:pt x="835378" y="623937"/>
                </a:cubicBezTo>
                <a:cubicBezTo>
                  <a:pt x="849067" y="881623"/>
                  <a:pt x="788526" y="995465"/>
                  <a:pt x="835378" y="1103489"/>
                </a:cubicBezTo>
                <a:cubicBezTo>
                  <a:pt x="874085" y="1165752"/>
                  <a:pt x="653769" y="1196804"/>
                  <a:pt x="417689" y="1207911"/>
                </a:cubicBezTo>
                <a:cubicBezTo>
                  <a:pt x="177270" y="1206420"/>
                  <a:pt x="-1950" y="1162996"/>
                  <a:pt x="0" y="1103489"/>
                </a:cubicBezTo>
                <a:cubicBezTo>
                  <a:pt x="-1219" y="990797"/>
                  <a:pt x="4157" y="834358"/>
                  <a:pt x="0" y="623937"/>
                </a:cubicBezTo>
                <a:cubicBezTo>
                  <a:pt x="-4157" y="413516"/>
                  <a:pt x="55495" y="319886"/>
                  <a:pt x="0" y="104422"/>
                </a:cubicBezTo>
                <a:close/>
              </a:path>
              <a:path w="835378" h="1207911" fill="lighten" stroke="0" extrusionOk="0">
                <a:moveTo>
                  <a:pt x="0" y="104422"/>
                </a:moveTo>
                <a:cubicBezTo>
                  <a:pt x="-44971" y="39477"/>
                  <a:pt x="217806" y="25189"/>
                  <a:pt x="417689" y="0"/>
                </a:cubicBezTo>
                <a:cubicBezTo>
                  <a:pt x="650988" y="3894"/>
                  <a:pt x="835711" y="50197"/>
                  <a:pt x="835378" y="104422"/>
                </a:cubicBezTo>
                <a:cubicBezTo>
                  <a:pt x="842236" y="172657"/>
                  <a:pt x="653664" y="215326"/>
                  <a:pt x="417689" y="208844"/>
                </a:cubicBezTo>
                <a:cubicBezTo>
                  <a:pt x="195913" y="201045"/>
                  <a:pt x="2536" y="150166"/>
                  <a:pt x="0" y="104422"/>
                </a:cubicBezTo>
                <a:close/>
              </a:path>
              <a:path w="835378" h="1207911" fill="none" extrusionOk="0">
                <a:moveTo>
                  <a:pt x="835378" y="104422"/>
                </a:moveTo>
                <a:cubicBezTo>
                  <a:pt x="819860" y="164641"/>
                  <a:pt x="634139" y="199023"/>
                  <a:pt x="417689" y="208844"/>
                </a:cubicBezTo>
                <a:cubicBezTo>
                  <a:pt x="170431" y="207667"/>
                  <a:pt x="-6770" y="148293"/>
                  <a:pt x="0" y="104422"/>
                </a:cubicBezTo>
                <a:cubicBezTo>
                  <a:pt x="3797" y="-4605"/>
                  <a:pt x="152041" y="20417"/>
                  <a:pt x="417689" y="0"/>
                </a:cubicBezTo>
                <a:cubicBezTo>
                  <a:pt x="644511" y="6904"/>
                  <a:pt x="842927" y="52361"/>
                  <a:pt x="835378" y="104422"/>
                </a:cubicBezTo>
                <a:cubicBezTo>
                  <a:pt x="837572" y="238264"/>
                  <a:pt x="823839" y="426921"/>
                  <a:pt x="835378" y="583974"/>
                </a:cubicBezTo>
                <a:cubicBezTo>
                  <a:pt x="846917" y="741027"/>
                  <a:pt x="830081" y="924943"/>
                  <a:pt x="835378" y="1103489"/>
                </a:cubicBezTo>
                <a:cubicBezTo>
                  <a:pt x="849627" y="1189374"/>
                  <a:pt x="604537" y="1231027"/>
                  <a:pt x="417689" y="1207911"/>
                </a:cubicBezTo>
                <a:cubicBezTo>
                  <a:pt x="188605" y="1198768"/>
                  <a:pt x="-13050" y="1160421"/>
                  <a:pt x="0" y="1103489"/>
                </a:cubicBezTo>
                <a:cubicBezTo>
                  <a:pt x="-24188" y="1007716"/>
                  <a:pt x="19811" y="754907"/>
                  <a:pt x="0" y="633928"/>
                </a:cubicBezTo>
                <a:cubicBezTo>
                  <a:pt x="-19811" y="512949"/>
                  <a:pt x="5603" y="298087"/>
                  <a:pt x="0" y="104422"/>
                </a:cubicBezTo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can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Ink Free" panose="03080402000500000000" pitchFamily="66" charset="0"/>
              </a:rPr>
              <a:t>Trail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Stats</a:t>
            </a:r>
            <a:b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</a:br>
            <a:r>
              <a:rPr lang="en-US" sz="1600" dirty="0">
                <a:solidFill>
                  <a:schemeClr val="tx1"/>
                </a:solidFill>
                <a:latin typeface="Ink Free" panose="03080402000500000000" pitchFamily="66" charset="0"/>
              </a:rPr>
              <a:t>DB</a:t>
            </a:r>
          </a:p>
        </p:txBody>
      </p:sp>
      <p:sp>
        <p:nvSpPr>
          <p:cNvPr id="140" name="Stored"/>
          <p:cNvSpPr txBox="1"/>
          <p:nvPr/>
        </p:nvSpPr>
        <p:spPr>
          <a:xfrm>
            <a:off x="8444985" y="5667929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null</a:t>
            </a:r>
          </a:p>
        </p:txBody>
      </p:sp>
      <p:cxnSp>
        <p:nvCxnSpPr>
          <p:cNvPr id="141" name="App-Log"/>
          <p:cNvCxnSpPr/>
          <p:nvPr/>
        </p:nvCxnSpPr>
        <p:spPr>
          <a:xfrm flipH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</p:cxnSp>
      <p:grpSp>
        <p:nvGrpSpPr>
          <p:cNvPr id="148" name="Reject log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42" name="Reject log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217" y="76333"/>
                    <a:pt x="22733" y="70667"/>
                    <a:pt x="23000" y="65000"/>
                  </a:cubicBezTo>
                  <a:cubicBezTo>
                    <a:pt x="22344" y="59333"/>
                    <a:pt x="23552" y="53667"/>
                    <a:pt x="23000" y="48000"/>
                  </a:cubicBezTo>
                  <a:cubicBezTo>
                    <a:pt x="23345" y="42333"/>
                    <a:pt x="23508" y="36667"/>
                    <a:pt x="23000" y="31000"/>
                  </a:cubicBezTo>
                  <a:cubicBezTo>
                    <a:pt x="22787" y="25333"/>
                    <a:pt x="23733" y="19667"/>
                    <a:pt x="23000" y="14000"/>
                  </a:cubicBezTo>
                  <a:cubicBezTo>
                    <a:pt x="31333" y="13434"/>
                    <a:pt x="39667" y="14012"/>
                    <a:pt x="48000" y="14000"/>
                  </a:cubicBezTo>
                  <a:cubicBezTo>
                    <a:pt x="48134" y="21000"/>
                    <a:pt x="47917" y="28000"/>
                    <a:pt x="48000" y="35000"/>
                  </a:cubicBezTo>
                  <a:cubicBezTo>
                    <a:pt x="56333" y="33916"/>
                    <a:pt x="64667" y="34099"/>
                    <a:pt x="73000" y="35000"/>
                  </a:cubicBezTo>
                  <a:cubicBezTo>
                    <a:pt x="72775" y="42833"/>
                    <a:pt x="73301" y="50667"/>
                    <a:pt x="73000" y="58500"/>
                  </a:cubicBezTo>
                  <a:cubicBezTo>
                    <a:pt x="74013" y="66333"/>
                    <a:pt x="72300" y="74167"/>
                    <a:pt x="73000" y="82000"/>
                  </a:cubicBezTo>
                  <a:cubicBezTo>
                    <a:pt x="67444" y="81521"/>
                    <a:pt x="61889" y="81646"/>
                    <a:pt x="56333" y="82000"/>
                  </a:cubicBezTo>
                  <a:cubicBezTo>
                    <a:pt x="50778" y="81407"/>
                    <a:pt x="45222" y="81389"/>
                    <a:pt x="39667" y="82000"/>
                  </a:cubicBezTo>
                  <a:cubicBezTo>
                    <a:pt x="34111" y="82420"/>
                    <a:pt x="28556" y="81762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468" y="20365"/>
                    <a:pt x="62261" y="24906"/>
                    <a:pt x="66500" y="29000"/>
                  </a:cubicBezTo>
                  <a:cubicBezTo>
                    <a:pt x="62333" y="28387"/>
                    <a:pt x="58167" y="29537"/>
                    <a:pt x="54000" y="29000"/>
                  </a:cubicBezTo>
                  <a:cubicBezTo>
                    <a:pt x="53472" y="24833"/>
                    <a:pt x="53467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48"/>
                    <a:pt x="41667" y="8562"/>
                    <a:pt x="35500" y="8000"/>
                  </a:cubicBezTo>
                  <a:cubicBezTo>
                    <a:pt x="29333" y="6894"/>
                    <a:pt x="23167" y="7107"/>
                    <a:pt x="17000" y="8000"/>
                  </a:cubicBezTo>
                  <a:cubicBezTo>
                    <a:pt x="17261" y="14667"/>
                    <a:pt x="16466" y="21333"/>
                    <a:pt x="17000" y="28000"/>
                  </a:cubicBezTo>
                  <a:cubicBezTo>
                    <a:pt x="16074" y="34667"/>
                    <a:pt x="18085" y="41333"/>
                    <a:pt x="17000" y="48000"/>
                  </a:cubicBezTo>
                  <a:cubicBezTo>
                    <a:pt x="17883" y="54667"/>
                    <a:pt x="17729" y="61333"/>
                    <a:pt x="17000" y="68000"/>
                  </a:cubicBezTo>
                  <a:cubicBezTo>
                    <a:pt x="17806" y="74667"/>
                    <a:pt x="17085" y="81333"/>
                    <a:pt x="17000" y="88000"/>
                  </a:cubicBezTo>
                  <a:cubicBezTo>
                    <a:pt x="23889" y="86935"/>
                    <a:pt x="30778" y="87627"/>
                    <a:pt x="37667" y="88000"/>
                  </a:cubicBezTo>
                  <a:cubicBezTo>
                    <a:pt x="44556" y="87975"/>
                    <a:pt x="51444" y="86977"/>
                    <a:pt x="58333" y="88000"/>
                  </a:cubicBezTo>
                  <a:cubicBezTo>
                    <a:pt x="65222" y="87420"/>
                    <a:pt x="72111" y="87950"/>
                    <a:pt x="79000" y="88000"/>
                  </a:cubicBezTo>
                  <a:cubicBezTo>
                    <a:pt x="78111" y="81556"/>
                    <a:pt x="79127" y="75111"/>
                    <a:pt x="79000" y="68667"/>
                  </a:cubicBezTo>
                  <a:cubicBezTo>
                    <a:pt x="79490" y="62222"/>
                    <a:pt x="78009" y="55778"/>
                    <a:pt x="79000" y="49333"/>
                  </a:cubicBezTo>
                  <a:cubicBezTo>
                    <a:pt x="80108" y="42889"/>
                    <a:pt x="79247" y="36444"/>
                    <a:pt x="79000" y="30000"/>
                  </a:cubicBezTo>
                  <a:cubicBezTo>
                    <a:pt x="74239" y="27009"/>
                    <a:pt x="71045" y="22237"/>
                    <a:pt x="66500" y="19000"/>
                  </a:cubicBezTo>
                  <a:cubicBezTo>
                    <a:pt x="62236" y="15444"/>
                    <a:pt x="58734" y="1102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872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217" y="76333"/>
                            <a:pt x="22733" y="70667"/>
                            <a:pt x="23000" y="65000"/>
                          </a:cubicBezTo>
                          <a:cubicBezTo>
                            <a:pt x="22344" y="59333"/>
                            <a:pt x="23552" y="53667"/>
                            <a:pt x="23000" y="48000"/>
                          </a:cubicBezTo>
                          <a:cubicBezTo>
                            <a:pt x="23345" y="42333"/>
                            <a:pt x="23508" y="36667"/>
                            <a:pt x="23000" y="31000"/>
                          </a:cubicBezTo>
                          <a:cubicBezTo>
                            <a:pt x="22787" y="25333"/>
                            <a:pt x="23733" y="19667"/>
                            <a:pt x="23000" y="14000"/>
                          </a:cubicBezTo>
                          <a:cubicBezTo>
                            <a:pt x="31333" y="13434"/>
                            <a:pt x="39667" y="14012"/>
                            <a:pt x="48000" y="14000"/>
                          </a:cubicBezTo>
                          <a:cubicBezTo>
                            <a:pt x="48134" y="21000"/>
                            <a:pt x="47917" y="28000"/>
                            <a:pt x="48000" y="35000"/>
                          </a:cubicBezTo>
                          <a:cubicBezTo>
                            <a:pt x="56333" y="33916"/>
                            <a:pt x="64667" y="34099"/>
                            <a:pt x="73000" y="35000"/>
                          </a:cubicBezTo>
                          <a:cubicBezTo>
                            <a:pt x="72775" y="42833"/>
                            <a:pt x="73301" y="50667"/>
                            <a:pt x="73000" y="58500"/>
                          </a:cubicBezTo>
                          <a:cubicBezTo>
                            <a:pt x="74013" y="66333"/>
                            <a:pt x="72300" y="74167"/>
                            <a:pt x="73000" y="82000"/>
                          </a:cubicBezTo>
                          <a:cubicBezTo>
                            <a:pt x="67444" y="81521"/>
                            <a:pt x="61889" y="81646"/>
                            <a:pt x="56333" y="82000"/>
                          </a:cubicBezTo>
                          <a:cubicBezTo>
                            <a:pt x="50778" y="81407"/>
                            <a:pt x="45222" y="81389"/>
                            <a:pt x="39667" y="82000"/>
                          </a:cubicBezTo>
                          <a:cubicBezTo>
                            <a:pt x="34111" y="82420"/>
                            <a:pt x="28556" y="81762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468" y="20365"/>
                            <a:pt x="62261" y="24906"/>
                            <a:pt x="66500" y="29000"/>
                          </a:cubicBezTo>
                          <a:cubicBezTo>
                            <a:pt x="62333" y="28387"/>
                            <a:pt x="58167" y="29537"/>
                            <a:pt x="54000" y="29000"/>
                          </a:cubicBezTo>
                          <a:cubicBezTo>
                            <a:pt x="53472" y="24833"/>
                            <a:pt x="53467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48"/>
                            <a:pt x="41667" y="8562"/>
                            <a:pt x="35500" y="8000"/>
                          </a:cubicBezTo>
                          <a:cubicBezTo>
                            <a:pt x="29333" y="6894"/>
                            <a:pt x="23167" y="7107"/>
                            <a:pt x="17000" y="8000"/>
                          </a:cubicBezTo>
                          <a:cubicBezTo>
                            <a:pt x="17261" y="14667"/>
                            <a:pt x="16466" y="21333"/>
                            <a:pt x="17000" y="28000"/>
                          </a:cubicBezTo>
                          <a:cubicBezTo>
                            <a:pt x="16074" y="34667"/>
                            <a:pt x="18085" y="41333"/>
                            <a:pt x="17000" y="48000"/>
                          </a:cubicBezTo>
                          <a:cubicBezTo>
                            <a:pt x="17883" y="54667"/>
                            <a:pt x="17729" y="61333"/>
                            <a:pt x="17000" y="68000"/>
                          </a:cubicBezTo>
                          <a:cubicBezTo>
                            <a:pt x="17806" y="74667"/>
                            <a:pt x="17085" y="81333"/>
                            <a:pt x="17000" y="88000"/>
                          </a:cubicBezTo>
                          <a:cubicBezTo>
                            <a:pt x="23889" y="86935"/>
                            <a:pt x="30778" y="87627"/>
                            <a:pt x="37667" y="88000"/>
                          </a:cubicBezTo>
                          <a:cubicBezTo>
                            <a:pt x="44556" y="87975"/>
                            <a:pt x="51444" y="86977"/>
                            <a:pt x="58333" y="88000"/>
                          </a:cubicBezTo>
                          <a:cubicBezTo>
                            <a:pt x="65222" y="87420"/>
                            <a:pt x="72111" y="87950"/>
                            <a:pt x="79000" y="88000"/>
                          </a:cubicBezTo>
                          <a:cubicBezTo>
                            <a:pt x="78111" y="81556"/>
                            <a:pt x="79127" y="75111"/>
                            <a:pt x="79000" y="68667"/>
                          </a:cubicBezTo>
                          <a:cubicBezTo>
                            <a:pt x="79490" y="62222"/>
                            <a:pt x="78009" y="55778"/>
                            <a:pt x="79000" y="49333"/>
                          </a:cubicBezTo>
                          <a:cubicBezTo>
                            <a:pt x="80108" y="42889"/>
                            <a:pt x="79247" y="36444"/>
                            <a:pt x="79000" y="30000"/>
                          </a:cubicBezTo>
                          <a:cubicBezTo>
                            <a:pt x="74239" y="27009"/>
                            <a:pt x="71045" y="22237"/>
                            <a:pt x="66500" y="19000"/>
                          </a:cubicBezTo>
                          <a:cubicBezTo>
                            <a:pt x="62236" y="15444"/>
                            <a:pt x="58734" y="1102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Reject log 2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571"/>
                    <a:pt x="41667" y="46013"/>
                    <a:pt x="48000" y="45000"/>
                  </a:cubicBezTo>
                  <a:cubicBezTo>
                    <a:pt x="54333" y="44103"/>
                    <a:pt x="60667" y="44609"/>
                    <a:pt x="67000" y="45000"/>
                  </a:cubicBezTo>
                  <a:cubicBezTo>
                    <a:pt x="66950" y="46333"/>
                    <a:pt x="67108" y="47667"/>
                    <a:pt x="67000" y="49000"/>
                  </a:cubicBezTo>
                  <a:cubicBezTo>
                    <a:pt x="60667" y="48174"/>
                    <a:pt x="54333" y="48555"/>
                    <a:pt x="48000" y="49000"/>
                  </a:cubicBezTo>
                  <a:cubicBezTo>
                    <a:pt x="41667" y="48172"/>
                    <a:pt x="35333" y="48607"/>
                    <a:pt x="29000" y="49000"/>
                  </a:cubicBezTo>
                  <a:cubicBezTo>
                    <a:pt x="28988" y="47667"/>
                    <a:pt x="2885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1664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571"/>
                            <a:pt x="41667" y="46013"/>
                            <a:pt x="48000" y="45000"/>
                          </a:cubicBezTo>
                          <a:cubicBezTo>
                            <a:pt x="54333" y="44103"/>
                            <a:pt x="60667" y="44609"/>
                            <a:pt x="67000" y="45000"/>
                          </a:cubicBezTo>
                          <a:cubicBezTo>
                            <a:pt x="66950" y="46333"/>
                            <a:pt x="67108" y="47667"/>
                            <a:pt x="67000" y="49000"/>
                          </a:cubicBezTo>
                          <a:cubicBezTo>
                            <a:pt x="60667" y="48174"/>
                            <a:pt x="54333" y="48555"/>
                            <a:pt x="48000" y="49000"/>
                          </a:cubicBezTo>
                          <a:cubicBezTo>
                            <a:pt x="41667" y="48172"/>
                            <a:pt x="35333" y="48607"/>
                            <a:pt x="29000" y="49000"/>
                          </a:cubicBezTo>
                          <a:cubicBezTo>
                            <a:pt x="28988" y="47667"/>
                            <a:pt x="2885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Reject log 3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739"/>
                    <a:pt x="37667" y="36639"/>
                    <a:pt x="42000" y="37000"/>
                  </a:cubicBezTo>
                  <a:cubicBezTo>
                    <a:pt x="42048" y="38333"/>
                    <a:pt x="41761" y="39667"/>
                    <a:pt x="42000" y="41000"/>
                  </a:cubicBezTo>
                  <a:cubicBezTo>
                    <a:pt x="37667" y="41293"/>
                    <a:pt x="33333" y="41621"/>
                    <a:pt x="29000" y="41000"/>
                  </a:cubicBezTo>
                  <a:cubicBezTo>
                    <a:pt x="29139" y="39667"/>
                    <a:pt x="29094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2456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739"/>
                            <a:pt x="37667" y="36639"/>
                            <a:pt x="42000" y="37000"/>
                          </a:cubicBezTo>
                          <a:cubicBezTo>
                            <a:pt x="42048" y="38333"/>
                            <a:pt x="41761" y="39667"/>
                            <a:pt x="42000" y="41000"/>
                          </a:cubicBezTo>
                          <a:cubicBezTo>
                            <a:pt x="37667" y="41293"/>
                            <a:pt x="33333" y="41621"/>
                            <a:pt x="29000" y="41000"/>
                          </a:cubicBezTo>
                          <a:cubicBezTo>
                            <a:pt x="29139" y="39667"/>
                            <a:pt x="29094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Reject log 4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2650"/>
                    <a:pt x="41667" y="51952"/>
                    <a:pt x="48000" y="53000"/>
                  </a:cubicBezTo>
                  <a:cubicBezTo>
                    <a:pt x="54333" y="52637"/>
                    <a:pt x="60667" y="52309"/>
                    <a:pt x="67000" y="53000"/>
                  </a:cubicBezTo>
                  <a:cubicBezTo>
                    <a:pt x="67178" y="54333"/>
                    <a:pt x="67147" y="55667"/>
                    <a:pt x="67000" y="57000"/>
                  </a:cubicBezTo>
                  <a:cubicBezTo>
                    <a:pt x="60667" y="56307"/>
                    <a:pt x="54333" y="57548"/>
                    <a:pt x="48000" y="57000"/>
                  </a:cubicBezTo>
                  <a:cubicBezTo>
                    <a:pt x="41667" y="57845"/>
                    <a:pt x="35333" y="57651"/>
                    <a:pt x="29000" y="57000"/>
                  </a:cubicBezTo>
                  <a:cubicBezTo>
                    <a:pt x="28878" y="55667"/>
                    <a:pt x="2882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32484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2650"/>
                            <a:pt x="41667" y="51952"/>
                            <a:pt x="48000" y="53000"/>
                          </a:cubicBezTo>
                          <a:cubicBezTo>
                            <a:pt x="54333" y="52637"/>
                            <a:pt x="60667" y="52309"/>
                            <a:pt x="67000" y="53000"/>
                          </a:cubicBezTo>
                          <a:cubicBezTo>
                            <a:pt x="67178" y="54333"/>
                            <a:pt x="67147" y="55667"/>
                            <a:pt x="67000" y="57000"/>
                          </a:cubicBezTo>
                          <a:cubicBezTo>
                            <a:pt x="60667" y="56307"/>
                            <a:pt x="54333" y="57548"/>
                            <a:pt x="48000" y="57000"/>
                          </a:cubicBezTo>
                          <a:cubicBezTo>
                            <a:pt x="41667" y="57845"/>
                            <a:pt x="35333" y="57651"/>
                            <a:pt x="29000" y="57000"/>
                          </a:cubicBezTo>
                          <a:cubicBezTo>
                            <a:pt x="28878" y="55667"/>
                            <a:pt x="2882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Reject log 5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1232"/>
                    <a:pt x="41667" y="61235"/>
                    <a:pt x="48000" y="61000"/>
                  </a:cubicBezTo>
                  <a:cubicBezTo>
                    <a:pt x="54333" y="60114"/>
                    <a:pt x="60667" y="61291"/>
                    <a:pt x="67000" y="61000"/>
                  </a:cubicBezTo>
                  <a:cubicBezTo>
                    <a:pt x="67003" y="62333"/>
                    <a:pt x="67240" y="63667"/>
                    <a:pt x="67000" y="65000"/>
                  </a:cubicBezTo>
                  <a:cubicBezTo>
                    <a:pt x="60667" y="65095"/>
                    <a:pt x="54333" y="65103"/>
                    <a:pt x="48000" y="65000"/>
                  </a:cubicBezTo>
                  <a:cubicBezTo>
                    <a:pt x="41667" y="65270"/>
                    <a:pt x="35333" y="65687"/>
                    <a:pt x="29000" y="65000"/>
                  </a:cubicBezTo>
                  <a:cubicBezTo>
                    <a:pt x="29178" y="63667"/>
                    <a:pt x="29063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0403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1232"/>
                            <a:pt x="41667" y="61235"/>
                            <a:pt x="48000" y="61000"/>
                          </a:cubicBezTo>
                          <a:cubicBezTo>
                            <a:pt x="54333" y="60114"/>
                            <a:pt x="60667" y="61291"/>
                            <a:pt x="67000" y="61000"/>
                          </a:cubicBezTo>
                          <a:cubicBezTo>
                            <a:pt x="67003" y="62333"/>
                            <a:pt x="67240" y="63667"/>
                            <a:pt x="67000" y="65000"/>
                          </a:cubicBezTo>
                          <a:cubicBezTo>
                            <a:pt x="60667" y="65095"/>
                            <a:pt x="54333" y="65103"/>
                            <a:pt x="48000" y="65000"/>
                          </a:cubicBezTo>
                          <a:cubicBezTo>
                            <a:pt x="41667" y="65270"/>
                            <a:pt x="35333" y="65687"/>
                            <a:pt x="29000" y="65000"/>
                          </a:cubicBezTo>
                          <a:cubicBezTo>
                            <a:pt x="29178" y="63667"/>
                            <a:pt x="29063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Reject log 6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407"/>
                    <a:pt x="41667" y="69304"/>
                    <a:pt x="48000" y="69000"/>
                  </a:cubicBezTo>
                  <a:cubicBezTo>
                    <a:pt x="54333" y="68873"/>
                    <a:pt x="60667" y="68753"/>
                    <a:pt x="67000" y="69000"/>
                  </a:cubicBezTo>
                  <a:cubicBezTo>
                    <a:pt x="67187" y="70333"/>
                    <a:pt x="66948" y="71667"/>
                    <a:pt x="67000" y="73000"/>
                  </a:cubicBezTo>
                  <a:cubicBezTo>
                    <a:pt x="60667" y="72610"/>
                    <a:pt x="54333" y="72170"/>
                    <a:pt x="48000" y="73000"/>
                  </a:cubicBezTo>
                  <a:cubicBezTo>
                    <a:pt x="41667" y="73927"/>
                    <a:pt x="35333" y="73833"/>
                    <a:pt x="29000" y="73000"/>
                  </a:cubicBezTo>
                  <a:cubicBezTo>
                    <a:pt x="29197" y="71667"/>
                    <a:pt x="29138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C00000"/>
              </a:solidFill>
              <a:round/>
              <a:extLst>
                <a:ext uri="{C807C97D-BFC1-408E-A445-0C87EB9F89A2}">
                  <ask:lineSketchStyleProps xmlns:ask="http://schemas.microsoft.com/office/drawing/2018/sketchyshapes" sd="483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407"/>
                            <a:pt x="41667" y="69304"/>
                            <a:pt x="48000" y="69000"/>
                          </a:cubicBezTo>
                          <a:cubicBezTo>
                            <a:pt x="54333" y="68873"/>
                            <a:pt x="60667" y="68753"/>
                            <a:pt x="67000" y="69000"/>
                          </a:cubicBezTo>
                          <a:cubicBezTo>
                            <a:pt x="67187" y="70333"/>
                            <a:pt x="66948" y="71667"/>
                            <a:pt x="67000" y="73000"/>
                          </a:cubicBezTo>
                          <a:cubicBezTo>
                            <a:pt x="60667" y="72610"/>
                            <a:pt x="54333" y="72170"/>
                            <a:pt x="48000" y="73000"/>
                          </a:cubicBezTo>
                          <a:cubicBezTo>
                            <a:pt x="41667" y="73927"/>
                            <a:pt x="35333" y="73833"/>
                            <a:pt x="29000" y="73000"/>
                          </a:cubicBezTo>
                          <a:cubicBezTo>
                            <a:pt x="29197" y="71667"/>
                            <a:pt x="29138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9" name="Log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C00000"/>
                </a:solidFill>
                <a:latin typeface="Ink Free" panose="03080402000500000000" pitchFamily="66" charset="0"/>
              </a:rPr>
              <a:t>Reject Log</a:t>
            </a:r>
          </a:p>
        </p:txBody>
      </p:sp>
      <p:sp>
        <p:nvSpPr>
          <p:cNvPr id="150" name="Rejected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"elevation_gain_ft": 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F02 Extraction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have years of data trapped in documents. This turns it into queryable rows without anyone re-typing it."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F02 · Extraction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Valuable data trapped in documents nobody will re-type.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have years of data trapped in documents. This turns it into </a:t>
            </a:r>
            <a:r>
              <a:rPr sz="2800" dirty="0" err="1"/>
              <a:t>queryable</a:t>
            </a:r>
            <a:r>
              <a:rPr sz="2800" dirty="0"/>
              <a:t> rows without anyone re-typing it."</a:t>
            </a:r>
          </a:p>
          <a:p>
            <a:pPr>
              <a:spcAft>
                <a:spcPts val="1400"/>
              </a:spcAft>
            </a:pPr>
            <a:endParaRPr lang="en-US" sz="2800" b="1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32D348E-9CDE-E27A-8ACA-9AFA1F7E58A9}"/>
              </a:ext>
            </a:extLst>
          </p:cNvPr>
          <p:cNvGrpSpPr/>
          <p:nvPr/>
        </p:nvGrpSpPr>
        <p:grpSpPr>
          <a:xfrm>
            <a:off x="2532888" y="4113492"/>
            <a:ext cx="1499616" cy="1033272"/>
            <a:chOff x="2532888" y="4407408"/>
            <a:chExt cx="1499616" cy="1033272"/>
          </a:xfrm>
        </p:grpSpPr>
        <p:sp>
          <p:nvSpPr>
            <p:cNvPr id="4" name="Rounded Rectangle 3"/>
            <p:cNvSpPr/>
            <p:nvPr/>
          </p:nvSpPr>
          <p:spPr>
            <a:xfrm>
              <a:off x="2807208" y="4809744"/>
              <a:ext cx="256032" cy="256032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154680" y="4608576"/>
              <a:ext cx="256032" cy="457200"/>
            </a:xfrm>
            <a:prstGeom prst="roundRect">
              <a:avLst>
                <a:gd name="adj" fmla="val 25000"/>
              </a:avLst>
            </a:prstGeom>
            <a:solidFill>
              <a:srgbClr val="FFC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02152" y="4407408"/>
              <a:ext cx="256032" cy="658368"/>
            </a:xfrm>
            <a:prstGeom prst="roundRect">
              <a:avLst>
                <a:gd name="adj" fmla="val 25000"/>
              </a:avLst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532888" y="5120640"/>
              <a:ext cx="1499616" cy="32004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400" b="1"/>
                <a:t>Medium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F03 · Sentiment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Read text and judge </a:t>
            </a:r>
            <a:r>
              <a:rPr sz="4000" b="1">
                <a:solidFill>
                  <a:srgbClr val="017AB4"/>
                </a:solidFill>
              </a:rPr>
              <a:t>the feeling behind it</a:t>
            </a:r>
            <a:r>
              <a:rPr sz="4000"/>
              <a:t>: positive, negative, or mixed.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F03 Sentiment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"We measured: the free local model matches the expensive one on most of this task, and we know exactly which slice needs the big gun."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Sentiment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high-volume text stream needing a judgment call.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"We measured: the free local model matches the expensive one on most of this task, and we know exactly which slice needs the big gun."</a:t>
            </a:r>
            <a:endParaRPr lang="en-US" sz="2800" dirty="0"/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Lab 1: ~40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 marL="0" indent="0">
              <a:buNone/>
            </a:pPr>
            <a:r>
              <a:rPr sz="3600" dirty="0"/>
              <a:t>⭐ Recommended: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F01 Summarization</a:t>
            </a:r>
            <a:endParaRPr lang="en-US" sz="3600" b="1" dirty="0"/>
          </a:p>
          <a:p>
            <a:pPr marL="0" indent="0">
              <a:buNone/>
            </a:pPr>
            <a:endParaRPr sz="3600" b="1" dirty="0"/>
          </a:p>
          <a:p>
            <a:pPr marL="0" indent="0">
              <a:buNone/>
            </a:pPr>
            <a:r>
              <a:rPr sz="3600" dirty="0"/>
              <a:t>⛰️ Challenge: </a:t>
            </a:r>
            <a:endParaRPr lang="en-US" sz="3600" dirty="0"/>
          </a:p>
          <a:p>
            <a:pPr marL="0" indent="0">
              <a:buNone/>
            </a:pPr>
            <a:r>
              <a:rPr sz="3600" b="1" dirty="0"/>
              <a:t>F02 Extraction</a:t>
            </a:r>
            <a:r>
              <a:rPr sz="3600" dirty="0"/>
              <a:t> · </a:t>
            </a:r>
            <a:r>
              <a:rPr sz="3600" b="1" dirty="0"/>
              <a:t>F03 Sentiment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2776166"/>
            <a:ext cx="10772775" cy="1658198"/>
          </a:xfrm>
        </p:spPr>
        <p:txBody>
          <a:bodyPr/>
          <a:lstStyle/>
          <a:p>
            <a:r>
              <a:rPr lang="en-US" sz="4400" dirty="0">
                <a:solidFill>
                  <a:schemeClr val="tx1"/>
                </a:solidFill>
              </a:rPr>
              <a:t>Jonathan "J." Tower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180" y="4005394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Founding Partner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4419847"/>
            <a:ext cx="3444002" cy="125180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&amp;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2806" y="4429345"/>
            <a:ext cx="229751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55718">
            <a:off x="1281096" y="5031795"/>
            <a:ext cx="153168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55570" y="4727557"/>
            <a:ext cx="204223" cy="204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1F84612-AE50-D33D-355E-6155EE7C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4348" y="1134602"/>
            <a:ext cx="4588796" cy="4588796"/>
          </a:xfrm>
          <a:prstGeom prst="rect">
            <a:avLst/>
          </a:prstGeom>
        </p:spPr>
      </p:pic>
      <p:sp>
        <p:nvSpPr>
          <p:cNvPr id="6" name="Title 9">
            <a:extLst>
              <a:ext uri="{FF2B5EF4-FFF2-40B4-BE49-F238E27FC236}">
                <a16:creationId xmlns:a16="http://schemas.microsoft.com/office/drawing/2014/main" id="{AE6963CF-EE52-0F1E-6DE8-AAD1013F2522}"/>
              </a:ext>
            </a:extLst>
          </p:cNvPr>
          <p:cNvSpPr txBox="1">
            <a:spLocks/>
          </p:cNvSpPr>
          <p:nvPr/>
        </p:nvSpPr>
        <p:spPr>
          <a:xfrm>
            <a:off x="1103309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rgbClr val="0070C0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4400" dirty="0">
                <a:solidFill>
                  <a:srgbClr val="017AB4"/>
                </a:solidFill>
              </a:rPr>
              <a:t>Lab 1: Debrief</a:t>
            </a:r>
            <a:endParaRPr lang="en-US" dirty="0">
              <a:solidFill>
                <a:srgbClr val="017AB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1516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F01 · How It Works</a:t>
            </a:r>
          </a:p>
        </p:txBody>
      </p:sp>
      <p:grpSp>
        <p:nvGrpSpPr>
          <p:cNvPr id="143" name="Stack 2"/>
          <p:cNvGrpSpPr/>
          <p:nvPr/>
        </p:nvGrpSpPr>
        <p:grpSpPr>
          <a:xfrm>
            <a:off x="1545336" y="3024975"/>
            <a:ext cx="822960" cy="822960"/>
            <a:chOff x="0" y="0"/>
            <a:chExt cx="822960" cy="822960"/>
          </a:xfrm>
        </p:grpSpPr>
        <p:sp>
          <p:nvSpPr>
            <p:cNvPr id="144" name="Stack 2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Stack 2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987" y="76333"/>
                    <a:pt x="22310" y="70667"/>
                    <a:pt x="23000" y="65000"/>
                  </a:cubicBezTo>
                  <a:cubicBezTo>
                    <a:pt x="23705" y="59333"/>
                    <a:pt x="22000" y="53667"/>
                    <a:pt x="23000" y="48000"/>
                  </a:cubicBezTo>
                  <a:cubicBezTo>
                    <a:pt x="23716" y="42333"/>
                    <a:pt x="23787" y="36667"/>
                    <a:pt x="23000" y="31000"/>
                  </a:cubicBezTo>
                  <a:cubicBezTo>
                    <a:pt x="22772" y="25333"/>
                    <a:pt x="21982" y="19667"/>
                    <a:pt x="23000" y="14000"/>
                  </a:cubicBezTo>
                  <a:cubicBezTo>
                    <a:pt x="31333" y="13093"/>
                    <a:pt x="39667" y="14647"/>
                    <a:pt x="48000" y="14000"/>
                  </a:cubicBezTo>
                  <a:cubicBezTo>
                    <a:pt x="47269" y="21000"/>
                    <a:pt x="46978" y="28000"/>
                    <a:pt x="48000" y="35000"/>
                  </a:cubicBezTo>
                  <a:cubicBezTo>
                    <a:pt x="56333" y="35993"/>
                    <a:pt x="64667" y="35056"/>
                    <a:pt x="73000" y="35000"/>
                  </a:cubicBezTo>
                  <a:cubicBezTo>
                    <a:pt x="73932" y="42833"/>
                    <a:pt x="72073" y="50667"/>
                    <a:pt x="73000" y="58500"/>
                  </a:cubicBezTo>
                  <a:cubicBezTo>
                    <a:pt x="72309" y="66333"/>
                    <a:pt x="73088" y="74167"/>
                    <a:pt x="73000" y="82000"/>
                  </a:cubicBezTo>
                  <a:cubicBezTo>
                    <a:pt x="67444" y="81552"/>
                    <a:pt x="61889" y="81609"/>
                    <a:pt x="56333" y="82000"/>
                  </a:cubicBezTo>
                  <a:cubicBezTo>
                    <a:pt x="50778" y="81624"/>
                    <a:pt x="45222" y="82285"/>
                    <a:pt x="39667" y="82000"/>
                  </a:cubicBezTo>
                  <a:cubicBezTo>
                    <a:pt x="34111" y="81696"/>
                    <a:pt x="28556" y="81781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809" y="21025"/>
                    <a:pt x="61876" y="25290"/>
                    <a:pt x="66500" y="29000"/>
                  </a:cubicBezTo>
                  <a:cubicBezTo>
                    <a:pt x="62333" y="29298"/>
                    <a:pt x="58167" y="28677"/>
                    <a:pt x="54000" y="29000"/>
                  </a:cubicBezTo>
                  <a:cubicBezTo>
                    <a:pt x="54404" y="24833"/>
                    <a:pt x="53886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922"/>
                    <a:pt x="41667" y="8434"/>
                    <a:pt x="35500" y="8000"/>
                  </a:cubicBezTo>
                  <a:cubicBezTo>
                    <a:pt x="29333" y="8497"/>
                    <a:pt x="23167" y="7231"/>
                    <a:pt x="17000" y="8000"/>
                  </a:cubicBezTo>
                  <a:cubicBezTo>
                    <a:pt x="17574" y="14667"/>
                    <a:pt x="16739" y="21333"/>
                    <a:pt x="17000" y="28000"/>
                  </a:cubicBezTo>
                  <a:cubicBezTo>
                    <a:pt x="17699" y="34667"/>
                    <a:pt x="17090" y="41333"/>
                    <a:pt x="17000" y="48000"/>
                  </a:cubicBezTo>
                  <a:cubicBezTo>
                    <a:pt x="17133" y="54667"/>
                    <a:pt x="17611" y="61333"/>
                    <a:pt x="17000" y="68000"/>
                  </a:cubicBezTo>
                  <a:cubicBezTo>
                    <a:pt x="17388" y="74667"/>
                    <a:pt x="16173" y="81333"/>
                    <a:pt x="17000" y="88000"/>
                  </a:cubicBezTo>
                  <a:cubicBezTo>
                    <a:pt x="23889" y="87851"/>
                    <a:pt x="30778" y="87908"/>
                    <a:pt x="37667" y="88000"/>
                  </a:cubicBezTo>
                  <a:cubicBezTo>
                    <a:pt x="44556" y="88768"/>
                    <a:pt x="51444" y="88268"/>
                    <a:pt x="58333" y="88000"/>
                  </a:cubicBezTo>
                  <a:cubicBezTo>
                    <a:pt x="65222" y="88162"/>
                    <a:pt x="72111" y="87166"/>
                    <a:pt x="79000" y="88000"/>
                  </a:cubicBezTo>
                  <a:cubicBezTo>
                    <a:pt x="79517" y="81556"/>
                    <a:pt x="80129" y="75111"/>
                    <a:pt x="79000" y="68667"/>
                  </a:cubicBezTo>
                  <a:cubicBezTo>
                    <a:pt x="79095" y="62222"/>
                    <a:pt x="78718" y="55778"/>
                    <a:pt x="79000" y="49333"/>
                  </a:cubicBezTo>
                  <a:cubicBezTo>
                    <a:pt x="78829" y="42889"/>
                    <a:pt x="79283" y="36444"/>
                    <a:pt x="79000" y="30000"/>
                  </a:cubicBezTo>
                  <a:cubicBezTo>
                    <a:pt x="74641" y="26552"/>
                    <a:pt x="70016" y="23406"/>
                    <a:pt x="66500" y="19000"/>
                  </a:cubicBezTo>
                  <a:cubicBezTo>
                    <a:pt x="62627" y="14999"/>
                    <a:pt x="57973" y="11887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222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987" y="76333"/>
                            <a:pt x="22310" y="70667"/>
                            <a:pt x="23000" y="65000"/>
                          </a:cubicBezTo>
                          <a:cubicBezTo>
                            <a:pt x="23705" y="59333"/>
                            <a:pt x="22000" y="53667"/>
                            <a:pt x="23000" y="48000"/>
                          </a:cubicBezTo>
                          <a:cubicBezTo>
                            <a:pt x="23716" y="42333"/>
                            <a:pt x="23787" y="36667"/>
                            <a:pt x="23000" y="31000"/>
                          </a:cubicBezTo>
                          <a:cubicBezTo>
                            <a:pt x="22772" y="25333"/>
                            <a:pt x="21982" y="19667"/>
                            <a:pt x="23000" y="14000"/>
                          </a:cubicBezTo>
                          <a:cubicBezTo>
                            <a:pt x="31333" y="13093"/>
                            <a:pt x="39667" y="14647"/>
                            <a:pt x="48000" y="14000"/>
                          </a:cubicBezTo>
                          <a:cubicBezTo>
                            <a:pt x="47269" y="21000"/>
                            <a:pt x="46978" y="28000"/>
                            <a:pt x="48000" y="35000"/>
                          </a:cubicBezTo>
                          <a:cubicBezTo>
                            <a:pt x="56333" y="35993"/>
                            <a:pt x="64667" y="35056"/>
                            <a:pt x="73000" y="35000"/>
                          </a:cubicBezTo>
                          <a:cubicBezTo>
                            <a:pt x="73932" y="42833"/>
                            <a:pt x="72073" y="50667"/>
                            <a:pt x="73000" y="58500"/>
                          </a:cubicBezTo>
                          <a:cubicBezTo>
                            <a:pt x="72309" y="66333"/>
                            <a:pt x="73088" y="74167"/>
                            <a:pt x="73000" y="82000"/>
                          </a:cubicBezTo>
                          <a:cubicBezTo>
                            <a:pt x="67444" y="81552"/>
                            <a:pt x="61889" y="81609"/>
                            <a:pt x="56333" y="82000"/>
                          </a:cubicBezTo>
                          <a:cubicBezTo>
                            <a:pt x="50778" y="81624"/>
                            <a:pt x="45222" y="82285"/>
                            <a:pt x="39667" y="82000"/>
                          </a:cubicBezTo>
                          <a:cubicBezTo>
                            <a:pt x="34111" y="81696"/>
                            <a:pt x="28556" y="81781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809" y="21025"/>
                            <a:pt x="61876" y="25290"/>
                            <a:pt x="66500" y="29000"/>
                          </a:cubicBezTo>
                          <a:cubicBezTo>
                            <a:pt x="62333" y="29298"/>
                            <a:pt x="58167" y="28677"/>
                            <a:pt x="54000" y="29000"/>
                          </a:cubicBezTo>
                          <a:cubicBezTo>
                            <a:pt x="54404" y="24833"/>
                            <a:pt x="53886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922"/>
                            <a:pt x="41667" y="8434"/>
                            <a:pt x="35500" y="8000"/>
                          </a:cubicBezTo>
                          <a:cubicBezTo>
                            <a:pt x="29333" y="8497"/>
                            <a:pt x="23167" y="7231"/>
                            <a:pt x="17000" y="8000"/>
                          </a:cubicBezTo>
                          <a:cubicBezTo>
                            <a:pt x="17574" y="14667"/>
                            <a:pt x="16739" y="21333"/>
                            <a:pt x="17000" y="28000"/>
                          </a:cubicBezTo>
                          <a:cubicBezTo>
                            <a:pt x="17699" y="34667"/>
                            <a:pt x="17090" y="41333"/>
                            <a:pt x="17000" y="48000"/>
                          </a:cubicBezTo>
                          <a:cubicBezTo>
                            <a:pt x="17133" y="54667"/>
                            <a:pt x="17611" y="61333"/>
                            <a:pt x="17000" y="68000"/>
                          </a:cubicBezTo>
                          <a:cubicBezTo>
                            <a:pt x="17388" y="74667"/>
                            <a:pt x="16173" y="81333"/>
                            <a:pt x="17000" y="88000"/>
                          </a:cubicBezTo>
                          <a:cubicBezTo>
                            <a:pt x="23889" y="87851"/>
                            <a:pt x="30778" y="87908"/>
                            <a:pt x="37667" y="88000"/>
                          </a:cubicBezTo>
                          <a:cubicBezTo>
                            <a:pt x="44556" y="88768"/>
                            <a:pt x="51444" y="88268"/>
                            <a:pt x="58333" y="88000"/>
                          </a:cubicBezTo>
                          <a:cubicBezTo>
                            <a:pt x="65222" y="88162"/>
                            <a:pt x="72111" y="87166"/>
                            <a:pt x="79000" y="88000"/>
                          </a:cubicBezTo>
                          <a:cubicBezTo>
                            <a:pt x="79517" y="81556"/>
                            <a:pt x="80129" y="75111"/>
                            <a:pt x="79000" y="68667"/>
                          </a:cubicBezTo>
                          <a:cubicBezTo>
                            <a:pt x="79095" y="62222"/>
                            <a:pt x="78718" y="55778"/>
                            <a:pt x="79000" y="49333"/>
                          </a:cubicBezTo>
                          <a:cubicBezTo>
                            <a:pt x="78829" y="42889"/>
                            <a:pt x="79283" y="36444"/>
                            <a:pt x="79000" y="30000"/>
                          </a:cubicBezTo>
                          <a:cubicBezTo>
                            <a:pt x="74641" y="26552"/>
                            <a:pt x="70016" y="23406"/>
                            <a:pt x="66500" y="19000"/>
                          </a:cubicBezTo>
                          <a:cubicBezTo>
                            <a:pt x="62627" y="14999"/>
                            <a:pt x="57973" y="11887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Stack 2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3994"/>
                    <a:pt x="41667" y="44690"/>
                    <a:pt x="48000" y="45000"/>
                  </a:cubicBezTo>
                  <a:cubicBezTo>
                    <a:pt x="54333" y="44336"/>
                    <a:pt x="60667" y="46121"/>
                    <a:pt x="67000" y="45000"/>
                  </a:cubicBezTo>
                  <a:cubicBezTo>
                    <a:pt x="67181" y="46333"/>
                    <a:pt x="66900" y="47667"/>
                    <a:pt x="67000" y="49000"/>
                  </a:cubicBezTo>
                  <a:cubicBezTo>
                    <a:pt x="60667" y="50039"/>
                    <a:pt x="54333" y="49112"/>
                    <a:pt x="48000" y="49000"/>
                  </a:cubicBezTo>
                  <a:cubicBezTo>
                    <a:pt x="41667" y="48174"/>
                    <a:pt x="35333" y="50133"/>
                    <a:pt x="29000" y="49000"/>
                  </a:cubicBezTo>
                  <a:cubicBezTo>
                    <a:pt x="29017" y="47667"/>
                    <a:pt x="29041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14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3994"/>
                            <a:pt x="41667" y="44690"/>
                            <a:pt x="48000" y="45000"/>
                          </a:cubicBezTo>
                          <a:cubicBezTo>
                            <a:pt x="54333" y="44336"/>
                            <a:pt x="60667" y="46121"/>
                            <a:pt x="67000" y="45000"/>
                          </a:cubicBezTo>
                          <a:cubicBezTo>
                            <a:pt x="67181" y="46333"/>
                            <a:pt x="66900" y="47667"/>
                            <a:pt x="67000" y="49000"/>
                          </a:cubicBezTo>
                          <a:cubicBezTo>
                            <a:pt x="60667" y="50039"/>
                            <a:pt x="54333" y="49112"/>
                            <a:pt x="48000" y="49000"/>
                          </a:cubicBezTo>
                          <a:cubicBezTo>
                            <a:pt x="41667" y="48174"/>
                            <a:pt x="35333" y="50133"/>
                            <a:pt x="29000" y="49000"/>
                          </a:cubicBezTo>
                          <a:cubicBezTo>
                            <a:pt x="29017" y="47667"/>
                            <a:pt x="29041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Stack 2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960"/>
                    <a:pt x="37667" y="37506"/>
                    <a:pt x="42000" y="37000"/>
                  </a:cubicBezTo>
                  <a:cubicBezTo>
                    <a:pt x="41884" y="38333"/>
                    <a:pt x="42128" y="39667"/>
                    <a:pt x="42000" y="41000"/>
                  </a:cubicBezTo>
                  <a:cubicBezTo>
                    <a:pt x="37667" y="40885"/>
                    <a:pt x="33333" y="40329"/>
                    <a:pt x="29000" y="41000"/>
                  </a:cubicBezTo>
                  <a:cubicBezTo>
                    <a:pt x="28884" y="39667"/>
                    <a:pt x="2922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406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960"/>
                            <a:pt x="37667" y="37506"/>
                            <a:pt x="42000" y="37000"/>
                          </a:cubicBezTo>
                          <a:cubicBezTo>
                            <a:pt x="41884" y="38333"/>
                            <a:pt x="42128" y="39667"/>
                            <a:pt x="42000" y="41000"/>
                          </a:cubicBezTo>
                          <a:cubicBezTo>
                            <a:pt x="37667" y="40885"/>
                            <a:pt x="33333" y="40329"/>
                            <a:pt x="29000" y="41000"/>
                          </a:cubicBezTo>
                          <a:cubicBezTo>
                            <a:pt x="28884" y="39667"/>
                            <a:pt x="2922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Stack 2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526"/>
                    <a:pt x="41667" y="53063"/>
                    <a:pt x="48000" y="53000"/>
                  </a:cubicBezTo>
                  <a:cubicBezTo>
                    <a:pt x="54333" y="53712"/>
                    <a:pt x="60667" y="51999"/>
                    <a:pt x="67000" y="53000"/>
                  </a:cubicBezTo>
                  <a:cubicBezTo>
                    <a:pt x="66771" y="54333"/>
                    <a:pt x="67153" y="55667"/>
                    <a:pt x="67000" y="57000"/>
                  </a:cubicBezTo>
                  <a:cubicBezTo>
                    <a:pt x="60667" y="57026"/>
                    <a:pt x="54333" y="57719"/>
                    <a:pt x="48000" y="57000"/>
                  </a:cubicBezTo>
                  <a:cubicBezTo>
                    <a:pt x="41667" y="57629"/>
                    <a:pt x="35333" y="56727"/>
                    <a:pt x="29000" y="57000"/>
                  </a:cubicBezTo>
                  <a:cubicBezTo>
                    <a:pt x="28950" y="55667"/>
                    <a:pt x="2881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97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526"/>
                            <a:pt x="41667" y="53063"/>
                            <a:pt x="48000" y="53000"/>
                          </a:cubicBezTo>
                          <a:cubicBezTo>
                            <a:pt x="54333" y="53712"/>
                            <a:pt x="60667" y="51999"/>
                            <a:pt x="67000" y="53000"/>
                          </a:cubicBezTo>
                          <a:cubicBezTo>
                            <a:pt x="66771" y="54333"/>
                            <a:pt x="67153" y="55667"/>
                            <a:pt x="67000" y="57000"/>
                          </a:cubicBezTo>
                          <a:cubicBezTo>
                            <a:pt x="60667" y="57026"/>
                            <a:pt x="54333" y="57719"/>
                            <a:pt x="48000" y="57000"/>
                          </a:cubicBezTo>
                          <a:cubicBezTo>
                            <a:pt x="41667" y="57629"/>
                            <a:pt x="35333" y="56727"/>
                            <a:pt x="29000" y="57000"/>
                          </a:cubicBezTo>
                          <a:cubicBezTo>
                            <a:pt x="28950" y="55667"/>
                            <a:pt x="2881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Stack 2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318"/>
                    <a:pt x="41667" y="61155"/>
                    <a:pt x="48000" y="61000"/>
                  </a:cubicBezTo>
                  <a:cubicBezTo>
                    <a:pt x="54333" y="60625"/>
                    <a:pt x="60667" y="60757"/>
                    <a:pt x="67000" y="61000"/>
                  </a:cubicBezTo>
                  <a:cubicBezTo>
                    <a:pt x="66874" y="62333"/>
                    <a:pt x="67031" y="63667"/>
                    <a:pt x="67000" y="65000"/>
                  </a:cubicBezTo>
                  <a:cubicBezTo>
                    <a:pt x="60667" y="65822"/>
                    <a:pt x="54333" y="63937"/>
                    <a:pt x="48000" y="65000"/>
                  </a:cubicBezTo>
                  <a:cubicBezTo>
                    <a:pt x="41667" y="65660"/>
                    <a:pt x="35333" y="64854"/>
                    <a:pt x="29000" y="65000"/>
                  </a:cubicBezTo>
                  <a:cubicBezTo>
                    <a:pt x="29064" y="63667"/>
                    <a:pt x="29222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89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318"/>
                            <a:pt x="41667" y="61155"/>
                            <a:pt x="48000" y="61000"/>
                          </a:cubicBezTo>
                          <a:cubicBezTo>
                            <a:pt x="54333" y="60625"/>
                            <a:pt x="60667" y="60757"/>
                            <a:pt x="67000" y="61000"/>
                          </a:cubicBezTo>
                          <a:cubicBezTo>
                            <a:pt x="66874" y="62333"/>
                            <a:pt x="67031" y="63667"/>
                            <a:pt x="67000" y="65000"/>
                          </a:cubicBezTo>
                          <a:cubicBezTo>
                            <a:pt x="60667" y="65822"/>
                            <a:pt x="54333" y="63937"/>
                            <a:pt x="48000" y="65000"/>
                          </a:cubicBezTo>
                          <a:cubicBezTo>
                            <a:pt x="41667" y="65660"/>
                            <a:pt x="35333" y="64854"/>
                            <a:pt x="29000" y="65000"/>
                          </a:cubicBezTo>
                          <a:cubicBezTo>
                            <a:pt x="29064" y="63667"/>
                            <a:pt x="29222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Stack 2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567"/>
                    <a:pt x="41667" y="69611"/>
                    <a:pt x="48000" y="69000"/>
                  </a:cubicBezTo>
                  <a:cubicBezTo>
                    <a:pt x="54333" y="70122"/>
                    <a:pt x="60667" y="68085"/>
                    <a:pt x="67000" y="69000"/>
                  </a:cubicBezTo>
                  <a:cubicBezTo>
                    <a:pt x="66803" y="70333"/>
                    <a:pt x="67037" y="71667"/>
                    <a:pt x="67000" y="73000"/>
                  </a:cubicBezTo>
                  <a:cubicBezTo>
                    <a:pt x="60667" y="72428"/>
                    <a:pt x="54333" y="73213"/>
                    <a:pt x="48000" y="73000"/>
                  </a:cubicBezTo>
                  <a:cubicBezTo>
                    <a:pt x="41667" y="72355"/>
                    <a:pt x="35333" y="72752"/>
                    <a:pt x="29000" y="73000"/>
                  </a:cubicBezTo>
                  <a:cubicBezTo>
                    <a:pt x="28793" y="71667"/>
                    <a:pt x="2889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81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567"/>
                            <a:pt x="41667" y="69611"/>
                            <a:pt x="48000" y="69000"/>
                          </a:cubicBezTo>
                          <a:cubicBezTo>
                            <a:pt x="54333" y="70122"/>
                            <a:pt x="60667" y="68085"/>
                            <a:pt x="67000" y="69000"/>
                          </a:cubicBezTo>
                          <a:cubicBezTo>
                            <a:pt x="66803" y="70333"/>
                            <a:pt x="67037" y="71667"/>
                            <a:pt x="67000" y="73000"/>
                          </a:cubicBezTo>
                          <a:cubicBezTo>
                            <a:pt x="60667" y="72428"/>
                            <a:pt x="54333" y="73213"/>
                            <a:pt x="48000" y="73000"/>
                          </a:cubicBezTo>
                          <a:cubicBezTo>
                            <a:pt x="41667" y="72355"/>
                            <a:pt x="35333" y="72752"/>
                            <a:pt x="29000" y="73000"/>
                          </a:cubicBezTo>
                          <a:cubicBezTo>
                            <a:pt x="28793" y="71667"/>
                            <a:pt x="2889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51" name="Stack 1"/>
          <p:cNvGrpSpPr/>
          <p:nvPr/>
        </p:nvGrpSpPr>
        <p:grpSpPr>
          <a:xfrm>
            <a:off x="1435608" y="3134703"/>
            <a:ext cx="822960" cy="822960"/>
            <a:chOff x="0" y="0"/>
            <a:chExt cx="822960" cy="822960"/>
          </a:xfrm>
        </p:grpSpPr>
        <p:sp>
          <p:nvSpPr>
            <p:cNvPr id="152" name="Stack 1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Stack 1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109" y="76333"/>
                    <a:pt x="22132" y="70667"/>
                    <a:pt x="23000" y="65000"/>
                  </a:cubicBezTo>
                  <a:cubicBezTo>
                    <a:pt x="23164" y="59333"/>
                    <a:pt x="23325" y="53667"/>
                    <a:pt x="23000" y="48000"/>
                  </a:cubicBezTo>
                  <a:cubicBezTo>
                    <a:pt x="22251" y="42333"/>
                    <a:pt x="22532" y="36667"/>
                    <a:pt x="23000" y="31000"/>
                  </a:cubicBezTo>
                  <a:cubicBezTo>
                    <a:pt x="22073" y="25333"/>
                    <a:pt x="22370" y="19667"/>
                    <a:pt x="23000" y="14000"/>
                  </a:cubicBezTo>
                  <a:cubicBezTo>
                    <a:pt x="31333" y="13068"/>
                    <a:pt x="39667" y="13056"/>
                    <a:pt x="48000" y="14000"/>
                  </a:cubicBezTo>
                  <a:cubicBezTo>
                    <a:pt x="48442" y="21000"/>
                    <a:pt x="47499" y="28000"/>
                    <a:pt x="48000" y="35000"/>
                  </a:cubicBezTo>
                  <a:cubicBezTo>
                    <a:pt x="56333" y="35076"/>
                    <a:pt x="64667" y="35139"/>
                    <a:pt x="73000" y="35000"/>
                  </a:cubicBezTo>
                  <a:cubicBezTo>
                    <a:pt x="73167" y="42833"/>
                    <a:pt x="72006" y="50667"/>
                    <a:pt x="73000" y="58500"/>
                  </a:cubicBezTo>
                  <a:cubicBezTo>
                    <a:pt x="72819" y="66333"/>
                    <a:pt x="72267" y="74167"/>
                    <a:pt x="73000" y="82000"/>
                  </a:cubicBezTo>
                  <a:cubicBezTo>
                    <a:pt x="67444" y="81688"/>
                    <a:pt x="61889" y="82943"/>
                    <a:pt x="56333" y="82000"/>
                  </a:cubicBezTo>
                  <a:cubicBezTo>
                    <a:pt x="50778" y="82206"/>
                    <a:pt x="45222" y="81256"/>
                    <a:pt x="39667" y="82000"/>
                  </a:cubicBezTo>
                  <a:cubicBezTo>
                    <a:pt x="34111" y="82426"/>
                    <a:pt x="28556" y="8100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178" y="20656"/>
                    <a:pt x="62534" y="24633"/>
                    <a:pt x="66500" y="29000"/>
                  </a:cubicBezTo>
                  <a:cubicBezTo>
                    <a:pt x="62333" y="29287"/>
                    <a:pt x="58167" y="28768"/>
                    <a:pt x="54000" y="29000"/>
                  </a:cubicBezTo>
                  <a:cubicBezTo>
                    <a:pt x="54673" y="24833"/>
                    <a:pt x="54049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375"/>
                    <a:pt x="41667" y="6894"/>
                    <a:pt x="35500" y="8000"/>
                  </a:cubicBezTo>
                  <a:cubicBezTo>
                    <a:pt x="29333" y="8680"/>
                    <a:pt x="23167" y="8064"/>
                    <a:pt x="17000" y="8000"/>
                  </a:cubicBezTo>
                  <a:cubicBezTo>
                    <a:pt x="15896" y="14667"/>
                    <a:pt x="15873" y="21333"/>
                    <a:pt x="17000" y="28000"/>
                  </a:cubicBezTo>
                  <a:cubicBezTo>
                    <a:pt x="16276" y="34667"/>
                    <a:pt x="17940" y="41333"/>
                    <a:pt x="17000" y="48000"/>
                  </a:cubicBezTo>
                  <a:cubicBezTo>
                    <a:pt x="17452" y="54667"/>
                    <a:pt x="17565" y="61333"/>
                    <a:pt x="17000" y="68000"/>
                  </a:cubicBezTo>
                  <a:cubicBezTo>
                    <a:pt x="16515" y="74667"/>
                    <a:pt x="16414" y="81333"/>
                    <a:pt x="17000" y="88000"/>
                  </a:cubicBezTo>
                  <a:cubicBezTo>
                    <a:pt x="23889" y="88802"/>
                    <a:pt x="30778" y="88737"/>
                    <a:pt x="37667" y="88000"/>
                  </a:cubicBezTo>
                  <a:cubicBezTo>
                    <a:pt x="44556" y="88471"/>
                    <a:pt x="51444" y="88557"/>
                    <a:pt x="58333" y="88000"/>
                  </a:cubicBezTo>
                  <a:cubicBezTo>
                    <a:pt x="65222" y="87419"/>
                    <a:pt x="72111" y="88108"/>
                    <a:pt x="79000" y="88000"/>
                  </a:cubicBezTo>
                  <a:cubicBezTo>
                    <a:pt x="78672" y="81556"/>
                    <a:pt x="78007" y="75111"/>
                    <a:pt x="79000" y="68667"/>
                  </a:cubicBezTo>
                  <a:cubicBezTo>
                    <a:pt x="79619" y="62222"/>
                    <a:pt x="79319" y="55778"/>
                    <a:pt x="79000" y="49333"/>
                  </a:cubicBezTo>
                  <a:cubicBezTo>
                    <a:pt x="78660" y="42889"/>
                    <a:pt x="79795" y="36444"/>
                    <a:pt x="79000" y="30000"/>
                  </a:cubicBezTo>
                  <a:cubicBezTo>
                    <a:pt x="74864" y="26299"/>
                    <a:pt x="70236" y="23156"/>
                    <a:pt x="66500" y="19000"/>
                  </a:cubicBezTo>
                  <a:cubicBezTo>
                    <a:pt x="62124" y="15571"/>
                    <a:pt x="57643" y="12262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121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109" y="76333"/>
                            <a:pt x="22132" y="70667"/>
                            <a:pt x="23000" y="65000"/>
                          </a:cubicBezTo>
                          <a:cubicBezTo>
                            <a:pt x="23164" y="59333"/>
                            <a:pt x="23325" y="53667"/>
                            <a:pt x="23000" y="48000"/>
                          </a:cubicBezTo>
                          <a:cubicBezTo>
                            <a:pt x="22251" y="42333"/>
                            <a:pt x="22532" y="36667"/>
                            <a:pt x="23000" y="31000"/>
                          </a:cubicBezTo>
                          <a:cubicBezTo>
                            <a:pt x="22073" y="25333"/>
                            <a:pt x="22370" y="19667"/>
                            <a:pt x="23000" y="14000"/>
                          </a:cubicBezTo>
                          <a:cubicBezTo>
                            <a:pt x="31333" y="13068"/>
                            <a:pt x="39667" y="13056"/>
                            <a:pt x="48000" y="14000"/>
                          </a:cubicBezTo>
                          <a:cubicBezTo>
                            <a:pt x="48442" y="21000"/>
                            <a:pt x="47499" y="28000"/>
                            <a:pt x="48000" y="35000"/>
                          </a:cubicBezTo>
                          <a:cubicBezTo>
                            <a:pt x="56333" y="35076"/>
                            <a:pt x="64667" y="35139"/>
                            <a:pt x="73000" y="35000"/>
                          </a:cubicBezTo>
                          <a:cubicBezTo>
                            <a:pt x="73167" y="42833"/>
                            <a:pt x="72006" y="50667"/>
                            <a:pt x="73000" y="58500"/>
                          </a:cubicBezTo>
                          <a:cubicBezTo>
                            <a:pt x="72819" y="66333"/>
                            <a:pt x="72267" y="74167"/>
                            <a:pt x="73000" y="82000"/>
                          </a:cubicBezTo>
                          <a:cubicBezTo>
                            <a:pt x="67444" y="81688"/>
                            <a:pt x="61889" y="82943"/>
                            <a:pt x="56333" y="82000"/>
                          </a:cubicBezTo>
                          <a:cubicBezTo>
                            <a:pt x="50778" y="82206"/>
                            <a:pt x="45222" y="81256"/>
                            <a:pt x="39667" y="82000"/>
                          </a:cubicBezTo>
                          <a:cubicBezTo>
                            <a:pt x="34111" y="82426"/>
                            <a:pt x="28556" y="8100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178" y="20656"/>
                            <a:pt x="62534" y="24633"/>
                            <a:pt x="66500" y="29000"/>
                          </a:cubicBezTo>
                          <a:cubicBezTo>
                            <a:pt x="62333" y="29287"/>
                            <a:pt x="58167" y="28768"/>
                            <a:pt x="54000" y="29000"/>
                          </a:cubicBezTo>
                          <a:cubicBezTo>
                            <a:pt x="54673" y="24833"/>
                            <a:pt x="54049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375"/>
                            <a:pt x="41667" y="6894"/>
                            <a:pt x="35500" y="8000"/>
                          </a:cubicBezTo>
                          <a:cubicBezTo>
                            <a:pt x="29333" y="8680"/>
                            <a:pt x="23167" y="8064"/>
                            <a:pt x="17000" y="8000"/>
                          </a:cubicBezTo>
                          <a:cubicBezTo>
                            <a:pt x="15896" y="14667"/>
                            <a:pt x="15873" y="21333"/>
                            <a:pt x="17000" y="28000"/>
                          </a:cubicBezTo>
                          <a:cubicBezTo>
                            <a:pt x="16276" y="34667"/>
                            <a:pt x="17940" y="41333"/>
                            <a:pt x="17000" y="48000"/>
                          </a:cubicBezTo>
                          <a:cubicBezTo>
                            <a:pt x="17452" y="54667"/>
                            <a:pt x="17565" y="61333"/>
                            <a:pt x="17000" y="68000"/>
                          </a:cubicBezTo>
                          <a:cubicBezTo>
                            <a:pt x="16515" y="74667"/>
                            <a:pt x="16414" y="81333"/>
                            <a:pt x="17000" y="88000"/>
                          </a:cubicBezTo>
                          <a:cubicBezTo>
                            <a:pt x="23889" y="88802"/>
                            <a:pt x="30778" y="88737"/>
                            <a:pt x="37667" y="88000"/>
                          </a:cubicBezTo>
                          <a:cubicBezTo>
                            <a:pt x="44556" y="88471"/>
                            <a:pt x="51444" y="88557"/>
                            <a:pt x="58333" y="88000"/>
                          </a:cubicBezTo>
                          <a:cubicBezTo>
                            <a:pt x="65222" y="87419"/>
                            <a:pt x="72111" y="88108"/>
                            <a:pt x="79000" y="88000"/>
                          </a:cubicBezTo>
                          <a:cubicBezTo>
                            <a:pt x="78672" y="81556"/>
                            <a:pt x="78007" y="75111"/>
                            <a:pt x="79000" y="68667"/>
                          </a:cubicBezTo>
                          <a:cubicBezTo>
                            <a:pt x="79619" y="62222"/>
                            <a:pt x="79319" y="55778"/>
                            <a:pt x="79000" y="49333"/>
                          </a:cubicBezTo>
                          <a:cubicBezTo>
                            <a:pt x="78660" y="42889"/>
                            <a:pt x="79795" y="36444"/>
                            <a:pt x="79000" y="30000"/>
                          </a:cubicBezTo>
                          <a:cubicBezTo>
                            <a:pt x="74864" y="26299"/>
                            <a:pt x="70236" y="23156"/>
                            <a:pt x="66500" y="19000"/>
                          </a:cubicBezTo>
                          <a:cubicBezTo>
                            <a:pt x="62124" y="15571"/>
                            <a:pt x="57643" y="12262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Stack 1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593"/>
                    <a:pt x="41667" y="45276"/>
                    <a:pt x="48000" y="45000"/>
                  </a:cubicBezTo>
                  <a:cubicBezTo>
                    <a:pt x="54333" y="44094"/>
                    <a:pt x="60667" y="44614"/>
                    <a:pt x="67000" y="45000"/>
                  </a:cubicBezTo>
                  <a:cubicBezTo>
                    <a:pt x="66807" y="46333"/>
                    <a:pt x="67080" y="47667"/>
                    <a:pt x="67000" y="49000"/>
                  </a:cubicBezTo>
                  <a:cubicBezTo>
                    <a:pt x="60667" y="48524"/>
                    <a:pt x="54333" y="49807"/>
                    <a:pt x="48000" y="49000"/>
                  </a:cubicBezTo>
                  <a:cubicBezTo>
                    <a:pt x="41667" y="48253"/>
                    <a:pt x="35333" y="48417"/>
                    <a:pt x="29000" y="49000"/>
                  </a:cubicBezTo>
                  <a:cubicBezTo>
                    <a:pt x="29068" y="47667"/>
                    <a:pt x="28822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604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593"/>
                            <a:pt x="41667" y="45276"/>
                            <a:pt x="48000" y="45000"/>
                          </a:cubicBezTo>
                          <a:cubicBezTo>
                            <a:pt x="54333" y="44094"/>
                            <a:pt x="60667" y="44614"/>
                            <a:pt x="67000" y="45000"/>
                          </a:cubicBezTo>
                          <a:cubicBezTo>
                            <a:pt x="66807" y="46333"/>
                            <a:pt x="67080" y="47667"/>
                            <a:pt x="67000" y="49000"/>
                          </a:cubicBezTo>
                          <a:cubicBezTo>
                            <a:pt x="60667" y="48524"/>
                            <a:pt x="54333" y="49807"/>
                            <a:pt x="48000" y="49000"/>
                          </a:cubicBezTo>
                          <a:cubicBezTo>
                            <a:pt x="41667" y="48253"/>
                            <a:pt x="35333" y="48417"/>
                            <a:pt x="29000" y="49000"/>
                          </a:cubicBezTo>
                          <a:cubicBezTo>
                            <a:pt x="29068" y="47667"/>
                            <a:pt x="28822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Stack 1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454"/>
                    <a:pt x="37667" y="36464"/>
                    <a:pt x="42000" y="37000"/>
                  </a:cubicBezTo>
                  <a:cubicBezTo>
                    <a:pt x="41995" y="38333"/>
                    <a:pt x="41767" y="39667"/>
                    <a:pt x="42000" y="41000"/>
                  </a:cubicBezTo>
                  <a:cubicBezTo>
                    <a:pt x="37667" y="41244"/>
                    <a:pt x="33333" y="41025"/>
                    <a:pt x="29000" y="41000"/>
                  </a:cubicBezTo>
                  <a:cubicBezTo>
                    <a:pt x="29170" y="39667"/>
                    <a:pt x="29041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95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454"/>
                            <a:pt x="37667" y="36464"/>
                            <a:pt x="42000" y="37000"/>
                          </a:cubicBezTo>
                          <a:cubicBezTo>
                            <a:pt x="41995" y="38333"/>
                            <a:pt x="41767" y="39667"/>
                            <a:pt x="42000" y="41000"/>
                          </a:cubicBezTo>
                          <a:cubicBezTo>
                            <a:pt x="37667" y="41244"/>
                            <a:pt x="33333" y="41025"/>
                            <a:pt x="29000" y="41000"/>
                          </a:cubicBezTo>
                          <a:cubicBezTo>
                            <a:pt x="29170" y="39667"/>
                            <a:pt x="29041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Stack 1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163"/>
                    <a:pt x="41667" y="53130"/>
                    <a:pt x="48000" y="53000"/>
                  </a:cubicBezTo>
                  <a:cubicBezTo>
                    <a:pt x="54333" y="53760"/>
                    <a:pt x="60667" y="53934"/>
                    <a:pt x="67000" y="53000"/>
                  </a:cubicBezTo>
                  <a:cubicBezTo>
                    <a:pt x="66819" y="54333"/>
                    <a:pt x="66781" y="55667"/>
                    <a:pt x="67000" y="57000"/>
                  </a:cubicBezTo>
                  <a:cubicBezTo>
                    <a:pt x="60667" y="56442"/>
                    <a:pt x="54333" y="56870"/>
                    <a:pt x="48000" y="57000"/>
                  </a:cubicBezTo>
                  <a:cubicBezTo>
                    <a:pt x="41667" y="57798"/>
                    <a:pt x="35333" y="56158"/>
                    <a:pt x="29000" y="57000"/>
                  </a:cubicBezTo>
                  <a:cubicBezTo>
                    <a:pt x="29168" y="55667"/>
                    <a:pt x="28841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7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163"/>
                            <a:pt x="41667" y="53130"/>
                            <a:pt x="48000" y="53000"/>
                          </a:cubicBezTo>
                          <a:cubicBezTo>
                            <a:pt x="54333" y="53760"/>
                            <a:pt x="60667" y="53934"/>
                            <a:pt x="67000" y="53000"/>
                          </a:cubicBezTo>
                          <a:cubicBezTo>
                            <a:pt x="66819" y="54333"/>
                            <a:pt x="66781" y="55667"/>
                            <a:pt x="67000" y="57000"/>
                          </a:cubicBezTo>
                          <a:cubicBezTo>
                            <a:pt x="60667" y="56442"/>
                            <a:pt x="54333" y="56870"/>
                            <a:pt x="48000" y="57000"/>
                          </a:cubicBezTo>
                          <a:cubicBezTo>
                            <a:pt x="41667" y="57798"/>
                            <a:pt x="35333" y="56158"/>
                            <a:pt x="29000" y="57000"/>
                          </a:cubicBezTo>
                          <a:cubicBezTo>
                            <a:pt x="29168" y="55667"/>
                            <a:pt x="28841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Stack 1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890"/>
                    <a:pt x="41667" y="60791"/>
                    <a:pt x="48000" y="61000"/>
                  </a:cubicBezTo>
                  <a:cubicBezTo>
                    <a:pt x="54333" y="60124"/>
                    <a:pt x="60667" y="61724"/>
                    <a:pt x="67000" y="61000"/>
                  </a:cubicBezTo>
                  <a:cubicBezTo>
                    <a:pt x="66926" y="62333"/>
                    <a:pt x="67147" y="63667"/>
                    <a:pt x="67000" y="65000"/>
                  </a:cubicBezTo>
                  <a:cubicBezTo>
                    <a:pt x="60667" y="64500"/>
                    <a:pt x="54333" y="63883"/>
                    <a:pt x="48000" y="65000"/>
                  </a:cubicBezTo>
                  <a:cubicBezTo>
                    <a:pt x="41667" y="64233"/>
                    <a:pt x="35333" y="64822"/>
                    <a:pt x="29000" y="65000"/>
                  </a:cubicBezTo>
                  <a:cubicBezTo>
                    <a:pt x="28862" y="63667"/>
                    <a:pt x="29158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9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890"/>
                            <a:pt x="41667" y="60791"/>
                            <a:pt x="48000" y="61000"/>
                          </a:cubicBezTo>
                          <a:cubicBezTo>
                            <a:pt x="54333" y="60124"/>
                            <a:pt x="60667" y="61724"/>
                            <a:pt x="67000" y="61000"/>
                          </a:cubicBezTo>
                          <a:cubicBezTo>
                            <a:pt x="66926" y="62333"/>
                            <a:pt x="67147" y="63667"/>
                            <a:pt x="67000" y="65000"/>
                          </a:cubicBezTo>
                          <a:cubicBezTo>
                            <a:pt x="60667" y="64500"/>
                            <a:pt x="54333" y="63883"/>
                            <a:pt x="48000" y="65000"/>
                          </a:cubicBezTo>
                          <a:cubicBezTo>
                            <a:pt x="41667" y="64233"/>
                            <a:pt x="35333" y="64822"/>
                            <a:pt x="29000" y="65000"/>
                          </a:cubicBezTo>
                          <a:cubicBezTo>
                            <a:pt x="28862" y="63667"/>
                            <a:pt x="29158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Stack 1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8942"/>
                    <a:pt x="41667" y="69659"/>
                    <a:pt x="48000" y="69000"/>
                  </a:cubicBezTo>
                  <a:cubicBezTo>
                    <a:pt x="54333" y="69688"/>
                    <a:pt x="60667" y="69972"/>
                    <a:pt x="67000" y="69000"/>
                  </a:cubicBezTo>
                  <a:cubicBezTo>
                    <a:pt x="66764" y="70333"/>
                    <a:pt x="67032" y="71667"/>
                    <a:pt x="67000" y="73000"/>
                  </a:cubicBezTo>
                  <a:cubicBezTo>
                    <a:pt x="60667" y="74044"/>
                    <a:pt x="54333" y="73338"/>
                    <a:pt x="48000" y="73000"/>
                  </a:cubicBezTo>
                  <a:cubicBezTo>
                    <a:pt x="41667" y="72953"/>
                    <a:pt x="35333" y="74030"/>
                    <a:pt x="29000" y="73000"/>
                  </a:cubicBezTo>
                  <a:cubicBezTo>
                    <a:pt x="29157" y="71667"/>
                    <a:pt x="29085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71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8942"/>
                            <a:pt x="41667" y="69659"/>
                            <a:pt x="48000" y="69000"/>
                          </a:cubicBezTo>
                          <a:cubicBezTo>
                            <a:pt x="54333" y="69688"/>
                            <a:pt x="60667" y="69972"/>
                            <a:pt x="67000" y="69000"/>
                          </a:cubicBezTo>
                          <a:cubicBezTo>
                            <a:pt x="66764" y="70333"/>
                            <a:pt x="67032" y="71667"/>
                            <a:pt x="67000" y="73000"/>
                          </a:cubicBezTo>
                          <a:cubicBezTo>
                            <a:pt x="60667" y="74044"/>
                            <a:pt x="54333" y="73338"/>
                            <a:pt x="48000" y="73000"/>
                          </a:cubicBezTo>
                          <a:cubicBezTo>
                            <a:pt x="41667" y="72953"/>
                            <a:pt x="35333" y="74030"/>
                            <a:pt x="29000" y="73000"/>
                          </a:cubicBezTo>
                          <a:cubicBezTo>
                            <a:pt x="29157" y="71667"/>
                            <a:pt x="29085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53" name="Stack label"/>
          <p:cNvSpPr txBox="1"/>
          <p:nvPr/>
        </p:nvSpPr>
        <p:spPr>
          <a:xfrm>
            <a:off x="685800" y="484632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×40, one call each</a:t>
            </a:r>
          </a:p>
        </p:txBody>
      </p:sp>
      <p:grpSp>
        <p:nvGrpSpPr>
          <p:cNvPr id="107" name="Trip report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Trip report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Trip report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3895" y="76333"/>
                    <a:pt x="22490" y="70667"/>
                    <a:pt x="23000" y="65000"/>
                  </a:cubicBezTo>
                  <a:cubicBezTo>
                    <a:pt x="22235" y="59333"/>
                    <a:pt x="22604" y="53667"/>
                    <a:pt x="23000" y="48000"/>
                  </a:cubicBezTo>
                  <a:cubicBezTo>
                    <a:pt x="22855" y="42333"/>
                    <a:pt x="23692" y="36667"/>
                    <a:pt x="23000" y="31000"/>
                  </a:cubicBezTo>
                  <a:cubicBezTo>
                    <a:pt x="22576" y="25333"/>
                    <a:pt x="23475" y="19667"/>
                    <a:pt x="23000" y="14000"/>
                  </a:cubicBezTo>
                  <a:cubicBezTo>
                    <a:pt x="31333" y="14766"/>
                    <a:pt x="39667" y="14154"/>
                    <a:pt x="48000" y="14000"/>
                  </a:cubicBezTo>
                  <a:cubicBezTo>
                    <a:pt x="47983" y="21000"/>
                    <a:pt x="46936" y="28000"/>
                    <a:pt x="48000" y="35000"/>
                  </a:cubicBezTo>
                  <a:cubicBezTo>
                    <a:pt x="56333" y="35823"/>
                    <a:pt x="64667" y="35255"/>
                    <a:pt x="73000" y="35000"/>
                  </a:cubicBezTo>
                  <a:cubicBezTo>
                    <a:pt x="73753" y="42833"/>
                    <a:pt x="73044" y="50667"/>
                    <a:pt x="73000" y="58500"/>
                  </a:cubicBezTo>
                  <a:cubicBezTo>
                    <a:pt x="72462" y="66333"/>
                    <a:pt x="73230" y="74167"/>
                    <a:pt x="73000" y="82000"/>
                  </a:cubicBezTo>
                  <a:cubicBezTo>
                    <a:pt x="67444" y="82817"/>
                    <a:pt x="61889" y="82331"/>
                    <a:pt x="56333" y="82000"/>
                  </a:cubicBezTo>
                  <a:cubicBezTo>
                    <a:pt x="50778" y="82999"/>
                    <a:pt x="45222" y="82213"/>
                    <a:pt x="39667" y="82000"/>
                  </a:cubicBezTo>
                  <a:cubicBezTo>
                    <a:pt x="34111" y="82890"/>
                    <a:pt x="28556" y="81663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8096" y="20737"/>
                    <a:pt x="63003" y="24164"/>
                    <a:pt x="66500" y="29000"/>
                  </a:cubicBezTo>
                  <a:cubicBezTo>
                    <a:pt x="62333" y="28937"/>
                    <a:pt x="58167" y="28293"/>
                    <a:pt x="54000" y="29000"/>
                  </a:cubicBezTo>
                  <a:cubicBezTo>
                    <a:pt x="53439" y="24833"/>
                    <a:pt x="53538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7065"/>
                    <a:pt x="41667" y="7488"/>
                    <a:pt x="35500" y="8000"/>
                  </a:cubicBezTo>
                  <a:cubicBezTo>
                    <a:pt x="29333" y="7641"/>
                    <a:pt x="23167" y="8097"/>
                    <a:pt x="17000" y="8000"/>
                  </a:cubicBezTo>
                  <a:cubicBezTo>
                    <a:pt x="16594" y="14667"/>
                    <a:pt x="17795" y="21333"/>
                    <a:pt x="17000" y="28000"/>
                  </a:cubicBezTo>
                  <a:cubicBezTo>
                    <a:pt x="17118" y="34667"/>
                    <a:pt x="17121" y="41333"/>
                    <a:pt x="17000" y="48000"/>
                  </a:cubicBezTo>
                  <a:cubicBezTo>
                    <a:pt x="15865" y="54667"/>
                    <a:pt x="16585" y="61333"/>
                    <a:pt x="17000" y="68000"/>
                  </a:cubicBezTo>
                  <a:cubicBezTo>
                    <a:pt x="16477" y="74667"/>
                    <a:pt x="16305" y="81333"/>
                    <a:pt x="17000" y="88000"/>
                  </a:cubicBezTo>
                  <a:cubicBezTo>
                    <a:pt x="23889" y="87294"/>
                    <a:pt x="30778" y="88280"/>
                    <a:pt x="37667" y="88000"/>
                  </a:cubicBezTo>
                  <a:cubicBezTo>
                    <a:pt x="44556" y="88404"/>
                    <a:pt x="51444" y="87082"/>
                    <a:pt x="58333" y="88000"/>
                  </a:cubicBezTo>
                  <a:cubicBezTo>
                    <a:pt x="65222" y="87002"/>
                    <a:pt x="72111" y="88039"/>
                    <a:pt x="79000" y="88000"/>
                  </a:cubicBezTo>
                  <a:cubicBezTo>
                    <a:pt x="77929" y="81556"/>
                    <a:pt x="80149" y="75111"/>
                    <a:pt x="79000" y="68667"/>
                  </a:cubicBezTo>
                  <a:cubicBezTo>
                    <a:pt x="79694" y="62222"/>
                    <a:pt x="77886" y="55778"/>
                    <a:pt x="79000" y="49333"/>
                  </a:cubicBezTo>
                  <a:cubicBezTo>
                    <a:pt x="79127" y="42889"/>
                    <a:pt x="79269" y="36444"/>
                    <a:pt x="79000" y="30000"/>
                  </a:cubicBezTo>
                  <a:cubicBezTo>
                    <a:pt x="75379" y="25713"/>
                    <a:pt x="70089" y="23324"/>
                    <a:pt x="66500" y="19000"/>
                  </a:cubicBezTo>
                  <a:cubicBezTo>
                    <a:pt x="62179" y="15509"/>
                    <a:pt x="58420" y="11379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2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3895" y="76333"/>
                            <a:pt x="22490" y="70667"/>
                            <a:pt x="23000" y="65000"/>
                          </a:cubicBezTo>
                          <a:cubicBezTo>
                            <a:pt x="22235" y="59333"/>
                            <a:pt x="22604" y="53667"/>
                            <a:pt x="23000" y="48000"/>
                          </a:cubicBezTo>
                          <a:cubicBezTo>
                            <a:pt x="22855" y="42333"/>
                            <a:pt x="23692" y="36667"/>
                            <a:pt x="23000" y="31000"/>
                          </a:cubicBezTo>
                          <a:cubicBezTo>
                            <a:pt x="22576" y="25333"/>
                            <a:pt x="23475" y="19667"/>
                            <a:pt x="23000" y="14000"/>
                          </a:cubicBezTo>
                          <a:cubicBezTo>
                            <a:pt x="31333" y="14766"/>
                            <a:pt x="39667" y="14154"/>
                            <a:pt x="48000" y="14000"/>
                          </a:cubicBezTo>
                          <a:cubicBezTo>
                            <a:pt x="47983" y="21000"/>
                            <a:pt x="46936" y="28000"/>
                            <a:pt x="48000" y="35000"/>
                          </a:cubicBezTo>
                          <a:cubicBezTo>
                            <a:pt x="56333" y="35823"/>
                            <a:pt x="64667" y="35255"/>
                            <a:pt x="73000" y="35000"/>
                          </a:cubicBezTo>
                          <a:cubicBezTo>
                            <a:pt x="73753" y="42833"/>
                            <a:pt x="73044" y="50667"/>
                            <a:pt x="73000" y="58500"/>
                          </a:cubicBezTo>
                          <a:cubicBezTo>
                            <a:pt x="72462" y="66333"/>
                            <a:pt x="73230" y="74167"/>
                            <a:pt x="73000" y="82000"/>
                          </a:cubicBezTo>
                          <a:cubicBezTo>
                            <a:pt x="67444" y="82817"/>
                            <a:pt x="61889" y="82331"/>
                            <a:pt x="56333" y="82000"/>
                          </a:cubicBezTo>
                          <a:cubicBezTo>
                            <a:pt x="50778" y="82999"/>
                            <a:pt x="45222" y="82213"/>
                            <a:pt x="39667" y="82000"/>
                          </a:cubicBezTo>
                          <a:cubicBezTo>
                            <a:pt x="34111" y="82890"/>
                            <a:pt x="28556" y="81663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8096" y="20737"/>
                            <a:pt x="63003" y="24164"/>
                            <a:pt x="66500" y="29000"/>
                          </a:cubicBezTo>
                          <a:cubicBezTo>
                            <a:pt x="62333" y="28937"/>
                            <a:pt x="58167" y="28293"/>
                            <a:pt x="54000" y="29000"/>
                          </a:cubicBezTo>
                          <a:cubicBezTo>
                            <a:pt x="53439" y="24833"/>
                            <a:pt x="53538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7065"/>
                            <a:pt x="41667" y="7488"/>
                            <a:pt x="35500" y="8000"/>
                          </a:cubicBezTo>
                          <a:cubicBezTo>
                            <a:pt x="29333" y="7641"/>
                            <a:pt x="23167" y="8097"/>
                            <a:pt x="17000" y="8000"/>
                          </a:cubicBezTo>
                          <a:cubicBezTo>
                            <a:pt x="16594" y="14667"/>
                            <a:pt x="17795" y="21333"/>
                            <a:pt x="17000" y="28000"/>
                          </a:cubicBezTo>
                          <a:cubicBezTo>
                            <a:pt x="17118" y="34667"/>
                            <a:pt x="17121" y="41333"/>
                            <a:pt x="17000" y="48000"/>
                          </a:cubicBezTo>
                          <a:cubicBezTo>
                            <a:pt x="15865" y="54667"/>
                            <a:pt x="16585" y="61333"/>
                            <a:pt x="17000" y="68000"/>
                          </a:cubicBezTo>
                          <a:cubicBezTo>
                            <a:pt x="16477" y="74667"/>
                            <a:pt x="16305" y="81333"/>
                            <a:pt x="17000" y="88000"/>
                          </a:cubicBezTo>
                          <a:cubicBezTo>
                            <a:pt x="23889" y="87294"/>
                            <a:pt x="30778" y="88280"/>
                            <a:pt x="37667" y="88000"/>
                          </a:cubicBezTo>
                          <a:cubicBezTo>
                            <a:pt x="44556" y="88404"/>
                            <a:pt x="51444" y="87082"/>
                            <a:pt x="58333" y="88000"/>
                          </a:cubicBezTo>
                          <a:cubicBezTo>
                            <a:pt x="65222" y="87002"/>
                            <a:pt x="72111" y="88039"/>
                            <a:pt x="79000" y="88000"/>
                          </a:cubicBezTo>
                          <a:cubicBezTo>
                            <a:pt x="77929" y="81556"/>
                            <a:pt x="80149" y="75111"/>
                            <a:pt x="79000" y="68667"/>
                          </a:cubicBezTo>
                          <a:cubicBezTo>
                            <a:pt x="79694" y="62222"/>
                            <a:pt x="77886" y="55778"/>
                            <a:pt x="79000" y="49333"/>
                          </a:cubicBezTo>
                          <a:cubicBezTo>
                            <a:pt x="79127" y="42889"/>
                            <a:pt x="79269" y="36444"/>
                            <a:pt x="79000" y="30000"/>
                          </a:cubicBezTo>
                          <a:cubicBezTo>
                            <a:pt x="75379" y="25713"/>
                            <a:pt x="70089" y="23324"/>
                            <a:pt x="66500" y="19000"/>
                          </a:cubicBezTo>
                          <a:cubicBezTo>
                            <a:pt x="62179" y="15509"/>
                            <a:pt x="58420" y="11379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Trip report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5205"/>
                    <a:pt x="41667" y="44749"/>
                    <a:pt x="48000" y="45000"/>
                  </a:cubicBezTo>
                  <a:cubicBezTo>
                    <a:pt x="54333" y="43946"/>
                    <a:pt x="60667" y="45524"/>
                    <a:pt x="67000" y="45000"/>
                  </a:cubicBezTo>
                  <a:cubicBezTo>
                    <a:pt x="66861" y="46333"/>
                    <a:pt x="66871" y="47667"/>
                    <a:pt x="67000" y="49000"/>
                  </a:cubicBezTo>
                  <a:cubicBezTo>
                    <a:pt x="60667" y="48046"/>
                    <a:pt x="54333" y="48711"/>
                    <a:pt x="48000" y="49000"/>
                  </a:cubicBezTo>
                  <a:cubicBezTo>
                    <a:pt x="41667" y="49060"/>
                    <a:pt x="35333" y="49524"/>
                    <a:pt x="29000" y="49000"/>
                  </a:cubicBezTo>
                  <a:cubicBezTo>
                    <a:pt x="28815" y="47667"/>
                    <a:pt x="28945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3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5205"/>
                            <a:pt x="41667" y="44749"/>
                            <a:pt x="48000" y="45000"/>
                          </a:cubicBezTo>
                          <a:cubicBezTo>
                            <a:pt x="54333" y="43946"/>
                            <a:pt x="60667" y="45524"/>
                            <a:pt x="67000" y="45000"/>
                          </a:cubicBezTo>
                          <a:cubicBezTo>
                            <a:pt x="66861" y="46333"/>
                            <a:pt x="66871" y="47667"/>
                            <a:pt x="67000" y="49000"/>
                          </a:cubicBezTo>
                          <a:cubicBezTo>
                            <a:pt x="60667" y="48046"/>
                            <a:pt x="54333" y="48711"/>
                            <a:pt x="48000" y="49000"/>
                          </a:cubicBezTo>
                          <a:cubicBezTo>
                            <a:pt x="41667" y="49060"/>
                            <a:pt x="35333" y="49524"/>
                            <a:pt x="29000" y="49000"/>
                          </a:cubicBezTo>
                          <a:cubicBezTo>
                            <a:pt x="28815" y="47667"/>
                            <a:pt x="28945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Trip report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7189"/>
                    <a:pt x="37667" y="36976"/>
                    <a:pt x="42000" y="37000"/>
                  </a:cubicBezTo>
                  <a:cubicBezTo>
                    <a:pt x="42230" y="38333"/>
                    <a:pt x="42063" y="39667"/>
                    <a:pt x="42000" y="41000"/>
                  </a:cubicBezTo>
                  <a:cubicBezTo>
                    <a:pt x="37667" y="41613"/>
                    <a:pt x="33333" y="40582"/>
                    <a:pt x="29000" y="41000"/>
                  </a:cubicBezTo>
                  <a:cubicBezTo>
                    <a:pt x="29004" y="39667"/>
                    <a:pt x="28892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5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7189"/>
                            <a:pt x="37667" y="36976"/>
                            <a:pt x="42000" y="37000"/>
                          </a:cubicBezTo>
                          <a:cubicBezTo>
                            <a:pt x="42230" y="38333"/>
                            <a:pt x="42063" y="39667"/>
                            <a:pt x="42000" y="41000"/>
                          </a:cubicBezTo>
                          <a:cubicBezTo>
                            <a:pt x="37667" y="41613"/>
                            <a:pt x="33333" y="40582"/>
                            <a:pt x="29000" y="41000"/>
                          </a:cubicBezTo>
                          <a:cubicBezTo>
                            <a:pt x="29004" y="39667"/>
                            <a:pt x="28892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Trip report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832"/>
                    <a:pt x="41667" y="53201"/>
                    <a:pt x="48000" y="53000"/>
                  </a:cubicBezTo>
                  <a:cubicBezTo>
                    <a:pt x="54333" y="52327"/>
                    <a:pt x="60667" y="51955"/>
                    <a:pt x="67000" y="53000"/>
                  </a:cubicBezTo>
                  <a:cubicBezTo>
                    <a:pt x="67112" y="54333"/>
                    <a:pt x="66826" y="55667"/>
                    <a:pt x="67000" y="57000"/>
                  </a:cubicBezTo>
                  <a:cubicBezTo>
                    <a:pt x="60667" y="57805"/>
                    <a:pt x="54333" y="57916"/>
                    <a:pt x="48000" y="57000"/>
                  </a:cubicBezTo>
                  <a:cubicBezTo>
                    <a:pt x="41667" y="56444"/>
                    <a:pt x="35333" y="57170"/>
                    <a:pt x="29000" y="57000"/>
                  </a:cubicBezTo>
                  <a:cubicBezTo>
                    <a:pt x="28926" y="55667"/>
                    <a:pt x="29112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77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832"/>
                            <a:pt x="41667" y="53201"/>
                            <a:pt x="48000" y="53000"/>
                          </a:cubicBezTo>
                          <a:cubicBezTo>
                            <a:pt x="54333" y="52327"/>
                            <a:pt x="60667" y="51955"/>
                            <a:pt x="67000" y="53000"/>
                          </a:cubicBezTo>
                          <a:cubicBezTo>
                            <a:pt x="67112" y="54333"/>
                            <a:pt x="66826" y="55667"/>
                            <a:pt x="67000" y="57000"/>
                          </a:cubicBezTo>
                          <a:cubicBezTo>
                            <a:pt x="60667" y="57805"/>
                            <a:pt x="54333" y="57916"/>
                            <a:pt x="48000" y="57000"/>
                          </a:cubicBezTo>
                          <a:cubicBezTo>
                            <a:pt x="41667" y="56444"/>
                            <a:pt x="35333" y="57170"/>
                            <a:pt x="29000" y="57000"/>
                          </a:cubicBezTo>
                          <a:cubicBezTo>
                            <a:pt x="28926" y="55667"/>
                            <a:pt x="29112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Trip report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208"/>
                    <a:pt x="41667" y="60955"/>
                    <a:pt x="48000" y="61000"/>
                  </a:cubicBezTo>
                  <a:cubicBezTo>
                    <a:pt x="54333" y="60797"/>
                    <a:pt x="60667" y="60806"/>
                    <a:pt x="67000" y="61000"/>
                  </a:cubicBezTo>
                  <a:cubicBezTo>
                    <a:pt x="67050" y="62333"/>
                    <a:pt x="67162" y="63667"/>
                    <a:pt x="67000" y="65000"/>
                  </a:cubicBezTo>
                  <a:cubicBezTo>
                    <a:pt x="60667" y="64927"/>
                    <a:pt x="54333" y="64884"/>
                    <a:pt x="48000" y="65000"/>
                  </a:cubicBezTo>
                  <a:cubicBezTo>
                    <a:pt x="41667" y="64880"/>
                    <a:pt x="35333" y="65121"/>
                    <a:pt x="29000" y="65000"/>
                  </a:cubicBezTo>
                  <a:cubicBezTo>
                    <a:pt x="29195" y="63667"/>
                    <a:pt x="28871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69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208"/>
                            <a:pt x="41667" y="60955"/>
                            <a:pt x="48000" y="61000"/>
                          </a:cubicBezTo>
                          <a:cubicBezTo>
                            <a:pt x="54333" y="60797"/>
                            <a:pt x="60667" y="60806"/>
                            <a:pt x="67000" y="61000"/>
                          </a:cubicBezTo>
                          <a:cubicBezTo>
                            <a:pt x="67050" y="62333"/>
                            <a:pt x="67162" y="63667"/>
                            <a:pt x="67000" y="65000"/>
                          </a:cubicBezTo>
                          <a:cubicBezTo>
                            <a:pt x="60667" y="64927"/>
                            <a:pt x="54333" y="64884"/>
                            <a:pt x="48000" y="65000"/>
                          </a:cubicBezTo>
                          <a:cubicBezTo>
                            <a:pt x="41667" y="64880"/>
                            <a:pt x="35333" y="65121"/>
                            <a:pt x="29000" y="65000"/>
                          </a:cubicBezTo>
                          <a:cubicBezTo>
                            <a:pt x="29195" y="63667"/>
                            <a:pt x="28871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Trip report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70075"/>
                    <a:pt x="41667" y="69508"/>
                    <a:pt x="48000" y="69000"/>
                  </a:cubicBezTo>
                  <a:cubicBezTo>
                    <a:pt x="54333" y="70087"/>
                    <a:pt x="60667" y="69012"/>
                    <a:pt x="67000" y="69000"/>
                  </a:cubicBezTo>
                  <a:cubicBezTo>
                    <a:pt x="66904" y="70333"/>
                    <a:pt x="66767" y="71667"/>
                    <a:pt x="67000" y="73000"/>
                  </a:cubicBezTo>
                  <a:cubicBezTo>
                    <a:pt x="60667" y="72390"/>
                    <a:pt x="54333" y="73820"/>
                    <a:pt x="48000" y="73000"/>
                  </a:cubicBezTo>
                  <a:cubicBezTo>
                    <a:pt x="41667" y="72689"/>
                    <a:pt x="35333" y="72315"/>
                    <a:pt x="29000" y="73000"/>
                  </a:cubicBezTo>
                  <a:cubicBezTo>
                    <a:pt x="28926" y="71667"/>
                    <a:pt x="28876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1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70075"/>
                            <a:pt x="41667" y="69508"/>
                            <a:pt x="48000" y="69000"/>
                          </a:cubicBezTo>
                          <a:cubicBezTo>
                            <a:pt x="54333" y="70087"/>
                            <a:pt x="60667" y="69012"/>
                            <a:pt x="67000" y="69000"/>
                          </a:cubicBezTo>
                          <a:cubicBezTo>
                            <a:pt x="66904" y="70333"/>
                            <a:pt x="66767" y="71667"/>
                            <a:pt x="67000" y="73000"/>
                          </a:cubicBezTo>
                          <a:cubicBezTo>
                            <a:pt x="60667" y="72390"/>
                            <a:pt x="54333" y="73820"/>
                            <a:pt x="48000" y="73000"/>
                          </a:cubicBezTo>
                          <a:cubicBezTo>
                            <a:pt x="41667" y="72689"/>
                            <a:pt x="35333" y="72315"/>
                            <a:pt x="29000" y="73000"/>
                          </a:cubicBezTo>
                          <a:cubicBezTo>
                            <a:pt x="28926" y="71667"/>
                            <a:pt x="28876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Doc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Trip Report</a:t>
            </a:r>
          </a:p>
        </p:txBody>
      </p:sp>
      <p:sp>
        <p:nvSpPr>
          <p:cNvPr id="110" name="Doc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tr-0004.md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~1,200 words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3331981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961120" y="2724912"/>
            <a:ext cx="13258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llama3.2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938528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 3 bullets, tell a hiker…"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+ the report text</a:t>
            </a:r>
          </a:p>
        </p:txBody>
      </p:sp>
      <p:sp>
        <p:nvSpPr>
          <p:cNvPr id="126" name="Reply"/>
          <p:cNvSpPr txBox="1"/>
          <p:nvPr/>
        </p:nvSpPr>
        <p:spPr>
          <a:xfrm>
            <a:off x="7388352" y="3154680"/>
            <a:ext cx="169164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Closed: bridge out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No other hazards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• Moderate crowds</a:t>
            </a:r>
          </a:p>
        </p:txBody>
      </p:sp>
      <p:cxnSp>
        <p:nvCxnSpPr>
          <p:cNvPr id="127" name="App-Screen"/>
          <p:cNvCxnSpPr/>
          <p:nvPr/>
        </p:nvCxnSpPr>
        <p:spPr>
          <a:xfrm>
            <a:off x="7440610" y="4118267"/>
            <a:ext cx="1639382" cy="499453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28" name="Graphic 24" descr="Web design outline"/>
          <p:cNvGrpSpPr/>
          <p:nvPr/>
        </p:nvGrpSpPr>
        <p:grpSpPr>
          <a:xfrm>
            <a:off x="9189720" y="4343400"/>
            <a:ext cx="762000" cy="590550"/>
            <a:chOff x="5715000" y="3133725"/>
            <a:chExt cx="762000" cy="590550"/>
          </a:xfrm>
          <a:noFill/>
        </p:grpSpPr>
        <p:sp>
          <p:nvSpPr>
            <p:cNvPr id="129" name="Freeform 26"/>
            <p:cNvSpPr/>
            <p:nvPr/>
          </p:nvSpPr>
          <p:spPr>
            <a:xfrm>
              <a:off x="5872981" y="3374640"/>
              <a:ext cx="115452" cy="203968"/>
            </a:xfrm>
            <a:custGeom>
              <a:avLst/>
              <a:gdLst>
                <a:gd name="csX0" fmla="*/ 101984 w 115452"/>
                <a:gd name="csY0" fmla="*/ 0 h 203968"/>
                <a:gd name="csX1" fmla="*/ 0 w 115452"/>
                <a:gd name="csY1" fmla="*/ 101984 h 203968"/>
                <a:gd name="csX2" fmla="*/ 101984 w 115452"/>
                <a:gd name="csY2" fmla="*/ 203968 h 203968"/>
                <a:gd name="csX3" fmla="*/ 115453 w 115452"/>
                <a:gd name="csY3" fmla="*/ 190500 h 203968"/>
                <a:gd name="csX4" fmla="*/ 26937 w 115452"/>
                <a:gd name="csY4" fmla="*/ 101984 h 203968"/>
                <a:gd name="csX5" fmla="*/ 115453 w 115452"/>
                <a:gd name="csY5" fmla="*/ 13468 h 203968"/>
                <a:gd name="csX6" fmla="*/ 101984 w 115452"/>
                <a:gd name="csY6" fmla="*/ 0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101984" y="0"/>
                  </a:moveTo>
                  <a:cubicBezTo>
                    <a:pt x="80469" y="29789"/>
                    <a:pt x="10671" y="68735"/>
                    <a:pt x="0" y="101984"/>
                  </a:cubicBezTo>
                  <a:cubicBezTo>
                    <a:pt x="35097" y="113800"/>
                    <a:pt x="52768" y="168720"/>
                    <a:pt x="101984" y="203968"/>
                  </a:cubicBezTo>
                  <a:cubicBezTo>
                    <a:pt x="106341" y="197468"/>
                    <a:pt x="111754" y="196900"/>
                    <a:pt x="115453" y="190500"/>
                  </a:cubicBezTo>
                  <a:cubicBezTo>
                    <a:pt x="86765" y="171738"/>
                    <a:pt x="72486" y="128597"/>
                    <a:pt x="26937" y="101984"/>
                  </a:cubicBezTo>
                  <a:cubicBezTo>
                    <a:pt x="56095" y="68628"/>
                    <a:pt x="87648" y="43689"/>
                    <a:pt x="115453" y="13468"/>
                  </a:cubicBezTo>
                  <a:cubicBezTo>
                    <a:pt x="110598" y="11500"/>
                    <a:pt x="108028" y="3862"/>
                    <a:pt x="101984" y="0"/>
                  </a:cubicBezTo>
                  <a:close/>
                </a:path>
                <a:path w="115452" h="203968" stroke="0" extrusionOk="0">
                  <a:moveTo>
                    <a:pt x="101984" y="0"/>
                  </a:moveTo>
                  <a:cubicBezTo>
                    <a:pt x="54666" y="49377"/>
                    <a:pt x="14242" y="66077"/>
                    <a:pt x="0" y="101984"/>
                  </a:cubicBezTo>
                  <a:cubicBezTo>
                    <a:pt x="50434" y="132521"/>
                    <a:pt x="69644" y="185088"/>
                    <a:pt x="101984" y="203968"/>
                  </a:cubicBezTo>
                  <a:cubicBezTo>
                    <a:pt x="106139" y="198738"/>
                    <a:pt x="111444" y="196583"/>
                    <a:pt x="115453" y="190500"/>
                  </a:cubicBezTo>
                  <a:cubicBezTo>
                    <a:pt x="76111" y="159672"/>
                    <a:pt x="70051" y="126332"/>
                    <a:pt x="26937" y="101984"/>
                  </a:cubicBezTo>
                  <a:cubicBezTo>
                    <a:pt x="50353" y="60681"/>
                    <a:pt x="104707" y="42634"/>
                    <a:pt x="115453" y="13468"/>
                  </a:cubicBezTo>
                  <a:cubicBezTo>
                    <a:pt x="111636" y="10467"/>
                    <a:pt x="107664" y="2756"/>
                    <a:pt x="101984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984 w 115452"/>
                        <a:gd name="connsiteY0" fmla="*/ 0 h 203968"/>
                        <a:gd name="connsiteX1" fmla="*/ 0 w 115452"/>
                        <a:gd name="connsiteY1" fmla="*/ 101984 h 203968"/>
                        <a:gd name="connsiteX2" fmla="*/ 101984 w 115452"/>
                        <a:gd name="connsiteY2" fmla="*/ 203968 h 203968"/>
                        <a:gd name="connsiteX3" fmla="*/ 115453 w 115452"/>
                        <a:gd name="connsiteY3" fmla="*/ 190500 h 203968"/>
                        <a:gd name="connsiteX4" fmla="*/ 26937 w 115452"/>
                        <a:gd name="connsiteY4" fmla="*/ 101984 h 203968"/>
                        <a:gd name="connsiteX5" fmla="*/ 115453 w 115452"/>
                        <a:gd name="connsiteY5" fmla="*/ 13468 h 203968"/>
                        <a:gd name="connsiteX6" fmla="*/ 101984 w 115452"/>
                        <a:gd name="connsiteY6" fmla="*/ 0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101984" y="0"/>
                          </a:moveTo>
                          <a:lnTo>
                            <a:pt x="0" y="101984"/>
                          </a:lnTo>
                          <a:lnTo>
                            <a:pt x="101984" y="203968"/>
                          </a:lnTo>
                          <a:lnTo>
                            <a:pt x="115453" y="190500"/>
                          </a:lnTo>
                          <a:lnTo>
                            <a:pt x="26937" y="101984"/>
                          </a:lnTo>
                          <a:lnTo>
                            <a:pt x="115453" y="13468"/>
                          </a:lnTo>
                          <a:lnTo>
                            <a:pt x="101984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27"/>
            <p:cNvSpPr/>
            <p:nvPr/>
          </p:nvSpPr>
          <p:spPr>
            <a:xfrm>
              <a:off x="6203565" y="3374640"/>
              <a:ext cx="115452" cy="203968"/>
            </a:xfrm>
            <a:custGeom>
              <a:avLst/>
              <a:gdLst>
                <a:gd name="csX0" fmla="*/ 0 w 115452"/>
                <a:gd name="csY0" fmla="*/ 13468 h 203968"/>
                <a:gd name="csX1" fmla="*/ 88516 w 115452"/>
                <a:gd name="csY1" fmla="*/ 101984 h 203968"/>
                <a:gd name="csX2" fmla="*/ 0 w 115452"/>
                <a:gd name="csY2" fmla="*/ 190500 h 203968"/>
                <a:gd name="csX3" fmla="*/ 13468 w 115452"/>
                <a:gd name="csY3" fmla="*/ 203968 h 203968"/>
                <a:gd name="csX4" fmla="*/ 115453 w 115452"/>
                <a:gd name="csY4" fmla="*/ 101984 h 203968"/>
                <a:gd name="csX5" fmla="*/ 13468 w 115452"/>
                <a:gd name="csY5" fmla="*/ 0 h 203968"/>
                <a:gd name="csX6" fmla="*/ 0 w 115452"/>
                <a:gd name="csY6" fmla="*/ 13468 h 2039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452" h="203968" fill="none" extrusionOk="0">
                  <a:moveTo>
                    <a:pt x="0" y="13468"/>
                  </a:moveTo>
                  <a:cubicBezTo>
                    <a:pt x="28195" y="31658"/>
                    <a:pt x="62315" y="85716"/>
                    <a:pt x="88516" y="101984"/>
                  </a:cubicBezTo>
                  <a:cubicBezTo>
                    <a:pt x="58661" y="145296"/>
                    <a:pt x="33019" y="156066"/>
                    <a:pt x="0" y="190500"/>
                  </a:cubicBezTo>
                  <a:cubicBezTo>
                    <a:pt x="5261" y="193987"/>
                    <a:pt x="8997" y="201568"/>
                    <a:pt x="13468" y="203968"/>
                  </a:cubicBezTo>
                  <a:cubicBezTo>
                    <a:pt x="49805" y="148660"/>
                    <a:pt x="76016" y="150703"/>
                    <a:pt x="115453" y="101984"/>
                  </a:cubicBezTo>
                  <a:cubicBezTo>
                    <a:pt x="68851" y="78131"/>
                    <a:pt x="60248" y="25543"/>
                    <a:pt x="13468" y="0"/>
                  </a:cubicBezTo>
                  <a:cubicBezTo>
                    <a:pt x="7612" y="6684"/>
                    <a:pt x="4796" y="5981"/>
                    <a:pt x="0" y="13468"/>
                  </a:cubicBezTo>
                  <a:close/>
                </a:path>
                <a:path w="115452" h="203968" stroke="0" extrusionOk="0">
                  <a:moveTo>
                    <a:pt x="0" y="13468"/>
                  </a:moveTo>
                  <a:cubicBezTo>
                    <a:pt x="35903" y="44056"/>
                    <a:pt x="52973" y="84230"/>
                    <a:pt x="88516" y="101984"/>
                  </a:cubicBezTo>
                  <a:cubicBezTo>
                    <a:pt x="48291" y="147503"/>
                    <a:pt x="38948" y="145206"/>
                    <a:pt x="0" y="190500"/>
                  </a:cubicBezTo>
                  <a:cubicBezTo>
                    <a:pt x="4026" y="193879"/>
                    <a:pt x="5514" y="199242"/>
                    <a:pt x="13468" y="203968"/>
                  </a:cubicBezTo>
                  <a:cubicBezTo>
                    <a:pt x="29831" y="179468"/>
                    <a:pt x="77301" y="146098"/>
                    <a:pt x="115453" y="101984"/>
                  </a:cubicBezTo>
                  <a:cubicBezTo>
                    <a:pt x="80161" y="89125"/>
                    <a:pt x="66590" y="44761"/>
                    <a:pt x="13468" y="0"/>
                  </a:cubicBezTo>
                  <a:cubicBezTo>
                    <a:pt x="9274" y="4825"/>
                    <a:pt x="3783" y="8616"/>
                    <a:pt x="0" y="13468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830084044">
                    <a:custGeom>
                      <a:avLst/>
                      <a:gdLst>
                        <a:gd name="connsiteX0" fmla="*/ 0 w 115452"/>
                        <a:gd name="connsiteY0" fmla="*/ 13468 h 203968"/>
                        <a:gd name="connsiteX1" fmla="*/ 88516 w 115452"/>
                        <a:gd name="connsiteY1" fmla="*/ 101984 h 203968"/>
                        <a:gd name="connsiteX2" fmla="*/ 0 w 115452"/>
                        <a:gd name="connsiteY2" fmla="*/ 190500 h 203968"/>
                        <a:gd name="connsiteX3" fmla="*/ 13468 w 115452"/>
                        <a:gd name="connsiteY3" fmla="*/ 203968 h 203968"/>
                        <a:gd name="connsiteX4" fmla="*/ 115453 w 115452"/>
                        <a:gd name="connsiteY4" fmla="*/ 101984 h 203968"/>
                        <a:gd name="connsiteX5" fmla="*/ 13468 w 115452"/>
                        <a:gd name="connsiteY5" fmla="*/ 0 h 203968"/>
                        <a:gd name="connsiteX6" fmla="*/ 0 w 115452"/>
                        <a:gd name="connsiteY6" fmla="*/ 13468 h 20396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</a:cxnLst>
                      <a:rect l="l" t="t" r="r" b="b"/>
                      <a:pathLst>
                        <a:path w="115452" h="203968">
                          <a:moveTo>
                            <a:pt x="0" y="13468"/>
                          </a:moveTo>
                          <a:lnTo>
                            <a:pt x="88516" y="101984"/>
                          </a:lnTo>
                          <a:lnTo>
                            <a:pt x="0" y="190500"/>
                          </a:lnTo>
                          <a:lnTo>
                            <a:pt x="13468" y="203968"/>
                          </a:lnTo>
                          <a:lnTo>
                            <a:pt x="115453" y="101984"/>
                          </a:lnTo>
                          <a:lnTo>
                            <a:pt x="13468" y="0"/>
                          </a:lnTo>
                          <a:lnTo>
                            <a:pt x="0" y="13468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28"/>
            <p:cNvSpPr/>
            <p:nvPr/>
          </p:nvSpPr>
          <p:spPr>
            <a:xfrm rot="-3990120">
              <a:off x="5976555" y="3471860"/>
              <a:ext cx="238886" cy="19049"/>
            </a:xfrm>
            <a:custGeom>
              <a:avLst/>
              <a:gdLst>
                <a:gd name="csX0" fmla="*/ 0 w 238886"/>
                <a:gd name="csY0" fmla="*/ 0 h 19049"/>
                <a:gd name="csX1" fmla="*/ 238887 w 238886"/>
                <a:gd name="csY1" fmla="*/ 0 h 19049"/>
                <a:gd name="csX2" fmla="*/ 238887 w 238886"/>
                <a:gd name="csY2" fmla="*/ 19050 h 19049"/>
                <a:gd name="csX3" fmla="*/ 0 w 238886"/>
                <a:gd name="csY3" fmla="*/ 19050 h 19049"/>
                <a:gd name="csX4" fmla="*/ 0 w 238886"/>
                <a:gd name="csY4" fmla="*/ 0 h 190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38886" h="19049" fill="none" extrusionOk="0">
                  <a:moveTo>
                    <a:pt x="0" y="0"/>
                  </a:moveTo>
                  <a:cubicBezTo>
                    <a:pt x="89439" y="-27312"/>
                    <a:pt x="129399" y="19521"/>
                    <a:pt x="238887" y="0"/>
                  </a:cubicBezTo>
                  <a:cubicBezTo>
                    <a:pt x="240312" y="8611"/>
                    <a:pt x="237794" y="9969"/>
                    <a:pt x="238887" y="19050"/>
                  </a:cubicBezTo>
                  <a:cubicBezTo>
                    <a:pt x="125798" y="22001"/>
                    <a:pt x="48091" y="-5468"/>
                    <a:pt x="0" y="19050"/>
                  </a:cubicBezTo>
                  <a:cubicBezTo>
                    <a:pt x="-332" y="10898"/>
                    <a:pt x="983" y="6475"/>
                    <a:pt x="0" y="0"/>
                  </a:cubicBezTo>
                  <a:close/>
                </a:path>
                <a:path w="238886" h="19049" stroke="0" extrusionOk="0">
                  <a:moveTo>
                    <a:pt x="0" y="0"/>
                  </a:moveTo>
                  <a:cubicBezTo>
                    <a:pt x="81267" y="-25071"/>
                    <a:pt x="137755" y="27943"/>
                    <a:pt x="238887" y="0"/>
                  </a:cubicBezTo>
                  <a:cubicBezTo>
                    <a:pt x="240527" y="4590"/>
                    <a:pt x="237147" y="12697"/>
                    <a:pt x="238887" y="19050"/>
                  </a:cubicBezTo>
                  <a:cubicBezTo>
                    <a:pt x="130063" y="34728"/>
                    <a:pt x="61649" y="-7729"/>
                    <a:pt x="0" y="19050"/>
                  </a:cubicBezTo>
                  <a:cubicBezTo>
                    <a:pt x="-926" y="10149"/>
                    <a:pt x="314" y="6645"/>
                    <a:pt x="0" y="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658789007">
                    <a:custGeom>
                      <a:avLst/>
                      <a:gdLst>
                        <a:gd name="connsiteX0" fmla="*/ 0 w 238886"/>
                        <a:gd name="connsiteY0" fmla="*/ 0 h 19049"/>
                        <a:gd name="connsiteX1" fmla="*/ 238887 w 238886"/>
                        <a:gd name="connsiteY1" fmla="*/ 0 h 19049"/>
                        <a:gd name="connsiteX2" fmla="*/ 238887 w 238886"/>
                        <a:gd name="connsiteY2" fmla="*/ 19050 h 19049"/>
                        <a:gd name="connsiteX3" fmla="*/ 0 w 238886"/>
                        <a:gd name="connsiteY3" fmla="*/ 19050 h 1904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238886" h="19049">
                          <a:moveTo>
                            <a:pt x="0" y="0"/>
                          </a:moveTo>
                          <a:lnTo>
                            <a:pt x="238887" y="0"/>
                          </a:lnTo>
                          <a:lnTo>
                            <a:pt x="238887" y="19050"/>
                          </a:lnTo>
                          <a:lnTo>
                            <a:pt x="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29"/>
            <p:cNvSpPr/>
            <p:nvPr/>
          </p:nvSpPr>
          <p:spPr>
            <a:xfrm>
              <a:off x="5715000" y="3133725"/>
              <a:ext cx="762000" cy="590550"/>
            </a:xfrm>
            <a:custGeom>
              <a:avLst/>
              <a:gdLst>
                <a:gd name="csX0" fmla="*/ 0 w 762000"/>
                <a:gd name="csY0" fmla="*/ 590550 h 590550"/>
                <a:gd name="csX1" fmla="*/ 388620 w 762000"/>
                <a:gd name="csY1" fmla="*/ 590550 h 590550"/>
                <a:gd name="csX2" fmla="*/ 762000 w 762000"/>
                <a:gd name="csY2" fmla="*/ 590550 h 590550"/>
                <a:gd name="csX3" fmla="*/ 762000 w 762000"/>
                <a:gd name="csY3" fmla="*/ 0 h 590550"/>
                <a:gd name="csX4" fmla="*/ 403860 w 762000"/>
                <a:gd name="csY4" fmla="*/ 0 h 590550"/>
                <a:gd name="csX5" fmla="*/ 0 w 762000"/>
                <a:gd name="csY5" fmla="*/ 0 h 590550"/>
                <a:gd name="csX6" fmla="*/ 0 w 762000"/>
                <a:gd name="csY6" fmla="*/ 590550 h 590550"/>
                <a:gd name="csX7" fmla="*/ 19050 w 762000"/>
                <a:gd name="csY7" fmla="*/ 571500 h 590550"/>
                <a:gd name="csX8" fmla="*/ 19050 w 762000"/>
                <a:gd name="csY8" fmla="*/ 152400 h 590550"/>
                <a:gd name="csX9" fmla="*/ 359283 w 762000"/>
                <a:gd name="csY9" fmla="*/ 152400 h 590550"/>
                <a:gd name="csX10" fmla="*/ 742950 w 762000"/>
                <a:gd name="csY10" fmla="*/ 152400 h 590550"/>
                <a:gd name="csX11" fmla="*/ 742950 w 762000"/>
                <a:gd name="csY11" fmla="*/ 571500 h 590550"/>
                <a:gd name="csX12" fmla="*/ 388239 w 762000"/>
                <a:gd name="csY12" fmla="*/ 571500 h 590550"/>
                <a:gd name="csX13" fmla="*/ 19050 w 762000"/>
                <a:gd name="csY13" fmla="*/ 571500 h 590550"/>
                <a:gd name="csX14" fmla="*/ 742950 w 762000"/>
                <a:gd name="csY14" fmla="*/ 19050 h 590550"/>
                <a:gd name="csX15" fmla="*/ 742950 w 762000"/>
                <a:gd name="csY15" fmla="*/ 133350 h 590550"/>
                <a:gd name="csX16" fmla="*/ 373761 w 762000"/>
                <a:gd name="csY16" fmla="*/ 133350 h 590550"/>
                <a:gd name="csX17" fmla="*/ 19050 w 762000"/>
                <a:gd name="csY17" fmla="*/ 133350 h 590550"/>
                <a:gd name="csX18" fmla="*/ 19050 w 762000"/>
                <a:gd name="csY18" fmla="*/ 19050 h 590550"/>
                <a:gd name="csX19" fmla="*/ 395478 w 762000"/>
                <a:gd name="csY19" fmla="*/ 19050 h 590550"/>
                <a:gd name="csX20" fmla="*/ 742950 w 762000"/>
                <a:gd name="csY20" fmla="*/ 19050 h 5905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762000" h="590550" fill="none" extrusionOk="0">
                  <a:moveTo>
                    <a:pt x="0" y="590550"/>
                  </a:moveTo>
                  <a:cubicBezTo>
                    <a:pt x="125280" y="565457"/>
                    <a:pt x="268114" y="600228"/>
                    <a:pt x="388620" y="590550"/>
                  </a:cubicBezTo>
                  <a:cubicBezTo>
                    <a:pt x="509126" y="580872"/>
                    <a:pt x="661997" y="602816"/>
                    <a:pt x="762000" y="590550"/>
                  </a:cubicBezTo>
                  <a:cubicBezTo>
                    <a:pt x="714429" y="454041"/>
                    <a:pt x="801435" y="123443"/>
                    <a:pt x="762000" y="0"/>
                  </a:cubicBezTo>
                  <a:cubicBezTo>
                    <a:pt x="638898" y="20488"/>
                    <a:pt x="581116" y="-29312"/>
                    <a:pt x="403860" y="0"/>
                  </a:cubicBezTo>
                  <a:cubicBezTo>
                    <a:pt x="226604" y="29312"/>
                    <a:pt x="94433" y="-30243"/>
                    <a:pt x="0" y="0"/>
                  </a:cubicBezTo>
                  <a:cubicBezTo>
                    <a:pt x="24103" y="259624"/>
                    <a:pt x="-17973" y="353689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17440" y="362395"/>
                    <a:pt x="57177" y="310726"/>
                    <a:pt x="19050" y="152400"/>
                  </a:cubicBezTo>
                  <a:cubicBezTo>
                    <a:pt x="169035" y="132790"/>
                    <a:pt x="221452" y="188570"/>
                    <a:pt x="359283" y="152400"/>
                  </a:cubicBezTo>
                  <a:cubicBezTo>
                    <a:pt x="497114" y="116230"/>
                    <a:pt x="624118" y="154138"/>
                    <a:pt x="742950" y="152400"/>
                  </a:cubicBezTo>
                  <a:cubicBezTo>
                    <a:pt x="778489" y="330828"/>
                    <a:pt x="741863" y="362207"/>
                    <a:pt x="742950" y="571500"/>
                  </a:cubicBezTo>
                  <a:cubicBezTo>
                    <a:pt x="645401" y="608398"/>
                    <a:pt x="517897" y="531493"/>
                    <a:pt x="388239" y="571500"/>
                  </a:cubicBezTo>
                  <a:cubicBezTo>
                    <a:pt x="258581" y="611507"/>
                    <a:pt x="165779" y="567707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44351" y="43220"/>
                    <a:pt x="730953" y="89819"/>
                    <a:pt x="742950" y="133350"/>
                  </a:cubicBezTo>
                  <a:cubicBezTo>
                    <a:pt x="561477" y="148340"/>
                    <a:pt x="543754" y="113442"/>
                    <a:pt x="373761" y="133350"/>
                  </a:cubicBezTo>
                  <a:cubicBezTo>
                    <a:pt x="203768" y="153258"/>
                    <a:pt x="124158" y="118808"/>
                    <a:pt x="19050" y="133350"/>
                  </a:cubicBezTo>
                  <a:cubicBezTo>
                    <a:pt x="14037" y="77712"/>
                    <a:pt x="22118" y="65920"/>
                    <a:pt x="19050" y="19050"/>
                  </a:cubicBezTo>
                  <a:cubicBezTo>
                    <a:pt x="184673" y="16665"/>
                    <a:pt x="246057" y="31289"/>
                    <a:pt x="395478" y="19050"/>
                  </a:cubicBezTo>
                  <a:cubicBezTo>
                    <a:pt x="544899" y="6811"/>
                    <a:pt x="611113" y="58305"/>
                    <a:pt x="742950" y="19050"/>
                  </a:cubicBezTo>
                  <a:close/>
                </a:path>
                <a:path w="762000" h="590550" stroke="0" extrusionOk="0">
                  <a:moveTo>
                    <a:pt x="0" y="590550"/>
                  </a:moveTo>
                  <a:cubicBezTo>
                    <a:pt x="154775" y="558154"/>
                    <a:pt x="220356" y="612445"/>
                    <a:pt x="358140" y="590550"/>
                  </a:cubicBezTo>
                  <a:cubicBezTo>
                    <a:pt x="495924" y="568655"/>
                    <a:pt x="600340" y="604512"/>
                    <a:pt x="762000" y="590550"/>
                  </a:cubicBezTo>
                  <a:cubicBezTo>
                    <a:pt x="738712" y="386816"/>
                    <a:pt x="767145" y="240871"/>
                    <a:pt x="762000" y="0"/>
                  </a:cubicBezTo>
                  <a:cubicBezTo>
                    <a:pt x="585348" y="9617"/>
                    <a:pt x="503224" y="-31931"/>
                    <a:pt x="373380" y="0"/>
                  </a:cubicBezTo>
                  <a:cubicBezTo>
                    <a:pt x="243536" y="31931"/>
                    <a:pt x="75450" y="-13351"/>
                    <a:pt x="0" y="0"/>
                  </a:cubicBezTo>
                  <a:cubicBezTo>
                    <a:pt x="16906" y="120276"/>
                    <a:pt x="-49829" y="349513"/>
                    <a:pt x="0" y="590550"/>
                  </a:cubicBezTo>
                  <a:close/>
                  <a:moveTo>
                    <a:pt x="19050" y="571500"/>
                  </a:moveTo>
                  <a:cubicBezTo>
                    <a:pt x="4292" y="476438"/>
                    <a:pt x="41088" y="274487"/>
                    <a:pt x="19050" y="152400"/>
                  </a:cubicBezTo>
                  <a:cubicBezTo>
                    <a:pt x="168273" y="110561"/>
                    <a:pt x="282548" y="172153"/>
                    <a:pt x="381000" y="152400"/>
                  </a:cubicBezTo>
                  <a:cubicBezTo>
                    <a:pt x="479452" y="132647"/>
                    <a:pt x="616942" y="176757"/>
                    <a:pt x="742950" y="152400"/>
                  </a:cubicBezTo>
                  <a:cubicBezTo>
                    <a:pt x="786562" y="310896"/>
                    <a:pt x="730505" y="463900"/>
                    <a:pt x="742950" y="571500"/>
                  </a:cubicBezTo>
                  <a:cubicBezTo>
                    <a:pt x="661936" y="575281"/>
                    <a:pt x="547873" y="537137"/>
                    <a:pt x="373761" y="571500"/>
                  </a:cubicBezTo>
                  <a:cubicBezTo>
                    <a:pt x="199649" y="605863"/>
                    <a:pt x="135744" y="536574"/>
                    <a:pt x="19050" y="571500"/>
                  </a:cubicBezTo>
                  <a:close/>
                  <a:moveTo>
                    <a:pt x="742950" y="19050"/>
                  </a:moveTo>
                  <a:cubicBezTo>
                    <a:pt x="751566" y="63812"/>
                    <a:pt x="733453" y="96224"/>
                    <a:pt x="742950" y="133350"/>
                  </a:cubicBezTo>
                  <a:cubicBezTo>
                    <a:pt x="628384" y="141133"/>
                    <a:pt x="472624" y="114379"/>
                    <a:pt x="366522" y="133350"/>
                  </a:cubicBezTo>
                  <a:cubicBezTo>
                    <a:pt x="260420" y="152321"/>
                    <a:pt x="95857" y="127960"/>
                    <a:pt x="19050" y="133350"/>
                  </a:cubicBezTo>
                  <a:cubicBezTo>
                    <a:pt x="7134" y="100730"/>
                    <a:pt x="25888" y="52179"/>
                    <a:pt x="19050" y="19050"/>
                  </a:cubicBezTo>
                  <a:cubicBezTo>
                    <a:pt x="174631" y="-17870"/>
                    <a:pt x="304189" y="38168"/>
                    <a:pt x="381000" y="19050"/>
                  </a:cubicBezTo>
                  <a:cubicBezTo>
                    <a:pt x="457811" y="-68"/>
                    <a:pt x="605912" y="48223"/>
                    <a:pt x="74295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498960035">
                    <a:custGeom>
                      <a:avLst/>
                      <a:gdLst>
                        <a:gd name="connsiteX0" fmla="*/ 0 w 762000"/>
                        <a:gd name="connsiteY0" fmla="*/ 590550 h 590550"/>
                        <a:gd name="connsiteX1" fmla="*/ 762000 w 762000"/>
                        <a:gd name="connsiteY1" fmla="*/ 590550 h 590550"/>
                        <a:gd name="connsiteX2" fmla="*/ 762000 w 762000"/>
                        <a:gd name="connsiteY2" fmla="*/ 0 h 590550"/>
                        <a:gd name="connsiteX3" fmla="*/ 0 w 762000"/>
                        <a:gd name="connsiteY3" fmla="*/ 0 h 590550"/>
                        <a:gd name="connsiteX4" fmla="*/ 19050 w 762000"/>
                        <a:gd name="connsiteY4" fmla="*/ 571500 h 590550"/>
                        <a:gd name="connsiteX5" fmla="*/ 19050 w 762000"/>
                        <a:gd name="connsiteY5" fmla="*/ 152400 h 590550"/>
                        <a:gd name="connsiteX6" fmla="*/ 742950 w 762000"/>
                        <a:gd name="connsiteY6" fmla="*/ 152400 h 590550"/>
                        <a:gd name="connsiteX7" fmla="*/ 742950 w 762000"/>
                        <a:gd name="connsiteY7" fmla="*/ 571500 h 590550"/>
                        <a:gd name="connsiteX8" fmla="*/ 742950 w 762000"/>
                        <a:gd name="connsiteY8" fmla="*/ 19050 h 590550"/>
                        <a:gd name="connsiteX9" fmla="*/ 742950 w 762000"/>
                        <a:gd name="connsiteY9" fmla="*/ 133350 h 590550"/>
                        <a:gd name="connsiteX10" fmla="*/ 19050 w 762000"/>
                        <a:gd name="connsiteY10" fmla="*/ 133350 h 590550"/>
                        <a:gd name="connsiteX11" fmla="*/ 19050 w 762000"/>
                        <a:gd name="connsiteY11" fmla="*/ 19050 h 59055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</a:cxnLst>
                      <a:rect l="l" t="t" r="r" b="b"/>
                      <a:pathLst>
                        <a:path w="762000" h="590550">
                          <a:moveTo>
                            <a:pt x="0" y="590550"/>
                          </a:moveTo>
                          <a:lnTo>
                            <a:pt x="762000" y="590550"/>
                          </a:lnTo>
                          <a:lnTo>
                            <a:pt x="762000" y="0"/>
                          </a:lnTo>
                          <a:lnTo>
                            <a:pt x="0" y="0"/>
                          </a:lnTo>
                          <a:close/>
                          <a:moveTo>
                            <a:pt x="19050" y="571500"/>
                          </a:moveTo>
                          <a:lnTo>
                            <a:pt x="19050" y="152400"/>
                          </a:lnTo>
                          <a:lnTo>
                            <a:pt x="742950" y="152400"/>
                          </a:lnTo>
                          <a:lnTo>
                            <a:pt x="742950" y="571500"/>
                          </a:lnTo>
                          <a:close/>
                          <a:moveTo>
                            <a:pt x="742950" y="19050"/>
                          </a:moveTo>
                          <a:lnTo>
                            <a:pt x="742950" y="133350"/>
                          </a:lnTo>
                          <a:lnTo>
                            <a:pt x="19050" y="133350"/>
                          </a:lnTo>
                          <a:lnTo>
                            <a:pt x="19050" y="1905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 30"/>
            <p:cNvSpPr/>
            <p:nvPr/>
          </p:nvSpPr>
          <p:spPr>
            <a:xfrm>
              <a:off x="621982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6668" y="31495"/>
                    <a:pt x="28642" y="37612"/>
                    <a:pt x="19050" y="38100"/>
                  </a:cubicBezTo>
                  <a:cubicBezTo>
                    <a:pt x="9830" y="38864"/>
                    <a:pt x="-602" y="29313"/>
                    <a:pt x="0" y="19050"/>
                  </a:cubicBezTo>
                  <a:cubicBezTo>
                    <a:pt x="71" y="8241"/>
                    <a:pt x="8755" y="-475"/>
                    <a:pt x="19050" y="0"/>
                  </a:cubicBezTo>
                  <a:cubicBezTo>
                    <a:pt x="30529" y="2953"/>
                    <a:pt x="37016" y="9222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9774" y="26900"/>
                    <a:pt x="28299" y="37085"/>
                    <a:pt x="19050" y="38100"/>
                  </a:cubicBezTo>
                  <a:cubicBezTo>
                    <a:pt x="9810" y="38297"/>
                    <a:pt x="-1109" y="32155"/>
                    <a:pt x="0" y="19050"/>
                  </a:cubicBezTo>
                  <a:cubicBezTo>
                    <a:pt x="1618" y="8508"/>
                    <a:pt x="8531" y="231"/>
                    <a:pt x="19050" y="0"/>
                  </a:cubicBezTo>
                  <a:cubicBezTo>
                    <a:pt x="30465" y="-1109"/>
                    <a:pt x="38645" y="8775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801459907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 31"/>
            <p:cNvSpPr/>
            <p:nvPr/>
          </p:nvSpPr>
          <p:spPr>
            <a:xfrm>
              <a:off x="6286500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37148" y="27866"/>
                    <a:pt x="31150" y="39814"/>
                    <a:pt x="19050" y="38100"/>
                  </a:cubicBezTo>
                  <a:cubicBezTo>
                    <a:pt x="8503" y="40197"/>
                    <a:pt x="446" y="30213"/>
                    <a:pt x="0" y="19050"/>
                  </a:cubicBezTo>
                  <a:cubicBezTo>
                    <a:pt x="2158" y="9554"/>
                    <a:pt x="6247" y="174"/>
                    <a:pt x="19050" y="0"/>
                  </a:cubicBezTo>
                  <a:cubicBezTo>
                    <a:pt x="31189" y="123"/>
                    <a:pt x="40255" y="9425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6702" y="28517"/>
                    <a:pt x="30289" y="38205"/>
                    <a:pt x="19050" y="38100"/>
                  </a:cubicBezTo>
                  <a:cubicBezTo>
                    <a:pt x="8050" y="37989"/>
                    <a:pt x="2019" y="31677"/>
                    <a:pt x="0" y="19050"/>
                  </a:cubicBezTo>
                  <a:cubicBezTo>
                    <a:pt x="352" y="9041"/>
                    <a:pt x="7961" y="-1347"/>
                    <a:pt x="19050" y="0"/>
                  </a:cubicBezTo>
                  <a:cubicBezTo>
                    <a:pt x="28406" y="-1785"/>
                    <a:pt x="37107" y="7113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741904289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 32"/>
            <p:cNvSpPr/>
            <p:nvPr/>
          </p:nvSpPr>
          <p:spPr>
            <a:xfrm>
              <a:off x="6353175" y="3190875"/>
              <a:ext cx="38100" cy="38100"/>
            </a:xfrm>
            <a:custGeom>
              <a:avLst/>
              <a:gdLst>
                <a:gd name="csX0" fmla="*/ 38100 w 38100"/>
                <a:gd name="csY0" fmla="*/ 19050 h 38100"/>
                <a:gd name="csX1" fmla="*/ 19050 w 38100"/>
                <a:gd name="csY1" fmla="*/ 38100 h 38100"/>
                <a:gd name="csX2" fmla="*/ 0 w 38100"/>
                <a:gd name="csY2" fmla="*/ 19050 h 38100"/>
                <a:gd name="csX3" fmla="*/ 19050 w 38100"/>
                <a:gd name="csY3" fmla="*/ 0 h 38100"/>
                <a:gd name="csX4" fmla="*/ 38100 w 38100"/>
                <a:gd name="csY4" fmla="*/ 1905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8100" h="38100" fill="none" extrusionOk="0">
                  <a:moveTo>
                    <a:pt x="38100" y="19050"/>
                  </a:moveTo>
                  <a:cubicBezTo>
                    <a:pt x="40484" y="27911"/>
                    <a:pt x="28318" y="38040"/>
                    <a:pt x="19050" y="38100"/>
                  </a:cubicBezTo>
                  <a:cubicBezTo>
                    <a:pt x="6219" y="37740"/>
                    <a:pt x="1168" y="27565"/>
                    <a:pt x="0" y="19050"/>
                  </a:cubicBezTo>
                  <a:cubicBezTo>
                    <a:pt x="-1210" y="9994"/>
                    <a:pt x="10441" y="-1791"/>
                    <a:pt x="19050" y="0"/>
                  </a:cubicBezTo>
                  <a:cubicBezTo>
                    <a:pt x="28904" y="1053"/>
                    <a:pt x="37238" y="6479"/>
                    <a:pt x="38100" y="19050"/>
                  </a:cubicBezTo>
                  <a:close/>
                </a:path>
                <a:path w="38100" h="38100" stroke="0" extrusionOk="0">
                  <a:moveTo>
                    <a:pt x="38100" y="19050"/>
                  </a:moveTo>
                  <a:cubicBezTo>
                    <a:pt x="38795" y="29284"/>
                    <a:pt x="26912" y="37258"/>
                    <a:pt x="19050" y="38100"/>
                  </a:cubicBezTo>
                  <a:cubicBezTo>
                    <a:pt x="10193" y="38587"/>
                    <a:pt x="-2503" y="29971"/>
                    <a:pt x="0" y="19050"/>
                  </a:cubicBezTo>
                  <a:cubicBezTo>
                    <a:pt x="-9" y="8962"/>
                    <a:pt x="9807" y="15"/>
                    <a:pt x="19050" y="0"/>
                  </a:cubicBezTo>
                  <a:cubicBezTo>
                    <a:pt x="29850" y="-183"/>
                    <a:pt x="39296" y="8072"/>
                    <a:pt x="38100" y="1905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3078833563">
                    <a:custGeom>
                      <a:avLst/>
                      <a:gdLst>
                        <a:gd name="connsiteX0" fmla="*/ 38100 w 38100"/>
                        <a:gd name="connsiteY0" fmla="*/ 19050 h 38100"/>
                        <a:gd name="connsiteX1" fmla="*/ 19050 w 38100"/>
                        <a:gd name="connsiteY1" fmla="*/ 38100 h 38100"/>
                        <a:gd name="connsiteX2" fmla="*/ 0 w 38100"/>
                        <a:gd name="connsiteY2" fmla="*/ 19050 h 38100"/>
                        <a:gd name="connsiteX3" fmla="*/ 19050 w 38100"/>
                        <a:gd name="connsiteY3" fmla="*/ 0 h 38100"/>
                        <a:gd name="connsiteX4" fmla="*/ 38100 w 38100"/>
                        <a:gd name="connsiteY4" fmla="*/ 19050 h 381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38100" h="38100">
                          <a:moveTo>
                            <a:pt x="38100" y="19050"/>
                          </a:moveTo>
                          <a:cubicBezTo>
                            <a:pt x="38100" y="29571"/>
                            <a:pt x="29571" y="38100"/>
                            <a:pt x="19050" y="38100"/>
                          </a:cubicBezTo>
                          <a:cubicBezTo>
                            <a:pt x="8529" y="38100"/>
                            <a:pt x="0" y="29571"/>
                            <a:pt x="0" y="19050"/>
                          </a:cubicBezTo>
                          <a:cubicBezTo>
                            <a:pt x="0" y="8529"/>
                            <a:pt x="8529" y="0"/>
                            <a:pt x="19050" y="0"/>
                          </a:cubicBezTo>
                          <a:cubicBezTo>
                            <a:pt x="29571" y="0"/>
                            <a:pt x="38100" y="8529"/>
                            <a:pt x="38100" y="190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6" name="Screen label"/>
          <p:cNvSpPr txBox="1"/>
          <p:nvPr/>
        </p:nvSpPr>
        <p:spPr>
          <a:xfrm>
            <a:off x="8732520" y="502920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Hiker's Screen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F03 · How It Works</a:t>
            </a:r>
          </a:p>
        </p:txBody>
      </p:sp>
      <p:grpSp>
        <p:nvGrpSpPr>
          <p:cNvPr id="107" name="Gear Review icon"/>
          <p:cNvGrpSpPr/>
          <p:nvPr/>
        </p:nvGrpSpPr>
        <p:grpSpPr>
          <a:xfrm>
            <a:off x="1325880" y="3244431"/>
            <a:ext cx="822960" cy="822960"/>
            <a:chOff x="0" y="0"/>
            <a:chExt cx="822960" cy="822960"/>
          </a:xfrm>
        </p:grpSpPr>
        <p:sp>
          <p:nvSpPr>
            <p:cNvPr id="108" name="Gear Review icon backing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54000" y="8000"/>
                  </a:moveTo>
                  <a:cubicBezTo>
                    <a:pt x="41667" y="8000"/>
                    <a:pt x="29333" y="8000"/>
                    <a:pt x="17000" y="8000"/>
                  </a:cubicBezTo>
                  <a:cubicBezTo>
                    <a:pt x="17000" y="34667"/>
                    <a:pt x="17000" y="61333"/>
                    <a:pt x="17000" y="88000"/>
                  </a:cubicBezTo>
                  <a:cubicBezTo>
                    <a:pt x="37667" y="88000"/>
                    <a:pt x="58333" y="88000"/>
                    <a:pt x="79000" y="88000"/>
                  </a:cubicBezTo>
                  <a:cubicBezTo>
                    <a:pt x="79000" y="68667"/>
                    <a:pt x="79000" y="49333"/>
                    <a:pt x="79000" y="30000"/>
                  </a:cubicBezTo>
                  <a:cubicBezTo>
                    <a:pt x="70667" y="22667"/>
                    <a:pt x="62333" y="15333"/>
                    <a:pt x="540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Gear Review icon 1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3000" y="82000"/>
                  </a:moveTo>
                  <a:cubicBezTo>
                    <a:pt x="22146" y="76333"/>
                    <a:pt x="22215" y="70667"/>
                    <a:pt x="23000" y="65000"/>
                  </a:cubicBezTo>
                  <a:cubicBezTo>
                    <a:pt x="23451" y="59333"/>
                    <a:pt x="23502" y="53667"/>
                    <a:pt x="23000" y="48000"/>
                  </a:cubicBezTo>
                  <a:cubicBezTo>
                    <a:pt x="23884" y="42333"/>
                    <a:pt x="23247" y="36667"/>
                    <a:pt x="23000" y="31000"/>
                  </a:cubicBezTo>
                  <a:cubicBezTo>
                    <a:pt x="23451" y="25333"/>
                    <a:pt x="22232" y="19667"/>
                    <a:pt x="23000" y="14000"/>
                  </a:cubicBezTo>
                  <a:cubicBezTo>
                    <a:pt x="31333" y="13662"/>
                    <a:pt x="39667" y="13666"/>
                    <a:pt x="48000" y="14000"/>
                  </a:cubicBezTo>
                  <a:cubicBezTo>
                    <a:pt x="47911" y="21000"/>
                    <a:pt x="47262" y="28000"/>
                    <a:pt x="48000" y="35000"/>
                  </a:cubicBezTo>
                  <a:cubicBezTo>
                    <a:pt x="56333" y="34078"/>
                    <a:pt x="64667" y="34105"/>
                    <a:pt x="73000" y="35000"/>
                  </a:cubicBezTo>
                  <a:cubicBezTo>
                    <a:pt x="72704" y="42833"/>
                    <a:pt x="74075" y="50667"/>
                    <a:pt x="73000" y="58500"/>
                  </a:cubicBezTo>
                  <a:cubicBezTo>
                    <a:pt x="73785" y="66333"/>
                    <a:pt x="73419" y="74167"/>
                    <a:pt x="73000" y="82000"/>
                  </a:cubicBezTo>
                  <a:cubicBezTo>
                    <a:pt x="67444" y="81066"/>
                    <a:pt x="61889" y="81958"/>
                    <a:pt x="56333" y="82000"/>
                  </a:cubicBezTo>
                  <a:cubicBezTo>
                    <a:pt x="50778" y="81344"/>
                    <a:pt x="45222" y="81062"/>
                    <a:pt x="39667" y="82000"/>
                  </a:cubicBezTo>
                  <a:cubicBezTo>
                    <a:pt x="34111" y="82995"/>
                    <a:pt x="28556" y="81095"/>
                    <a:pt x="23000" y="82000"/>
                  </a:cubicBezTo>
                  <a:close/>
                  <a:moveTo>
                    <a:pt x="54000" y="16500"/>
                  </a:moveTo>
                  <a:cubicBezTo>
                    <a:pt x="57723" y="21110"/>
                    <a:pt x="61621" y="25545"/>
                    <a:pt x="66500" y="29000"/>
                  </a:cubicBezTo>
                  <a:cubicBezTo>
                    <a:pt x="62333" y="29192"/>
                    <a:pt x="58167" y="28306"/>
                    <a:pt x="54000" y="29000"/>
                  </a:cubicBezTo>
                  <a:cubicBezTo>
                    <a:pt x="53574" y="24833"/>
                    <a:pt x="54040" y="20667"/>
                    <a:pt x="54000" y="16500"/>
                  </a:cubicBezTo>
                  <a:close/>
                  <a:moveTo>
                    <a:pt x="54000" y="8000"/>
                  </a:moveTo>
                  <a:cubicBezTo>
                    <a:pt x="47833" y="8374"/>
                    <a:pt x="41667" y="8045"/>
                    <a:pt x="35500" y="8000"/>
                  </a:cubicBezTo>
                  <a:cubicBezTo>
                    <a:pt x="29333" y="6909"/>
                    <a:pt x="23167" y="8902"/>
                    <a:pt x="17000" y="8000"/>
                  </a:cubicBezTo>
                  <a:cubicBezTo>
                    <a:pt x="17002" y="14667"/>
                    <a:pt x="16529" y="21333"/>
                    <a:pt x="17000" y="28000"/>
                  </a:cubicBezTo>
                  <a:cubicBezTo>
                    <a:pt x="17432" y="34667"/>
                    <a:pt x="17926" y="41333"/>
                    <a:pt x="17000" y="48000"/>
                  </a:cubicBezTo>
                  <a:cubicBezTo>
                    <a:pt x="17869" y="54667"/>
                    <a:pt x="16207" y="61333"/>
                    <a:pt x="17000" y="68000"/>
                  </a:cubicBezTo>
                  <a:cubicBezTo>
                    <a:pt x="17281" y="74667"/>
                    <a:pt x="16926" y="81333"/>
                    <a:pt x="17000" y="88000"/>
                  </a:cubicBezTo>
                  <a:cubicBezTo>
                    <a:pt x="23889" y="88573"/>
                    <a:pt x="30778" y="88075"/>
                    <a:pt x="37667" y="88000"/>
                  </a:cubicBezTo>
                  <a:cubicBezTo>
                    <a:pt x="44556" y="88356"/>
                    <a:pt x="51444" y="89025"/>
                    <a:pt x="58333" y="88000"/>
                  </a:cubicBezTo>
                  <a:cubicBezTo>
                    <a:pt x="65222" y="89082"/>
                    <a:pt x="72111" y="89016"/>
                    <a:pt x="79000" y="88000"/>
                  </a:cubicBezTo>
                  <a:cubicBezTo>
                    <a:pt x="78061" y="81556"/>
                    <a:pt x="78203" y="75111"/>
                    <a:pt x="79000" y="68667"/>
                  </a:cubicBezTo>
                  <a:cubicBezTo>
                    <a:pt x="78955" y="62222"/>
                    <a:pt x="78088" y="55778"/>
                    <a:pt x="79000" y="49333"/>
                  </a:cubicBezTo>
                  <a:cubicBezTo>
                    <a:pt x="78430" y="42889"/>
                    <a:pt x="79908" y="36444"/>
                    <a:pt x="79000" y="30000"/>
                  </a:cubicBezTo>
                  <a:cubicBezTo>
                    <a:pt x="74511" y="26699"/>
                    <a:pt x="70352" y="23024"/>
                    <a:pt x="66500" y="19000"/>
                  </a:cubicBezTo>
                  <a:cubicBezTo>
                    <a:pt x="62452" y="15198"/>
                    <a:pt x="57891" y="11980"/>
                    <a:pt x="54000" y="8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050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3000" y="82000"/>
                          </a:moveTo>
                          <a:cubicBezTo>
                            <a:pt x="22146" y="76333"/>
                            <a:pt x="22215" y="70667"/>
                            <a:pt x="23000" y="65000"/>
                          </a:cubicBezTo>
                          <a:cubicBezTo>
                            <a:pt x="23451" y="59333"/>
                            <a:pt x="23502" y="53667"/>
                            <a:pt x="23000" y="48000"/>
                          </a:cubicBezTo>
                          <a:cubicBezTo>
                            <a:pt x="23884" y="42333"/>
                            <a:pt x="23247" y="36667"/>
                            <a:pt x="23000" y="31000"/>
                          </a:cubicBezTo>
                          <a:cubicBezTo>
                            <a:pt x="23451" y="25333"/>
                            <a:pt x="22232" y="19667"/>
                            <a:pt x="23000" y="14000"/>
                          </a:cubicBezTo>
                          <a:cubicBezTo>
                            <a:pt x="31333" y="13662"/>
                            <a:pt x="39667" y="13666"/>
                            <a:pt x="48000" y="14000"/>
                          </a:cubicBezTo>
                          <a:cubicBezTo>
                            <a:pt x="47911" y="21000"/>
                            <a:pt x="47262" y="28000"/>
                            <a:pt x="48000" y="35000"/>
                          </a:cubicBezTo>
                          <a:cubicBezTo>
                            <a:pt x="56333" y="34078"/>
                            <a:pt x="64667" y="34105"/>
                            <a:pt x="73000" y="35000"/>
                          </a:cubicBezTo>
                          <a:cubicBezTo>
                            <a:pt x="72704" y="42833"/>
                            <a:pt x="74075" y="50667"/>
                            <a:pt x="73000" y="58500"/>
                          </a:cubicBezTo>
                          <a:cubicBezTo>
                            <a:pt x="73785" y="66333"/>
                            <a:pt x="73419" y="74167"/>
                            <a:pt x="73000" y="82000"/>
                          </a:cubicBezTo>
                          <a:cubicBezTo>
                            <a:pt x="67444" y="81066"/>
                            <a:pt x="61889" y="81958"/>
                            <a:pt x="56333" y="82000"/>
                          </a:cubicBezTo>
                          <a:cubicBezTo>
                            <a:pt x="50778" y="81344"/>
                            <a:pt x="45222" y="81062"/>
                            <a:pt x="39667" y="82000"/>
                          </a:cubicBezTo>
                          <a:cubicBezTo>
                            <a:pt x="34111" y="82995"/>
                            <a:pt x="28556" y="81095"/>
                            <a:pt x="23000" y="82000"/>
                          </a:cubicBezTo>
                          <a:close/>
                          <a:moveTo>
                            <a:pt x="54000" y="16500"/>
                          </a:moveTo>
                          <a:cubicBezTo>
                            <a:pt x="57723" y="21110"/>
                            <a:pt x="61621" y="25545"/>
                            <a:pt x="66500" y="29000"/>
                          </a:cubicBezTo>
                          <a:cubicBezTo>
                            <a:pt x="62333" y="29192"/>
                            <a:pt x="58167" y="28306"/>
                            <a:pt x="54000" y="29000"/>
                          </a:cubicBezTo>
                          <a:cubicBezTo>
                            <a:pt x="53574" y="24833"/>
                            <a:pt x="54040" y="20667"/>
                            <a:pt x="54000" y="16500"/>
                          </a:cubicBezTo>
                          <a:close/>
                          <a:moveTo>
                            <a:pt x="54000" y="8000"/>
                          </a:moveTo>
                          <a:cubicBezTo>
                            <a:pt x="47833" y="8374"/>
                            <a:pt x="41667" y="8045"/>
                            <a:pt x="35500" y="8000"/>
                          </a:cubicBezTo>
                          <a:cubicBezTo>
                            <a:pt x="29333" y="6909"/>
                            <a:pt x="23167" y="8902"/>
                            <a:pt x="17000" y="8000"/>
                          </a:cubicBezTo>
                          <a:cubicBezTo>
                            <a:pt x="17002" y="14667"/>
                            <a:pt x="16529" y="21333"/>
                            <a:pt x="17000" y="28000"/>
                          </a:cubicBezTo>
                          <a:cubicBezTo>
                            <a:pt x="17432" y="34667"/>
                            <a:pt x="17926" y="41333"/>
                            <a:pt x="17000" y="48000"/>
                          </a:cubicBezTo>
                          <a:cubicBezTo>
                            <a:pt x="17869" y="54667"/>
                            <a:pt x="16207" y="61333"/>
                            <a:pt x="17000" y="68000"/>
                          </a:cubicBezTo>
                          <a:cubicBezTo>
                            <a:pt x="17281" y="74667"/>
                            <a:pt x="16926" y="81333"/>
                            <a:pt x="17000" y="88000"/>
                          </a:cubicBezTo>
                          <a:cubicBezTo>
                            <a:pt x="23889" y="88573"/>
                            <a:pt x="30778" y="88075"/>
                            <a:pt x="37667" y="88000"/>
                          </a:cubicBezTo>
                          <a:cubicBezTo>
                            <a:pt x="44556" y="88356"/>
                            <a:pt x="51444" y="89025"/>
                            <a:pt x="58333" y="88000"/>
                          </a:cubicBezTo>
                          <a:cubicBezTo>
                            <a:pt x="65222" y="89082"/>
                            <a:pt x="72111" y="89016"/>
                            <a:pt x="79000" y="88000"/>
                          </a:cubicBezTo>
                          <a:cubicBezTo>
                            <a:pt x="78061" y="81556"/>
                            <a:pt x="78203" y="75111"/>
                            <a:pt x="79000" y="68667"/>
                          </a:cubicBezTo>
                          <a:cubicBezTo>
                            <a:pt x="78955" y="62222"/>
                            <a:pt x="78088" y="55778"/>
                            <a:pt x="79000" y="49333"/>
                          </a:cubicBezTo>
                          <a:cubicBezTo>
                            <a:pt x="78430" y="42889"/>
                            <a:pt x="79908" y="36444"/>
                            <a:pt x="79000" y="30000"/>
                          </a:cubicBezTo>
                          <a:cubicBezTo>
                            <a:pt x="74511" y="26699"/>
                            <a:pt x="70352" y="23024"/>
                            <a:pt x="66500" y="19000"/>
                          </a:cubicBezTo>
                          <a:cubicBezTo>
                            <a:pt x="62452" y="15198"/>
                            <a:pt x="57891" y="11980"/>
                            <a:pt x="54000" y="8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Gear Review icon 2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45000"/>
                  </a:moveTo>
                  <a:cubicBezTo>
                    <a:pt x="35333" y="44806"/>
                    <a:pt x="41667" y="46080"/>
                    <a:pt x="48000" y="45000"/>
                  </a:cubicBezTo>
                  <a:cubicBezTo>
                    <a:pt x="54333" y="44190"/>
                    <a:pt x="60667" y="44714"/>
                    <a:pt x="67000" y="45000"/>
                  </a:cubicBezTo>
                  <a:cubicBezTo>
                    <a:pt x="66896" y="46333"/>
                    <a:pt x="67071" y="47667"/>
                    <a:pt x="67000" y="49000"/>
                  </a:cubicBezTo>
                  <a:cubicBezTo>
                    <a:pt x="60667" y="48342"/>
                    <a:pt x="54333" y="47992"/>
                    <a:pt x="48000" y="49000"/>
                  </a:cubicBezTo>
                  <a:cubicBezTo>
                    <a:pt x="41667" y="49960"/>
                    <a:pt x="35333" y="49975"/>
                    <a:pt x="29000" y="49000"/>
                  </a:cubicBezTo>
                  <a:cubicBezTo>
                    <a:pt x="29194" y="47667"/>
                    <a:pt x="29036" y="46333"/>
                    <a:pt x="29000" y="45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15969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45000"/>
                          </a:moveTo>
                          <a:cubicBezTo>
                            <a:pt x="35333" y="44806"/>
                            <a:pt x="41667" y="46080"/>
                            <a:pt x="48000" y="45000"/>
                          </a:cubicBezTo>
                          <a:cubicBezTo>
                            <a:pt x="54333" y="44190"/>
                            <a:pt x="60667" y="44714"/>
                            <a:pt x="67000" y="45000"/>
                          </a:cubicBezTo>
                          <a:cubicBezTo>
                            <a:pt x="66896" y="46333"/>
                            <a:pt x="67071" y="47667"/>
                            <a:pt x="67000" y="49000"/>
                          </a:cubicBezTo>
                          <a:cubicBezTo>
                            <a:pt x="60667" y="48342"/>
                            <a:pt x="54333" y="47992"/>
                            <a:pt x="48000" y="49000"/>
                          </a:cubicBezTo>
                          <a:cubicBezTo>
                            <a:pt x="41667" y="49960"/>
                            <a:pt x="35333" y="49975"/>
                            <a:pt x="29000" y="49000"/>
                          </a:cubicBezTo>
                          <a:cubicBezTo>
                            <a:pt x="29194" y="47667"/>
                            <a:pt x="29036" y="46333"/>
                            <a:pt x="29000" y="45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Gear Review icon 3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37000"/>
                  </a:moveTo>
                  <a:cubicBezTo>
                    <a:pt x="33333" y="36704"/>
                    <a:pt x="37667" y="36412"/>
                    <a:pt x="42000" y="37000"/>
                  </a:cubicBezTo>
                  <a:cubicBezTo>
                    <a:pt x="41846" y="38333"/>
                    <a:pt x="41935" y="39667"/>
                    <a:pt x="42000" y="41000"/>
                  </a:cubicBezTo>
                  <a:cubicBezTo>
                    <a:pt x="37667" y="40277"/>
                    <a:pt x="33333" y="41151"/>
                    <a:pt x="29000" y="41000"/>
                  </a:cubicBezTo>
                  <a:cubicBezTo>
                    <a:pt x="28781" y="39667"/>
                    <a:pt x="28895" y="38333"/>
                    <a:pt x="29000" y="37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23888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37000"/>
                          </a:moveTo>
                          <a:cubicBezTo>
                            <a:pt x="33333" y="36704"/>
                            <a:pt x="37667" y="36412"/>
                            <a:pt x="42000" y="37000"/>
                          </a:cubicBezTo>
                          <a:cubicBezTo>
                            <a:pt x="41846" y="38333"/>
                            <a:pt x="41935" y="39667"/>
                            <a:pt x="42000" y="41000"/>
                          </a:cubicBezTo>
                          <a:cubicBezTo>
                            <a:pt x="37667" y="40277"/>
                            <a:pt x="33333" y="41151"/>
                            <a:pt x="29000" y="41000"/>
                          </a:cubicBezTo>
                          <a:cubicBezTo>
                            <a:pt x="28781" y="39667"/>
                            <a:pt x="28895" y="38333"/>
                            <a:pt x="29000" y="37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Gear Review icon 4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53000"/>
                  </a:moveTo>
                  <a:cubicBezTo>
                    <a:pt x="35333" y="53425"/>
                    <a:pt x="41667" y="53602"/>
                    <a:pt x="48000" y="53000"/>
                  </a:cubicBezTo>
                  <a:cubicBezTo>
                    <a:pt x="54333" y="53210"/>
                    <a:pt x="60667" y="53193"/>
                    <a:pt x="67000" y="53000"/>
                  </a:cubicBezTo>
                  <a:cubicBezTo>
                    <a:pt x="67132" y="54333"/>
                    <a:pt x="67107" y="55667"/>
                    <a:pt x="67000" y="57000"/>
                  </a:cubicBezTo>
                  <a:cubicBezTo>
                    <a:pt x="60667" y="56118"/>
                    <a:pt x="54333" y="57234"/>
                    <a:pt x="48000" y="57000"/>
                  </a:cubicBezTo>
                  <a:cubicBezTo>
                    <a:pt x="41667" y="57509"/>
                    <a:pt x="35333" y="56202"/>
                    <a:pt x="29000" y="57000"/>
                  </a:cubicBezTo>
                  <a:cubicBezTo>
                    <a:pt x="29105" y="55667"/>
                    <a:pt x="28849" y="54333"/>
                    <a:pt x="29000" y="53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1807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53000"/>
                          </a:moveTo>
                          <a:cubicBezTo>
                            <a:pt x="35333" y="53425"/>
                            <a:pt x="41667" y="53602"/>
                            <a:pt x="48000" y="53000"/>
                          </a:cubicBezTo>
                          <a:cubicBezTo>
                            <a:pt x="54333" y="53210"/>
                            <a:pt x="60667" y="53193"/>
                            <a:pt x="67000" y="53000"/>
                          </a:cubicBezTo>
                          <a:cubicBezTo>
                            <a:pt x="67132" y="54333"/>
                            <a:pt x="67107" y="55667"/>
                            <a:pt x="67000" y="57000"/>
                          </a:cubicBezTo>
                          <a:cubicBezTo>
                            <a:pt x="60667" y="56118"/>
                            <a:pt x="54333" y="57234"/>
                            <a:pt x="48000" y="57000"/>
                          </a:cubicBezTo>
                          <a:cubicBezTo>
                            <a:pt x="41667" y="57509"/>
                            <a:pt x="35333" y="56202"/>
                            <a:pt x="29000" y="57000"/>
                          </a:cubicBezTo>
                          <a:cubicBezTo>
                            <a:pt x="29105" y="55667"/>
                            <a:pt x="28849" y="54333"/>
                            <a:pt x="29000" y="53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Gear Review icon 5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1000"/>
                  </a:moveTo>
                  <a:cubicBezTo>
                    <a:pt x="35333" y="60741"/>
                    <a:pt x="41667" y="60741"/>
                    <a:pt x="48000" y="61000"/>
                  </a:cubicBezTo>
                  <a:cubicBezTo>
                    <a:pt x="54333" y="59918"/>
                    <a:pt x="60667" y="61803"/>
                    <a:pt x="67000" y="61000"/>
                  </a:cubicBezTo>
                  <a:cubicBezTo>
                    <a:pt x="66888" y="62333"/>
                    <a:pt x="66779" y="63667"/>
                    <a:pt x="67000" y="65000"/>
                  </a:cubicBezTo>
                  <a:cubicBezTo>
                    <a:pt x="60667" y="65581"/>
                    <a:pt x="54333" y="65959"/>
                    <a:pt x="48000" y="65000"/>
                  </a:cubicBezTo>
                  <a:cubicBezTo>
                    <a:pt x="41667" y="65811"/>
                    <a:pt x="35333" y="64361"/>
                    <a:pt x="29000" y="65000"/>
                  </a:cubicBezTo>
                  <a:cubicBezTo>
                    <a:pt x="28817" y="63667"/>
                    <a:pt x="28985" y="62333"/>
                    <a:pt x="29000" y="61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397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1000"/>
                          </a:moveTo>
                          <a:cubicBezTo>
                            <a:pt x="35333" y="60741"/>
                            <a:pt x="41667" y="60741"/>
                            <a:pt x="48000" y="61000"/>
                          </a:cubicBezTo>
                          <a:cubicBezTo>
                            <a:pt x="54333" y="59918"/>
                            <a:pt x="60667" y="61803"/>
                            <a:pt x="67000" y="61000"/>
                          </a:cubicBezTo>
                          <a:cubicBezTo>
                            <a:pt x="66888" y="62333"/>
                            <a:pt x="66779" y="63667"/>
                            <a:pt x="67000" y="65000"/>
                          </a:cubicBezTo>
                          <a:cubicBezTo>
                            <a:pt x="60667" y="65581"/>
                            <a:pt x="54333" y="65959"/>
                            <a:pt x="48000" y="65000"/>
                          </a:cubicBezTo>
                          <a:cubicBezTo>
                            <a:pt x="41667" y="65811"/>
                            <a:pt x="35333" y="64361"/>
                            <a:pt x="29000" y="65000"/>
                          </a:cubicBezTo>
                          <a:cubicBezTo>
                            <a:pt x="28817" y="63667"/>
                            <a:pt x="28985" y="62333"/>
                            <a:pt x="29000" y="61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Gear Review icon 6"/>
            <p:cNvSpPr/>
            <p:nvPr/>
          </p:nvSpPr>
          <p:spPr>
            <a:xfrm>
              <a:off x="0" y="0"/>
              <a:ext cx="822960" cy="82296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29000" y="69000"/>
                  </a:moveTo>
                  <a:cubicBezTo>
                    <a:pt x="35333" y="69368"/>
                    <a:pt x="41667" y="70041"/>
                    <a:pt x="48000" y="69000"/>
                  </a:cubicBezTo>
                  <a:cubicBezTo>
                    <a:pt x="54333" y="68567"/>
                    <a:pt x="60667" y="68533"/>
                    <a:pt x="67000" y="69000"/>
                  </a:cubicBezTo>
                  <a:cubicBezTo>
                    <a:pt x="67102" y="70333"/>
                    <a:pt x="67119" y="71667"/>
                    <a:pt x="67000" y="73000"/>
                  </a:cubicBezTo>
                  <a:cubicBezTo>
                    <a:pt x="60667" y="72992"/>
                    <a:pt x="54333" y="73240"/>
                    <a:pt x="48000" y="73000"/>
                  </a:cubicBezTo>
                  <a:cubicBezTo>
                    <a:pt x="41667" y="73880"/>
                    <a:pt x="35333" y="72565"/>
                    <a:pt x="29000" y="73000"/>
                  </a:cubicBezTo>
                  <a:cubicBezTo>
                    <a:pt x="28974" y="71667"/>
                    <a:pt x="28799" y="70333"/>
                    <a:pt x="29000" y="69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47645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29000" y="69000"/>
                          </a:moveTo>
                          <a:cubicBezTo>
                            <a:pt x="35333" y="69368"/>
                            <a:pt x="41667" y="70041"/>
                            <a:pt x="48000" y="69000"/>
                          </a:cubicBezTo>
                          <a:cubicBezTo>
                            <a:pt x="54333" y="68567"/>
                            <a:pt x="60667" y="68533"/>
                            <a:pt x="67000" y="69000"/>
                          </a:cubicBezTo>
                          <a:cubicBezTo>
                            <a:pt x="67102" y="70333"/>
                            <a:pt x="67119" y="71667"/>
                            <a:pt x="67000" y="73000"/>
                          </a:cubicBezTo>
                          <a:cubicBezTo>
                            <a:pt x="60667" y="72992"/>
                            <a:pt x="54333" y="73240"/>
                            <a:pt x="48000" y="73000"/>
                          </a:cubicBezTo>
                          <a:cubicBezTo>
                            <a:pt x="41667" y="73880"/>
                            <a:pt x="35333" y="72565"/>
                            <a:pt x="29000" y="73000"/>
                          </a:cubicBezTo>
                          <a:cubicBezTo>
                            <a:pt x="28974" y="71667"/>
                            <a:pt x="28799" y="70333"/>
                            <a:pt x="29000" y="69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09" name="Node label"/>
          <p:cNvSpPr txBox="1"/>
          <p:nvPr/>
        </p:nvSpPr>
        <p:spPr>
          <a:xfrm>
            <a:off x="868680" y="416052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Gear Review</a:t>
            </a:r>
          </a:p>
        </p:txBody>
      </p:sp>
      <p:sp>
        <p:nvSpPr>
          <p:cNvPr id="110" name="Node file"/>
          <p:cNvSpPr txBox="1"/>
          <p:nvPr/>
        </p:nvSpPr>
        <p:spPr>
          <a:xfrm>
            <a:off x="868680" y="4526280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 ★★</a:t>
            </a:r>
          </a:p>
        </p:txBody>
      </p:sp>
      <p:cxnSp>
        <p:nvCxnSpPr>
          <p:cNvPr id="111" name="Doc-App"/>
          <p:cNvCxnSpPr/>
          <p:nvPr/>
        </p:nvCxnSpPr>
        <p:spPr>
          <a:xfrm>
            <a:off x="2331720" y="3655911"/>
            <a:ext cx="2437190" cy="0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sp>
        <p:nvSpPr>
          <p:cNvPr id="112" name="Doc arrow label"/>
          <p:cNvSpPr txBox="1"/>
          <p:nvPr/>
        </p:nvSpPr>
        <p:spPr>
          <a:xfrm>
            <a:off x="2331720" y="3198711"/>
            <a:ext cx="243719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latin typeface="Ink Free" panose="03080402000500000000" pitchFamily="66" charset="0"/>
              </a:rPr>
              <a:t>review text</a:t>
            </a:r>
          </a:p>
        </p:txBody>
      </p:sp>
      <p:sp>
        <p:nvSpPr>
          <p:cNvPr id="113" name="Rectangle 69"/>
          <p:cNvSpPr/>
          <p:nvPr/>
        </p:nvSpPr>
        <p:spPr>
          <a:xfrm>
            <a:off x="4878638" y="2472202"/>
            <a:ext cx="2367419" cy="2367419"/>
          </a:xfrm>
          <a:custGeom>
            <a:avLst/>
            <a:gdLst>
              <a:gd name="csX0" fmla="*/ 0 w 2367419"/>
              <a:gd name="csY0" fmla="*/ 0 h 2367419"/>
              <a:gd name="csX1" fmla="*/ 568181 w 2367419"/>
              <a:gd name="csY1" fmla="*/ 0 h 2367419"/>
              <a:gd name="csX2" fmla="*/ 1089013 w 2367419"/>
              <a:gd name="csY2" fmla="*/ 0 h 2367419"/>
              <a:gd name="csX3" fmla="*/ 1728216 w 2367419"/>
              <a:gd name="csY3" fmla="*/ 0 h 2367419"/>
              <a:gd name="csX4" fmla="*/ 2367419 w 2367419"/>
              <a:gd name="csY4" fmla="*/ 0 h 2367419"/>
              <a:gd name="csX5" fmla="*/ 2367419 w 2367419"/>
              <a:gd name="csY5" fmla="*/ 568181 h 2367419"/>
              <a:gd name="csX6" fmla="*/ 2367419 w 2367419"/>
              <a:gd name="csY6" fmla="*/ 1112687 h 2367419"/>
              <a:gd name="csX7" fmla="*/ 2367419 w 2367419"/>
              <a:gd name="csY7" fmla="*/ 1704542 h 2367419"/>
              <a:gd name="csX8" fmla="*/ 2367419 w 2367419"/>
              <a:gd name="csY8" fmla="*/ 2367419 h 2367419"/>
              <a:gd name="csX9" fmla="*/ 1822913 w 2367419"/>
              <a:gd name="csY9" fmla="*/ 2367419 h 2367419"/>
              <a:gd name="csX10" fmla="*/ 1231058 w 2367419"/>
              <a:gd name="csY10" fmla="*/ 2367419 h 2367419"/>
              <a:gd name="csX11" fmla="*/ 639203 w 2367419"/>
              <a:gd name="csY11" fmla="*/ 2367419 h 2367419"/>
              <a:gd name="csX12" fmla="*/ 0 w 2367419"/>
              <a:gd name="csY12" fmla="*/ 2367419 h 2367419"/>
              <a:gd name="csX13" fmla="*/ 0 w 2367419"/>
              <a:gd name="csY13" fmla="*/ 1728216 h 2367419"/>
              <a:gd name="csX14" fmla="*/ 0 w 2367419"/>
              <a:gd name="csY14" fmla="*/ 1089013 h 2367419"/>
              <a:gd name="csX15" fmla="*/ 0 w 2367419"/>
              <a:gd name="csY15" fmla="*/ 0 h 23674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2367419" h="2367419" extrusionOk="0">
                <a:moveTo>
                  <a:pt x="0" y="0"/>
                </a:moveTo>
                <a:cubicBezTo>
                  <a:pt x="129485" y="-60502"/>
                  <a:pt x="327484" y="13711"/>
                  <a:pt x="568181" y="0"/>
                </a:cubicBezTo>
                <a:cubicBezTo>
                  <a:pt x="808878" y="-13711"/>
                  <a:pt x="898599" y="9989"/>
                  <a:pt x="1089013" y="0"/>
                </a:cubicBezTo>
                <a:cubicBezTo>
                  <a:pt x="1279427" y="-9989"/>
                  <a:pt x="1480529" y="25447"/>
                  <a:pt x="1728216" y="0"/>
                </a:cubicBezTo>
                <a:cubicBezTo>
                  <a:pt x="1975903" y="-25447"/>
                  <a:pt x="2201235" y="27907"/>
                  <a:pt x="2367419" y="0"/>
                </a:cubicBezTo>
                <a:cubicBezTo>
                  <a:pt x="2373882" y="122999"/>
                  <a:pt x="2363472" y="365613"/>
                  <a:pt x="2367419" y="568181"/>
                </a:cubicBezTo>
                <a:cubicBezTo>
                  <a:pt x="2371366" y="770749"/>
                  <a:pt x="2342050" y="955673"/>
                  <a:pt x="2367419" y="1112687"/>
                </a:cubicBezTo>
                <a:cubicBezTo>
                  <a:pt x="2392788" y="1269701"/>
                  <a:pt x="2361771" y="1562281"/>
                  <a:pt x="2367419" y="1704542"/>
                </a:cubicBezTo>
                <a:cubicBezTo>
                  <a:pt x="2373067" y="1846803"/>
                  <a:pt x="2341053" y="2044663"/>
                  <a:pt x="2367419" y="2367419"/>
                </a:cubicBezTo>
                <a:cubicBezTo>
                  <a:pt x="2102587" y="2430501"/>
                  <a:pt x="2059831" y="2346030"/>
                  <a:pt x="1822913" y="2367419"/>
                </a:cubicBezTo>
                <a:cubicBezTo>
                  <a:pt x="1585995" y="2388808"/>
                  <a:pt x="1365772" y="2335187"/>
                  <a:pt x="1231058" y="2367419"/>
                </a:cubicBezTo>
                <a:cubicBezTo>
                  <a:pt x="1096345" y="2399651"/>
                  <a:pt x="821682" y="2336477"/>
                  <a:pt x="639203" y="2367419"/>
                </a:cubicBezTo>
                <a:cubicBezTo>
                  <a:pt x="456725" y="2398361"/>
                  <a:pt x="163212" y="2361921"/>
                  <a:pt x="0" y="2367419"/>
                </a:cubicBezTo>
                <a:cubicBezTo>
                  <a:pt x="-995" y="2123461"/>
                  <a:pt x="7061" y="1936936"/>
                  <a:pt x="0" y="1728216"/>
                </a:cubicBezTo>
                <a:cubicBezTo>
                  <a:pt x="-7061" y="1519496"/>
                  <a:pt x="41287" y="1302925"/>
                  <a:pt x="0" y="1089013"/>
                </a:cubicBezTo>
                <a:cubicBezTo>
                  <a:pt x="-41287" y="875101"/>
                  <a:pt x="47252" y="415155"/>
                  <a:pt x="0" y="0"/>
                </a:cubicBezTo>
                <a:close/>
              </a:path>
            </a:pathLst>
          </a:custGeom>
          <a:noFill/>
          <a:ln w="22225">
            <a:solidFill>
              <a:srgbClr val="1F3A5F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4" name="Graphic 2" descr="Single gear outline"/>
          <p:cNvGrpSpPr/>
          <p:nvPr/>
        </p:nvGrpSpPr>
        <p:grpSpPr>
          <a:xfrm>
            <a:off x="5738021" y="2728234"/>
            <a:ext cx="648652" cy="647861"/>
            <a:chOff x="5772150" y="3332061"/>
            <a:chExt cx="648652" cy="647861"/>
          </a:xfrm>
          <a:noFill/>
        </p:grpSpPr>
        <p:sp>
          <p:nvSpPr>
            <p:cNvPr id="115" name="Freeform 5"/>
            <p:cNvSpPr/>
            <p:nvPr/>
          </p:nvSpPr>
          <p:spPr>
            <a:xfrm>
              <a:off x="5772150" y="3332061"/>
              <a:ext cx="648652" cy="647861"/>
            </a:xfrm>
            <a:custGeom>
              <a:avLst/>
              <a:gdLst>
                <a:gd name="csX0" fmla="*/ 91440 w 648652"/>
                <a:gd name="csY0" fmla="*/ 454504 h 647861"/>
                <a:gd name="csX1" fmla="*/ 67628 w 648652"/>
                <a:gd name="csY1" fmla="*/ 525942 h 647861"/>
                <a:gd name="csX2" fmla="*/ 121920 w 648652"/>
                <a:gd name="csY2" fmla="*/ 580234 h 647861"/>
                <a:gd name="csX3" fmla="*/ 193358 w 648652"/>
                <a:gd name="csY3" fmla="*/ 556422 h 647861"/>
                <a:gd name="csX4" fmla="*/ 253365 w 648652"/>
                <a:gd name="csY4" fmla="*/ 581187 h 647861"/>
                <a:gd name="csX5" fmla="*/ 286703 w 648652"/>
                <a:gd name="csY5" fmla="*/ 647862 h 647861"/>
                <a:gd name="csX6" fmla="*/ 362903 w 648652"/>
                <a:gd name="csY6" fmla="*/ 647862 h 647861"/>
                <a:gd name="csX7" fmla="*/ 396240 w 648652"/>
                <a:gd name="csY7" fmla="*/ 581187 h 647861"/>
                <a:gd name="csX8" fmla="*/ 455295 w 648652"/>
                <a:gd name="csY8" fmla="*/ 556422 h 647861"/>
                <a:gd name="csX9" fmla="*/ 526733 w 648652"/>
                <a:gd name="csY9" fmla="*/ 580234 h 647861"/>
                <a:gd name="csX10" fmla="*/ 581025 w 648652"/>
                <a:gd name="csY10" fmla="*/ 525942 h 647861"/>
                <a:gd name="csX11" fmla="*/ 557213 w 648652"/>
                <a:gd name="csY11" fmla="*/ 454504 h 647861"/>
                <a:gd name="csX12" fmla="*/ 581978 w 648652"/>
                <a:gd name="csY12" fmla="*/ 394497 h 647861"/>
                <a:gd name="csX13" fmla="*/ 648653 w 648652"/>
                <a:gd name="csY13" fmla="*/ 361159 h 647861"/>
                <a:gd name="csX14" fmla="*/ 648653 w 648652"/>
                <a:gd name="csY14" fmla="*/ 284959 h 647861"/>
                <a:gd name="csX15" fmla="*/ 581025 w 648652"/>
                <a:gd name="csY15" fmla="*/ 252574 h 647861"/>
                <a:gd name="csX16" fmla="*/ 556260 w 648652"/>
                <a:gd name="csY16" fmla="*/ 193519 h 647861"/>
                <a:gd name="csX17" fmla="*/ 580073 w 648652"/>
                <a:gd name="csY17" fmla="*/ 122082 h 647861"/>
                <a:gd name="csX18" fmla="*/ 525780 w 648652"/>
                <a:gd name="csY18" fmla="*/ 67789 h 647861"/>
                <a:gd name="csX19" fmla="*/ 454343 w 648652"/>
                <a:gd name="csY19" fmla="*/ 91602 h 647861"/>
                <a:gd name="csX20" fmla="*/ 394335 w 648652"/>
                <a:gd name="csY20" fmla="*/ 66837 h 647861"/>
                <a:gd name="csX21" fmla="*/ 361950 w 648652"/>
                <a:gd name="csY21" fmla="*/ 0 h 647861"/>
                <a:gd name="csX22" fmla="*/ 285750 w 648652"/>
                <a:gd name="csY22" fmla="*/ 0 h 647861"/>
                <a:gd name="csX23" fmla="*/ 252413 w 648652"/>
                <a:gd name="csY23" fmla="*/ 66675 h 647861"/>
                <a:gd name="csX24" fmla="*/ 193358 w 648652"/>
                <a:gd name="csY24" fmla="*/ 91440 h 647861"/>
                <a:gd name="csX25" fmla="*/ 121920 w 648652"/>
                <a:gd name="csY25" fmla="*/ 67628 h 647861"/>
                <a:gd name="csX26" fmla="*/ 67628 w 648652"/>
                <a:gd name="csY26" fmla="*/ 121920 h 647861"/>
                <a:gd name="csX27" fmla="*/ 91440 w 648652"/>
                <a:gd name="csY27" fmla="*/ 193358 h 647861"/>
                <a:gd name="csX28" fmla="*/ 66675 w 648652"/>
                <a:gd name="csY28" fmla="*/ 253365 h 647861"/>
                <a:gd name="csX29" fmla="*/ 0 w 648652"/>
                <a:gd name="csY29" fmla="*/ 285750 h 647861"/>
                <a:gd name="csX30" fmla="*/ 0 w 648652"/>
                <a:gd name="csY30" fmla="*/ 361950 h 647861"/>
                <a:gd name="csX31" fmla="*/ 66675 w 648652"/>
                <a:gd name="csY31" fmla="*/ 395288 h 647861"/>
                <a:gd name="csX32" fmla="*/ 91440 w 648652"/>
                <a:gd name="csY32" fmla="*/ 454504 h 647861"/>
                <a:gd name="csX33" fmla="*/ 19050 w 648652"/>
                <a:gd name="csY33" fmla="*/ 297790 h 647861"/>
                <a:gd name="csX34" fmla="*/ 75000 w 648652"/>
                <a:gd name="csY34" fmla="*/ 270605 h 647861"/>
                <a:gd name="csX35" fmla="*/ 82782 w 648652"/>
                <a:gd name="csY35" fmla="*/ 266795 h 647861"/>
                <a:gd name="csX36" fmla="*/ 85058 w 648652"/>
                <a:gd name="csY36" fmla="*/ 258451 h 647861"/>
                <a:gd name="csX37" fmla="*/ 108137 w 648652"/>
                <a:gd name="csY37" fmla="*/ 202587 h 647861"/>
                <a:gd name="csX38" fmla="*/ 112147 w 648652"/>
                <a:gd name="csY38" fmla="*/ 195291 h 647861"/>
                <a:gd name="csX39" fmla="*/ 109518 w 648652"/>
                <a:gd name="csY39" fmla="*/ 187385 h 647861"/>
                <a:gd name="csX40" fmla="*/ 89421 w 648652"/>
                <a:gd name="csY40" fmla="*/ 127102 h 647861"/>
                <a:gd name="csX41" fmla="*/ 127073 w 648652"/>
                <a:gd name="csY41" fmla="*/ 89440 h 647861"/>
                <a:gd name="csX42" fmla="*/ 187338 w 648652"/>
                <a:gd name="csY42" fmla="*/ 109538 h 647861"/>
                <a:gd name="csX43" fmla="*/ 195482 w 648652"/>
                <a:gd name="csY43" fmla="*/ 112252 h 647861"/>
                <a:gd name="csX44" fmla="*/ 202911 w 648652"/>
                <a:gd name="csY44" fmla="*/ 107947 h 647861"/>
                <a:gd name="csX45" fmla="*/ 257432 w 648652"/>
                <a:gd name="csY45" fmla="*/ 85087 h 647861"/>
                <a:gd name="csX46" fmla="*/ 265652 w 648652"/>
                <a:gd name="csY46" fmla="*/ 82848 h 647861"/>
                <a:gd name="csX47" fmla="*/ 269462 w 648652"/>
                <a:gd name="csY47" fmla="*/ 75228 h 647861"/>
                <a:gd name="csX48" fmla="*/ 297542 w 648652"/>
                <a:gd name="csY48" fmla="*/ 19050 h 647861"/>
                <a:gd name="csX49" fmla="*/ 350044 w 648652"/>
                <a:gd name="csY49" fmla="*/ 19050 h 647861"/>
                <a:gd name="csX50" fmla="*/ 377190 w 648652"/>
                <a:gd name="csY50" fmla="*/ 75057 h 647861"/>
                <a:gd name="csX51" fmla="*/ 381000 w 648652"/>
                <a:gd name="csY51" fmla="*/ 82829 h 647861"/>
                <a:gd name="csX52" fmla="*/ 389344 w 648652"/>
                <a:gd name="csY52" fmla="*/ 85106 h 647861"/>
                <a:gd name="csX53" fmla="*/ 445189 w 648652"/>
                <a:gd name="csY53" fmla="*/ 108194 h 647861"/>
                <a:gd name="csX54" fmla="*/ 452495 w 648652"/>
                <a:gd name="csY54" fmla="*/ 112214 h 647861"/>
                <a:gd name="csX55" fmla="*/ 460400 w 648652"/>
                <a:gd name="csY55" fmla="*/ 109576 h 647861"/>
                <a:gd name="csX56" fmla="*/ 520665 w 648652"/>
                <a:gd name="csY56" fmla="*/ 89478 h 647861"/>
                <a:gd name="csX57" fmla="*/ 558317 w 648652"/>
                <a:gd name="csY57" fmla="*/ 127140 h 647861"/>
                <a:gd name="csX58" fmla="*/ 538220 w 648652"/>
                <a:gd name="csY58" fmla="*/ 187423 h 647861"/>
                <a:gd name="csX59" fmla="*/ 535505 w 648652"/>
                <a:gd name="csY59" fmla="*/ 195567 h 647861"/>
                <a:gd name="csX60" fmla="*/ 539810 w 648652"/>
                <a:gd name="csY60" fmla="*/ 202987 h 647861"/>
                <a:gd name="csX61" fmla="*/ 562670 w 648652"/>
                <a:gd name="csY61" fmla="*/ 257527 h 647861"/>
                <a:gd name="csX62" fmla="*/ 564966 w 648652"/>
                <a:gd name="csY62" fmla="*/ 265938 h 647861"/>
                <a:gd name="csX63" fmla="*/ 572824 w 648652"/>
                <a:gd name="csY63" fmla="*/ 269700 h 647861"/>
                <a:gd name="csX64" fmla="*/ 629603 w 648652"/>
                <a:gd name="csY64" fmla="*/ 296913 h 647861"/>
                <a:gd name="csX65" fmla="*/ 629603 w 648652"/>
                <a:gd name="csY65" fmla="*/ 349367 h 647861"/>
                <a:gd name="csX66" fmla="*/ 573453 w 648652"/>
                <a:gd name="csY66" fmla="*/ 377447 h 647861"/>
                <a:gd name="csX67" fmla="*/ 565833 w 648652"/>
                <a:gd name="csY67" fmla="*/ 381257 h 647861"/>
                <a:gd name="csX68" fmla="*/ 563594 w 648652"/>
                <a:gd name="csY68" fmla="*/ 389468 h 647861"/>
                <a:gd name="csX69" fmla="*/ 540515 w 648652"/>
                <a:gd name="csY69" fmla="*/ 445332 h 647861"/>
                <a:gd name="csX70" fmla="*/ 536505 w 648652"/>
                <a:gd name="csY70" fmla="*/ 452628 h 647861"/>
                <a:gd name="csX71" fmla="*/ 539134 w 648652"/>
                <a:gd name="csY71" fmla="*/ 460534 h 647861"/>
                <a:gd name="csX72" fmla="*/ 559232 w 648652"/>
                <a:gd name="csY72" fmla="*/ 520817 h 647861"/>
                <a:gd name="csX73" fmla="*/ 521580 w 648652"/>
                <a:gd name="csY73" fmla="*/ 558479 h 647861"/>
                <a:gd name="csX74" fmla="*/ 461315 w 648652"/>
                <a:gd name="csY74" fmla="*/ 538382 h 647861"/>
                <a:gd name="csX75" fmla="*/ 453171 w 648652"/>
                <a:gd name="csY75" fmla="*/ 535667 h 647861"/>
                <a:gd name="csX76" fmla="*/ 445741 w 648652"/>
                <a:gd name="csY76" fmla="*/ 539972 h 647861"/>
                <a:gd name="csX77" fmla="*/ 391211 w 648652"/>
                <a:gd name="csY77" fmla="*/ 562832 h 647861"/>
                <a:gd name="csX78" fmla="*/ 383000 w 648652"/>
                <a:gd name="csY78" fmla="*/ 565071 h 647861"/>
                <a:gd name="csX79" fmla="*/ 379190 w 648652"/>
                <a:gd name="csY79" fmla="*/ 572691 h 647861"/>
                <a:gd name="csX80" fmla="*/ 351111 w 648652"/>
                <a:gd name="csY80" fmla="*/ 628888 h 647861"/>
                <a:gd name="csX81" fmla="*/ 298494 w 648652"/>
                <a:gd name="csY81" fmla="*/ 628888 h 647861"/>
                <a:gd name="csX82" fmla="*/ 270424 w 648652"/>
                <a:gd name="csY82" fmla="*/ 572691 h 647861"/>
                <a:gd name="csX83" fmla="*/ 266614 w 648652"/>
                <a:gd name="csY83" fmla="*/ 565071 h 647861"/>
                <a:gd name="csX84" fmla="*/ 258394 w 648652"/>
                <a:gd name="csY84" fmla="*/ 562832 h 647861"/>
                <a:gd name="csX85" fmla="*/ 202559 w 648652"/>
                <a:gd name="csY85" fmla="*/ 539744 h 647861"/>
                <a:gd name="csX86" fmla="*/ 195253 w 648652"/>
                <a:gd name="csY86" fmla="*/ 535724 h 647861"/>
                <a:gd name="csX87" fmla="*/ 187347 w 648652"/>
                <a:gd name="csY87" fmla="*/ 538363 h 647861"/>
                <a:gd name="csX88" fmla="*/ 127083 w 648652"/>
                <a:gd name="csY88" fmla="*/ 558460 h 647861"/>
                <a:gd name="csX89" fmla="*/ 89430 w 648652"/>
                <a:gd name="csY89" fmla="*/ 520798 h 647861"/>
                <a:gd name="csX90" fmla="*/ 109538 w 648652"/>
                <a:gd name="csY90" fmla="*/ 460534 h 647861"/>
                <a:gd name="csX91" fmla="*/ 112243 w 648652"/>
                <a:gd name="csY91" fmla="*/ 452390 h 647861"/>
                <a:gd name="csX92" fmla="*/ 107947 w 648652"/>
                <a:gd name="csY92" fmla="*/ 444960 h 647861"/>
                <a:gd name="csX93" fmla="*/ 85087 w 648652"/>
                <a:gd name="csY93" fmla="*/ 390420 h 647861"/>
                <a:gd name="csX94" fmla="*/ 82839 w 648652"/>
                <a:gd name="csY94" fmla="*/ 382210 h 647861"/>
                <a:gd name="csX95" fmla="*/ 75219 w 648652"/>
                <a:gd name="csY95" fmla="*/ 378400 h 647861"/>
                <a:gd name="csX96" fmla="*/ 19050 w 648652"/>
                <a:gd name="csY96" fmla="*/ 350320 h 647861"/>
                <a:gd name="csX97" fmla="*/ 19050 w 648652"/>
                <a:gd name="csY97" fmla="*/ 297790 h 6478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</a:cxnLst>
              <a:rect l="l" t="t" r="r" b="b"/>
              <a:pathLst>
                <a:path w="648652" h="647861" fill="none" extrusionOk="0">
                  <a:moveTo>
                    <a:pt x="91440" y="454504"/>
                  </a:moveTo>
                  <a:cubicBezTo>
                    <a:pt x="85123" y="481539"/>
                    <a:pt x="74471" y="503051"/>
                    <a:pt x="67628" y="525942"/>
                  </a:cubicBezTo>
                  <a:cubicBezTo>
                    <a:pt x="95346" y="540963"/>
                    <a:pt x="100158" y="566442"/>
                    <a:pt x="121920" y="580234"/>
                  </a:cubicBezTo>
                  <a:cubicBezTo>
                    <a:pt x="155136" y="568995"/>
                    <a:pt x="177064" y="569612"/>
                    <a:pt x="193358" y="556422"/>
                  </a:cubicBezTo>
                  <a:cubicBezTo>
                    <a:pt x="213514" y="562415"/>
                    <a:pt x="234709" y="576405"/>
                    <a:pt x="253365" y="581187"/>
                  </a:cubicBezTo>
                  <a:cubicBezTo>
                    <a:pt x="266160" y="596833"/>
                    <a:pt x="267449" y="621526"/>
                    <a:pt x="286703" y="647862"/>
                  </a:cubicBezTo>
                  <a:cubicBezTo>
                    <a:pt x="324641" y="641013"/>
                    <a:pt x="327668" y="654883"/>
                    <a:pt x="362903" y="647862"/>
                  </a:cubicBezTo>
                  <a:cubicBezTo>
                    <a:pt x="368775" y="622165"/>
                    <a:pt x="393302" y="600756"/>
                    <a:pt x="396240" y="581187"/>
                  </a:cubicBezTo>
                  <a:cubicBezTo>
                    <a:pt x="418292" y="573248"/>
                    <a:pt x="435859" y="565431"/>
                    <a:pt x="455295" y="556422"/>
                  </a:cubicBezTo>
                  <a:cubicBezTo>
                    <a:pt x="484449" y="565423"/>
                    <a:pt x="501225" y="576163"/>
                    <a:pt x="526733" y="580234"/>
                  </a:cubicBezTo>
                  <a:cubicBezTo>
                    <a:pt x="539930" y="564600"/>
                    <a:pt x="571365" y="544322"/>
                    <a:pt x="581025" y="525942"/>
                  </a:cubicBezTo>
                  <a:cubicBezTo>
                    <a:pt x="568739" y="498099"/>
                    <a:pt x="573731" y="482614"/>
                    <a:pt x="557213" y="454504"/>
                  </a:cubicBezTo>
                  <a:cubicBezTo>
                    <a:pt x="562794" y="437453"/>
                    <a:pt x="577873" y="416433"/>
                    <a:pt x="581978" y="394497"/>
                  </a:cubicBezTo>
                  <a:cubicBezTo>
                    <a:pt x="609958" y="371508"/>
                    <a:pt x="638715" y="375700"/>
                    <a:pt x="648653" y="361159"/>
                  </a:cubicBezTo>
                  <a:cubicBezTo>
                    <a:pt x="647518" y="338926"/>
                    <a:pt x="650953" y="314500"/>
                    <a:pt x="648653" y="284959"/>
                  </a:cubicBezTo>
                  <a:cubicBezTo>
                    <a:pt x="631191" y="281253"/>
                    <a:pt x="608425" y="257480"/>
                    <a:pt x="581025" y="252574"/>
                  </a:cubicBezTo>
                  <a:cubicBezTo>
                    <a:pt x="579375" y="233425"/>
                    <a:pt x="566208" y="212096"/>
                    <a:pt x="556260" y="193519"/>
                  </a:cubicBezTo>
                  <a:cubicBezTo>
                    <a:pt x="555517" y="170268"/>
                    <a:pt x="573276" y="151735"/>
                    <a:pt x="580073" y="122082"/>
                  </a:cubicBezTo>
                  <a:cubicBezTo>
                    <a:pt x="555295" y="106758"/>
                    <a:pt x="555446" y="84695"/>
                    <a:pt x="525780" y="67789"/>
                  </a:cubicBezTo>
                  <a:cubicBezTo>
                    <a:pt x="505636" y="81053"/>
                    <a:pt x="482752" y="77083"/>
                    <a:pt x="454343" y="91602"/>
                  </a:cubicBezTo>
                  <a:cubicBezTo>
                    <a:pt x="432150" y="78235"/>
                    <a:pt x="416314" y="69638"/>
                    <a:pt x="394335" y="66837"/>
                  </a:cubicBezTo>
                  <a:cubicBezTo>
                    <a:pt x="385469" y="48953"/>
                    <a:pt x="382266" y="25495"/>
                    <a:pt x="361950" y="0"/>
                  </a:cubicBezTo>
                  <a:cubicBezTo>
                    <a:pt x="323887" y="7724"/>
                    <a:pt x="305226" y="-5587"/>
                    <a:pt x="285750" y="0"/>
                  </a:cubicBezTo>
                  <a:cubicBezTo>
                    <a:pt x="281041" y="21349"/>
                    <a:pt x="257252" y="48163"/>
                    <a:pt x="252413" y="66675"/>
                  </a:cubicBezTo>
                  <a:cubicBezTo>
                    <a:pt x="226454" y="69072"/>
                    <a:pt x="214559" y="76600"/>
                    <a:pt x="193358" y="91440"/>
                  </a:cubicBezTo>
                  <a:cubicBezTo>
                    <a:pt x="175003" y="92017"/>
                    <a:pt x="154977" y="74665"/>
                    <a:pt x="121920" y="67628"/>
                  </a:cubicBezTo>
                  <a:cubicBezTo>
                    <a:pt x="105302" y="87101"/>
                    <a:pt x="87871" y="97421"/>
                    <a:pt x="67628" y="121920"/>
                  </a:cubicBezTo>
                  <a:cubicBezTo>
                    <a:pt x="87575" y="154882"/>
                    <a:pt x="74983" y="169065"/>
                    <a:pt x="91440" y="193358"/>
                  </a:cubicBezTo>
                  <a:cubicBezTo>
                    <a:pt x="75465" y="210089"/>
                    <a:pt x="74219" y="233557"/>
                    <a:pt x="66675" y="253365"/>
                  </a:cubicBezTo>
                  <a:cubicBezTo>
                    <a:pt x="46119" y="267123"/>
                    <a:pt x="27002" y="268762"/>
                    <a:pt x="0" y="285750"/>
                  </a:cubicBezTo>
                  <a:cubicBezTo>
                    <a:pt x="1292" y="316852"/>
                    <a:pt x="-2264" y="343022"/>
                    <a:pt x="0" y="361950"/>
                  </a:cubicBezTo>
                  <a:cubicBezTo>
                    <a:pt x="23882" y="365081"/>
                    <a:pt x="38259" y="390251"/>
                    <a:pt x="66675" y="395288"/>
                  </a:cubicBezTo>
                  <a:cubicBezTo>
                    <a:pt x="72889" y="417007"/>
                    <a:pt x="85244" y="436514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4105" y="288327"/>
                    <a:pt x="59060" y="284692"/>
                    <a:pt x="75000" y="270605"/>
                  </a:cubicBezTo>
                  <a:cubicBezTo>
                    <a:pt x="76486" y="268998"/>
                    <a:pt x="79438" y="269329"/>
                    <a:pt x="82782" y="266795"/>
                  </a:cubicBezTo>
                  <a:cubicBezTo>
                    <a:pt x="83206" y="263704"/>
                    <a:pt x="84562" y="260504"/>
                    <a:pt x="85058" y="258451"/>
                  </a:cubicBezTo>
                  <a:cubicBezTo>
                    <a:pt x="93583" y="240323"/>
                    <a:pt x="96899" y="225746"/>
                    <a:pt x="108137" y="202587"/>
                  </a:cubicBezTo>
                  <a:cubicBezTo>
                    <a:pt x="109114" y="200562"/>
                    <a:pt x="111437" y="197678"/>
                    <a:pt x="112147" y="195291"/>
                  </a:cubicBezTo>
                  <a:cubicBezTo>
                    <a:pt x="111027" y="192317"/>
                    <a:pt x="110281" y="189358"/>
                    <a:pt x="109518" y="187385"/>
                  </a:cubicBezTo>
                  <a:cubicBezTo>
                    <a:pt x="97493" y="173811"/>
                    <a:pt x="96574" y="141922"/>
                    <a:pt x="89421" y="127102"/>
                  </a:cubicBezTo>
                  <a:cubicBezTo>
                    <a:pt x="99971" y="109799"/>
                    <a:pt x="116733" y="108395"/>
                    <a:pt x="127073" y="89440"/>
                  </a:cubicBezTo>
                  <a:cubicBezTo>
                    <a:pt x="150134" y="95833"/>
                    <a:pt x="156495" y="104288"/>
                    <a:pt x="187338" y="109538"/>
                  </a:cubicBezTo>
                  <a:cubicBezTo>
                    <a:pt x="190273" y="110442"/>
                    <a:pt x="192741" y="112298"/>
                    <a:pt x="195482" y="112252"/>
                  </a:cubicBezTo>
                  <a:cubicBezTo>
                    <a:pt x="197153" y="110953"/>
                    <a:pt x="200454" y="109403"/>
                    <a:pt x="202911" y="107947"/>
                  </a:cubicBezTo>
                  <a:cubicBezTo>
                    <a:pt x="220237" y="97525"/>
                    <a:pt x="238398" y="96077"/>
                    <a:pt x="257432" y="85087"/>
                  </a:cubicBezTo>
                  <a:cubicBezTo>
                    <a:pt x="259605" y="83875"/>
                    <a:pt x="263993" y="83307"/>
                    <a:pt x="265652" y="82848"/>
                  </a:cubicBezTo>
                  <a:cubicBezTo>
                    <a:pt x="266881" y="79579"/>
                    <a:pt x="268096" y="78372"/>
                    <a:pt x="269462" y="75228"/>
                  </a:cubicBezTo>
                  <a:cubicBezTo>
                    <a:pt x="275517" y="46501"/>
                    <a:pt x="292370" y="36388"/>
                    <a:pt x="297542" y="19050"/>
                  </a:cubicBezTo>
                  <a:cubicBezTo>
                    <a:pt x="314758" y="15919"/>
                    <a:pt x="337736" y="22141"/>
                    <a:pt x="350044" y="19050"/>
                  </a:cubicBezTo>
                  <a:cubicBezTo>
                    <a:pt x="358906" y="35196"/>
                    <a:pt x="359948" y="49815"/>
                    <a:pt x="377190" y="75057"/>
                  </a:cubicBezTo>
                  <a:cubicBezTo>
                    <a:pt x="379095" y="76957"/>
                    <a:pt x="378744" y="79751"/>
                    <a:pt x="381000" y="82829"/>
                  </a:cubicBezTo>
                  <a:cubicBezTo>
                    <a:pt x="384198" y="83460"/>
                    <a:pt x="387651" y="84727"/>
                    <a:pt x="389344" y="85106"/>
                  </a:cubicBezTo>
                  <a:cubicBezTo>
                    <a:pt x="410872" y="86037"/>
                    <a:pt x="431517" y="96330"/>
                    <a:pt x="445189" y="108194"/>
                  </a:cubicBezTo>
                  <a:cubicBezTo>
                    <a:pt x="448517" y="109248"/>
                    <a:pt x="449362" y="111578"/>
                    <a:pt x="452495" y="112214"/>
                  </a:cubicBezTo>
                  <a:cubicBezTo>
                    <a:pt x="454619" y="111415"/>
                    <a:pt x="458434" y="110720"/>
                    <a:pt x="460400" y="109576"/>
                  </a:cubicBezTo>
                  <a:cubicBezTo>
                    <a:pt x="473775" y="98469"/>
                    <a:pt x="506712" y="94462"/>
                    <a:pt x="520665" y="89478"/>
                  </a:cubicBezTo>
                  <a:cubicBezTo>
                    <a:pt x="538428" y="100292"/>
                    <a:pt x="550140" y="119914"/>
                    <a:pt x="558317" y="127140"/>
                  </a:cubicBezTo>
                  <a:cubicBezTo>
                    <a:pt x="552780" y="154354"/>
                    <a:pt x="542398" y="158692"/>
                    <a:pt x="538220" y="187423"/>
                  </a:cubicBezTo>
                  <a:cubicBezTo>
                    <a:pt x="538256" y="190173"/>
                    <a:pt x="535243" y="193424"/>
                    <a:pt x="535505" y="195567"/>
                  </a:cubicBezTo>
                  <a:cubicBezTo>
                    <a:pt x="537723" y="198911"/>
                    <a:pt x="537958" y="201049"/>
                    <a:pt x="539810" y="202987"/>
                  </a:cubicBezTo>
                  <a:cubicBezTo>
                    <a:pt x="554114" y="222114"/>
                    <a:pt x="559063" y="235653"/>
                    <a:pt x="562670" y="257527"/>
                  </a:cubicBezTo>
                  <a:cubicBezTo>
                    <a:pt x="564066" y="261537"/>
                    <a:pt x="563120" y="262950"/>
                    <a:pt x="564966" y="265938"/>
                  </a:cubicBezTo>
                  <a:cubicBezTo>
                    <a:pt x="567170" y="266440"/>
                    <a:pt x="569879" y="268600"/>
                    <a:pt x="572824" y="269700"/>
                  </a:cubicBezTo>
                  <a:cubicBezTo>
                    <a:pt x="586511" y="276025"/>
                    <a:pt x="604032" y="291823"/>
                    <a:pt x="629603" y="296913"/>
                  </a:cubicBezTo>
                  <a:cubicBezTo>
                    <a:pt x="635001" y="314236"/>
                    <a:pt x="623459" y="332378"/>
                    <a:pt x="629603" y="349367"/>
                  </a:cubicBezTo>
                  <a:cubicBezTo>
                    <a:pt x="607342" y="365740"/>
                    <a:pt x="590825" y="360946"/>
                    <a:pt x="573453" y="377447"/>
                  </a:cubicBezTo>
                  <a:cubicBezTo>
                    <a:pt x="571436" y="378478"/>
                    <a:pt x="568124" y="379614"/>
                    <a:pt x="565833" y="381257"/>
                  </a:cubicBezTo>
                  <a:cubicBezTo>
                    <a:pt x="565670" y="383309"/>
                    <a:pt x="564009" y="386431"/>
                    <a:pt x="563594" y="389468"/>
                  </a:cubicBezTo>
                  <a:cubicBezTo>
                    <a:pt x="552564" y="410174"/>
                    <a:pt x="553375" y="425738"/>
                    <a:pt x="540515" y="445332"/>
                  </a:cubicBezTo>
                  <a:cubicBezTo>
                    <a:pt x="539019" y="448456"/>
                    <a:pt x="538031" y="448931"/>
                    <a:pt x="536505" y="452628"/>
                  </a:cubicBezTo>
                  <a:cubicBezTo>
                    <a:pt x="537742" y="455140"/>
                    <a:pt x="537669" y="457563"/>
                    <a:pt x="539134" y="460534"/>
                  </a:cubicBezTo>
                  <a:cubicBezTo>
                    <a:pt x="549760" y="473966"/>
                    <a:pt x="551088" y="502219"/>
                    <a:pt x="559232" y="520817"/>
                  </a:cubicBezTo>
                  <a:cubicBezTo>
                    <a:pt x="548833" y="536270"/>
                    <a:pt x="534620" y="538798"/>
                    <a:pt x="521580" y="558479"/>
                  </a:cubicBezTo>
                  <a:cubicBezTo>
                    <a:pt x="501400" y="558567"/>
                    <a:pt x="484344" y="539627"/>
                    <a:pt x="461315" y="538382"/>
                  </a:cubicBezTo>
                  <a:cubicBezTo>
                    <a:pt x="459163" y="537762"/>
                    <a:pt x="455204" y="535704"/>
                    <a:pt x="453171" y="535667"/>
                  </a:cubicBezTo>
                  <a:cubicBezTo>
                    <a:pt x="450490" y="537592"/>
                    <a:pt x="447506" y="538012"/>
                    <a:pt x="445741" y="539972"/>
                  </a:cubicBezTo>
                  <a:cubicBezTo>
                    <a:pt x="430810" y="549471"/>
                    <a:pt x="408929" y="555268"/>
                    <a:pt x="391211" y="562832"/>
                  </a:cubicBezTo>
                  <a:cubicBezTo>
                    <a:pt x="388413" y="564154"/>
                    <a:pt x="386481" y="564091"/>
                    <a:pt x="383000" y="565071"/>
                  </a:cubicBezTo>
                  <a:cubicBezTo>
                    <a:pt x="382187" y="568782"/>
                    <a:pt x="379178" y="570452"/>
                    <a:pt x="379190" y="572691"/>
                  </a:cubicBezTo>
                  <a:cubicBezTo>
                    <a:pt x="375622" y="593808"/>
                    <a:pt x="354589" y="605535"/>
                    <a:pt x="351111" y="628888"/>
                  </a:cubicBezTo>
                  <a:cubicBezTo>
                    <a:pt x="339262" y="634218"/>
                    <a:pt x="318346" y="626531"/>
                    <a:pt x="298494" y="628888"/>
                  </a:cubicBezTo>
                  <a:cubicBezTo>
                    <a:pt x="284081" y="605186"/>
                    <a:pt x="283029" y="586970"/>
                    <a:pt x="270424" y="572691"/>
                  </a:cubicBezTo>
                  <a:cubicBezTo>
                    <a:pt x="269269" y="571108"/>
                    <a:pt x="268608" y="568473"/>
                    <a:pt x="266614" y="565071"/>
                  </a:cubicBezTo>
                  <a:cubicBezTo>
                    <a:pt x="263574" y="565058"/>
                    <a:pt x="261494" y="562899"/>
                    <a:pt x="258394" y="562832"/>
                  </a:cubicBezTo>
                  <a:cubicBezTo>
                    <a:pt x="238516" y="562647"/>
                    <a:pt x="217829" y="551064"/>
                    <a:pt x="202559" y="539744"/>
                  </a:cubicBezTo>
                  <a:cubicBezTo>
                    <a:pt x="199542" y="538524"/>
                    <a:pt x="199004" y="537467"/>
                    <a:pt x="195253" y="535724"/>
                  </a:cubicBezTo>
                  <a:cubicBezTo>
                    <a:pt x="193586" y="537032"/>
                    <a:pt x="189899" y="536644"/>
                    <a:pt x="187347" y="538363"/>
                  </a:cubicBezTo>
                  <a:cubicBezTo>
                    <a:pt x="169015" y="545479"/>
                    <a:pt x="144217" y="552682"/>
                    <a:pt x="127083" y="558460"/>
                  </a:cubicBezTo>
                  <a:cubicBezTo>
                    <a:pt x="113159" y="544862"/>
                    <a:pt x="107850" y="538755"/>
                    <a:pt x="89430" y="520798"/>
                  </a:cubicBezTo>
                  <a:cubicBezTo>
                    <a:pt x="91491" y="493852"/>
                    <a:pt x="101793" y="486232"/>
                    <a:pt x="109538" y="460534"/>
                  </a:cubicBezTo>
                  <a:cubicBezTo>
                    <a:pt x="110067" y="457868"/>
                    <a:pt x="112377" y="454303"/>
                    <a:pt x="112243" y="452390"/>
                  </a:cubicBezTo>
                  <a:cubicBezTo>
                    <a:pt x="110083" y="450191"/>
                    <a:pt x="109526" y="446225"/>
                    <a:pt x="107947" y="444960"/>
                  </a:cubicBezTo>
                  <a:cubicBezTo>
                    <a:pt x="98691" y="423216"/>
                    <a:pt x="86897" y="405234"/>
                    <a:pt x="85087" y="390420"/>
                  </a:cubicBezTo>
                  <a:cubicBezTo>
                    <a:pt x="83477" y="386773"/>
                    <a:pt x="84570" y="385639"/>
                    <a:pt x="82839" y="382210"/>
                  </a:cubicBezTo>
                  <a:cubicBezTo>
                    <a:pt x="78726" y="381173"/>
                    <a:pt x="77989" y="379021"/>
                    <a:pt x="75219" y="378400"/>
                  </a:cubicBezTo>
                  <a:cubicBezTo>
                    <a:pt x="60159" y="378945"/>
                    <a:pt x="38932" y="352833"/>
                    <a:pt x="19050" y="350320"/>
                  </a:cubicBezTo>
                  <a:cubicBezTo>
                    <a:pt x="13274" y="327480"/>
                    <a:pt x="21475" y="311403"/>
                    <a:pt x="19050" y="297790"/>
                  </a:cubicBezTo>
                  <a:close/>
                </a:path>
                <a:path w="648652" h="647861" stroke="0" extrusionOk="0">
                  <a:moveTo>
                    <a:pt x="91440" y="454504"/>
                  </a:moveTo>
                  <a:cubicBezTo>
                    <a:pt x="85090" y="482702"/>
                    <a:pt x="67975" y="505553"/>
                    <a:pt x="67628" y="525942"/>
                  </a:cubicBezTo>
                  <a:cubicBezTo>
                    <a:pt x="93038" y="543455"/>
                    <a:pt x="93400" y="557852"/>
                    <a:pt x="121920" y="580234"/>
                  </a:cubicBezTo>
                  <a:cubicBezTo>
                    <a:pt x="149469" y="565931"/>
                    <a:pt x="163436" y="573138"/>
                    <a:pt x="193358" y="556422"/>
                  </a:cubicBezTo>
                  <a:cubicBezTo>
                    <a:pt x="211143" y="563267"/>
                    <a:pt x="232632" y="574673"/>
                    <a:pt x="253365" y="581187"/>
                  </a:cubicBezTo>
                  <a:cubicBezTo>
                    <a:pt x="262623" y="598845"/>
                    <a:pt x="277758" y="632950"/>
                    <a:pt x="286703" y="647862"/>
                  </a:cubicBezTo>
                  <a:cubicBezTo>
                    <a:pt x="316744" y="643229"/>
                    <a:pt x="334103" y="649459"/>
                    <a:pt x="362903" y="647862"/>
                  </a:cubicBezTo>
                  <a:cubicBezTo>
                    <a:pt x="372129" y="612610"/>
                    <a:pt x="387129" y="603842"/>
                    <a:pt x="396240" y="581187"/>
                  </a:cubicBezTo>
                  <a:cubicBezTo>
                    <a:pt x="417883" y="576303"/>
                    <a:pt x="437095" y="567685"/>
                    <a:pt x="455295" y="556422"/>
                  </a:cubicBezTo>
                  <a:cubicBezTo>
                    <a:pt x="482061" y="563426"/>
                    <a:pt x="504179" y="574147"/>
                    <a:pt x="526733" y="580234"/>
                  </a:cubicBezTo>
                  <a:cubicBezTo>
                    <a:pt x="536192" y="562632"/>
                    <a:pt x="563999" y="550721"/>
                    <a:pt x="581025" y="525942"/>
                  </a:cubicBezTo>
                  <a:cubicBezTo>
                    <a:pt x="569515" y="501599"/>
                    <a:pt x="567650" y="474406"/>
                    <a:pt x="557213" y="454504"/>
                  </a:cubicBezTo>
                  <a:cubicBezTo>
                    <a:pt x="566657" y="433830"/>
                    <a:pt x="574524" y="421422"/>
                    <a:pt x="581978" y="394497"/>
                  </a:cubicBezTo>
                  <a:cubicBezTo>
                    <a:pt x="597798" y="385486"/>
                    <a:pt x="622690" y="375106"/>
                    <a:pt x="648653" y="361159"/>
                  </a:cubicBezTo>
                  <a:cubicBezTo>
                    <a:pt x="642462" y="324024"/>
                    <a:pt x="656578" y="309097"/>
                    <a:pt x="648653" y="284959"/>
                  </a:cubicBezTo>
                  <a:cubicBezTo>
                    <a:pt x="623226" y="280045"/>
                    <a:pt x="611682" y="265564"/>
                    <a:pt x="581025" y="252574"/>
                  </a:cubicBezTo>
                  <a:cubicBezTo>
                    <a:pt x="575581" y="232388"/>
                    <a:pt x="563455" y="213937"/>
                    <a:pt x="556260" y="193519"/>
                  </a:cubicBezTo>
                  <a:cubicBezTo>
                    <a:pt x="557742" y="175673"/>
                    <a:pt x="580429" y="143877"/>
                    <a:pt x="580073" y="122082"/>
                  </a:cubicBezTo>
                  <a:cubicBezTo>
                    <a:pt x="556945" y="104461"/>
                    <a:pt x="555734" y="85210"/>
                    <a:pt x="525780" y="67789"/>
                  </a:cubicBezTo>
                  <a:cubicBezTo>
                    <a:pt x="504138" y="75570"/>
                    <a:pt x="471408" y="81544"/>
                    <a:pt x="454343" y="91602"/>
                  </a:cubicBezTo>
                  <a:cubicBezTo>
                    <a:pt x="440185" y="79592"/>
                    <a:pt x="419141" y="71834"/>
                    <a:pt x="394335" y="66837"/>
                  </a:cubicBezTo>
                  <a:cubicBezTo>
                    <a:pt x="378078" y="41373"/>
                    <a:pt x="375152" y="11309"/>
                    <a:pt x="361950" y="0"/>
                  </a:cubicBezTo>
                  <a:cubicBezTo>
                    <a:pt x="341092" y="2036"/>
                    <a:pt x="309021" y="-925"/>
                    <a:pt x="285750" y="0"/>
                  </a:cubicBezTo>
                  <a:cubicBezTo>
                    <a:pt x="281868" y="24828"/>
                    <a:pt x="260867" y="45657"/>
                    <a:pt x="252413" y="66675"/>
                  </a:cubicBezTo>
                  <a:cubicBezTo>
                    <a:pt x="232842" y="75329"/>
                    <a:pt x="216581" y="79751"/>
                    <a:pt x="193358" y="91440"/>
                  </a:cubicBezTo>
                  <a:cubicBezTo>
                    <a:pt x="177167" y="90711"/>
                    <a:pt x="155445" y="78272"/>
                    <a:pt x="121920" y="67628"/>
                  </a:cubicBezTo>
                  <a:cubicBezTo>
                    <a:pt x="98993" y="94038"/>
                    <a:pt x="85598" y="97784"/>
                    <a:pt x="67628" y="121920"/>
                  </a:cubicBezTo>
                  <a:cubicBezTo>
                    <a:pt x="74255" y="138861"/>
                    <a:pt x="80855" y="175563"/>
                    <a:pt x="91440" y="193358"/>
                  </a:cubicBezTo>
                  <a:cubicBezTo>
                    <a:pt x="77455" y="212717"/>
                    <a:pt x="75585" y="235662"/>
                    <a:pt x="66675" y="253365"/>
                  </a:cubicBezTo>
                  <a:cubicBezTo>
                    <a:pt x="38077" y="274383"/>
                    <a:pt x="29443" y="269351"/>
                    <a:pt x="0" y="285750"/>
                  </a:cubicBezTo>
                  <a:cubicBezTo>
                    <a:pt x="5391" y="306147"/>
                    <a:pt x="-5868" y="333621"/>
                    <a:pt x="0" y="361950"/>
                  </a:cubicBezTo>
                  <a:cubicBezTo>
                    <a:pt x="24352" y="373951"/>
                    <a:pt x="48411" y="393670"/>
                    <a:pt x="66675" y="395288"/>
                  </a:cubicBezTo>
                  <a:cubicBezTo>
                    <a:pt x="74894" y="419139"/>
                    <a:pt x="82171" y="436170"/>
                    <a:pt x="91440" y="454504"/>
                  </a:cubicBezTo>
                  <a:close/>
                  <a:moveTo>
                    <a:pt x="19050" y="297790"/>
                  </a:moveTo>
                  <a:cubicBezTo>
                    <a:pt x="32411" y="286850"/>
                    <a:pt x="54895" y="286620"/>
                    <a:pt x="75000" y="270605"/>
                  </a:cubicBezTo>
                  <a:cubicBezTo>
                    <a:pt x="77753" y="269203"/>
                    <a:pt x="80798" y="267947"/>
                    <a:pt x="82782" y="266795"/>
                  </a:cubicBezTo>
                  <a:cubicBezTo>
                    <a:pt x="83496" y="262667"/>
                    <a:pt x="85153" y="261988"/>
                    <a:pt x="85058" y="258451"/>
                  </a:cubicBezTo>
                  <a:cubicBezTo>
                    <a:pt x="88706" y="235750"/>
                    <a:pt x="98483" y="218372"/>
                    <a:pt x="108137" y="202587"/>
                  </a:cubicBezTo>
                  <a:cubicBezTo>
                    <a:pt x="109306" y="199827"/>
                    <a:pt x="110448" y="198641"/>
                    <a:pt x="112147" y="195291"/>
                  </a:cubicBezTo>
                  <a:cubicBezTo>
                    <a:pt x="111320" y="192994"/>
                    <a:pt x="111120" y="189526"/>
                    <a:pt x="109518" y="187385"/>
                  </a:cubicBezTo>
                  <a:cubicBezTo>
                    <a:pt x="97458" y="174540"/>
                    <a:pt x="102336" y="145024"/>
                    <a:pt x="89421" y="127102"/>
                  </a:cubicBezTo>
                  <a:cubicBezTo>
                    <a:pt x="100185" y="112097"/>
                    <a:pt x="117632" y="103661"/>
                    <a:pt x="127073" y="89440"/>
                  </a:cubicBezTo>
                  <a:cubicBezTo>
                    <a:pt x="148521" y="91833"/>
                    <a:pt x="159186" y="104083"/>
                    <a:pt x="187338" y="109538"/>
                  </a:cubicBezTo>
                  <a:cubicBezTo>
                    <a:pt x="189536" y="109935"/>
                    <a:pt x="193045" y="112215"/>
                    <a:pt x="195482" y="112252"/>
                  </a:cubicBezTo>
                  <a:cubicBezTo>
                    <a:pt x="196905" y="111011"/>
                    <a:pt x="200207" y="109773"/>
                    <a:pt x="202911" y="107947"/>
                  </a:cubicBezTo>
                  <a:cubicBezTo>
                    <a:pt x="220766" y="100043"/>
                    <a:pt x="237511" y="90182"/>
                    <a:pt x="257432" y="85087"/>
                  </a:cubicBezTo>
                  <a:cubicBezTo>
                    <a:pt x="259780" y="84115"/>
                    <a:pt x="263468" y="83850"/>
                    <a:pt x="265652" y="82848"/>
                  </a:cubicBezTo>
                  <a:cubicBezTo>
                    <a:pt x="265880" y="80451"/>
                    <a:pt x="268546" y="79242"/>
                    <a:pt x="269462" y="75228"/>
                  </a:cubicBezTo>
                  <a:cubicBezTo>
                    <a:pt x="279276" y="51375"/>
                    <a:pt x="291572" y="40201"/>
                    <a:pt x="297542" y="19050"/>
                  </a:cubicBezTo>
                  <a:cubicBezTo>
                    <a:pt x="316605" y="17807"/>
                    <a:pt x="335731" y="24808"/>
                    <a:pt x="350044" y="19050"/>
                  </a:cubicBezTo>
                  <a:cubicBezTo>
                    <a:pt x="365228" y="39416"/>
                    <a:pt x="361111" y="53767"/>
                    <a:pt x="377190" y="75057"/>
                  </a:cubicBezTo>
                  <a:cubicBezTo>
                    <a:pt x="379163" y="77472"/>
                    <a:pt x="378793" y="80033"/>
                    <a:pt x="381000" y="82829"/>
                  </a:cubicBezTo>
                  <a:cubicBezTo>
                    <a:pt x="385351" y="83234"/>
                    <a:pt x="387335" y="84952"/>
                    <a:pt x="389344" y="85106"/>
                  </a:cubicBezTo>
                  <a:cubicBezTo>
                    <a:pt x="414580" y="91052"/>
                    <a:pt x="422675" y="99897"/>
                    <a:pt x="445189" y="108194"/>
                  </a:cubicBezTo>
                  <a:cubicBezTo>
                    <a:pt x="448064" y="109423"/>
                    <a:pt x="450240" y="111499"/>
                    <a:pt x="452495" y="112214"/>
                  </a:cubicBezTo>
                  <a:cubicBezTo>
                    <a:pt x="455738" y="110731"/>
                    <a:pt x="457143" y="111445"/>
                    <a:pt x="460400" y="109576"/>
                  </a:cubicBezTo>
                  <a:cubicBezTo>
                    <a:pt x="474187" y="103311"/>
                    <a:pt x="494191" y="103091"/>
                    <a:pt x="520665" y="89478"/>
                  </a:cubicBezTo>
                  <a:cubicBezTo>
                    <a:pt x="541246" y="101346"/>
                    <a:pt x="541426" y="114722"/>
                    <a:pt x="558317" y="127140"/>
                  </a:cubicBezTo>
                  <a:cubicBezTo>
                    <a:pt x="556561" y="148368"/>
                    <a:pt x="538440" y="169363"/>
                    <a:pt x="538220" y="187423"/>
                  </a:cubicBezTo>
                  <a:cubicBezTo>
                    <a:pt x="538279" y="190156"/>
                    <a:pt x="535535" y="193032"/>
                    <a:pt x="535505" y="195567"/>
                  </a:cubicBezTo>
                  <a:cubicBezTo>
                    <a:pt x="537417" y="196974"/>
                    <a:pt x="538042" y="201009"/>
                    <a:pt x="539810" y="202987"/>
                  </a:cubicBezTo>
                  <a:cubicBezTo>
                    <a:pt x="552919" y="222006"/>
                    <a:pt x="560627" y="237978"/>
                    <a:pt x="562670" y="257527"/>
                  </a:cubicBezTo>
                  <a:cubicBezTo>
                    <a:pt x="564082" y="259399"/>
                    <a:pt x="564394" y="264087"/>
                    <a:pt x="564966" y="265938"/>
                  </a:cubicBezTo>
                  <a:cubicBezTo>
                    <a:pt x="567313" y="266659"/>
                    <a:pt x="569718" y="268527"/>
                    <a:pt x="572824" y="269700"/>
                  </a:cubicBezTo>
                  <a:cubicBezTo>
                    <a:pt x="593230" y="273737"/>
                    <a:pt x="604375" y="292808"/>
                    <a:pt x="629603" y="296913"/>
                  </a:cubicBezTo>
                  <a:cubicBezTo>
                    <a:pt x="632714" y="308005"/>
                    <a:pt x="624766" y="328497"/>
                    <a:pt x="629603" y="349367"/>
                  </a:cubicBezTo>
                  <a:cubicBezTo>
                    <a:pt x="618397" y="358045"/>
                    <a:pt x="599869" y="360869"/>
                    <a:pt x="573453" y="377447"/>
                  </a:cubicBezTo>
                  <a:cubicBezTo>
                    <a:pt x="570442" y="379008"/>
                    <a:pt x="568383" y="379483"/>
                    <a:pt x="565833" y="381257"/>
                  </a:cubicBezTo>
                  <a:cubicBezTo>
                    <a:pt x="565470" y="385425"/>
                    <a:pt x="563955" y="387330"/>
                    <a:pt x="563594" y="389468"/>
                  </a:cubicBezTo>
                  <a:cubicBezTo>
                    <a:pt x="558685" y="409434"/>
                    <a:pt x="548355" y="423185"/>
                    <a:pt x="540515" y="445332"/>
                  </a:cubicBezTo>
                  <a:cubicBezTo>
                    <a:pt x="539776" y="448278"/>
                    <a:pt x="537193" y="450889"/>
                    <a:pt x="536505" y="452628"/>
                  </a:cubicBezTo>
                  <a:cubicBezTo>
                    <a:pt x="537711" y="455243"/>
                    <a:pt x="537420" y="457259"/>
                    <a:pt x="539134" y="460534"/>
                  </a:cubicBezTo>
                  <a:cubicBezTo>
                    <a:pt x="548858" y="474877"/>
                    <a:pt x="544896" y="495307"/>
                    <a:pt x="559232" y="520817"/>
                  </a:cubicBezTo>
                  <a:cubicBezTo>
                    <a:pt x="543682" y="542903"/>
                    <a:pt x="532355" y="543013"/>
                    <a:pt x="521580" y="558479"/>
                  </a:cubicBezTo>
                  <a:cubicBezTo>
                    <a:pt x="499956" y="555023"/>
                    <a:pt x="482549" y="541085"/>
                    <a:pt x="461315" y="538382"/>
                  </a:cubicBezTo>
                  <a:cubicBezTo>
                    <a:pt x="457562" y="537508"/>
                    <a:pt x="457044" y="535935"/>
                    <a:pt x="453171" y="535667"/>
                  </a:cubicBezTo>
                  <a:cubicBezTo>
                    <a:pt x="450986" y="537003"/>
                    <a:pt x="447566" y="538419"/>
                    <a:pt x="445741" y="539972"/>
                  </a:cubicBezTo>
                  <a:cubicBezTo>
                    <a:pt x="430463" y="550188"/>
                    <a:pt x="413965" y="559885"/>
                    <a:pt x="391211" y="562832"/>
                  </a:cubicBezTo>
                  <a:cubicBezTo>
                    <a:pt x="389651" y="564017"/>
                    <a:pt x="385486" y="563375"/>
                    <a:pt x="383000" y="565071"/>
                  </a:cubicBezTo>
                  <a:cubicBezTo>
                    <a:pt x="381858" y="567450"/>
                    <a:pt x="380393" y="569904"/>
                    <a:pt x="379190" y="572691"/>
                  </a:cubicBezTo>
                  <a:cubicBezTo>
                    <a:pt x="373469" y="586575"/>
                    <a:pt x="359327" y="611694"/>
                    <a:pt x="351111" y="628888"/>
                  </a:cubicBezTo>
                  <a:cubicBezTo>
                    <a:pt x="328917" y="629018"/>
                    <a:pt x="323177" y="628709"/>
                    <a:pt x="298494" y="628888"/>
                  </a:cubicBezTo>
                  <a:cubicBezTo>
                    <a:pt x="280007" y="605725"/>
                    <a:pt x="283945" y="593603"/>
                    <a:pt x="270424" y="572691"/>
                  </a:cubicBezTo>
                  <a:cubicBezTo>
                    <a:pt x="268804" y="570972"/>
                    <a:pt x="268482" y="568422"/>
                    <a:pt x="266614" y="565071"/>
                  </a:cubicBezTo>
                  <a:cubicBezTo>
                    <a:pt x="264163" y="565180"/>
                    <a:pt x="261995" y="563351"/>
                    <a:pt x="258394" y="562832"/>
                  </a:cubicBezTo>
                  <a:cubicBezTo>
                    <a:pt x="238736" y="558663"/>
                    <a:pt x="219328" y="549940"/>
                    <a:pt x="202559" y="539744"/>
                  </a:cubicBezTo>
                  <a:cubicBezTo>
                    <a:pt x="200244" y="539450"/>
                    <a:pt x="198177" y="536585"/>
                    <a:pt x="195253" y="535724"/>
                  </a:cubicBezTo>
                  <a:cubicBezTo>
                    <a:pt x="191638" y="537186"/>
                    <a:pt x="190737" y="536513"/>
                    <a:pt x="187347" y="538363"/>
                  </a:cubicBezTo>
                  <a:cubicBezTo>
                    <a:pt x="170829" y="546221"/>
                    <a:pt x="149835" y="550115"/>
                    <a:pt x="127083" y="558460"/>
                  </a:cubicBezTo>
                  <a:cubicBezTo>
                    <a:pt x="111430" y="546827"/>
                    <a:pt x="106513" y="531634"/>
                    <a:pt x="89430" y="520798"/>
                  </a:cubicBezTo>
                  <a:cubicBezTo>
                    <a:pt x="87722" y="503382"/>
                    <a:pt x="104480" y="481619"/>
                    <a:pt x="109538" y="460534"/>
                  </a:cubicBezTo>
                  <a:cubicBezTo>
                    <a:pt x="109950" y="456826"/>
                    <a:pt x="112500" y="454861"/>
                    <a:pt x="112243" y="452390"/>
                  </a:cubicBezTo>
                  <a:cubicBezTo>
                    <a:pt x="110017" y="450118"/>
                    <a:pt x="110428" y="448014"/>
                    <a:pt x="107947" y="444960"/>
                  </a:cubicBezTo>
                  <a:cubicBezTo>
                    <a:pt x="97133" y="427154"/>
                    <a:pt x="95347" y="408675"/>
                    <a:pt x="85087" y="390420"/>
                  </a:cubicBezTo>
                  <a:cubicBezTo>
                    <a:pt x="83391" y="387161"/>
                    <a:pt x="84164" y="385070"/>
                    <a:pt x="82839" y="382210"/>
                  </a:cubicBezTo>
                  <a:cubicBezTo>
                    <a:pt x="79357" y="381358"/>
                    <a:pt x="78460" y="379008"/>
                    <a:pt x="75219" y="378400"/>
                  </a:cubicBezTo>
                  <a:cubicBezTo>
                    <a:pt x="53988" y="375197"/>
                    <a:pt x="34542" y="357794"/>
                    <a:pt x="19050" y="350320"/>
                  </a:cubicBezTo>
                  <a:cubicBezTo>
                    <a:pt x="15716" y="337178"/>
                    <a:pt x="25159" y="318306"/>
                    <a:pt x="19050" y="297790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1440 w 648652"/>
                        <a:gd name="connsiteY0" fmla="*/ 454504 h 647861"/>
                        <a:gd name="connsiteX1" fmla="*/ 67628 w 648652"/>
                        <a:gd name="connsiteY1" fmla="*/ 525942 h 647861"/>
                        <a:gd name="connsiteX2" fmla="*/ 121920 w 648652"/>
                        <a:gd name="connsiteY2" fmla="*/ 580234 h 647861"/>
                        <a:gd name="connsiteX3" fmla="*/ 193358 w 648652"/>
                        <a:gd name="connsiteY3" fmla="*/ 556422 h 647861"/>
                        <a:gd name="connsiteX4" fmla="*/ 253365 w 648652"/>
                        <a:gd name="connsiteY4" fmla="*/ 581187 h 647861"/>
                        <a:gd name="connsiteX5" fmla="*/ 286703 w 648652"/>
                        <a:gd name="connsiteY5" fmla="*/ 647862 h 647861"/>
                        <a:gd name="connsiteX6" fmla="*/ 362903 w 648652"/>
                        <a:gd name="connsiteY6" fmla="*/ 647862 h 647861"/>
                        <a:gd name="connsiteX7" fmla="*/ 396240 w 648652"/>
                        <a:gd name="connsiteY7" fmla="*/ 581187 h 647861"/>
                        <a:gd name="connsiteX8" fmla="*/ 455295 w 648652"/>
                        <a:gd name="connsiteY8" fmla="*/ 556422 h 647861"/>
                        <a:gd name="connsiteX9" fmla="*/ 526733 w 648652"/>
                        <a:gd name="connsiteY9" fmla="*/ 580234 h 647861"/>
                        <a:gd name="connsiteX10" fmla="*/ 581025 w 648652"/>
                        <a:gd name="connsiteY10" fmla="*/ 525942 h 647861"/>
                        <a:gd name="connsiteX11" fmla="*/ 557213 w 648652"/>
                        <a:gd name="connsiteY11" fmla="*/ 454504 h 647861"/>
                        <a:gd name="connsiteX12" fmla="*/ 581978 w 648652"/>
                        <a:gd name="connsiteY12" fmla="*/ 394497 h 647861"/>
                        <a:gd name="connsiteX13" fmla="*/ 648653 w 648652"/>
                        <a:gd name="connsiteY13" fmla="*/ 361159 h 647861"/>
                        <a:gd name="connsiteX14" fmla="*/ 648653 w 648652"/>
                        <a:gd name="connsiteY14" fmla="*/ 284959 h 647861"/>
                        <a:gd name="connsiteX15" fmla="*/ 581025 w 648652"/>
                        <a:gd name="connsiteY15" fmla="*/ 252574 h 647861"/>
                        <a:gd name="connsiteX16" fmla="*/ 556260 w 648652"/>
                        <a:gd name="connsiteY16" fmla="*/ 193519 h 647861"/>
                        <a:gd name="connsiteX17" fmla="*/ 580073 w 648652"/>
                        <a:gd name="connsiteY17" fmla="*/ 122082 h 647861"/>
                        <a:gd name="connsiteX18" fmla="*/ 525780 w 648652"/>
                        <a:gd name="connsiteY18" fmla="*/ 67789 h 647861"/>
                        <a:gd name="connsiteX19" fmla="*/ 454343 w 648652"/>
                        <a:gd name="connsiteY19" fmla="*/ 91602 h 647861"/>
                        <a:gd name="connsiteX20" fmla="*/ 394335 w 648652"/>
                        <a:gd name="connsiteY20" fmla="*/ 66837 h 647861"/>
                        <a:gd name="connsiteX21" fmla="*/ 361950 w 648652"/>
                        <a:gd name="connsiteY21" fmla="*/ 0 h 647861"/>
                        <a:gd name="connsiteX22" fmla="*/ 285750 w 648652"/>
                        <a:gd name="connsiteY22" fmla="*/ 0 h 647861"/>
                        <a:gd name="connsiteX23" fmla="*/ 252413 w 648652"/>
                        <a:gd name="connsiteY23" fmla="*/ 66675 h 647861"/>
                        <a:gd name="connsiteX24" fmla="*/ 193358 w 648652"/>
                        <a:gd name="connsiteY24" fmla="*/ 91440 h 647861"/>
                        <a:gd name="connsiteX25" fmla="*/ 121920 w 648652"/>
                        <a:gd name="connsiteY25" fmla="*/ 67628 h 647861"/>
                        <a:gd name="connsiteX26" fmla="*/ 67628 w 648652"/>
                        <a:gd name="connsiteY26" fmla="*/ 121920 h 647861"/>
                        <a:gd name="connsiteX27" fmla="*/ 91440 w 648652"/>
                        <a:gd name="connsiteY27" fmla="*/ 193358 h 647861"/>
                        <a:gd name="connsiteX28" fmla="*/ 66675 w 648652"/>
                        <a:gd name="connsiteY28" fmla="*/ 253365 h 647861"/>
                        <a:gd name="connsiteX29" fmla="*/ 0 w 648652"/>
                        <a:gd name="connsiteY29" fmla="*/ 285750 h 647861"/>
                        <a:gd name="connsiteX30" fmla="*/ 0 w 648652"/>
                        <a:gd name="connsiteY30" fmla="*/ 361950 h 647861"/>
                        <a:gd name="connsiteX31" fmla="*/ 66675 w 648652"/>
                        <a:gd name="connsiteY31" fmla="*/ 395288 h 647861"/>
                        <a:gd name="connsiteX32" fmla="*/ 91440 w 648652"/>
                        <a:gd name="connsiteY32" fmla="*/ 454504 h 647861"/>
                        <a:gd name="connsiteX33" fmla="*/ 19050 w 648652"/>
                        <a:gd name="connsiteY33" fmla="*/ 297790 h 647861"/>
                        <a:gd name="connsiteX34" fmla="*/ 75000 w 648652"/>
                        <a:gd name="connsiteY34" fmla="*/ 270605 h 647861"/>
                        <a:gd name="connsiteX35" fmla="*/ 82782 w 648652"/>
                        <a:gd name="connsiteY35" fmla="*/ 266795 h 647861"/>
                        <a:gd name="connsiteX36" fmla="*/ 85058 w 648652"/>
                        <a:gd name="connsiteY36" fmla="*/ 258451 h 647861"/>
                        <a:gd name="connsiteX37" fmla="*/ 108137 w 648652"/>
                        <a:gd name="connsiteY37" fmla="*/ 202587 h 647861"/>
                        <a:gd name="connsiteX38" fmla="*/ 112147 w 648652"/>
                        <a:gd name="connsiteY38" fmla="*/ 195291 h 647861"/>
                        <a:gd name="connsiteX39" fmla="*/ 109518 w 648652"/>
                        <a:gd name="connsiteY39" fmla="*/ 187385 h 647861"/>
                        <a:gd name="connsiteX40" fmla="*/ 89421 w 648652"/>
                        <a:gd name="connsiteY40" fmla="*/ 127102 h 647861"/>
                        <a:gd name="connsiteX41" fmla="*/ 127073 w 648652"/>
                        <a:gd name="connsiteY41" fmla="*/ 89440 h 647861"/>
                        <a:gd name="connsiteX42" fmla="*/ 187338 w 648652"/>
                        <a:gd name="connsiteY42" fmla="*/ 109538 h 647861"/>
                        <a:gd name="connsiteX43" fmla="*/ 195482 w 648652"/>
                        <a:gd name="connsiteY43" fmla="*/ 112252 h 647861"/>
                        <a:gd name="connsiteX44" fmla="*/ 202911 w 648652"/>
                        <a:gd name="connsiteY44" fmla="*/ 107947 h 647861"/>
                        <a:gd name="connsiteX45" fmla="*/ 257432 w 648652"/>
                        <a:gd name="connsiteY45" fmla="*/ 85087 h 647861"/>
                        <a:gd name="connsiteX46" fmla="*/ 265652 w 648652"/>
                        <a:gd name="connsiteY46" fmla="*/ 82848 h 647861"/>
                        <a:gd name="connsiteX47" fmla="*/ 269462 w 648652"/>
                        <a:gd name="connsiteY47" fmla="*/ 75228 h 647861"/>
                        <a:gd name="connsiteX48" fmla="*/ 297542 w 648652"/>
                        <a:gd name="connsiteY48" fmla="*/ 19050 h 647861"/>
                        <a:gd name="connsiteX49" fmla="*/ 350044 w 648652"/>
                        <a:gd name="connsiteY49" fmla="*/ 19050 h 647861"/>
                        <a:gd name="connsiteX50" fmla="*/ 377190 w 648652"/>
                        <a:gd name="connsiteY50" fmla="*/ 75057 h 647861"/>
                        <a:gd name="connsiteX51" fmla="*/ 381000 w 648652"/>
                        <a:gd name="connsiteY51" fmla="*/ 82829 h 647861"/>
                        <a:gd name="connsiteX52" fmla="*/ 389344 w 648652"/>
                        <a:gd name="connsiteY52" fmla="*/ 85106 h 647861"/>
                        <a:gd name="connsiteX53" fmla="*/ 445189 w 648652"/>
                        <a:gd name="connsiteY53" fmla="*/ 108194 h 647861"/>
                        <a:gd name="connsiteX54" fmla="*/ 452495 w 648652"/>
                        <a:gd name="connsiteY54" fmla="*/ 112214 h 647861"/>
                        <a:gd name="connsiteX55" fmla="*/ 460400 w 648652"/>
                        <a:gd name="connsiteY55" fmla="*/ 109576 h 647861"/>
                        <a:gd name="connsiteX56" fmla="*/ 520665 w 648652"/>
                        <a:gd name="connsiteY56" fmla="*/ 89478 h 647861"/>
                        <a:gd name="connsiteX57" fmla="*/ 558317 w 648652"/>
                        <a:gd name="connsiteY57" fmla="*/ 127140 h 647861"/>
                        <a:gd name="connsiteX58" fmla="*/ 538220 w 648652"/>
                        <a:gd name="connsiteY58" fmla="*/ 187423 h 647861"/>
                        <a:gd name="connsiteX59" fmla="*/ 535505 w 648652"/>
                        <a:gd name="connsiteY59" fmla="*/ 195567 h 647861"/>
                        <a:gd name="connsiteX60" fmla="*/ 539810 w 648652"/>
                        <a:gd name="connsiteY60" fmla="*/ 202987 h 647861"/>
                        <a:gd name="connsiteX61" fmla="*/ 562670 w 648652"/>
                        <a:gd name="connsiteY61" fmla="*/ 257527 h 647861"/>
                        <a:gd name="connsiteX62" fmla="*/ 564966 w 648652"/>
                        <a:gd name="connsiteY62" fmla="*/ 265938 h 647861"/>
                        <a:gd name="connsiteX63" fmla="*/ 572824 w 648652"/>
                        <a:gd name="connsiteY63" fmla="*/ 269700 h 647861"/>
                        <a:gd name="connsiteX64" fmla="*/ 629603 w 648652"/>
                        <a:gd name="connsiteY64" fmla="*/ 296913 h 647861"/>
                        <a:gd name="connsiteX65" fmla="*/ 629603 w 648652"/>
                        <a:gd name="connsiteY65" fmla="*/ 349367 h 647861"/>
                        <a:gd name="connsiteX66" fmla="*/ 573453 w 648652"/>
                        <a:gd name="connsiteY66" fmla="*/ 377447 h 647861"/>
                        <a:gd name="connsiteX67" fmla="*/ 565833 w 648652"/>
                        <a:gd name="connsiteY67" fmla="*/ 381257 h 647861"/>
                        <a:gd name="connsiteX68" fmla="*/ 563594 w 648652"/>
                        <a:gd name="connsiteY68" fmla="*/ 389468 h 647861"/>
                        <a:gd name="connsiteX69" fmla="*/ 540515 w 648652"/>
                        <a:gd name="connsiteY69" fmla="*/ 445332 h 647861"/>
                        <a:gd name="connsiteX70" fmla="*/ 536505 w 648652"/>
                        <a:gd name="connsiteY70" fmla="*/ 452628 h 647861"/>
                        <a:gd name="connsiteX71" fmla="*/ 539134 w 648652"/>
                        <a:gd name="connsiteY71" fmla="*/ 460534 h 647861"/>
                        <a:gd name="connsiteX72" fmla="*/ 559232 w 648652"/>
                        <a:gd name="connsiteY72" fmla="*/ 520817 h 647861"/>
                        <a:gd name="connsiteX73" fmla="*/ 521580 w 648652"/>
                        <a:gd name="connsiteY73" fmla="*/ 558479 h 647861"/>
                        <a:gd name="connsiteX74" fmla="*/ 461315 w 648652"/>
                        <a:gd name="connsiteY74" fmla="*/ 538382 h 647861"/>
                        <a:gd name="connsiteX75" fmla="*/ 453171 w 648652"/>
                        <a:gd name="connsiteY75" fmla="*/ 535667 h 647861"/>
                        <a:gd name="connsiteX76" fmla="*/ 445741 w 648652"/>
                        <a:gd name="connsiteY76" fmla="*/ 539972 h 647861"/>
                        <a:gd name="connsiteX77" fmla="*/ 391211 w 648652"/>
                        <a:gd name="connsiteY77" fmla="*/ 562832 h 647861"/>
                        <a:gd name="connsiteX78" fmla="*/ 383000 w 648652"/>
                        <a:gd name="connsiteY78" fmla="*/ 565071 h 647861"/>
                        <a:gd name="connsiteX79" fmla="*/ 379190 w 648652"/>
                        <a:gd name="connsiteY79" fmla="*/ 572691 h 647861"/>
                        <a:gd name="connsiteX80" fmla="*/ 351111 w 648652"/>
                        <a:gd name="connsiteY80" fmla="*/ 628888 h 647861"/>
                        <a:gd name="connsiteX81" fmla="*/ 298494 w 648652"/>
                        <a:gd name="connsiteY81" fmla="*/ 628888 h 647861"/>
                        <a:gd name="connsiteX82" fmla="*/ 270424 w 648652"/>
                        <a:gd name="connsiteY82" fmla="*/ 572691 h 647861"/>
                        <a:gd name="connsiteX83" fmla="*/ 266614 w 648652"/>
                        <a:gd name="connsiteY83" fmla="*/ 565071 h 647861"/>
                        <a:gd name="connsiteX84" fmla="*/ 258394 w 648652"/>
                        <a:gd name="connsiteY84" fmla="*/ 562832 h 647861"/>
                        <a:gd name="connsiteX85" fmla="*/ 202559 w 648652"/>
                        <a:gd name="connsiteY85" fmla="*/ 539744 h 647861"/>
                        <a:gd name="connsiteX86" fmla="*/ 195253 w 648652"/>
                        <a:gd name="connsiteY86" fmla="*/ 535724 h 647861"/>
                        <a:gd name="connsiteX87" fmla="*/ 187347 w 648652"/>
                        <a:gd name="connsiteY87" fmla="*/ 538363 h 647861"/>
                        <a:gd name="connsiteX88" fmla="*/ 127083 w 648652"/>
                        <a:gd name="connsiteY88" fmla="*/ 558460 h 647861"/>
                        <a:gd name="connsiteX89" fmla="*/ 89430 w 648652"/>
                        <a:gd name="connsiteY89" fmla="*/ 520798 h 647861"/>
                        <a:gd name="connsiteX90" fmla="*/ 109538 w 648652"/>
                        <a:gd name="connsiteY90" fmla="*/ 460534 h 647861"/>
                        <a:gd name="connsiteX91" fmla="*/ 112243 w 648652"/>
                        <a:gd name="connsiteY91" fmla="*/ 452390 h 647861"/>
                        <a:gd name="connsiteX92" fmla="*/ 107947 w 648652"/>
                        <a:gd name="connsiteY92" fmla="*/ 444960 h 647861"/>
                        <a:gd name="connsiteX93" fmla="*/ 85087 w 648652"/>
                        <a:gd name="connsiteY93" fmla="*/ 390420 h 647861"/>
                        <a:gd name="connsiteX94" fmla="*/ 82839 w 648652"/>
                        <a:gd name="connsiteY94" fmla="*/ 382210 h 647861"/>
                        <a:gd name="connsiteX95" fmla="*/ 75219 w 648652"/>
                        <a:gd name="connsiteY95" fmla="*/ 378400 h 647861"/>
                        <a:gd name="connsiteX96" fmla="*/ 19050 w 648652"/>
                        <a:gd name="connsiteY96" fmla="*/ 350320 h 64786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  <a:cxn ang="0">
                          <a:pos x="connsiteX41" y="connsiteY41"/>
                        </a:cxn>
                        <a:cxn ang="0">
                          <a:pos x="connsiteX42" y="connsiteY42"/>
                        </a:cxn>
                        <a:cxn ang="0">
                          <a:pos x="connsiteX43" y="connsiteY43"/>
                        </a:cxn>
                        <a:cxn ang="0">
                          <a:pos x="connsiteX44" y="connsiteY44"/>
                        </a:cxn>
                        <a:cxn ang="0">
                          <a:pos x="connsiteX45" y="connsiteY45"/>
                        </a:cxn>
                        <a:cxn ang="0">
                          <a:pos x="connsiteX46" y="connsiteY46"/>
                        </a:cxn>
                        <a:cxn ang="0">
                          <a:pos x="connsiteX47" y="connsiteY47"/>
                        </a:cxn>
                        <a:cxn ang="0">
                          <a:pos x="connsiteX48" y="connsiteY48"/>
                        </a:cxn>
                        <a:cxn ang="0">
                          <a:pos x="connsiteX49" y="connsiteY49"/>
                        </a:cxn>
                        <a:cxn ang="0">
                          <a:pos x="connsiteX50" y="connsiteY50"/>
                        </a:cxn>
                        <a:cxn ang="0">
                          <a:pos x="connsiteX51" y="connsiteY51"/>
                        </a:cxn>
                        <a:cxn ang="0">
                          <a:pos x="connsiteX52" y="connsiteY52"/>
                        </a:cxn>
                        <a:cxn ang="0">
                          <a:pos x="connsiteX53" y="connsiteY53"/>
                        </a:cxn>
                        <a:cxn ang="0">
                          <a:pos x="connsiteX54" y="connsiteY54"/>
                        </a:cxn>
                        <a:cxn ang="0">
                          <a:pos x="connsiteX55" y="connsiteY55"/>
                        </a:cxn>
                        <a:cxn ang="0">
                          <a:pos x="connsiteX56" y="connsiteY56"/>
                        </a:cxn>
                        <a:cxn ang="0">
                          <a:pos x="connsiteX57" y="connsiteY57"/>
                        </a:cxn>
                        <a:cxn ang="0">
                          <a:pos x="connsiteX58" y="connsiteY58"/>
                        </a:cxn>
                        <a:cxn ang="0">
                          <a:pos x="connsiteX59" y="connsiteY59"/>
                        </a:cxn>
                        <a:cxn ang="0">
                          <a:pos x="connsiteX60" y="connsiteY60"/>
                        </a:cxn>
                        <a:cxn ang="0">
                          <a:pos x="connsiteX61" y="connsiteY61"/>
                        </a:cxn>
                        <a:cxn ang="0">
                          <a:pos x="connsiteX62" y="connsiteY62"/>
                        </a:cxn>
                        <a:cxn ang="0">
                          <a:pos x="connsiteX63" y="connsiteY63"/>
                        </a:cxn>
                        <a:cxn ang="0">
                          <a:pos x="connsiteX64" y="connsiteY64"/>
                        </a:cxn>
                        <a:cxn ang="0">
                          <a:pos x="connsiteX65" y="connsiteY65"/>
                        </a:cxn>
                        <a:cxn ang="0">
                          <a:pos x="connsiteX66" y="connsiteY66"/>
                        </a:cxn>
                        <a:cxn ang="0">
                          <a:pos x="connsiteX67" y="connsiteY67"/>
                        </a:cxn>
                        <a:cxn ang="0">
                          <a:pos x="connsiteX68" y="connsiteY68"/>
                        </a:cxn>
                        <a:cxn ang="0">
                          <a:pos x="connsiteX69" y="connsiteY69"/>
                        </a:cxn>
                        <a:cxn ang="0">
                          <a:pos x="connsiteX70" y="connsiteY70"/>
                        </a:cxn>
                        <a:cxn ang="0">
                          <a:pos x="connsiteX71" y="connsiteY71"/>
                        </a:cxn>
                        <a:cxn ang="0">
                          <a:pos x="connsiteX72" y="connsiteY72"/>
                        </a:cxn>
                        <a:cxn ang="0">
                          <a:pos x="connsiteX73" y="connsiteY73"/>
                        </a:cxn>
                        <a:cxn ang="0">
                          <a:pos x="connsiteX74" y="connsiteY74"/>
                        </a:cxn>
                        <a:cxn ang="0">
                          <a:pos x="connsiteX75" y="connsiteY75"/>
                        </a:cxn>
                        <a:cxn ang="0">
                          <a:pos x="connsiteX76" y="connsiteY76"/>
                        </a:cxn>
                        <a:cxn ang="0">
                          <a:pos x="connsiteX77" y="connsiteY77"/>
                        </a:cxn>
                        <a:cxn ang="0">
                          <a:pos x="connsiteX78" y="connsiteY78"/>
                        </a:cxn>
                        <a:cxn ang="0">
                          <a:pos x="connsiteX79" y="connsiteY79"/>
                        </a:cxn>
                        <a:cxn ang="0">
                          <a:pos x="connsiteX80" y="connsiteY80"/>
                        </a:cxn>
                        <a:cxn ang="0">
                          <a:pos x="connsiteX81" y="connsiteY81"/>
                        </a:cxn>
                        <a:cxn ang="0">
                          <a:pos x="connsiteX82" y="connsiteY82"/>
                        </a:cxn>
                        <a:cxn ang="0">
                          <a:pos x="connsiteX83" y="connsiteY83"/>
                        </a:cxn>
                        <a:cxn ang="0">
                          <a:pos x="connsiteX84" y="connsiteY84"/>
                        </a:cxn>
                        <a:cxn ang="0">
                          <a:pos x="connsiteX85" y="connsiteY85"/>
                        </a:cxn>
                        <a:cxn ang="0">
                          <a:pos x="connsiteX86" y="connsiteY86"/>
                        </a:cxn>
                        <a:cxn ang="0">
                          <a:pos x="connsiteX87" y="connsiteY87"/>
                        </a:cxn>
                        <a:cxn ang="0">
                          <a:pos x="connsiteX88" y="connsiteY88"/>
                        </a:cxn>
                        <a:cxn ang="0">
                          <a:pos x="connsiteX89" y="connsiteY89"/>
                        </a:cxn>
                        <a:cxn ang="0">
                          <a:pos x="connsiteX90" y="connsiteY90"/>
                        </a:cxn>
                        <a:cxn ang="0">
                          <a:pos x="connsiteX91" y="connsiteY91"/>
                        </a:cxn>
                        <a:cxn ang="0">
                          <a:pos x="connsiteX92" y="connsiteY92"/>
                        </a:cxn>
                        <a:cxn ang="0">
                          <a:pos x="connsiteX93" y="connsiteY93"/>
                        </a:cxn>
                        <a:cxn ang="0">
                          <a:pos x="connsiteX94" y="connsiteY94"/>
                        </a:cxn>
                        <a:cxn ang="0">
                          <a:pos x="connsiteX95" y="connsiteY95"/>
                        </a:cxn>
                        <a:cxn ang="0">
                          <a:pos x="connsiteX96" y="connsiteY96"/>
                        </a:cxn>
                      </a:cxnLst>
                      <a:rect l="l" t="t" r="r" b="b"/>
                      <a:pathLst>
                        <a:path w="648652" h="647861">
                          <a:moveTo>
                            <a:pt x="91440" y="454504"/>
                          </a:moveTo>
                          <a:lnTo>
                            <a:pt x="67628" y="525942"/>
                          </a:lnTo>
                          <a:lnTo>
                            <a:pt x="121920" y="580234"/>
                          </a:lnTo>
                          <a:lnTo>
                            <a:pt x="193358" y="556422"/>
                          </a:lnTo>
                          <a:cubicBezTo>
                            <a:pt x="212309" y="567022"/>
                            <a:pt x="232453" y="575336"/>
                            <a:pt x="253365" y="581187"/>
                          </a:cubicBezTo>
                          <a:lnTo>
                            <a:pt x="286703" y="647862"/>
                          </a:lnTo>
                          <a:lnTo>
                            <a:pt x="362903" y="647862"/>
                          </a:lnTo>
                          <a:lnTo>
                            <a:pt x="396240" y="581187"/>
                          </a:lnTo>
                          <a:cubicBezTo>
                            <a:pt x="416907" y="575505"/>
                            <a:pt x="436756" y="567181"/>
                            <a:pt x="455295" y="556422"/>
                          </a:cubicBezTo>
                          <a:lnTo>
                            <a:pt x="526733" y="580234"/>
                          </a:lnTo>
                          <a:lnTo>
                            <a:pt x="581025" y="525942"/>
                          </a:lnTo>
                          <a:lnTo>
                            <a:pt x="557213" y="454504"/>
                          </a:lnTo>
                          <a:cubicBezTo>
                            <a:pt x="567808" y="435551"/>
                            <a:pt x="576122" y="415407"/>
                            <a:pt x="581978" y="394497"/>
                          </a:cubicBezTo>
                          <a:lnTo>
                            <a:pt x="648653" y="361159"/>
                          </a:lnTo>
                          <a:lnTo>
                            <a:pt x="648653" y="284959"/>
                          </a:lnTo>
                          <a:lnTo>
                            <a:pt x="581025" y="252574"/>
                          </a:lnTo>
                          <a:cubicBezTo>
                            <a:pt x="575339" y="231908"/>
                            <a:pt x="567015" y="212060"/>
                            <a:pt x="556260" y="193519"/>
                          </a:cubicBezTo>
                          <a:lnTo>
                            <a:pt x="580073" y="122082"/>
                          </a:lnTo>
                          <a:lnTo>
                            <a:pt x="525780" y="67789"/>
                          </a:lnTo>
                          <a:lnTo>
                            <a:pt x="454343" y="91602"/>
                          </a:lnTo>
                          <a:cubicBezTo>
                            <a:pt x="435391" y="81002"/>
                            <a:pt x="415247" y="72688"/>
                            <a:pt x="394335" y="66837"/>
                          </a:cubicBezTo>
                          <a:lnTo>
                            <a:pt x="361950" y="0"/>
                          </a:lnTo>
                          <a:lnTo>
                            <a:pt x="285750" y="0"/>
                          </a:lnTo>
                          <a:lnTo>
                            <a:pt x="252413" y="66675"/>
                          </a:lnTo>
                          <a:cubicBezTo>
                            <a:pt x="231745" y="72357"/>
                            <a:pt x="211896" y="80681"/>
                            <a:pt x="193358" y="91440"/>
                          </a:cubicBezTo>
                          <a:lnTo>
                            <a:pt x="121920" y="67628"/>
                          </a:lnTo>
                          <a:lnTo>
                            <a:pt x="67628" y="121920"/>
                          </a:lnTo>
                          <a:lnTo>
                            <a:pt x="91440" y="193358"/>
                          </a:lnTo>
                          <a:cubicBezTo>
                            <a:pt x="80844" y="212311"/>
                            <a:pt x="72531" y="232455"/>
                            <a:pt x="66675" y="253365"/>
                          </a:cubicBezTo>
                          <a:lnTo>
                            <a:pt x="0" y="285750"/>
                          </a:lnTo>
                          <a:lnTo>
                            <a:pt x="0" y="361950"/>
                          </a:lnTo>
                          <a:lnTo>
                            <a:pt x="66675" y="395288"/>
                          </a:lnTo>
                          <a:cubicBezTo>
                            <a:pt x="72348" y="416009"/>
                            <a:pt x="80672" y="435913"/>
                            <a:pt x="91440" y="454504"/>
                          </a:cubicBezTo>
                          <a:close/>
                          <a:moveTo>
                            <a:pt x="19050" y="297790"/>
                          </a:moveTo>
                          <a:lnTo>
                            <a:pt x="75000" y="270605"/>
                          </a:lnTo>
                          <a:lnTo>
                            <a:pt x="82782" y="266795"/>
                          </a:lnTo>
                          <a:lnTo>
                            <a:pt x="85058" y="258451"/>
                          </a:lnTo>
                          <a:cubicBezTo>
                            <a:pt x="90527" y="238987"/>
                            <a:pt x="98273" y="220236"/>
                            <a:pt x="108137" y="202587"/>
                          </a:cubicBezTo>
                          <a:lnTo>
                            <a:pt x="112147" y="195291"/>
                          </a:lnTo>
                          <a:lnTo>
                            <a:pt x="109518" y="187385"/>
                          </a:lnTo>
                          <a:lnTo>
                            <a:pt x="89421" y="127102"/>
                          </a:lnTo>
                          <a:lnTo>
                            <a:pt x="127073" y="89440"/>
                          </a:lnTo>
                          <a:lnTo>
                            <a:pt x="187338" y="109538"/>
                          </a:lnTo>
                          <a:lnTo>
                            <a:pt x="195482" y="112252"/>
                          </a:lnTo>
                          <a:lnTo>
                            <a:pt x="202911" y="107947"/>
                          </a:lnTo>
                          <a:cubicBezTo>
                            <a:pt x="220026" y="98012"/>
                            <a:pt x="238351" y="90328"/>
                            <a:pt x="257432" y="85087"/>
                          </a:cubicBezTo>
                          <a:lnTo>
                            <a:pt x="265652" y="82848"/>
                          </a:lnTo>
                          <a:lnTo>
                            <a:pt x="269462" y="75228"/>
                          </a:lnTo>
                          <a:lnTo>
                            <a:pt x="297542" y="19050"/>
                          </a:lnTo>
                          <a:lnTo>
                            <a:pt x="350044" y="19050"/>
                          </a:lnTo>
                          <a:lnTo>
                            <a:pt x="377190" y="75057"/>
                          </a:lnTo>
                          <a:lnTo>
                            <a:pt x="381000" y="82829"/>
                          </a:lnTo>
                          <a:lnTo>
                            <a:pt x="389344" y="85106"/>
                          </a:lnTo>
                          <a:cubicBezTo>
                            <a:pt x="408801" y="90583"/>
                            <a:pt x="427545" y="98332"/>
                            <a:pt x="445189" y="108194"/>
                          </a:cubicBezTo>
                          <a:lnTo>
                            <a:pt x="452495" y="112214"/>
                          </a:lnTo>
                          <a:lnTo>
                            <a:pt x="460400" y="109576"/>
                          </a:lnTo>
                          <a:lnTo>
                            <a:pt x="520665" y="89478"/>
                          </a:lnTo>
                          <a:lnTo>
                            <a:pt x="558317" y="127140"/>
                          </a:lnTo>
                          <a:lnTo>
                            <a:pt x="538220" y="187423"/>
                          </a:lnTo>
                          <a:lnTo>
                            <a:pt x="535505" y="195567"/>
                          </a:lnTo>
                          <a:lnTo>
                            <a:pt x="539810" y="202987"/>
                          </a:lnTo>
                          <a:cubicBezTo>
                            <a:pt x="549750" y="220106"/>
                            <a:pt x="557434" y="238438"/>
                            <a:pt x="562670" y="257527"/>
                          </a:cubicBezTo>
                          <a:lnTo>
                            <a:pt x="564966" y="265938"/>
                          </a:lnTo>
                          <a:lnTo>
                            <a:pt x="572824" y="269700"/>
                          </a:lnTo>
                          <a:lnTo>
                            <a:pt x="629603" y="296913"/>
                          </a:lnTo>
                          <a:lnTo>
                            <a:pt x="629603" y="349367"/>
                          </a:lnTo>
                          <a:lnTo>
                            <a:pt x="573453" y="377447"/>
                          </a:lnTo>
                          <a:lnTo>
                            <a:pt x="565833" y="381257"/>
                          </a:lnTo>
                          <a:lnTo>
                            <a:pt x="563594" y="389468"/>
                          </a:lnTo>
                          <a:cubicBezTo>
                            <a:pt x="558124" y="408931"/>
                            <a:pt x="550377" y="427682"/>
                            <a:pt x="540515" y="445332"/>
                          </a:cubicBezTo>
                          <a:lnTo>
                            <a:pt x="536505" y="452628"/>
                          </a:lnTo>
                          <a:lnTo>
                            <a:pt x="539134" y="460534"/>
                          </a:lnTo>
                          <a:lnTo>
                            <a:pt x="559232" y="520817"/>
                          </a:lnTo>
                          <a:lnTo>
                            <a:pt x="521580" y="558479"/>
                          </a:lnTo>
                          <a:lnTo>
                            <a:pt x="461315" y="538382"/>
                          </a:lnTo>
                          <a:lnTo>
                            <a:pt x="453171" y="535667"/>
                          </a:lnTo>
                          <a:lnTo>
                            <a:pt x="445741" y="539972"/>
                          </a:lnTo>
                          <a:cubicBezTo>
                            <a:pt x="428625" y="549909"/>
                            <a:pt x="410296" y="557593"/>
                            <a:pt x="391211" y="562832"/>
                          </a:cubicBezTo>
                          <a:lnTo>
                            <a:pt x="383000" y="565071"/>
                          </a:lnTo>
                          <a:lnTo>
                            <a:pt x="379190" y="572691"/>
                          </a:lnTo>
                          <a:lnTo>
                            <a:pt x="351111" y="628888"/>
                          </a:lnTo>
                          <a:lnTo>
                            <a:pt x="298494" y="628888"/>
                          </a:lnTo>
                          <a:lnTo>
                            <a:pt x="270424" y="572691"/>
                          </a:lnTo>
                          <a:lnTo>
                            <a:pt x="266614" y="565071"/>
                          </a:lnTo>
                          <a:lnTo>
                            <a:pt x="258394" y="562832"/>
                          </a:lnTo>
                          <a:cubicBezTo>
                            <a:pt x="238940" y="557355"/>
                            <a:pt x="220199" y="549606"/>
                            <a:pt x="202559" y="539744"/>
                          </a:cubicBezTo>
                          <a:lnTo>
                            <a:pt x="195253" y="535724"/>
                          </a:lnTo>
                          <a:lnTo>
                            <a:pt x="187347" y="538363"/>
                          </a:lnTo>
                          <a:lnTo>
                            <a:pt x="127083" y="558460"/>
                          </a:lnTo>
                          <a:lnTo>
                            <a:pt x="89430" y="520798"/>
                          </a:lnTo>
                          <a:lnTo>
                            <a:pt x="109538" y="460534"/>
                          </a:lnTo>
                          <a:lnTo>
                            <a:pt x="112243" y="452390"/>
                          </a:lnTo>
                          <a:lnTo>
                            <a:pt x="107947" y="444960"/>
                          </a:lnTo>
                          <a:cubicBezTo>
                            <a:pt x="98005" y="427843"/>
                            <a:pt x="90321" y="409511"/>
                            <a:pt x="85087" y="390420"/>
                          </a:cubicBezTo>
                          <a:lnTo>
                            <a:pt x="82839" y="382210"/>
                          </a:lnTo>
                          <a:lnTo>
                            <a:pt x="75219" y="378400"/>
                          </a:lnTo>
                          <a:lnTo>
                            <a:pt x="19050" y="35032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 6"/>
            <p:cNvSpPr/>
            <p:nvPr/>
          </p:nvSpPr>
          <p:spPr>
            <a:xfrm>
              <a:off x="5981700" y="3541772"/>
              <a:ext cx="228600" cy="228600"/>
            </a:xfrm>
            <a:custGeom>
              <a:avLst/>
              <a:gdLst>
                <a:gd name="csX0" fmla="*/ 114300 w 228600"/>
                <a:gd name="csY0" fmla="*/ 228600 h 228600"/>
                <a:gd name="csX1" fmla="*/ 228600 w 228600"/>
                <a:gd name="csY1" fmla="*/ 114300 h 228600"/>
                <a:gd name="csX2" fmla="*/ 114300 w 228600"/>
                <a:gd name="csY2" fmla="*/ 0 h 228600"/>
                <a:gd name="csX3" fmla="*/ 0 w 228600"/>
                <a:gd name="csY3" fmla="*/ 114300 h 228600"/>
                <a:gd name="csX4" fmla="*/ 114300 w 228600"/>
                <a:gd name="csY4" fmla="*/ 228600 h 228600"/>
                <a:gd name="csX5" fmla="*/ 114300 w 228600"/>
                <a:gd name="csY5" fmla="*/ 18983 h 228600"/>
                <a:gd name="csX6" fmla="*/ 209550 w 228600"/>
                <a:gd name="csY6" fmla="*/ 114233 h 228600"/>
                <a:gd name="csX7" fmla="*/ 114300 w 228600"/>
                <a:gd name="csY7" fmla="*/ 209483 h 228600"/>
                <a:gd name="csX8" fmla="*/ 19050 w 228600"/>
                <a:gd name="csY8" fmla="*/ 114233 h 228600"/>
                <a:gd name="csX9" fmla="*/ 114300 w 228600"/>
                <a:gd name="csY9" fmla="*/ 18983 h 228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28600" h="228600" fill="none" extrusionOk="0">
                  <a:moveTo>
                    <a:pt x="114300" y="228600"/>
                  </a:moveTo>
                  <a:cubicBezTo>
                    <a:pt x="170893" y="220841"/>
                    <a:pt x="235057" y="181384"/>
                    <a:pt x="228600" y="114300"/>
                  </a:cubicBezTo>
                  <a:cubicBezTo>
                    <a:pt x="218957" y="37243"/>
                    <a:pt x="179867" y="-2763"/>
                    <a:pt x="114300" y="0"/>
                  </a:cubicBezTo>
                  <a:cubicBezTo>
                    <a:pt x="63467" y="-12986"/>
                    <a:pt x="-5842" y="52101"/>
                    <a:pt x="0" y="114300"/>
                  </a:cubicBezTo>
                  <a:cubicBezTo>
                    <a:pt x="-1628" y="165093"/>
                    <a:pt x="41090" y="226168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71879" y="17869"/>
                    <a:pt x="197901" y="61152"/>
                    <a:pt x="209550" y="114233"/>
                  </a:cubicBezTo>
                  <a:cubicBezTo>
                    <a:pt x="213006" y="164213"/>
                    <a:pt x="163439" y="201387"/>
                    <a:pt x="114300" y="209483"/>
                  </a:cubicBezTo>
                  <a:cubicBezTo>
                    <a:pt x="67323" y="215063"/>
                    <a:pt x="14187" y="154428"/>
                    <a:pt x="19050" y="114233"/>
                  </a:cubicBezTo>
                  <a:cubicBezTo>
                    <a:pt x="20625" y="52287"/>
                    <a:pt x="68406" y="17407"/>
                    <a:pt x="114300" y="18983"/>
                  </a:cubicBezTo>
                  <a:close/>
                </a:path>
                <a:path w="228600" h="228600" stroke="0" extrusionOk="0">
                  <a:moveTo>
                    <a:pt x="114300" y="228600"/>
                  </a:moveTo>
                  <a:cubicBezTo>
                    <a:pt x="180231" y="233643"/>
                    <a:pt x="214635" y="186561"/>
                    <a:pt x="228600" y="114300"/>
                  </a:cubicBezTo>
                  <a:cubicBezTo>
                    <a:pt x="240377" y="46467"/>
                    <a:pt x="162206" y="-9770"/>
                    <a:pt x="114300" y="0"/>
                  </a:cubicBezTo>
                  <a:cubicBezTo>
                    <a:pt x="63405" y="3412"/>
                    <a:pt x="7453" y="51160"/>
                    <a:pt x="0" y="114300"/>
                  </a:cubicBezTo>
                  <a:cubicBezTo>
                    <a:pt x="-1864" y="188636"/>
                    <a:pt x="63972" y="231791"/>
                    <a:pt x="114300" y="228600"/>
                  </a:cubicBezTo>
                  <a:close/>
                  <a:moveTo>
                    <a:pt x="114300" y="18983"/>
                  </a:moveTo>
                  <a:cubicBezTo>
                    <a:pt x="160781" y="26766"/>
                    <a:pt x="201815" y="57297"/>
                    <a:pt x="209550" y="114233"/>
                  </a:cubicBezTo>
                  <a:cubicBezTo>
                    <a:pt x="208497" y="161978"/>
                    <a:pt x="169261" y="211352"/>
                    <a:pt x="114300" y="209483"/>
                  </a:cubicBezTo>
                  <a:cubicBezTo>
                    <a:pt x="64736" y="215473"/>
                    <a:pt x="24859" y="164221"/>
                    <a:pt x="19050" y="114233"/>
                  </a:cubicBezTo>
                  <a:cubicBezTo>
                    <a:pt x="17758" y="53752"/>
                    <a:pt x="69116" y="7050"/>
                    <a:pt x="114300" y="18983"/>
                  </a:cubicBezTo>
                  <a:close/>
                </a:path>
              </a:pathLst>
            </a:custGeom>
            <a:grpFill/>
            <a:ln w="15875" cap="flat">
              <a:solidFill>
                <a:schemeClr val="tx1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470547362">
                    <a:custGeom>
                      <a:avLst/>
                      <a:gdLst>
                        <a:gd name="connsiteX0" fmla="*/ 114300 w 228600"/>
                        <a:gd name="connsiteY0" fmla="*/ 228600 h 228600"/>
                        <a:gd name="connsiteX1" fmla="*/ 228600 w 228600"/>
                        <a:gd name="connsiteY1" fmla="*/ 114300 h 228600"/>
                        <a:gd name="connsiteX2" fmla="*/ 114300 w 228600"/>
                        <a:gd name="connsiteY2" fmla="*/ 0 h 228600"/>
                        <a:gd name="connsiteX3" fmla="*/ 0 w 228600"/>
                        <a:gd name="connsiteY3" fmla="*/ 114300 h 228600"/>
                        <a:gd name="connsiteX4" fmla="*/ 114300 w 228600"/>
                        <a:gd name="connsiteY4" fmla="*/ 228600 h 228600"/>
                        <a:gd name="connsiteX5" fmla="*/ 114300 w 228600"/>
                        <a:gd name="connsiteY5" fmla="*/ 18983 h 228600"/>
                        <a:gd name="connsiteX6" fmla="*/ 209550 w 228600"/>
                        <a:gd name="connsiteY6" fmla="*/ 114233 h 228600"/>
                        <a:gd name="connsiteX7" fmla="*/ 114300 w 228600"/>
                        <a:gd name="connsiteY7" fmla="*/ 209483 h 228600"/>
                        <a:gd name="connsiteX8" fmla="*/ 19050 w 228600"/>
                        <a:gd name="connsiteY8" fmla="*/ 114233 h 228600"/>
                        <a:gd name="connsiteX9" fmla="*/ 114300 w 228600"/>
                        <a:gd name="connsiteY9" fmla="*/ 18983 h 22860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228600" h="228600">
                          <a:moveTo>
                            <a:pt x="114300" y="228600"/>
                          </a:moveTo>
                          <a:cubicBezTo>
                            <a:pt x="177426" y="228600"/>
                            <a:pt x="228600" y="177426"/>
                            <a:pt x="228600" y="114300"/>
                          </a:cubicBezTo>
                          <a:cubicBezTo>
                            <a:pt x="228600" y="51174"/>
                            <a:pt x="177426" y="0"/>
                            <a:pt x="114300" y="0"/>
                          </a:cubicBezTo>
                          <a:cubicBezTo>
                            <a:pt x="51174" y="0"/>
                            <a:pt x="0" y="51174"/>
                            <a:pt x="0" y="114300"/>
                          </a:cubicBezTo>
                          <a:cubicBezTo>
                            <a:pt x="199" y="177344"/>
                            <a:pt x="51256" y="228401"/>
                            <a:pt x="114300" y="228600"/>
                          </a:cubicBezTo>
                          <a:close/>
                          <a:moveTo>
                            <a:pt x="114300" y="18983"/>
                          </a:moveTo>
                          <a:cubicBezTo>
                            <a:pt x="166905" y="18983"/>
                            <a:pt x="209550" y="61629"/>
                            <a:pt x="209550" y="114233"/>
                          </a:cubicBezTo>
                          <a:cubicBezTo>
                            <a:pt x="209550" y="166838"/>
                            <a:pt x="166905" y="209483"/>
                            <a:pt x="114300" y="209483"/>
                          </a:cubicBezTo>
                          <a:cubicBezTo>
                            <a:pt x="61695" y="209483"/>
                            <a:pt x="19050" y="166838"/>
                            <a:pt x="19050" y="114233"/>
                          </a:cubicBezTo>
                          <a:cubicBezTo>
                            <a:pt x="19119" y="61656"/>
                            <a:pt x="61723" y="19052"/>
                            <a:pt x="114300" y="18983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7" name="App label"/>
          <p:cNvSpPr txBox="1"/>
          <p:nvPr/>
        </p:nvSpPr>
        <p:spPr>
          <a:xfrm>
            <a:off x="4878638" y="4912773"/>
            <a:ext cx="2367419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App</a:t>
            </a:r>
          </a:p>
        </p:txBody>
      </p:sp>
      <p:grpSp>
        <p:nvGrpSpPr>
          <p:cNvPr id="118" name="Graphic 62" descr="Artificial Intelligence outline"/>
          <p:cNvGrpSpPr/>
          <p:nvPr/>
        </p:nvGrpSpPr>
        <p:grpSpPr>
          <a:xfrm>
            <a:off x="9309806" y="1906534"/>
            <a:ext cx="647797" cy="768143"/>
            <a:chOff x="6096473" y="4106117"/>
            <a:chExt cx="647797" cy="768143"/>
          </a:xfrm>
          <a:noFill/>
        </p:grpSpPr>
        <p:sp>
          <p:nvSpPr>
            <p:cNvPr id="11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23" name="Model label"/>
          <p:cNvSpPr txBox="1"/>
          <p:nvPr/>
        </p:nvSpPr>
        <p:spPr>
          <a:xfrm>
            <a:off x="8627864" y="2702109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Ollama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phi3</a:t>
            </a:r>
          </a:p>
        </p:txBody>
      </p:sp>
      <p:cxnSp>
        <p:nvCxnSpPr>
          <p:cNvPr id="124" name="App-Model"/>
          <p:cNvCxnSpPr/>
          <p:nvPr/>
        </p:nvCxnSpPr>
        <p:spPr>
          <a:xfrm flipV="1">
            <a:off x="7440610" y="2513045"/>
            <a:ext cx="1775406" cy="49850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sp>
        <p:nvSpPr>
          <p:cNvPr id="125" name="Request"/>
          <p:cNvSpPr txBox="1"/>
          <p:nvPr/>
        </p:nvSpPr>
        <p:spPr>
          <a:xfrm>
            <a:off x="6675120" y="173736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positive | negative | mixed?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"…deserves five, the</a:t>
            </a:r>
          </a:p>
          <a:p>
            <a:pPr algn="l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manual deserves jail."</a:t>
            </a:r>
          </a:p>
        </p:txBody>
      </p:sp>
      <p:sp>
        <p:nvSpPr>
          <p:cNvPr id="126" name="Reply 1"/>
          <p:cNvSpPr txBox="1"/>
          <p:nvPr/>
        </p:nvSpPr>
        <p:spPr>
          <a:xfrm>
            <a:off x="7388352" y="31546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"negative"</a:t>
            </a:r>
            <a:r>
              <a:rPr lang="en-US" sz="12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✗</a:t>
            </a:r>
          </a:p>
        </p:txBody>
      </p:sp>
      <p:cxnSp>
        <p:nvCxnSpPr>
          <p:cNvPr id="127" name="App-Model2"/>
          <p:cNvCxnSpPr/>
          <p:nvPr/>
        </p:nvCxnSpPr>
        <p:spPr>
          <a:xfrm>
            <a:off x="7440610" y="4118267"/>
            <a:ext cx="1775406" cy="633733"/>
          </a:xfrm>
          <a:prstGeom prst="straightConnector1">
            <a:avLst/>
          </a:prstGeom>
          <a:ln w="28575">
            <a:solidFill>
              <a:srgbClr val="000000"/>
            </a:solidFill>
            <a:headEnd type="triangle"/>
            <a:tailEnd type="triangle"/>
          </a:ln>
        </p:spPr>
      </p:cxnSp>
      <p:grpSp>
        <p:nvGrpSpPr>
          <p:cNvPr id="128" name="Graphic 62" descr="Artificial Intelligence outline"/>
          <p:cNvGrpSpPr/>
          <p:nvPr/>
        </p:nvGrpSpPr>
        <p:grpSpPr>
          <a:xfrm>
            <a:off x="9309806" y="4368578"/>
            <a:ext cx="647797" cy="768143"/>
            <a:chOff x="6096473" y="4106117"/>
            <a:chExt cx="647797" cy="768143"/>
          </a:xfrm>
          <a:noFill/>
        </p:grpSpPr>
        <p:sp>
          <p:nvSpPr>
            <p:cNvPr id="129" name="Freeform 64"/>
            <p:cNvSpPr/>
            <p:nvPr/>
          </p:nvSpPr>
          <p:spPr>
            <a:xfrm>
              <a:off x="6151082" y="4240572"/>
              <a:ext cx="126374" cy="190565"/>
            </a:xfrm>
            <a:custGeom>
              <a:avLst/>
              <a:gdLst>
                <a:gd name="csX0" fmla="*/ 93031 w 126374"/>
                <a:gd name="csY0" fmla="*/ 144922 h 190565"/>
                <a:gd name="csX1" fmla="*/ 80731 w 126374"/>
                <a:gd name="csY1" fmla="*/ 176272 h 190565"/>
                <a:gd name="csX2" fmla="*/ 112081 w 126374"/>
                <a:gd name="csY2" fmla="*/ 188572 h 190565"/>
                <a:gd name="csX3" fmla="*/ 124380 w 126374"/>
                <a:gd name="csY3" fmla="*/ 157222 h 190565"/>
                <a:gd name="csX4" fmla="*/ 112081 w 126374"/>
                <a:gd name="csY4" fmla="*/ 144922 h 190565"/>
                <a:gd name="csX5" fmla="*/ 112081 w 126374"/>
                <a:gd name="csY5" fmla="*/ 81076 h 190565"/>
                <a:gd name="csX6" fmla="*/ 73981 w 126374"/>
                <a:gd name="csY6" fmla="*/ 81076 h 190565"/>
                <a:gd name="csX7" fmla="*/ 73981 w 126374"/>
                <a:gd name="csY7" fmla="*/ 45643 h 190565"/>
                <a:gd name="csX8" fmla="*/ 86280 w 126374"/>
                <a:gd name="csY8" fmla="*/ 14294 h 190565"/>
                <a:gd name="csX9" fmla="*/ 54931 w 126374"/>
                <a:gd name="csY9" fmla="*/ 1994 h 190565"/>
                <a:gd name="csX10" fmla="*/ 42631 w 126374"/>
                <a:gd name="csY10" fmla="*/ 33344 h 190565"/>
                <a:gd name="csX11" fmla="*/ 54931 w 126374"/>
                <a:gd name="csY11" fmla="*/ 45643 h 190565"/>
                <a:gd name="csX12" fmla="*/ 54931 w 126374"/>
                <a:gd name="csY12" fmla="*/ 81067 h 190565"/>
                <a:gd name="csX13" fmla="*/ 5572 w 126374"/>
                <a:gd name="csY13" fmla="*/ 81000 h 190565"/>
                <a:gd name="csX14" fmla="*/ 953 w 126374"/>
                <a:gd name="csY14" fmla="*/ 96554 h 190565"/>
                <a:gd name="csX15" fmla="*/ 0 w 126374"/>
                <a:gd name="csY15" fmla="*/ 100050 h 190565"/>
                <a:gd name="csX16" fmla="*/ 93031 w 126374"/>
                <a:gd name="csY16" fmla="*/ 100136 h 190565"/>
                <a:gd name="csX17" fmla="*/ 93031 w 126374"/>
                <a:gd name="csY17" fmla="*/ 144922 h 1905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6374" h="190565" fill="none" extrusionOk="0">
                  <a:moveTo>
                    <a:pt x="93031" y="144922"/>
                  </a:moveTo>
                  <a:cubicBezTo>
                    <a:pt x="80896" y="147982"/>
                    <a:pt x="76834" y="164502"/>
                    <a:pt x="80731" y="176272"/>
                  </a:cubicBezTo>
                  <a:cubicBezTo>
                    <a:pt x="85753" y="188622"/>
                    <a:pt x="101118" y="190480"/>
                    <a:pt x="112081" y="188572"/>
                  </a:cubicBezTo>
                  <a:cubicBezTo>
                    <a:pt x="124900" y="184140"/>
                    <a:pt x="129849" y="169934"/>
                    <a:pt x="124380" y="157222"/>
                  </a:cubicBezTo>
                  <a:cubicBezTo>
                    <a:pt x="122405" y="151867"/>
                    <a:pt x="117937" y="148510"/>
                    <a:pt x="112081" y="144922"/>
                  </a:cubicBezTo>
                  <a:cubicBezTo>
                    <a:pt x="105119" y="129225"/>
                    <a:pt x="116465" y="102647"/>
                    <a:pt x="112081" y="81076"/>
                  </a:cubicBezTo>
                  <a:cubicBezTo>
                    <a:pt x="98695" y="85018"/>
                    <a:pt x="92520" y="80143"/>
                    <a:pt x="73981" y="81076"/>
                  </a:cubicBezTo>
                  <a:cubicBezTo>
                    <a:pt x="71999" y="66468"/>
                    <a:pt x="76199" y="59334"/>
                    <a:pt x="73981" y="45643"/>
                  </a:cubicBezTo>
                  <a:cubicBezTo>
                    <a:pt x="86823" y="39607"/>
                    <a:pt x="90458" y="26955"/>
                    <a:pt x="86280" y="14294"/>
                  </a:cubicBezTo>
                  <a:cubicBezTo>
                    <a:pt x="81724" y="4149"/>
                    <a:pt x="67934" y="-3456"/>
                    <a:pt x="54931" y="1994"/>
                  </a:cubicBezTo>
                  <a:cubicBezTo>
                    <a:pt x="42673" y="8021"/>
                    <a:pt x="38937" y="21740"/>
                    <a:pt x="42631" y="33344"/>
                  </a:cubicBezTo>
                  <a:cubicBezTo>
                    <a:pt x="44972" y="38650"/>
                    <a:pt x="50736" y="43283"/>
                    <a:pt x="54931" y="45643"/>
                  </a:cubicBezTo>
                  <a:cubicBezTo>
                    <a:pt x="55830" y="54424"/>
                    <a:pt x="52689" y="67614"/>
                    <a:pt x="54931" y="81067"/>
                  </a:cubicBezTo>
                  <a:cubicBezTo>
                    <a:pt x="32073" y="84237"/>
                    <a:pt x="28473" y="77470"/>
                    <a:pt x="5572" y="81000"/>
                  </a:cubicBezTo>
                  <a:cubicBezTo>
                    <a:pt x="3530" y="86308"/>
                    <a:pt x="3499" y="91443"/>
                    <a:pt x="953" y="96554"/>
                  </a:cubicBezTo>
                  <a:cubicBezTo>
                    <a:pt x="792" y="97563"/>
                    <a:pt x="310" y="98864"/>
                    <a:pt x="0" y="100050"/>
                  </a:cubicBezTo>
                  <a:cubicBezTo>
                    <a:pt x="21592" y="97134"/>
                    <a:pt x="67148" y="100345"/>
                    <a:pt x="93031" y="100136"/>
                  </a:cubicBezTo>
                  <a:cubicBezTo>
                    <a:pt x="97154" y="117601"/>
                    <a:pt x="91417" y="122953"/>
                    <a:pt x="93031" y="144922"/>
                  </a:cubicBezTo>
                  <a:close/>
                </a:path>
                <a:path w="126374" h="190565" stroke="0" extrusionOk="0">
                  <a:moveTo>
                    <a:pt x="93031" y="144922"/>
                  </a:moveTo>
                  <a:cubicBezTo>
                    <a:pt x="78758" y="148814"/>
                    <a:pt x="74277" y="164666"/>
                    <a:pt x="80731" y="176272"/>
                  </a:cubicBezTo>
                  <a:cubicBezTo>
                    <a:pt x="87245" y="188589"/>
                    <a:pt x="96102" y="193957"/>
                    <a:pt x="112081" y="188572"/>
                  </a:cubicBezTo>
                  <a:cubicBezTo>
                    <a:pt x="123899" y="183541"/>
                    <a:pt x="129314" y="171081"/>
                    <a:pt x="124380" y="157222"/>
                  </a:cubicBezTo>
                  <a:cubicBezTo>
                    <a:pt x="121849" y="151647"/>
                    <a:pt x="119187" y="148091"/>
                    <a:pt x="112081" y="144922"/>
                  </a:cubicBezTo>
                  <a:cubicBezTo>
                    <a:pt x="110578" y="123986"/>
                    <a:pt x="117420" y="100821"/>
                    <a:pt x="112081" y="81076"/>
                  </a:cubicBezTo>
                  <a:cubicBezTo>
                    <a:pt x="102925" y="81293"/>
                    <a:pt x="91067" y="78361"/>
                    <a:pt x="73981" y="81076"/>
                  </a:cubicBezTo>
                  <a:cubicBezTo>
                    <a:pt x="72423" y="70427"/>
                    <a:pt x="75798" y="53004"/>
                    <a:pt x="73981" y="45643"/>
                  </a:cubicBezTo>
                  <a:cubicBezTo>
                    <a:pt x="86263" y="41967"/>
                    <a:pt x="89860" y="26252"/>
                    <a:pt x="86280" y="14294"/>
                  </a:cubicBezTo>
                  <a:cubicBezTo>
                    <a:pt x="81812" y="70"/>
                    <a:pt x="67337" y="-2171"/>
                    <a:pt x="54931" y="1994"/>
                  </a:cubicBezTo>
                  <a:cubicBezTo>
                    <a:pt x="43263" y="6875"/>
                    <a:pt x="38711" y="20426"/>
                    <a:pt x="42631" y="33344"/>
                  </a:cubicBezTo>
                  <a:cubicBezTo>
                    <a:pt x="44267" y="38652"/>
                    <a:pt x="49660" y="42951"/>
                    <a:pt x="54931" y="45643"/>
                  </a:cubicBezTo>
                  <a:cubicBezTo>
                    <a:pt x="56069" y="57781"/>
                    <a:pt x="54319" y="64670"/>
                    <a:pt x="54931" y="81067"/>
                  </a:cubicBezTo>
                  <a:cubicBezTo>
                    <a:pt x="37351" y="82397"/>
                    <a:pt x="29889" y="78309"/>
                    <a:pt x="5572" y="81000"/>
                  </a:cubicBezTo>
                  <a:cubicBezTo>
                    <a:pt x="3390" y="85035"/>
                    <a:pt x="3791" y="90905"/>
                    <a:pt x="953" y="96554"/>
                  </a:cubicBezTo>
                  <a:cubicBezTo>
                    <a:pt x="678" y="97721"/>
                    <a:pt x="65" y="98899"/>
                    <a:pt x="0" y="100050"/>
                  </a:cubicBezTo>
                  <a:cubicBezTo>
                    <a:pt x="39547" y="93866"/>
                    <a:pt x="48561" y="100823"/>
                    <a:pt x="93031" y="100136"/>
                  </a:cubicBezTo>
                  <a:cubicBezTo>
                    <a:pt x="95986" y="121770"/>
                    <a:pt x="88215" y="127652"/>
                    <a:pt x="93031" y="144922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93031 w 126374"/>
                        <a:gd name="connsiteY0" fmla="*/ 144922 h 190565"/>
                        <a:gd name="connsiteX1" fmla="*/ 80731 w 126374"/>
                        <a:gd name="connsiteY1" fmla="*/ 176272 h 190565"/>
                        <a:gd name="connsiteX2" fmla="*/ 112081 w 126374"/>
                        <a:gd name="connsiteY2" fmla="*/ 188572 h 190565"/>
                        <a:gd name="connsiteX3" fmla="*/ 124380 w 126374"/>
                        <a:gd name="connsiteY3" fmla="*/ 157222 h 190565"/>
                        <a:gd name="connsiteX4" fmla="*/ 112081 w 126374"/>
                        <a:gd name="connsiteY4" fmla="*/ 144922 h 190565"/>
                        <a:gd name="connsiteX5" fmla="*/ 112081 w 126374"/>
                        <a:gd name="connsiteY5" fmla="*/ 81076 h 190565"/>
                        <a:gd name="connsiteX6" fmla="*/ 73981 w 126374"/>
                        <a:gd name="connsiteY6" fmla="*/ 81076 h 190565"/>
                        <a:gd name="connsiteX7" fmla="*/ 73981 w 126374"/>
                        <a:gd name="connsiteY7" fmla="*/ 45643 h 190565"/>
                        <a:gd name="connsiteX8" fmla="*/ 86280 w 126374"/>
                        <a:gd name="connsiteY8" fmla="*/ 14294 h 190565"/>
                        <a:gd name="connsiteX9" fmla="*/ 54931 w 126374"/>
                        <a:gd name="connsiteY9" fmla="*/ 1994 h 190565"/>
                        <a:gd name="connsiteX10" fmla="*/ 42631 w 126374"/>
                        <a:gd name="connsiteY10" fmla="*/ 33344 h 190565"/>
                        <a:gd name="connsiteX11" fmla="*/ 54931 w 126374"/>
                        <a:gd name="connsiteY11" fmla="*/ 45643 h 190565"/>
                        <a:gd name="connsiteX12" fmla="*/ 54931 w 126374"/>
                        <a:gd name="connsiteY12" fmla="*/ 81067 h 190565"/>
                        <a:gd name="connsiteX13" fmla="*/ 5572 w 126374"/>
                        <a:gd name="connsiteY13" fmla="*/ 81000 h 190565"/>
                        <a:gd name="connsiteX14" fmla="*/ 953 w 126374"/>
                        <a:gd name="connsiteY14" fmla="*/ 96554 h 190565"/>
                        <a:gd name="connsiteX15" fmla="*/ 0 w 126374"/>
                        <a:gd name="connsiteY15" fmla="*/ 100050 h 190565"/>
                        <a:gd name="connsiteX16" fmla="*/ 93031 w 126374"/>
                        <a:gd name="connsiteY16" fmla="*/ 100136 h 19056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126374" h="190565">
                          <a:moveTo>
                            <a:pt x="93031" y="144922"/>
                          </a:moveTo>
                          <a:cubicBezTo>
                            <a:pt x="80978" y="150183"/>
                            <a:pt x="75470" y="164218"/>
                            <a:pt x="80731" y="176272"/>
                          </a:cubicBezTo>
                          <a:cubicBezTo>
                            <a:pt x="85992" y="188325"/>
                            <a:pt x="100028" y="193832"/>
                            <a:pt x="112081" y="188572"/>
                          </a:cubicBezTo>
                          <a:cubicBezTo>
                            <a:pt x="124134" y="183311"/>
                            <a:pt x="129641" y="169275"/>
                            <a:pt x="124380" y="157222"/>
                          </a:cubicBezTo>
                          <a:cubicBezTo>
                            <a:pt x="121978" y="151717"/>
                            <a:pt x="117585" y="147325"/>
                            <a:pt x="112081" y="144922"/>
                          </a:cubicBezTo>
                          <a:lnTo>
                            <a:pt x="112081" y="81076"/>
                          </a:lnTo>
                          <a:lnTo>
                            <a:pt x="73981" y="81076"/>
                          </a:lnTo>
                          <a:lnTo>
                            <a:pt x="73981" y="45643"/>
                          </a:lnTo>
                          <a:cubicBezTo>
                            <a:pt x="86034" y="40383"/>
                            <a:pt x="91541" y="26348"/>
                            <a:pt x="86280" y="14294"/>
                          </a:cubicBezTo>
                          <a:cubicBezTo>
                            <a:pt x="81020" y="2241"/>
                            <a:pt x="66984" y="-3267"/>
                            <a:pt x="54931" y="1994"/>
                          </a:cubicBezTo>
                          <a:cubicBezTo>
                            <a:pt x="42878" y="7255"/>
                            <a:pt x="37370" y="21291"/>
                            <a:pt x="42631" y="33344"/>
                          </a:cubicBezTo>
                          <a:cubicBezTo>
                            <a:pt x="45033" y="38848"/>
                            <a:pt x="49426" y="43241"/>
                            <a:pt x="54931" y="45643"/>
                          </a:cubicBezTo>
                          <a:lnTo>
                            <a:pt x="54931" y="81067"/>
                          </a:lnTo>
                          <a:lnTo>
                            <a:pt x="5572" y="81000"/>
                          </a:lnTo>
                          <a:cubicBezTo>
                            <a:pt x="3743" y="86096"/>
                            <a:pt x="2381" y="91192"/>
                            <a:pt x="953" y="96554"/>
                          </a:cubicBezTo>
                          <a:cubicBezTo>
                            <a:pt x="648" y="97716"/>
                            <a:pt x="324" y="98888"/>
                            <a:pt x="0" y="100050"/>
                          </a:cubicBezTo>
                          <a:lnTo>
                            <a:pt x="93031" y="100136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 65"/>
            <p:cNvSpPr/>
            <p:nvPr/>
          </p:nvSpPr>
          <p:spPr>
            <a:xfrm>
              <a:off x="6096473" y="4106117"/>
              <a:ext cx="647797" cy="768143"/>
            </a:xfrm>
            <a:custGeom>
              <a:avLst/>
              <a:gdLst>
                <a:gd name="csX0" fmla="*/ 638178 w 647797"/>
                <a:gd name="csY0" fmla="*/ 415614 h 768143"/>
                <a:gd name="csX1" fmla="*/ 572455 w 647797"/>
                <a:gd name="csY1" fmla="*/ 301314 h 768143"/>
                <a:gd name="csX2" fmla="*/ 572455 w 647797"/>
                <a:gd name="csY2" fmla="*/ 296551 h 768143"/>
                <a:gd name="csX3" fmla="*/ 296375 w 647797"/>
                <a:gd name="csY3" fmla="*/ 196 h 768143"/>
                <a:gd name="csX4" fmla="*/ 296230 w 647797"/>
                <a:gd name="csY4" fmla="*/ 191 h 768143"/>
                <a:gd name="csX5" fmla="*/ 285648 w 647797"/>
                <a:gd name="csY5" fmla="*/ 0 h 768143"/>
                <a:gd name="csX6" fmla="*/ 2 w 647797"/>
                <a:gd name="csY6" fmla="*/ 275558 h 768143"/>
                <a:gd name="csX7" fmla="*/ 2 w 647797"/>
                <a:gd name="csY7" fmla="*/ 296513 h 768143"/>
                <a:gd name="csX8" fmla="*/ 112397 w 647797"/>
                <a:gd name="csY8" fmla="*/ 527095 h 768143"/>
                <a:gd name="csX9" fmla="*/ 112397 w 647797"/>
                <a:gd name="csY9" fmla="*/ 768144 h 768143"/>
                <a:gd name="csX10" fmla="*/ 413388 w 647797"/>
                <a:gd name="csY10" fmla="*/ 768144 h 768143"/>
                <a:gd name="csX11" fmla="*/ 413388 w 647797"/>
                <a:gd name="csY11" fmla="*/ 653844 h 768143"/>
                <a:gd name="csX12" fmla="*/ 460060 w 647797"/>
                <a:gd name="csY12" fmla="*/ 653844 h 768143"/>
                <a:gd name="csX13" fmla="*/ 572455 w 647797"/>
                <a:gd name="csY13" fmla="*/ 541449 h 768143"/>
                <a:gd name="csX14" fmla="*/ 572455 w 647797"/>
                <a:gd name="csY14" fmla="*/ 482394 h 768143"/>
                <a:gd name="csX15" fmla="*/ 614365 w 647797"/>
                <a:gd name="csY15" fmla="*/ 482394 h 768143"/>
                <a:gd name="csX16" fmla="*/ 638178 w 647797"/>
                <a:gd name="csY16" fmla="*/ 415614 h 768143"/>
                <a:gd name="csX17" fmla="*/ 627014 w 647797"/>
                <a:gd name="csY17" fmla="*/ 452761 h 768143"/>
                <a:gd name="csX18" fmla="*/ 613070 w 647797"/>
                <a:gd name="csY18" fmla="*/ 463239 h 768143"/>
                <a:gd name="csX19" fmla="*/ 553405 w 647797"/>
                <a:gd name="csY19" fmla="*/ 463239 h 768143"/>
                <a:gd name="csX20" fmla="*/ 553405 w 647797"/>
                <a:gd name="csY20" fmla="*/ 541344 h 768143"/>
                <a:gd name="csX21" fmla="*/ 460060 w 647797"/>
                <a:gd name="csY21" fmla="*/ 634689 h 768143"/>
                <a:gd name="csX22" fmla="*/ 394338 w 647797"/>
                <a:gd name="csY22" fmla="*/ 634689 h 768143"/>
                <a:gd name="csX23" fmla="*/ 394338 w 647797"/>
                <a:gd name="csY23" fmla="*/ 748989 h 768143"/>
                <a:gd name="csX24" fmla="*/ 131447 w 647797"/>
                <a:gd name="csY24" fmla="*/ 748989 h 768143"/>
                <a:gd name="csX25" fmla="*/ 131447 w 647797"/>
                <a:gd name="csY25" fmla="*/ 517741 h 768143"/>
                <a:gd name="csX26" fmla="*/ 124056 w 647797"/>
                <a:gd name="csY26" fmla="*/ 512026 h 768143"/>
                <a:gd name="csX27" fmla="*/ 19052 w 647797"/>
                <a:gd name="csY27" fmla="*/ 296523 h 768143"/>
                <a:gd name="csX28" fmla="*/ 19052 w 647797"/>
                <a:gd name="csY28" fmla="*/ 275911 h 768143"/>
                <a:gd name="csX29" fmla="*/ 285667 w 647797"/>
                <a:gd name="csY29" fmla="*/ 19069 h 768143"/>
                <a:gd name="csX30" fmla="*/ 295563 w 647797"/>
                <a:gd name="csY30" fmla="*/ 19250 h 768143"/>
                <a:gd name="csX31" fmla="*/ 553453 w 647797"/>
                <a:gd name="csY31" fmla="*/ 295837 h 768143"/>
                <a:gd name="csX32" fmla="*/ 553453 w 647797"/>
                <a:gd name="csY32" fmla="*/ 306372 h 768143"/>
                <a:gd name="csX33" fmla="*/ 555986 w 647797"/>
                <a:gd name="csY33" fmla="*/ 310782 h 768143"/>
                <a:gd name="csX34" fmla="*/ 621709 w 647797"/>
                <a:gd name="csY34" fmla="*/ 425082 h 768143"/>
                <a:gd name="csX35" fmla="*/ 621966 w 647797"/>
                <a:gd name="csY35" fmla="*/ 425520 h 768143"/>
                <a:gd name="csX36" fmla="*/ 622242 w 647797"/>
                <a:gd name="csY36" fmla="*/ 425949 h 768143"/>
                <a:gd name="csX37" fmla="*/ 627052 w 647797"/>
                <a:gd name="csY37" fmla="*/ 452752 h 768143"/>
                <a:gd name="csX38" fmla="*/ 627014 w 647797"/>
                <a:gd name="csY38" fmla="*/ 452761 h 7681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647797" h="768143" fill="none" extrusionOk="0">
                  <a:moveTo>
                    <a:pt x="638178" y="415614"/>
                  </a:moveTo>
                  <a:cubicBezTo>
                    <a:pt x="617180" y="381537"/>
                    <a:pt x="600649" y="343946"/>
                    <a:pt x="572455" y="301314"/>
                  </a:cubicBezTo>
                  <a:cubicBezTo>
                    <a:pt x="571930" y="299295"/>
                    <a:pt x="572504" y="298599"/>
                    <a:pt x="572455" y="296551"/>
                  </a:cubicBezTo>
                  <a:cubicBezTo>
                    <a:pt x="595294" y="100791"/>
                    <a:pt x="435075" y="-4075"/>
                    <a:pt x="296375" y="196"/>
                  </a:cubicBezTo>
                  <a:cubicBezTo>
                    <a:pt x="296338" y="208"/>
                    <a:pt x="296261" y="192"/>
                    <a:pt x="296230" y="191"/>
                  </a:cubicBezTo>
                  <a:cubicBezTo>
                    <a:pt x="292103" y="144"/>
                    <a:pt x="288934" y="188"/>
                    <a:pt x="285648" y="0"/>
                  </a:cubicBezTo>
                  <a:cubicBezTo>
                    <a:pt x="121836" y="-26918"/>
                    <a:pt x="29790" y="89427"/>
                    <a:pt x="2" y="275558"/>
                  </a:cubicBezTo>
                  <a:cubicBezTo>
                    <a:pt x="2322" y="280031"/>
                    <a:pt x="-2185" y="291112"/>
                    <a:pt x="2" y="296513"/>
                  </a:cubicBezTo>
                  <a:cubicBezTo>
                    <a:pt x="14590" y="391044"/>
                    <a:pt x="24597" y="476609"/>
                    <a:pt x="112397" y="527095"/>
                  </a:cubicBezTo>
                  <a:cubicBezTo>
                    <a:pt x="113593" y="633581"/>
                    <a:pt x="104494" y="684447"/>
                    <a:pt x="112397" y="768144"/>
                  </a:cubicBezTo>
                  <a:cubicBezTo>
                    <a:pt x="241293" y="763872"/>
                    <a:pt x="281306" y="770870"/>
                    <a:pt x="413388" y="768144"/>
                  </a:cubicBezTo>
                  <a:cubicBezTo>
                    <a:pt x="406853" y="739948"/>
                    <a:pt x="415924" y="686248"/>
                    <a:pt x="413388" y="653844"/>
                  </a:cubicBezTo>
                  <a:cubicBezTo>
                    <a:pt x="428340" y="649151"/>
                    <a:pt x="450273" y="655146"/>
                    <a:pt x="460060" y="653844"/>
                  </a:cubicBezTo>
                  <a:cubicBezTo>
                    <a:pt x="512969" y="654977"/>
                    <a:pt x="570944" y="603231"/>
                    <a:pt x="572455" y="541449"/>
                  </a:cubicBezTo>
                  <a:cubicBezTo>
                    <a:pt x="568363" y="526296"/>
                    <a:pt x="577583" y="506791"/>
                    <a:pt x="572455" y="482394"/>
                  </a:cubicBezTo>
                  <a:cubicBezTo>
                    <a:pt x="582097" y="481842"/>
                    <a:pt x="594427" y="483891"/>
                    <a:pt x="614365" y="482394"/>
                  </a:cubicBezTo>
                  <a:cubicBezTo>
                    <a:pt x="640229" y="477517"/>
                    <a:pt x="661945" y="461125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4478" y="458252"/>
                    <a:pt x="619929" y="461070"/>
                    <a:pt x="613070" y="463239"/>
                  </a:cubicBezTo>
                  <a:cubicBezTo>
                    <a:pt x="598093" y="468139"/>
                    <a:pt x="581696" y="461924"/>
                    <a:pt x="553405" y="463239"/>
                  </a:cubicBezTo>
                  <a:cubicBezTo>
                    <a:pt x="561265" y="496999"/>
                    <a:pt x="551585" y="506591"/>
                    <a:pt x="553405" y="541344"/>
                  </a:cubicBezTo>
                  <a:cubicBezTo>
                    <a:pt x="565689" y="593398"/>
                    <a:pt x="515284" y="637172"/>
                    <a:pt x="460060" y="634689"/>
                  </a:cubicBezTo>
                  <a:cubicBezTo>
                    <a:pt x="427711" y="638569"/>
                    <a:pt x="417891" y="628157"/>
                    <a:pt x="394338" y="634689"/>
                  </a:cubicBezTo>
                  <a:cubicBezTo>
                    <a:pt x="405021" y="657849"/>
                    <a:pt x="387806" y="716238"/>
                    <a:pt x="394338" y="748989"/>
                  </a:cubicBezTo>
                  <a:cubicBezTo>
                    <a:pt x="278620" y="779940"/>
                    <a:pt x="218581" y="746216"/>
                    <a:pt x="131447" y="748989"/>
                  </a:cubicBezTo>
                  <a:cubicBezTo>
                    <a:pt x="113522" y="675383"/>
                    <a:pt x="154985" y="627266"/>
                    <a:pt x="131447" y="517741"/>
                  </a:cubicBezTo>
                  <a:cubicBezTo>
                    <a:pt x="128015" y="515429"/>
                    <a:pt x="127536" y="514569"/>
                    <a:pt x="124056" y="512026"/>
                  </a:cubicBezTo>
                  <a:cubicBezTo>
                    <a:pt x="51551" y="451768"/>
                    <a:pt x="19752" y="395470"/>
                    <a:pt x="19052" y="296523"/>
                  </a:cubicBezTo>
                  <a:cubicBezTo>
                    <a:pt x="17186" y="289045"/>
                    <a:pt x="20308" y="285903"/>
                    <a:pt x="19052" y="275911"/>
                  </a:cubicBezTo>
                  <a:cubicBezTo>
                    <a:pt x="40783" y="158214"/>
                    <a:pt x="148136" y="12115"/>
                    <a:pt x="285667" y="19069"/>
                  </a:cubicBezTo>
                  <a:cubicBezTo>
                    <a:pt x="289023" y="19927"/>
                    <a:pt x="292117" y="18801"/>
                    <a:pt x="295563" y="19250"/>
                  </a:cubicBezTo>
                  <a:cubicBezTo>
                    <a:pt x="449515" y="30979"/>
                    <a:pt x="591213" y="123095"/>
                    <a:pt x="553453" y="295837"/>
                  </a:cubicBezTo>
                  <a:cubicBezTo>
                    <a:pt x="553587" y="301054"/>
                    <a:pt x="552776" y="302574"/>
                    <a:pt x="553453" y="306372"/>
                  </a:cubicBezTo>
                  <a:cubicBezTo>
                    <a:pt x="554272" y="307464"/>
                    <a:pt x="554802" y="309336"/>
                    <a:pt x="555986" y="310782"/>
                  </a:cubicBezTo>
                  <a:cubicBezTo>
                    <a:pt x="588970" y="342633"/>
                    <a:pt x="592673" y="390991"/>
                    <a:pt x="621709" y="425082"/>
                  </a:cubicBezTo>
                  <a:cubicBezTo>
                    <a:pt x="621837" y="425183"/>
                    <a:pt x="621822" y="425374"/>
                    <a:pt x="621966" y="425520"/>
                  </a:cubicBezTo>
                  <a:cubicBezTo>
                    <a:pt x="622071" y="425620"/>
                    <a:pt x="622082" y="425777"/>
                    <a:pt x="622242" y="425949"/>
                  </a:cubicBezTo>
                  <a:cubicBezTo>
                    <a:pt x="629551" y="430971"/>
                    <a:pt x="631001" y="443179"/>
                    <a:pt x="627052" y="452752"/>
                  </a:cubicBezTo>
                  <a:cubicBezTo>
                    <a:pt x="627037" y="452756"/>
                    <a:pt x="627028" y="452754"/>
                    <a:pt x="627014" y="452761"/>
                  </a:cubicBezTo>
                  <a:close/>
                </a:path>
                <a:path w="647797" h="768143" stroke="0" extrusionOk="0">
                  <a:moveTo>
                    <a:pt x="638178" y="415614"/>
                  </a:moveTo>
                  <a:cubicBezTo>
                    <a:pt x="604598" y="379332"/>
                    <a:pt x="604319" y="356293"/>
                    <a:pt x="572455" y="301314"/>
                  </a:cubicBezTo>
                  <a:cubicBezTo>
                    <a:pt x="572119" y="300111"/>
                    <a:pt x="572693" y="298211"/>
                    <a:pt x="572455" y="296551"/>
                  </a:cubicBezTo>
                  <a:cubicBezTo>
                    <a:pt x="583642" y="143202"/>
                    <a:pt x="423495" y="-23547"/>
                    <a:pt x="296375" y="196"/>
                  </a:cubicBezTo>
                  <a:cubicBezTo>
                    <a:pt x="296310" y="204"/>
                    <a:pt x="296278" y="185"/>
                    <a:pt x="296230" y="191"/>
                  </a:cubicBezTo>
                  <a:cubicBezTo>
                    <a:pt x="291833" y="199"/>
                    <a:pt x="289131" y="690"/>
                    <a:pt x="285648" y="0"/>
                  </a:cubicBezTo>
                  <a:cubicBezTo>
                    <a:pt x="121794" y="-2554"/>
                    <a:pt x="7440" y="118782"/>
                    <a:pt x="2" y="275558"/>
                  </a:cubicBezTo>
                  <a:cubicBezTo>
                    <a:pt x="1295" y="282271"/>
                    <a:pt x="-1800" y="286574"/>
                    <a:pt x="2" y="296513"/>
                  </a:cubicBezTo>
                  <a:cubicBezTo>
                    <a:pt x="-13034" y="372809"/>
                    <a:pt x="33474" y="465361"/>
                    <a:pt x="112397" y="527095"/>
                  </a:cubicBezTo>
                  <a:cubicBezTo>
                    <a:pt x="126477" y="617977"/>
                    <a:pt x="95741" y="680145"/>
                    <a:pt x="112397" y="768144"/>
                  </a:cubicBezTo>
                  <a:cubicBezTo>
                    <a:pt x="173382" y="743569"/>
                    <a:pt x="303621" y="788156"/>
                    <a:pt x="413388" y="768144"/>
                  </a:cubicBezTo>
                  <a:cubicBezTo>
                    <a:pt x="402341" y="729468"/>
                    <a:pt x="421216" y="694119"/>
                    <a:pt x="413388" y="653844"/>
                  </a:cubicBezTo>
                  <a:cubicBezTo>
                    <a:pt x="432452" y="651957"/>
                    <a:pt x="448660" y="655084"/>
                    <a:pt x="460060" y="653844"/>
                  </a:cubicBezTo>
                  <a:cubicBezTo>
                    <a:pt x="515971" y="664771"/>
                    <a:pt x="570262" y="598683"/>
                    <a:pt x="572455" y="541449"/>
                  </a:cubicBezTo>
                  <a:cubicBezTo>
                    <a:pt x="571661" y="527485"/>
                    <a:pt x="574994" y="510352"/>
                    <a:pt x="572455" y="482394"/>
                  </a:cubicBezTo>
                  <a:cubicBezTo>
                    <a:pt x="590305" y="479914"/>
                    <a:pt x="597774" y="486543"/>
                    <a:pt x="614365" y="482394"/>
                  </a:cubicBezTo>
                  <a:cubicBezTo>
                    <a:pt x="637245" y="476975"/>
                    <a:pt x="658079" y="450266"/>
                    <a:pt x="638178" y="415614"/>
                  </a:cubicBezTo>
                  <a:close/>
                  <a:moveTo>
                    <a:pt x="627014" y="452761"/>
                  </a:moveTo>
                  <a:cubicBezTo>
                    <a:pt x="623089" y="459625"/>
                    <a:pt x="618751" y="462986"/>
                    <a:pt x="613070" y="463239"/>
                  </a:cubicBezTo>
                  <a:cubicBezTo>
                    <a:pt x="600878" y="468996"/>
                    <a:pt x="575357" y="461189"/>
                    <a:pt x="553405" y="463239"/>
                  </a:cubicBezTo>
                  <a:cubicBezTo>
                    <a:pt x="562643" y="497713"/>
                    <a:pt x="544691" y="509545"/>
                    <a:pt x="553405" y="541344"/>
                  </a:cubicBezTo>
                  <a:cubicBezTo>
                    <a:pt x="550166" y="587772"/>
                    <a:pt x="512838" y="637513"/>
                    <a:pt x="460060" y="634689"/>
                  </a:cubicBezTo>
                  <a:cubicBezTo>
                    <a:pt x="431096" y="634932"/>
                    <a:pt x="426880" y="633749"/>
                    <a:pt x="394338" y="634689"/>
                  </a:cubicBezTo>
                  <a:cubicBezTo>
                    <a:pt x="402926" y="680040"/>
                    <a:pt x="386874" y="701819"/>
                    <a:pt x="394338" y="748989"/>
                  </a:cubicBezTo>
                  <a:cubicBezTo>
                    <a:pt x="305947" y="778291"/>
                    <a:pt x="240208" y="729829"/>
                    <a:pt x="131447" y="748989"/>
                  </a:cubicBezTo>
                  <a:cubicBezTo>
                    <a:pt x="104054" y="656840"/>
                    <a:pt x="135765" y="621608"/>
                    <a:pt x="131447" y="517741"/>
                  </a:cubicBezTo>
                  <a:cubicBezTo>
                    <a:pt x="127701" y="515013"/>
                    <a:pt x="126664" y="513570"/>
                    <a:pt x="124056" y="512026"/>
                  </a:cubicBezTo>
                  <a:cubicBezTo>
                    <a:pt x="70958" y="460279"/>
                    <a:pt x="30418" y="384124"/>
                    <a:pt x="19052" y="296523"/>
                  </a:cubicBezTo>
                  <a:cubicBezTo>
                    <a:pt x="17589" y="288466"/>
                    <a:pt x="19067" y="283192"/>
                    <a:pt x="19052" y="275911"/>
                  </a:cubicBezTo>
                  <a:cubicBezTo>
                    <a:pt x="22037" y="129077"/>
                    <a:pt x="104633" y="32271"/>
                    <a:pt x="285667" y="19069"/>
                  </a:cubicBezTo>
                  <a:cubicBezTo>
                    <a:pt x="289531" y="18916"/>
                    <a:pt x="292389" y="18620"/>
                    <a:pt x="295563" y="19250"/>
                  </a:cubicBezTo>
                  <a:cubicBezTo>
                    <a:pt x="459982" y="4728"/>
                    <a:pt x="539573" y="166722"/>
                    <a:pt x="553453" y="295837"/>
                  </a:cubicBezTo>
                  <a:cubicBezTo>
                    <a:pt x="554096" y="298633"/>
                    <a:pt x="553389" y="304164"/>
                    <a:pt x="553453" y="306372"/>
                  </a:cubicBezTo>
                  <a:cubicBezTo>
                    <a:pt x="554655" y="307826"/>
                    <a:pt x="554681" y="309705"/>
                    <a:pt x="555986" y="310782"/>
                  </a:cubicBezTo>
                  <a:cubicBezTo>
                    <a:pt x="596165" y="362117"/>
                    <a:pt x="589863" y="390223"/>
                    <a:pt x="621709" y="425082"/>
                  </a:cubicBezTo>
                  <a:cubicBezTo>
                    <a:pt x="621834" y="425175"/>
                    <a:pt x="621896" y="425406"/>
                    <a:pt x="621966" y="425520"/>
                  </a:cubicBezTo>
                  <a:cubicBezTo>
                    <a:pt x="622039" y="425602"/>
                    <a:pt x="622091" y="425766"/>
                    <a:pt x="622242" y="425949"/>
                  </a:cubicBezTo>
                  <a:cubicBezTo>
                    <a:pt x="628887" y="432892"/>
                    <a:pt x="631211" y="444642"/>
                    <a:pt x="627052" y="452752"/>
                  </a:cubicBezTo>
                  <a:cubicBezTo>
                    <a:pt x="627039" y="452757"/>
                    <a:pt x="627024" y="452758"/>
                    <a:pt x="627014" y="452761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4003758862">
                    <a:custGeom>
                      <a:avLst/>
                      <a:gdLst>
                        <a:gd name="connsiteX0" fmla="*/ 638178 w 647797"/>
                        <a:gd name="connsiteY0" fmla="*/ 415614 h 768143"/>
                        <a:gd name="connsiteX1" fmla="*/ 572455 w 647797"/>
                        <a:gd name="connsiteY1" fmla="*/ 301314 h 768143"/>
                        <a:gd name="connsiteX2" fmla="*/ 572455 w 647797"/>
                        <a:gd name="connsiteY2" fmla="*/ 296551 h 768143"/>
                        <a:gd name="connsiteX3" fmla="*/ 296375 w 647797"/>
                        <a:gd name="connsiteY3" fmla="*/ 196 h 768143"/>
                        <a:gd name="connsiteX4" fmla="*/ 296230 w 647797"/>
                        <a:gd name="connsiteY4" fmla="*/ 191 h 768143"/>
                        <a:gd name="connsiteX5" fmla="*/ 285648 w 647797"/>
                        <a:gd name="connsiteY5" fmla="*/ 0 h 768143"/>
                        <a:gd name="connsiteX6" fmla="*/ 2 w 647797"/>
                        <a:gd name="connsiteY6" fmla="*/ 275558 h 768143"/>
                        <a:gd name="connsiteX7" fmla="*/ 2 w 647797"/>
                        <a:gd name="connsiteY7" fmla="*/ 296513 h 768143"/>
                        <a:gd name="connsiteX8" fmla="*/ 112397 w 647797"/>
                        <a:gd name="connsiteY8" fmla="*/ 527095 h 768143"/>
                        <a:gd name="connsiteX9" fmla="*/ 112397 w 647797"/>
                        <a:gd name="connsiteY9" fmla="*/ 768144 h 768143"/>
                        <a:gd name="connsiteX10" fmla="*/ 413388 w 647797"/>
                        <a:gd name="connsiteY10" fmla="*/ 768144 h 768143"/>
                        <a:gd name="connsiteX11" fmla="*/ 413388 w 647797"/>
                        <a:gd name="connsiteY11" fmla="*/ 653844 h 768143"/>
                        <a:gd name="connsiteX12" fmla="*/ 460060 w 647797"/>
                        <a:gd name="connsiteY12" fmla="*/ 653844 h 768143"/>
                        <a:gd name="connsiteX13" fmla="*/ 572455 w 647797"/>
                        <a:gd name="connsiteY13" fmla="*/ 541449 h 768143"/>
                        <a:gd name="connsiteX14" fmla="*/ 572455 w 647797"/>
                        <a:gd name="connsiteY14" fmla="*/ 482394 h 768143"/>
                        <a:gd name="connsiteX15" fmla="*/ 614365 w 647797"/>
                        <a:gd name="connsiteY15" fmla="*/ 482394 h 768143"/>
                        <a:gd name="connsiteX16" fmla="*/ 638178 w 647797"/>
                        <a:gd name="connsiteY16" fmla="*/ 415614 h 768143"/>
                        <a:gd name="connsiteX17" fmla="*/ 627014 w 647797"/>
                        <a:gd name="connsiteY17" fmla="*/ 452761 h 768143"/>
                        <a:gd name="connsiteX18" fmla="*/ 613070 w 647797"/>
                        <a:gd name="connsiteY18" fmla="*/ 463239 h 768143"/>
                        <a:gd name="connsiteX19" fmla="*/ 553405 w 647797"/>
                        <a:gd name="connsiteY19" fmla="*/ 463239 h 768143"/>
                        <a:gd name="connsiteX20" fmla="*/ 553405 w 647797"/>
                        <a:gd name="connsiteY20" fmla="*/ 541344 h 768143"/>
                        <a:gd name="connsiteX21" fmla="*/ 460060 w 647797"/>
                        <a:gd name="connsiteY21" fmla="*/ 634689 h 768143"/>
                        <a:gd name="connsiteX22" fmla="*/ 394338 w 647797"/>
                        <a:gd name="connsiteY22" fmla="*/ 634689 h 768143"/>
                        <a:gd name="connsiteX23" fmla="*/ 394338 w 647797"/>
                        <a:gd name="connsiteY23" fmla="*/ 748989 h 768143"/>
                        <a:gd name="connsiteX24" fmla="*/ 131447 w 647797"/>
                        <a:gd name="connsiteY24" fmla="*/ 748989 h 768143"/>
                        <a:gd name="connsiteX25" fmla="*/ 131447 w 647797"/>
                        <a:gd name="connsiteY25" fmla="*/ 517741 h 768143"/>
                        <a:gd name="connsiteX26" fmla="*/ 124056 w 647797"/>
                        <a:gd name="connsiteY26" fmla="*/ 512026 h 768143"/>
                        <a:gd name="connsiteX27" fmla="*/ 19052 w 647797"/>
                        <a:gd name="connsiteY27" fmla="*/ 296523 h 768143"/>
                        <a:gd name="connsiteX28" fmla="*/ 19052 w 647797"/>
                        <a:gd name="connsiteY28" fmla="*/ 275911 h 768143"/>
                        <a:gd name="connsiteX29" fmla="*/ 285667 w 647797"/>
                        <a:gd name="connsiteY29" fmla="*/ 19069 h 768143"/>
                        <a:gd name="connsiteX30" fmla="*/ 295563 w 647797"/>
                        <a:gd name="connsiteY30" fmla="*/ 19250 h 768143"/>
                        <a:gd name="connsiteX31" fmla="*/ 553453 w 647797"/>
                        <a:gd name="connsiteY31" fmla="*/ 295837 h 768143"/>
                        <a:gd name="connsiteX32" fmla="*/ 553453 w 647797"/>
                        <a:gd name="connsiteY32" fmla="*/ 306372 h 768143"/>
                        <a:gd name="connsiteX33" fmla="*/ 555986 w 647797"/>
                        <a:gd name="connsiteY33" fmla="*/ 310782 h 768143"/>
                        <a:gd name="connsiteX34" fmla="*/ 621709 w 647797"/>
                        <a:gd name="connsiteY34" fmla="*/ 425082 h 768143"/>
                        <a:gd name="connsiteX35" fmla="*/ 621966 w 647797"/>
                        <a:gd name="connsiteY35" fmla="*/ 425520 h 768143"/>
                        <a:gd name="connsiteX36" fmla="*/ 622242 w 647797"/>
                        <a:gd name="connsiteY36" fmla="*/ 425949 h 768143"/>
                        <a:gd name="connsiteX37" fmla="*/ 627052 w 647797"/>
                        <a:gd name="connsiteY37" fmla="*/ 452752 h 768143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</a:cxnLst>
                      <a:rect l="l" t="t" r="r" b="b"/>
                      <a:pathLst>
                        <a:path w="647797" h="768143">
                          <a:moveTo>
                            <a:pt x="638178" y="415614"/>
                          </a:moveTo>
                          <a:lnTo>
                            <a:pt x="572455" y="301314"/>
                          </a:lnTo>
                          <a:lnTo>
                            <a:pt x="572455" y="296551"/>
                          </a:lnTo>
                          <a:cubicBezTo>
                            <a:pt x="578054" y="138477"/>
                            <a:pt x="454448" y="5794"/>
                            <a:pt x="296375" y="196"/>
                          </a:cubicBezTo>
                          <a:cubicBezTo>
                            <a:pt x="296326" y="194"/>
                            <a:pt x="296278" y="192"/>
                            <a:pt x="296230" y="191"/>
                          </a:cubicBezTo>
                          <a:cubicBezTo>
                            <a:pt x="292687" y="70"/>
                            <a:pt x="289160" y="6"/>
                            <a:pt x="285648" y="0"/>
                          </a:cubicBezTo>
                          <a:cubicBezTo>
                            <a:pt x="131731" y="-136"/>
                            <a:pt x="5398" y="121736"/>
                            <a:pt x="2" y="275558"/>
                          </a:cubicBezTo>
                          <a:lnTo>
                            <a:pt x="2" y="296513"/>
                          </a:lnTo>
                          <a:cubicBezTo>
                            <a:pt x="-369" y="386657"/>
                            <a:pt x="41161" y="471856"/>
                            <a:pt x="112397" y="527095"/>
                          </a:cubicBezTo>
                          <a:lnTo>
                            <a:pt x="112397" y="768144"/>
                          </a:lnTo>
                          <a:lnTo>
                            <a:pt x="413388" y="768144"/>
                          </a:lnTo>
                          <a:lnTo>
                            <a:pt x="413388" y="653844"/>
                          </a:lnTo>
                          <a:lnTo>
                            <a:pt x="460060" y="653844"/>
                          </a:lnTo>
                          <a:cubicBezTo>
                            <a:pt x="522082" y="653718"/>
                            <a:pt x="572329" y="603471"/>
                            <a:pt x="572455" y="541449"/>
                          </a:cubicBezTo>
                          <a:lnTo>
                            <a:pt x="572455" y="482394"/>
                          </a:lnTo>
                          <a:lnTo>
                            <a:pt x="614365" y="482394"/>
                          </a:lnTo>
                          <a:cubicBezTo>
                            <a:pt x="639130" y="479451"/>
                            <a:pt x="661038" y="450866"/>
                            <a:pt x="638178" y="415614"/>
                          </a:cubicBezTo>
                          <a:close/>
                          <a:moveTo>
                            <a:pt x="627014" y="452761"/>
                          </a:moveTo>
                          <a:cubicBezTo>
                            <a:pt x="624316" y="458289"/>
                            <a:pt x="619129" y="462186"/>
                            <a:pt x="613070" y="463239"/>
                          </a:cubicBezTo>
                          <a:lnTo>
                            <a:pt x="553405" y="463239"/>
                          </a:lnTo>
                          <a:lnTo>
                            <a:pt x="553405" y="541344"/>
                          </a:lnTo>
                          <a:cubicBezTo>
                            <a:pt x="553332" y="592867"/>
                            <a:pt x="511583" y="634616"/>
                            <a:pt x="460060" y="634689"/>
                          </a:cubicBezTo>
                          <a:lnTo>
                            <a:pt x="394338" y="634689"/>
                          </a:lnTo>
                          <a:lnTo>
                            <a:pt x="394338" y="748989"/>
                          </a:lnTo>
                          <a:lnTo>
                            <a:pt x="131447" y="748989"/>
                          </a:lnTo>
                          <a:lnTo>
                            <a:pt x="131447" y="517741"/>
                          </a:lnTo>
                          <a:lnTo>
                            <a:pt x="124056" y="512026"/>
                          </a:lnTo>
                          <a:cubicBezTo>
                            <a:pt x="57368" y="460493"/>
                            <a:pt x="18538" y="380800"/>
                            <a:pt x="19052" y="296523"/>
                          </a:cubicBezTo>
                          <a:lnTo>
                            <a:pt x="19052" y="275911"/>
                          </a:lnTo>
                          <a:cubicBezTo>
                            <a:pt x="23931" y="132323"/>
                            <a:pt x="141997" y="18585"/>
                            <a:pt x="285667" y="19069"/>
                          </a:cubicBezTo>
                          <a:cubicBezTo>
                            <a:pt x="288950" y="19069"/>
                            <a:pt x="292249" y="19129"/>
                            <a:pt x="295563" y="19250"/>
                          </a:cubicBezTo>
                          <a:cubicBezTo>
                            <a:pt x="443079" y="24581"/>
                            <a:pt x="558444" y="148310"/>
                            <a:pt x="553453" y="295837"/>
                          </a:cubicBezTo>
                          <a:lnTo>
                            <a:pt x="553453" y="306372"/>
                          </a:lnTo>
                          <a:lnTo>
                            <a:pt x="555986" y="310782"/>
                          </a:lnTo>
                          <a:lnTo>
                            <a:pt x="621709" y="425082"/>
                          </a:lnTo>
                          <a:lnTo>
                            <a:pt x="621966" y="425520"/>
                          </a:lnTo>
                          <a:lnTo>
                            <a:pt x="622242" y="425949"/>
                          </a:lnTo>
                          <a:cubicBezTo>
                            <a:pt x="628432" y="433423"/>
                            <a:pt x="630257" y="443592"/>
                            <a:pt x="627052" y="452752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 66"/>
            <p:cNvSpPr/>
            <p:nvPr/>
          </p:nvSpPr>
          <p:spPr>
            <a:xfrm>
              <a:off x="6463188" y="4165810"/>
              <a:ext cx="80935" cy="122430"/>
            </a:xfrm>
            <a:custGeom>
              <a:avLst/>
              <a:gdLst>
                <a:gd name="csX0" fmla="*/ 57150 w 80935"/>
                <a:gd name="csY0" fmla="*/ 74800 h 122430"/>
                <a:gd name="csX1" fmla="*/ 49025 w 80935"/>
                <a:gd name="csY1" fmla="*/ 76324 h 122430"/>
                <a:gd name="csX2" fmla="*/ 19050 w 80935"/>
                <a:gd name="csY2" fmla="*/ 49349 h 122430"/>
                <a:gd name="csX3" fmla="*/ 19050 w 80935"/>
                <a:gd name="csY3" fmla="*/ 7172 h 122430"/>
                <a:gd name="csX4" fmla="*/ 0 w 80935"/>
                <a:gd name="csY4" fmla="*/ 0 h 122430"/>
                <a:gd name="csX5" fmla="*/ 0 w 80935"/>
                <a:gd name="csY5" fmla="*/ 57455 h 122430"/>
                <a:gd name="csX6" fmla="*/ 35243 w 80935"/>
                <a:gd name="csY6" fmla="*/ 89202 h 122430"/>
                <a:gd name="csX7" fmla="*/ 47706 w 80935"/>
                <a:gd name="csY7" fmla="*/ 120486 h 122430"/>
                <a:gd name="csX8" fmla="*/ 78991 w 80935"/>
                <a:gd name="csY8" fmla="*/ 108023 h 122430"/>
                <a:gd name="csX9" fmla="*/ 66527 w 80935"/>
                <a:gd name="csY9" fmla="*/ 76738 h 122430"/>
                <a:gd name="csX10" fmla="*/ 57150 w 80935"/>
                <a:gd name="csY10" fmla="*/ 74800 h 122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0935" h="122430" fill="none" extrusionOk="0">
                  <a:moveTo>
                    <a:pt x="57150" y="74800"/>
                  </a:moveTo>
                  <a:cubicBezTo>
                    <a:pt x="54271" y="74580"/>
                    <a:pt x="51828" y="74644"/>
                    <a:pt x="49025" y="76324"/>
                  </a:cubicBezTo>
                  <a:cubicBezTo>
                    <a:pt x="33326" y="65353"/>
                    <a:pt x="35429" y="59817"/>
                    <a:pt x="19050" y="49349"/>
                  </a:cubicBezTo>
                  <a:cubicBezTo>
                    <a:pt x="18607" y="40032"/>
                    <a:pt x="19607" y="26206"/>
                    <a:pt x="19050" y="7172"/>
                  </a:cubicBezTo>
                  <a:cubicBezTo>
                    <a:pt x="12133" y="4117"/>
                    <a:pt x="5778" y="362"/>
                    <a:pt x="0" y="0"/>
                  </a:cubicBezTo>
                  <a:cubicBezTo>
                    <a:pt x="2396" y="23173"/>
                    <a:pt x="-6449" y="31968"/>
                    <a:pt x="0" y="57455"/>
                  </a:cubicBezTo>
                  <a:cubicBezTo>
                    <a:pt x="12926" y="63417"/>
                    <a:pt x="18627" y="75304"/>
                    <a:pt x="35243" y="89202"/>
                  </a:cubicBezTo>
                  <a:cubicBezTo>
                    <a:pt x="30294" y="104946"/>
                    <a:pt x="33033" y="117502"/>
                    <a:pt x="47706" y="120486"/>
                  </a:cubicBezTo>
                  <a:cubicBezTo>
                    <a:pt x="56265" y="126951"/>
                    <a:pt x="71306" y="118955"/>
                    <a:pt x="78991" y="108023"/>
                  </a:cubicBezTo>
                  <a:cubicBezTo>
                    <a:pt x="84998" y="96227"/>
                    <a:pt x="75998" y="80962"/>
                    <a:pt x="66527" y="76738"/>
                  </a:cubicBezTo>
                  <a:cubicBezTo>
                    <a:pt x="63950" y="75027"/>
                    <a:pt x="60533" y="75648"/>
                    <a:pt x="57150" y="74800"/>
                  </a:cubicBezTo>
                  <a:close/>
                </a:path>
                <a:path w="80935" h="122430" stroke="0" extrusionOk="0">
                  <a:moveTo>
                    <a:pt x="57150" y="74800"/>
                  </a:moveTo>
                  <a:cubicBezTo>
                    <a:pt x="54226" y="74586"/>
                    <a:pt x="51711" y="75352"/>
                    <a:pt x="49025" y="76324"/>
                  </a:cubicBezTo>
                  <a:cubicBezTo>
                    <a:pt x="38015" y="71781"/>
                    <a:pt x="32415" y="59397"/>
                    <a:pt x="19050" y="49349"/>
                  </a:cubicBezTo>
                  <a:cubicBezTo>
                    <a:pt x="14335" y="37918"/>
                    <a:pt x="21539" y="22917"/>
                    <a:pt x="19050" y="7172"/>
                  </a:cubicBezTo>
                  <a:cubicBezTo>
                    <a:pt x="13157" y="4819"/>
                    <a:pt x="5346" y="1613"/>
                    <a:pt x="0" y="0"/>
                  </a:cubicBezTo>
                  <a:cubicBezTo>
                    <a:pt x="2962" y="23872"/>
                    <a:pt x="-1377" y="30306"/>
                    <a:pt x="0" y="57455"/>
                  </a:cubicBezTo>
                  <a:cubicBezTo>
                    <a:pt x="19775" y="69519"/>
                    <a:pt x="17701" y="73637"/>
                    <a:pt x="35243" y="89202"/>
                  </a:cubicBezTo>
                  <a:cubicBezTo>
                    <a:pt x="32399" y="100019"/>
                    <a:pt x="36319" y="118884"/>
                    <a:pt x="47706" y="120486"/>
                  </a:cubicBezTo>
                  <a:cubicBezTo>
                    <a:pt x="61889" y="126839"/>
                    <a:pt x="73126" y="117074"/>
                    <a:pt x="78991" y="108023"/>
                  </a:cubicBezTo>
                  <a:cubicBezTo>
                    <a:pt x="84280" y="95223"/>
                    <a:pt x="76319" y="83656"/>
                    <a:pt x="66527" y="76738"/>
                  </a:cubicBezTo>
                  <a:cubicBezTo>
                    <a:pt x="64245" y="75875"/>
                    <a:pt x="60751" y="74449"/>
                    <a:pt x="57150" y="74800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504062615">
                    <a:custGeom>
                      <a:avLst/>
                      <a:gdLst>
                        <a:gd name="connsiteX0" fmla="*/ 57150 w 80935"/>
                        <a:gd name="connsiteY0" fmla="*/ 74800 h 122430"/>
                        <a:gd name="connsiteX1" fmla="*/ 49025 w 80935"/>
                        <a:gd name="connsiteY1" fmla="*/ 76324 h 122430"/>
                        <a:gd name="connsiteX2" fmla="*/ 19050 w 80935"/>
                        <a:gd name="connsiteY2" fmla="*/ 49349 h 122430"/>
                        <a:gd name="connsiteX3" fmla="*/ 19050 w 80935"/>
                        <a:gd name="connsiteY3" fmla="*/ 7172 h 122430"/>
                        <a:gd name="connsiteX4" fmla="*/ 0 w 80935"/>
                        <a:gd name="connsiteY4" fmla="*/ 0 h 122430"/>
                        <a:gd name="connsiteX5" fmla="*/ 0 w 80935"/>
                        <a:gd name="connsiteY5" fmla="*/ 57455 h 122430"/>
                        <a:gd name="connsiteX6" fmla="*/ 35243 w 80935"/>
                        <a:gd name="connsiteY6" fmla="*/ 89202 h 122430"/>
                        <a:gd name="connsiteX7" fmla="*/ 47706 w 80935"/>
                        <a:gd name="connsiteY7" fmla="*/ 120486 h 122430"/>
                        <a:gd name="connsiteX8" fmla="*/ 78991 w 80935"/>
                        <a:gd name="connsiteY8" fmla="*/ 108023 h 122430"/>
                        <a:gd name="connsiteX9" fmla="*/ 66527 w 80935"/>
                        <a:gd name="connsiteY9" fmla="*/ 76738 h 122430"/>
                        <a:gd name="connsiteX10" fmla="*/ 57150 w 80935"/>
                        <a:gd name="connsiteY10" fmla="*/ 74800 h 122430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80935" h="122430">
                          <a:moveTo>
                            <a:pt x="57150" y="74800"/>
                          </a:moveTo>
                          <a:cubicBezTo>
                            <a:pt x="54373" y="74824"/>
                            <a:pt x="51622" y="75340"/>
                            <a:pt x="49025" y="76324"/>
                          </a:cubicBezTo>
                          <a:lnTo>
                            <a:pt x="19050" y="49349"/>
                          </a:lnTo>
                          <a:lnTo>
                            <a:pt x="19050" y="7172"/>
                          </a:lnTo>
                          <a:cubicBezTo>
                            <a:pt x="12764" y="4667"/>
                            <a:pt x="6363" y="2153"/>
                            <a:pt x="0" y="0"/>
                          </a:cubicBezTo>
                          <a:lnTo>
                            <a:pt x="0" y="57455"/>
                          </a:lnTo>
                          <a:lnTo>
                            <a:pt x="35243" y="89202"/>
                          </a:lnTo>
                          <a:cubicBezTo>
                            <a:pt x="30045" y="101282"/>
                            <a:pt x="35625" y="115289"/>
                            <a:pt x="47706" y="120486"/>
                          </a:cubicBezTo>
                          <a:cubicBezTo>
                            <a:pt x="59787" y="125683"/>
                            <a:pt x="73793" y="120104"/>
                            <a:pt x="78991" y="108023"/>
                          </a:cubicBezTo>
                          <a:cubicBezTo>
                            <a:pt x="84188" y="95942"/>
                            <a:pt x="78608" y="81936"/>
                            <a:pt x="66527" y="76738"/>
                          </a:cubicBezTo>
                          <a:cubicBezTo>
                            <a:pt x="63565" y="75464"/>
                            <a:pt x="60375" y="74805"/>
                            <a:pt x="57150" y="748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 67"/>
            <p:cNvSpPr/>
            <p:nvPr/>
          </p:nvSpPr>
          <p:spPr>
            <a:xfrm>
              <a:off x="6160438" y="4164363"/>
              <a:ext cx="278931" cy="419175"/>
            </a:xfrm>
            <a:custGeom>
              <a:avLst/>
              <a:gdLst>
                <a:gd name="csX0" fmla="*/ 255125 w 278931"/>
                <a:gd name="csY0" fmla="*/ 266747 h 419175"/>
                <a:gd name="csX1" fmla="*/ 246076 w 278931"/>
                <a:gd name="csY1" fmla="*/ 268557 h 419175"/>
                <a:gd name="csX2" fmla="*/ 178925 w 278931"/>
                <a:gd name="csY2" fmla="*/ 201177 h 419175"/>
                <a:gd name="csX3" fmla="*/ 178925 w 278931"/>
                <a:gd name="csY3" fmla="*/ 90592 h 419175"/>
                <a:gd name="csX4" fmla="*/ 236075 w 278931"/>
                <a:gd name="csY4" fmla="*/ 90592 h 419175"/>
                <a:gd name="csX5" fmla="*/ 236075 w 278931"/>
                <a:gd name="csY5" fmla="*/ 135359 h 419175"/>
                <a:gd name="csX6" fmla="*/ 223775 w 278931"/>
                <a:gd name="csY6" fmla="*/ 166709 h 419175"/>
                <a:gd name="csX7" fmla="*/ 255125 w 278931"/>
                <a:gd name="csY7" fmla="*/ 179009 h 419175"/>
                <a:gd name="csX8" fmla="*/ 267425 w 278931"/>
                <a:gd name="csY8" fmla="*/ 147659 h 419175"/>
                <a:gd name="csX9" fmla="*/ 255125 w 278931"/>
                <a:gd name="csY9" fmla="*/ 135359 h 419175"/>
                <a:gd name="csX10" fmla="*/ 255125 w 278931"/>
                <a:gd name="csY10" fmla="*/ 71532 h 419175"/>
                <a:gd name="csX11" fmla="*/ 178925 w 278931"/>
                <a:gd name="csY11" fmla="*/ 71532 h 419175"/>
                <a:gd name="csX12" fmla="*/ 178925 w 278931"/>
                <a:gd name="csY12" fmla="*/ 45643 h 419175"/>
                <a:gd name="csX13" fmla="*/ 191224 w 278931"/>
                <a:gd name="csY13" fmla="*/ 14294 h 419175"/>
                <a:gd name="csX14" fmla="*/ 159875 w 278931"/>
                <a:gd name="csY14" fmla="*/ 1994 h 419175"/>
                <a:gd name="csX15" fmla="*/ 147575 w 278931"/>
                <a:gd name="csY15" fmla="*/ 33344 h 419175"/>
                <a:gd name="csX16" fmla="*/ 159875 w 278931"/>
                <a:gd name="csY16" fmla="*/ 45643 h 419175"/>
                <a:gd name="csX17" fmla="*/ 159875 w 278931"/>
                <a:gd name="csY17" fmla="*/ 208711 h 419175"/>
                <a:gd name="csX18" fmla="*/ 191307 w 278931"/>
                <a:gd name="csY18" fmla="*/ 241182 h 419175"/>
                <a:gd name="csX19" fmla="*/ 140825 w 278931"/>
                <a:gd name="csY19" fmla="*/ 291665 h 419175"/>
                <a:gd name="csX20" fmla="*/ 140825 w 278931"/>
                <a:gd name="csY20" fmla="*/ 338280 h 419175"/>
                <a:gd name="csX21" fmla="*/ 83380 w 278931"/>
                <a:gd name="csY21" fmla="*/ 338280 h 419175"/>
                <a:gd name="csX22" fmla="*/ 46651 w 278931"/>
                <a:gd name="csY22" fmla="*/ 295141 h 419175"/>
                <a:gd name="csX23" fmla="*/ 34873 w 278931"/>
                <a:gd name="csY23" fmla="*/ 262588 h 419175"/>
                <a:gd name="csX24" fmla="*/ 2319 w 278931"/>
                <a:gd name="csY24" fmla="*/ 274365 h 419175"/>
                <a:gd name="csX25" fmla="*/ 14098 w 278931"/>
                <a:gd name="csY25" fmla="*/ 306920 h 419175"/>
                <a:gd name="csX26" fmla="*/ 32068 w 278931"/>
                <a:gd name="csY26" fmla="*/ 308028 h 419175"/>
                <a:gd name="csX27" fmla="*/ 74455 w 278931"/>
                <a:gd name="csY27" fmla="*/ 357339 h 419175"/>
                <a:gd name="csX28" fmla="*/ 140825 w 278931"/>
                <a:gd name="csY28" fmla="*/ 357339 h 419175"/>
                <a:gd name="csX29" fmla="*/ 140825 w 278931"/>
                <a:gd name="csY29" fmla="*/ 373532 h 419175"/>
                <a:gd name="csX30" fmla="*/ 128525 w 278931"/>
                <a:gd name="csY30" fmla="*/ 404882 h 419175"/>
                <a:gd name="csX31" fmla="*/ 159875 w 278931"/>
                <a:gd name="csY31" fmla="*/ 417181 h 419175"/>
                <a:gd name="csX32" fmla="*/ 172174 w 278931"/>
                <a:gd name="csY32" fmla="*/ 385832 h 419175"/>
                <a:gd name="csX33" fmla="*/ 159875 w 278931"/>
                <a:gd name="csY33" fmla="*/ 373532 h 419175"/>
                <a:gd name="csX34" fmla="*/ 159875 w 278931"/>
                <a:gd name="csY34" fmla="*/ 299180 h 419175"/>
                <a:gd name="csX35" fmla="*/ 204642 w 278931"/>
                <a:gd name="csY35" fmla="*/ 254412 h 419175"/>
                <a:gd name="csX36" fmla="*/ 232732 w 278931"/>
                <a:gd name="csY36" fmla="*/ 282701 h 419175"/>
                <a:gd name="csX37" fmla="*/ 247369 w 278931"/>
                <a:gd name="csY37" fmla="*/ 312941 h 419175"/>
                <a:gd name="csX38" fmla="*/ 277608 w 278931"/>
                <a:gd name="csY38" fmla="*/ 298303 h 419175"/>
                <a:gd name="csX39" fmla="*/ 262971 w 278931"/>
                <a:gd name="csY39" fmla="*/ 268064 h 419175"/>
                <a:gd name="csX40" fmla="*/ 255125 w 278931"/>
                <a:gd name="csY40" fmla="*/ 266747 h 4191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278931" h="419175" fill="none" extrusionOk="0">
                  <a:moveTo>
                    <a:pt x="255125" y="266747"/>
                  </a:moveTo>
                  <a:cubicBezTo>
                    <a:pt x="251311" y="266266"/>
                    <a:pt x="248832" y="267453"/>
                    <a:pt x="246076" y="268557"/>
                  </a:cubicBezTo>
                  <a:cubicBezTo>
                    <a:pt x="226899" y="255140"/>
                    <a:pt x="210932" y="219930"/>
                    <a:pt x="178925" y="201177"/>
                  </a:cubicBezTo>
                  <a:cubicBezTo>
                    <a:pt x="169410" y="169728"/>
                    <a:pt x="179961" y="115781"/>
                    <a:pt x="178925" y="90592"/>
                  </a:cubicBezTo>
                  <a:cubicBezTo>
                    <a:pt x="200193" y="89618"/>
                    <a:pt x="216773" y="91404"/>
                    <a:pt x="236075" y="90592"/>
                  </a:cubicBezTo>
                  <a:cubicBezTo>
                    <a:pt x="237767" y="110792"/>
                    <a:pt x="230759" y="115424"/>
                    <a:pt x="236075" y="135359"/>
                  </a:cubicBezTo>
                  <a:cubicBezTo>
                    <a:pt x="224333" y="144045"/>
                    <a:pt x="219728" y="154524"/>
                    <a:pt x="223775" y="166709"/>
                  </a:cubicBezTo>
                  <a:cubicBezTo>
                    <a:pt x="227818" y="175442"/>
                    <a:pt x="244704" y="184780"/>
                    <a:pt x="255125" y="179009"/>
                  </a:cubicBezTo>
                  <a:cubicBezTo>
                    <a:pt x="266944" y="174164"/>
                    <a:pt x="271430" y="157902"/>
                    <a:pt x="267425" y="147659"/>
                  </a:cubicBezTo>
                  <a:cubicBezTo>
                    <a:pt x="265176" y="142354"/>
                    <a:pt x="261044" y="139312"/>
                    <a:pt x="255125" y="135359"/>
                  </a:cubicBezTo>
                  <a:cubicBezTo>
                    <a:pt x="248555" y="117081"/>
                    <a:pt x="258631" y="100284"/>
                    <a:pt x="255125" y="71532"/>
                  </a:cubicBezTo>
                  <a:cubicBezTo>
                    <a:pt x="233085" y="73103"/>
                    <a:pt x="194432" y="69819"/>
                    <a:pt x="178925" y="71532"/>
                  </a:cubicBezTo>
                  <a:cubicBezTo>
                    <a:pt x="176094" y="62905"/>
                    <a:pt x="180874" y="51044"/>
                    <a:pt x="178925" y="45643"/>
                  </a:cubicBezTo>
                  <a:cubicBezTo>
                    <a:pt x="193886" y="41235"/>
                    <a:pt x="193176" y="27445"/>
                    <a:pt x="191224" y="14294"/>
                  </a:cubicBezTo>
                  <a:cubicBezTo>
                    <a:pt x="187966" y="1787"/>
                    <a:pt x="171594" y="-2664"/>
                    <a:pt x="159875" y="1994"/>
                  </a:cubicBezTo>
                  <a:cubicBezTo>
                    <a:pt x="148376" y="6759"/>
                    <a:pt x="142260" y="21572"/>
                    <a:pt x="147575" y="33344"/>
                  </a:cubicBezTo>
                  <a:cubicBezTo>
                    <a:pt x="149295" y="38826"/>
                    <a:pt x="154709" y="42988"/>
                    <a:pt x="159875" y="45643"/>
                  </a:cubicBezTo>
                  <a:cubicBezTo>
                    <a:pt x="175297" y="83812"/>
                    <a:pt x="157509" y="147723"/>
                    <a:pt x="159875" y="208711"/>
                  </a:cubicBezTo>
                  <a:cubicBezTo>
                    <a:pt x="172688" y="217883"/>
                    <a:pt x="180291" y="235165"/>
                    <a:pt x="191307" y="241182"/>
                  </a:cubicBezTo>
                  <a:cubicBezTo>
                    <a:pt x="181290" y="257363"/>
                    <a:pt x="156223" y="269724"/>
                    <a:pt x="140825" y="291665"/>
                  </a:cubicBezTo>
                  <a:cubicBezTo>
                    <a:pt x="142147" y="307957"/>
                    <a:pt x="137841" y="325052"/>
                    <a:pt x="140825" y="338280"/>
                  </a:cubicBezTo>
                  <a:cubicBezTo>
                    <a:pt x="117483" y="342973"/>
                    <a:pt x="111190" y="331918"/>
                    <a:pt x="83380" y="338280"/>
                  </a:cubicBezTo>
                  <a:cubicBezTo>
                    <a:pt x="66864" y="321609"/>
                    <a:pt x="59761" y="302166"/>
                    <a:pt x="46651" y="295141"/>
                  </a:cubicBezTo>
                  <a:cubicBezTo>
                    <a:pt x="53248" y="285546"/>
                    <a:pt x="47235" y="266195"/>
                    <a:pt x="34873" y="262588"/>
                  </a:cubicBezTo>
                  <a:cubicBezTo>
                    <a:pt x="20278" y="257864"/>
                    <a:pt x="10249" y="261595"/>
                    <a:pt x="2319" y="274365"/>
                  </a:cubicBezTo>
                  <a:cubicBezTo>
                    <a:pt x="-1825" y="287055"/>
                    <a:pt x="461" y="301952"/>
                    <a:pt x="14098" y="306920"/>
                  </a:cubicBezTo>
                  <a:cubicBezTo>
                    <a:pt x="18276" y="309061"/>
                    <a:pt x="26155" y="311055"/>
                    <a:pt x="32068" y="308028"/>
                  </a:cubicBezTo>
                  <a:cubicBezTo>
                    <a:pt x="53511" y="323859"/>
                    <a:pt x="60922" y="349123"/>
                    <a:pt x="74455" y="357339"/>
                  </a:cubicBezTo>
                  <a:cubicBezTo>
                    <a:pt x="93586" y="357091"/>
                    <a:pt x="112676" y="357984"/>
                    <a:pt x="140825" y="357339"/>
                  </a:cubicBezTo>
                  <a:cubicBezTo>
                    <a:pt x="141906" y="361044"/>
                    <a:pt x="138904" y="365537"/>
                    <a:pt x="140825" y="373532"/>
                  </a:cubicBezTo>
                  <a:cubicBezTo>
                    <a:pt x="127640" y="379503"/>
                    <a:pt x="123300" y="391862"/>
                    <a:pt x="128525" y="404882"/>
                  </a:cubicBezTo>
                  <a:cubicBezTo>
                    <a:pt x="134256" y="420058"/>
                    <a:pt x="145744" y="423227"/>
                    <a:pt x="159875" y="417181"/>
                  </a:cubicBezTo>
                  <a:cubicBezTo>
                    <a:pt x="171397" y="410502"/>
                    <a:pt x="175342" y="396763"/>
                    <a:pt x="172174" y="385832"/>
                  </a:cubicBezTo>
                  <a:cubicBezTo>
                    <a:pt x="169886" y="379916"/>
                    <a:pt x="165559" y="374821"/>
                    <a:pt x="159875" y="373532"/>
                  </a:cubicBezTo>
                  <a:cubicBezTo>
                    <a:pt x="158390" y="343647"/>
                    <a:pt x="166265" y="317196"/>
                    <a:pt x="159875" y="299180"/>
                  </a:cubicBezTo>
                  <a:cubicBezTo>
                    <a:pt x="174192" y="278368"/>
                    <a:pt x="189833" y="274883"/>
                    <a:pt x="204642" y="254412"/>
                  </a:cubicBezTo>
                  <a:cubicBezTo>
                    <a:pt x="211499" y="260928"/>
                    <a:pt x="223953" y="279740"/>
                    <a:pt x="232732" y="282701"/>
                  </a:cubicBezTo>
                  <a:cubicBezTo>
                    <a:pt x="229872" y="297822"/>
                    <a:pt x="238285" y="310555"/>
                    <a:pt x="247369" y="312941"/>
                  </a:cubicBezTo>
                  <a:cubicBezTo>
                    <a:pt x="262567" y="316316"/>
                    <a:pt x="273255" y="311385"/>
                    <a:pt x="277608" y="298303"/>
                  </a:cubicBezTo>
                  <a:cubicBezTo>
                    <a:pt x="280967" y="284194"/>
                    <a:pt x="275391" y="273431"/>
                    <a:pt x="262971" y="268064"/>
                  </a:cubicBezTo>
                  <a:cubicBezTo>
                    <a:pt x="260408" y="267461"/>
                    <a:pt x="257946" y="267441"/>
                    <a:pt x="255125" y="266747"/>
                  </a:cubicBezTo>
                  <a:close/>
                </a:path>
                <a:path w="278931" h="419175" stroke="0" extrusionOk="0">
                  <a:moveTo>
                    <a:pt x="255125" y="266747"/>
                  </a:moveTo>
                  <a:cubicBezTo>
                    <a:pt x="252244" y="265881"/>
                    <a:pt x="248911" y="267499"/>
                    <a:pt x="246076" y="268557"/>
                  </a:cubicBezTo>
                  <a:cubicBezTo>
                    <a:pt x="212234" y="244264"/>
                    <a:pt x="203489" y="212421"/>
                    <a:pt x="178925" y="201177"/>
                  </a:cubicBezTo>
                  <a:cubicBezTo>
                    <a:pt x="175937" y="148937"/>
                    <a:pt x="191440" y="128859"/>
                    <a:pt x="178925" y="90592"/>
                  </a:cubicBezTo>
                  <a:cubicBezTo>
                    <a:pt x="191924" y="86765"/>
                    <a:pt x="213581" y="96323"/>
                    <a:pt x="236075" y="90592"/>
                  </a:cubicBezTo>
                  <a:cubicBezTo>
                    <a:pt x="238043" y="102594"/>
                    <a:pt x="235488" y="116442"/>
                    <a:pt x="236075" y="135359"/>
                  </a:cubicBezTo>
                  <a:cubicBezTo>
                    <a:pt x="221842" y="143335"/>
                    <a:pt x="216685" y="151283"/>
                    <a:pt x="223775" y="166709"/>
                  </a:cubicBezTo>
                  <a:cubicBezTo>
                    <a:pt x="229335" y="178360"/>
                    <a:pt x="241869" y="182447"/>
                    <a:pt x="255125" y="179009"/>
                  </a:cubicBezTo>
                  <a:cubicBezTo>
                    <a:pt x="266827" y="173688"/>
                    <a:pt x="272792" y="158786"/>
                    <a:pt x="267425" y="147659"/>
                  </a:cubicBezTo>
                  <a:cubicBezTo>
                    <a:pt x="265039" y="141915"/>
                    <a:pt x="260654" y="137164"/>
                    <a:pt x="255125" y="135359"/>
                  </a:cubicBezTo>
                  <a:cubicBezTo>
                    <a:pt x="254780" y="104338"/>
                    <a:pt x="258936" y="85842"/>
                    <a:pt x="255125" y="71532"/>
                  </a:cubicBezTo>
                  <a:cubicBezTo>
                    <a:pt x="222521" y="74221"/>
                    <a:pt x="208963" y="70888"/>
                    <a:pt x="178925" y="71532"/>
                  </a:cubicBezTo>
                  <a:cubicBezTo>
                    <a:pt x="178579" y="65421"/>
                    <a:pt x="181204" y="51354"/>
                    <a:pt x="178925" y="45643"/>
                  </a:cubicBezTo>
                  <a:cubicBezTo>
                    <a:pt x="189821" y="41312"/>
                    <a:pt x="194876" y="24829"/>
                    <a:pt x="191224" y="14294"/>
                  </a:cubicBezTo>
                  <a:cubicBezTo>
                    <a:pt x="185510" y="1871"/>
                    <a:pt x="170671" y="-4802"/>
                    <a:pt x="159875" y="1994"/>
                  </a:cubicBezTo>
                  <a:cubicBezTo>
                    <a:pt x="146167" y="8827"/>
                    <a:pt x="140423" y="19138"/>
                    <a:pt x="147575" y="33344"/>
                  </a:cubicBezTo>
                  <a:cubicBezTo>
                    <a:pt x="151169" y="39778"/>
                    <a:pt x="153525" y="42969"/>
                    <a:pt x="159875" y="45643"/>
                  </a:cubicBezTo>
                  <a:cubicBezTo>
                    <a:pt x="163807" y="86032"/>
                    <a:pt x="147777" y="165280"/>
                    <a:pt x="159875" y="208711"/>
                  </a:cubicBezTo>
                  <a:cubicBezTo>
                    <a:pt x="174728" y="216928"/>
                    <a:pt x="181242" y="231652"/>
                    <a:pt x="191307" y="241182"/>
                  </a:cubicBezTo>
                  <a:cubicBezTo>
                    <a:pt x="181525" y="261116"/>
                    <a:pt x="151201" y="281161"/>
                    <a:pt x="140825" y="291665"/>
                  </a:cubicBezTo>
                  <a:cubicBezTo>
                    <a:pt x="143112" y="308285"/>
                    <a:pt x="138935" y="326664"/>
                    <a:pt x="140825" y="338280"/>
                  </a:cubicBezTo>
                  <a:cubicBezTo>
                    <a:pt x="114181" y="338303"/>
                    <a:pt x="102163" y="336302"/>
                    <a:pt x="83380" y="338280"/>
                  </a:cubicBezTo>
                  <a:cubicBezTo>
                    <a:pt x="66966" y="323075"/>
                    <a:pt x="56180" y="303812"/>
                    <a:pt x="46651" y="295141"/>
                  </a:cubicBezTo>
                  <a:cubicBezTo>
                    <a:pt x="51378" y="282458"/>
                    <a:pt x="49034" y="264954"/>
                    <a:pt x="34873" y="262588"/>
                  </a:cubicBezTo>
                  <a:cubicBezTo>
                    <a:pt x="21426" y="256677"/>
                    <a:pt x="11963" y="261939"/>
                    <a:pt x="2319" y="274365"/>
                  </a:cubicBezTo>
                  <a:cubicBezTo>
                    <a:pt x="-6391" y="288212"/>
                    <a:pt x="1296" y="301124"/>
                    <a:pt x="14098" y="306920"/>
                  </a:cubicBezTo>
                  <a:cubicBezTo>
                    <a:pt x="19536" y="308979"/>
                    <a:pt x="25358" y="309664"/>
                    <a:pt x="32068" y="308028"/>
                  </a:cubicBezTo>
                  <a:cubicBezTo>
                    <a:pt x="47459" y="325452"/>
                    <a:pt x="62299" y="348313"/>
                    <a:pt x="74455" y="357339"/>
                  </a:cubicBezTo>
                  <a:cubicBezTo>
                    <a:pt x="105932" y="355228"/>
                    <a:pt x="119939" y="357482"/>
                    <a:pt x="140825" y="357339"/>
                  </a:cubicBezTo>
                  <a:cubicBezTo>
                    <a:pt x="141668" y="364906"/>
                    <a:pt x="139918" y="368488"/>
                    <a:pt x="140825" y="373532"/>
                  </a:cubicBezTo>
                  <a:cubicBezTo>
                    <a:pt x="128937" y="377658"/>
                    <a:pt x="123992" y="392910"/>
                    <a:pt x="128525" y="404882"/>
                  </a:cubicBezTo>
                  <a:cubicBezTo>
                    <a:pt x="133232" y="414514"/>
                    <a:pt x="145700" y="421663"/>
                    <a:pt x="159875" y="417181"/>
                  </a:cubicBezTo>
                  <a:cubicBezTo>
                    <a:pt x="172985" y="409099"/>
                    <a:pt x="176094" y="398486"/>
                    <a:pt x="172174" y="385832"/>
                  </a:cubicBezTo>
                  <a:cubicBezTo>
                    <a:pt x="169755" y="380504"/>
                    <a:pt x="165224" y="375996"/>
                    <a:pt x="159875" y="373532"/>
                  </a:cubicBezTo>
                  <a:cubicBezTo>
                    <a:pt x="151826" y="352707"/>
                    <a:pt x="161076" y="334541"/>
                    <a:pt x="159875" y="299180"/>
                  </a:cubicBezTo>
                  <a:cubicBezTo>
                    <a:pt x="180594" y="278011"/>
                    <a:pt x="188463" y="279986"/>
                    <a:pt x="204642" y="254412"/>
                  </a:cubicBezTo>
                  <a:cubicBezTo>
                    <a:pt x="217150" y="260251"/>
                    <a:pt x="224137" y="274570"/>
                    <a:pt x="232732" y="282701"/>
                  </a:cubicBezTo>
                  <a:cubicBezTo>
                    <a:pt x="227589" y="293836"/>
                    <a:pt x="236385" y="308785"/>
                    <a:pt x="247369" y="312941"/>
                  </a:cubicBezTo>
                  <a:cubicBezTo>
                    <a:pt x="259007" y="318322"/>
                    <a:pt x="271187" y="312598"/>
                    <a:pt x="277608" y="298303"/>
                  </a:cubicBezTo>
                  <a:cubicBezTo>
                    <a:pt x="280130" y="284725"/>
                    <a:pt x="272880" y="274051"/>
                    <a:pt x="262971" y="268064"/>
                  </a:cubicBezTo>
                  <a:cubicBezTo>
                    <a:pt x="260636" y="267134"/>
                    <a:pt x="257631" y="266798"/>
                    <a:pt x="255125" y="266747"/>
                  </a:cubicBezTo>
                  <a:close/>
                </a:path>
              </a:pathLst>
            </a:custGeom>
            <a:grpFill/>
            <a:ln w="15875" cap="flat">
              <a:solidFill>
                <a:srgbClr val="1F3A5F"/>
              </a:solidFill>
              <a:prstDash val="solid"/>
              <a:miter/>
              <a:extLst>
                <a:ext uri="{C807C97D-BFC1-408E-A445-0C87EB9F89A2}">
                  <ask:lineSketchStyleProps xmlns:ask="http://schemas.microsoft.com/office/drawing/2018/sketchyshapes" sd="2762905749">
                    <a:custGeom>
                      <a:avLst/>
                      <a:gdLst>
                        <a:gd name="connsiteX0" fmla="*/ 255125 w 278931"/>
                        <a:gd name="connsiteY0" fmla="*/ 266747 h 419175"/>
                        <a:gd name="connsiteX1" fmla="*/ 246076 w 278931"/>
                        <a:gd name="connsiteY1" fmla="*/ 268557 h 419175"/>
                        <a:gd name="connsiteX2" fmla="*/ 178925 w 278931"/>
                        <a:gd name="connsiteY2" fmla="*/ 201177 h 419175"/>
                        <a:gd name="connsiteX3" fmla="*/ 178925 w 278931"/>
                        <a:gd name="connsiteY3" fmla="*/ 90592 h 419175"/>
                        <a:gd name="connsiteX4" fmla="*/ 236075 w 278931"/>
                        <a:gd name="connsiteY4" fmla="*/ 90592 h 419175"/>
                        <a:gd name="connsiteX5" fmla="*/ 236075 w 278931"/>
                        <a:gd name="connsiteY5" fmla="*/ 135359 h 419175"/>
                        <a:gd name="connsiteX6" fmla="*/ 223775 w 278931"/>
                        <a:gd name="connsiteY6" fmla="*/ 166709 h 419175"/>
                        <a:gd name="connsiteX7" fmla="*/ 255125 w 278931"/>
                        <a:gd name="connsiteY7" fmla="*/ 179009 h 419175"/>
                        <a:gd name="connsiteX8" fmla="*/ 267425 w 278931"/>
                        <a:gd name="connsiteY8" fmla="*/ 147659 h 419175"/>
                        <a:gd name="connsiteX9" fmla="*/ 255125 w 278931"/>
                        <a:gd name="connsiteY9" fmla="*/ 135359 h 419175"/>
                        <a:gd name="connsiteX10" fmla="*/ 255125 w 278931"/>
                        <a:gd name="connsiteY10" fmla="*/ 71532 h 419175"/>
                        <a:gd name="connsiteX11" fmla="*/ 178925 w 278931"/>
                        <a:gd name="connsiteY11" fmla="*/ 71532 h 419175"/>
                        <a:gd name="connsiteX12" fmla="*/ 178925 w 278931"/>
                        <a:gd name="connsiteY12" fmla="*/ 45643 h 419175"/>
                        <a:gd name="connsiteX13" fmla="*/ 191224 w 278931"/>
                        <a:gd name="connsiteY13" fmla="*/ 14294 h 419175"/>
                        <a:gd name="connsiteX14" fmla="*/ 159875 w 278931"/>
                        <a:gd name="connsiteY14" fmla="*/ 1994 h 419175"/>
                        <a:gd name="connsiteX15" fmla="*/ 147575 w 278931"/>
                        <a:gd name="connsiteY15" fmla="*/ 33344 h 419175"/>
                        <a:gd name="connsiteX16" fmla="*/ 159875 w 278931"/>
                        <a:gd name="connsiteY16" fmla="*/ 45643 h 419175"/>
                        <a:gd name="connsiteX17" fmla="*/ 159875 w 278931"/>
                        <a:gd name="connsiteY17" fmla="*/ 208711 h 419175"/>
                        <a:gd name="connsiteX18" fmla="*/ 191307 w 278931"/>
                        <a:gd name="connsiteY18" fmla="*/ 241182 h 419175"/>
                        <a:gd name="connsiteX19" fmla="*/ 140825 w 278931"/>
                        <a:gd name="connsiteY19" fmla="*/ 291665 h 419175"/>
                        <a:gd name="connsiteX20" fmla="*/ 140825 w 278931"/>
                        <a:gd name="connsiteY20" fmla="*/ 338280 h 419175"/>
                        <a:gd name="connsiteX21" fmla="*/ 83380 w 278931"/>
                        <a:gd name="connsiteY21" fmla="*/ 338280 h 419175"/>
                        <a:gd name="connsiteX22" fmla="*/ 46651 w 278931"/>
                        <a:gd name="connsiteY22" fmla="*/ 295141 h 419175"/>
                        <a:gd name="connsiteX23" fmla="*/ 34873 w 278931"/>
                        <a:gd name="connsiteY23" fmla="*/ 262588 h 419175"/>
                        <a:gd name="connsiteX24" fmla="*/ 2319 w 278931"/>
                        <a:gd name="connsiteY24" fmla="*/ 274365 h 419175"/>
                        <a:gd name="connsiteX25" fmla="*/ 14098 w 278931"/>
                        <a:gd name="connsiteY25" fmla="*/ 306920 h 419175"/>
                        <a:gd name="connsiteX26" fmla="*/ 32068 w 278931"/>
                        <a:gd name="connsiteY26" fmla="*/ 308028 h 419175"/>
                        <a:gd name="connsiteX27" fmla="*/ 74455 w 278931"/>
                        <a:gd name="connsiteY27" fmla="*/ 357339 h 419175"/>
                        <a:gd name="connsiteX28" fmla="*/ 140825 w 278931"/>
                        <a:gd name="connsiteY28" fmla="*/ 357339 h 419175"/>
                        <a:gd name="connsiteX29" fmla="*/ 140825 w 278931"/>
                        <a:gd name="connsiteY29" fmla="*/ 373532 h 419175"/>
                        <a:gd name="connsiteX30" fmla="*/ 128525 w 278931"/>
                        <a:gd name="connsiteY30" fmla="*/ 404882 h 419175"/>
                        <a:gd name="connsiteX31" fmla="*/ 159875 w 278931"/>
                        <a:gd name="connsiteY31" fmla="*/ 417181 h 419175"/>
                        <a:gd name="connsiteX32" fmla="*/ 172174 w 278931"/>
                        <a:gd name="connsiteY32" fmla="*/ 385832 h 419175"/>
                        <a:gd name="connsiteX33" fmla="*/ 159875 w 278931"/>
                        <a:gd name="connsiteY33" fmla="*/ 373532 h 419175"/>
                        <a:gd name="connsiteX34" fmla="*/ 159875 w 278931"/>
                        <a:gd name="connsiteY34" fmla="*/ 299180 h 419175"/>
                        <a:gd name="connsiteX35" fmla="*/ 204642 w 278931"/>
                        <a:gd name="connsiteY35" fmla="*/ 254412 h 419175"/>
                        <a:gd name="connsiteX36" fmla="*/ 232732 w 278931"/>
                        <a:gd name="connsiteY36" fmla="*/ 282701 h 419175"/>
                        <a:gd name="connsiteX37" fmla="*/ 247369 w 278931"/>
                        <a:gd name="connsiteY37" fmla="*/ 312941 h 419175"/>
                        <a:gd name="connsiteX38" fmla="*/ 277608 w 278931"/>
                        <a:gd name="connsiteY38" fmla="*/ 298303 h 419175"/>
                        <a:gd name="connsiteX39" fmla="*/ 262971 w 278931"/>
                        <a:gd name="connsiteY39" fmla="*/ 268064 h 419175"/>
                        <a:gd name="connsiteX40" fmla="*/ 255125 w 278931"/>
                        <a:gd name="connsiteY40" fmla="*/ 266747 h 41917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  <a:cxn ang="0">
                          <a:pos x="connsiteX21" y="connsiteY21"/>
                        </a:cxn>
                        <a:cxn ang="0">
                          <a:pos x="connsiteX22" y="connsiteY22"/>
                        </a:cxn>
                        <a:cxn ang="0">
                          <a:pos x="connsiteX23" y="connsiteY23"/>
                        </a:cxn>
                        <a:cxn ang="0">
                          <a:pos x="connsiteX24" y="connsiteY24"/>
                        </a:cxn>
                        <a:cxn ang="0">
                          <a:pos x="connsiteX25" y="connsiteY25"/>
                        </a:cxn>
                        <a:cxn ang="0">
                          <a:pos x="connsiteX26" y="connsiteY26"/>
                        </a:cxn>
                        <a:cxn ang="0">
                          <a:pos x="connsiteX27" y="connsiteY27"/>
                        </a:cxn>
                        <a:cxn ang="0">
                          <a:pos x="connsiteX28" y="connsiteY28"/>
                        </a:cxn>
                        <a:cxn ang="0">
                          <a:pos x="connsiteX29" y="connsiteY29"/>
                        </a:cxn>
                        <a:cxn ang="0">
                          <a:pos x="connsiteX30" y="connsiteY30"/>
                        </a:cxn>
                        <a:cxn ang="0">
                          <a:pos x="connsiteX31" y="connsiteY31"/>
                        </a:cxn>
                        <a:cxn ang="0">
                          <a:pos x="connsiteX32" y="connsiteY32"/>
                        </a:cxn>
                        <a:cxn ang="0">
                          <a:pos x="connsiteX33" y="connsiteY33"/>
                        </a:cxn>
                        <a:cxn ang="0">
                          <a:pos x="connsiteX34" y="connsiteY34"/>
                        </a:cxn>
                        <a:cxn ang="0">
                          <a:pos x="connsiteX35" y="connsiteY35"/>
                        </a:cxn>
                        <a:cxn ang="0">
                          <a:pos x="connsiteX36" y="connsiteY36"/>
                        </a:cxn>
                        <a:cxn ang="0">
                          <a:pos x="connsiteX37" y="connsiteY37"/>
                        </a:cxn>
                        <a:cxn ang="0">
                          <a:pos x="connsiteX38" y="connsiteY38"/>
                        </a:cxn>
                        <a:cxn ang="0">
                          <a:pos x="connsiteX39" y="connsiteY39"/>
                        </a:cxn>
                        <a:cxn ang="0">
                          <a:pos x="connsiteX40" y="connsiteY40"/>
                        </a:cxn>
                      </a:cxnLst>
                      <a:rect l="l" t="t" r="r" b="b"/>
                      <a:pathLst>
                        <a:path w="278931" h="419175">
                          <a:moveTo>
                            <a:pt x="255125" y="266747"/>
                          </a:moveTo>
                          <a:cubicBezTo>
                            <a:pt x="252019" y="266750"/>
                            <a:pt x="248944" y="267365"/>
                            <a:pt x="246076" y="268557"/>
                          </a:cubicBezTo>
                          <a:lnTo>
                            <a:pt x="178925" y="201177"/>
                          </a:lnTo>
                          <a:lnTo>
                            <a:pt x="178925" y="90592"/>
                          </a:lnTo>
                          <a:lnTo>
                            <a:pt x="236075" y="90592"/>
                          </a:lnTo>
                          <a:lnTo>
                            <a:pt x="236075" y="135359"/>
                          </a:lnTo>
                          <a:cubicBezTo>
                            <a:pt x="224022" y="140620"/>
                            <a:pt x="218515" y="154655"/>
                            <a:pt x="223775" y="166709"/>
                          </a:cubicBezTo>
                          <a:cubicBezTo>
                            <a:pt x="229036" y="178762"/>
                            <a:pt x="243072" y="184269"/>
                            <a:pt x="255125" y="179009"/>
                          </a:cubicBezTo>
                          <a:cubicBezTo>
                            <a:pt x="267178" y="173748"/>
                            <a:pt x="272685" y="159712"/>
                            <a:pt x="267425" y="147659"/>
                          </a:cubicBezTo>
                          <a:cubicBezTo>
                            <a:pt x="265022" y="142154"/>
                            <a:pt x="260629" y="137761"/>
                            <a:pt x="255125" y="135359"/>
                          </a:cubicBezTo>
                          <a:lnTo>
                            <a:pt x="255125" y="71532"/>
                          </a:lnTo>
                          <a:lnTo>
                            <a:pt x="178925" y="71532"/>
                          </a:lnTo>
                          <a:lnTo>
                            <a:pt x="178925" y="45643"/>
                          </a:lnTo>
                          <a:cubicBezTo>
                            <a:pt x="190978" y="40383"/>
                            <a:pt x="196485" y="26348"/>
                            <a:pt x="191224" y="14294"/>
                          </a:cubicBezTo>
                          <a:cubicBezTo>
                            <a:pt x="185964" y="2241"/>
                            <a:pt x="171928" y="-3267"/>
                            <a:pt x="159875" y="1994"/>
                          </a:cubicBezTo>
                          <a:cubicBezTo>
                            <a:pt x="147822" y="7255"/>
                            <a:pt x="142315" y="21291"/>
                            <a:pt x="147575" y="33344"/>
                          </a:cubicBezTo>
                          <a:cubicBezTo>
                            <a:pt x="149977" y="38848"/>
                            <a:pt x="154370" y="43241"/>
                            <a:pt x="159875" y="45643"/>
                          </a:cubicBezTo>
                          <a:lnTo>
                            <a:pt x="159875" y="208711"/>
                          </a:lnTo>
                          <a:lnTo>
                            <a:pt x="191307" y="241182"/>
                          </a:lnTo>
                          <a:lnTo>
                            <a:pt x="140825" y="291665"/>
                          </a:lnTo>
                          <a:lnTo>
                            <a:pt x="140825" y="338280"/>
                          </a:lnTo>
                          <a:lnTo>
                            <a:pt x="83380" y="338280"/>
                          </a:lnTo>
                          <a:lnTo>
                            <a:pt x="46651" y="295141"/>
                          </a:lnTo>
                          <a:cubicBezTo>
                            <a:pt x="52388" y="282900"/>
                            <a:pt x="47115" y="268324"/>
                            <a:pt x="34873" y="262588"/>
                          </a:cubicBezTo>
                          <a:cubicBezTo>
                            <a:pt x="22631" y="256851"/>
                            <a:pt x="8056" y="262124"/>
                            <a:pt x="2319" y="274365"/>
                          </a:cubicBezTo>
                          <a:cubicBezTo>
                            <a:pt x="-3418" y="286608"/>
                            <a:pt x="1856" y="301182"/>
                            <a:pt x="14098" y="306920"/>
                          </a:cubicBezTo>
                          <a:cubicBezTo>
                            <a:pt x="19730" y="309558"/>
                            <a:pt x="26154" y="309955"/>
                            <a:pt x="32068" y="308028"/>
                          </a:cubicBezTo>
                          <a:lnTo>
                            <a:pt x="74455" y="357339"/>
                          </a:lnTo>
                          <a:lnTo>
                            <a:pt x="140825" y="357339"/>
                          </a:lnTo>
                          <a:lnTo>
                            <a:pt x="140825" y="373532"/>
                          </a:lnTo>
                          <a:cubicBezTo>
                            <a:pt x="128772" y="378793"/>
                            <a:pt x="123265" y="392828"/>
                            <a:pt x="128525" y="404882"/>
                          </a:cubicBezTo>
                          <a:cubicBezTo>
                            <a:pt x="133786" y="416934"/>
                            <a:pt x="147822" y="422442"/>
                            <a:pt x="159875" y="417181"/>
                          </a:cubicBezTo>
                          <a:cubicBezTo>
                            <a:pt x="171928" y="411920"/>
                            <a:pt x="177435" y="397884"/>
                            <a:pt x="172174" y="385832"/>
                          </a:cubicBezTo>
                          <a:cubicBezTo>
                            <a:pt x="169772" y="380327"/>
                            <a:pt x="165379" y="375934"/>
                            <a:pt x="159875" y="373532"/>
                          </a:cubicBezTo>
                          <a:lnTo>
                            <a:pt x="159875" y="299180"/>
                          </a:lnTo>
                          <a:lnTo>
                            <a:pt x="204642" y="254412"/>
                          </a:lnTo>
                          <a:lnTo>
                            <a:pt x="232732" y="282701"/>
                          </a:lnTo>
                          <a:cubicBezTo>
                            <a:pt x="228423" y="295094"/>
                            <a:pt x="234977" y="308632"/>
                            <a:pt x="247369" y="312941"/>
                          </a:cubicBezTo>
                          <a:cubicBezTo>
                            <a:pt x="259761" y="317249"/>
                            <a:pt x="273300" y="310695"/>
                            <a:pt x="277608" y="298303"/>
                          </a:cubicBezTo>
                          <a:cubicBezTo>
                            <a:pt x="281916" y="285911"/>
                            <a:pt x="275363" y="272373"/>
                            <a:pt x="262971" y="268064"/>
                          </a:cubicBezTo>
                          <a:cubicBezTo>
                            <a:pt x="260447" y="267187"/>
                            <a:pt x="257796" y="266742"/>
                            <a:pt x="255125" y="266747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3" name="Model label"/>
          <p:cNvSpPr txBox="1"/>
          <p:nvPr/>
        </p:nvSpPr>
        <p:spPr>
          <a:xfrm>
            <a:off x="8627864" y="5164153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Azure</a:t>
            </a:r>
          </a:p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gpt-4.1</a:t>
            </a:r>
          </a:p>
        </p:txBody>
      </p:sp>
      <p:sp>
        <p:nvSpPr>
          <p:cNvPr id="134" name="Same prompt"/>
          <p:cNvSpPr txBox="1"/>
          <p:nvPr/>
        </p:nvSpPr>
        <p:spPr>
          <a:xfrm>
            <a:off x="7726680" y="385876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Ink Free" panose="03080402000500000000" pitchFamily="66" charset="0"/>
              </a:rPr>
              <a:t>same prompt</a:t>
            </a:r>
          </a:p>
        </p:txBody>
      </p:sp>
      <p:sp>
        <p:nvSpPr>
          <p:cNvPr id="135" name="Reply 2"/>
          <p:cNvSpPr txBox="1"/>
          <p:nvPr/>
        </p:nvSpPr>
        <p:spPr>
          <a:xfrm>
            <a:off x="7315200" y="470916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"mixed"</a:t>
            </a:r>
            <a:r>
              <a:rPr lang="en-US" sz="1200" dirty="0">
                <a:solidFill>
                  <a:srgbClr val="2E7D3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✓</a:t>
            </a:r>
          </a:p>
        </p:txBody>
      </p:sp>
      <p:cxnSp>
        <p:nvCxnSpPr>
          <p:cNvPr id="136" name="Labels-App"/>
          <p:cNvCxnSpPr/>
          <p:nvPr/>
        </p:nvCxnSpPr>
        <p:spPr>
          <a:xfrm flipV="1">
            <a:off x="2624328" y="4611021"/>
            <a:ext cx="2162870" cy="783939"/>
          </a:xfrm>
          <a:prstGeom prst="straightConnector1">
            <a:avLst/>
          </a:prstGeom>
          <a:ln w="28575">
            <a:solidFill>
              <a:srgbClr val="000000"/>
            </a:solidFill>
            <a:tailEnd type="triangle"/>
          </a:ln>
        </p:spPr>
      </p:cxnSp>
      <p:grpSp>
        <p:nvGrpSpPr>
          <p:cNvPr id="138" name="Hand labels"/>
          <p:cNvGrpSpPr/>
          <p:nvPr/>
        </p:nvGrpSpPr>
        <p:grpSpPr>
          <a:xfrm>
            <a:off x="1874520" y="5074920"/>
            <a:ext cx="640080" cy="640080"/>
            <a:chOff x="0" y="0"/>
            <a:chExt cx="640080" cy="640080"/>
          </a:xfrm>
        </p:grpSpPr>
        <p:sp>
          <p:nvSpPr>
            <p:cNvPr id="139" name="Hand labels backing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000" y="20000"/>
                  </a:moveTo>
                  <a:cubicBezTo>
                    <a:pt x="8000" y="38667"/>
                    <a:pt x="8000" y="57333"/>
                    <a:pt x="8000" y="76000"/>
                  </a:cubicBezTo>
                  <a:cubicBezTo>
                    <a:pt x="34667" y="76000"/>
                    <a:pt x="61333" y="76000"/>
                    <a:pt x="88000" y="76000"/>
                  </a:cubicBezTo>
                  <a:cubicBezTo>
                    <a:pt x="88000" y="57333"/>
                    <a:pt x="88000" y="38667"/>
                    <a:pt x="88000" y="20000"/>
                  </a:cubicBezTo>
                  <a:cubicBezTo>
                    <a:pt x="61333" y="20000"/>
                    <a:pt x="34667" y="20000"/>
                    <a:pt x="8000" y="20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Hand labels 1"/>
            <p:cNvSpPr/>
            <p:nvPr/>
          </p:nvSpPr>
          <p:spPr>
            <a:xfrm>
              <a:off x="0" y="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96000" h="96000">
                  <a:moveTo>
                    <a:pt x="82000" y="38000"/>
                  </a:moveTo>
                  <a:cubicBezTo>
                    <a:pt x="75333" y="37991"/>
                    <a:pt x="68667" y="38586"/>
                    <a:pt x="62000" y="38000"/>
                  </a:cubicBezTo>
                  <a:cubicBezTo>
                    <a:pt x="61861" y="34000"/>
                    <a:pt x="61428" y="30000"/>
                    <a:pt x="62000" y="26000"/>
                  </a:cubicBezTo>
                  <a:cubicBezTo>
                    <a:pt x="68667" y="26290"/>
                    <a:pt x="75333" y="26630"/>
                    <a:pt x="82000" y="26000"/>
                  </a:cubicBezTo>
                  <a:cubicBezTo>
                    <a:pt x="81765" y="30000"/>
                    <a:pt x="81954" y="34000"/>
                    <a:pt x="82000" y="38000"/>
                  </a:cubicBezTo>
                  <a:close/>
                  <a:moveTo>
                    <a:pt x="82000" y="54000"/>
                  </a:moveTo>
                  <a:cubicBezTo>
                    <a:pt x="75333" y="53290"/>
                    <a:pt x="68667" y="53079"/>
                    <a:pt x="62000" y="54000"/>
                  </a:cubicBezTo>
                  <a:cubicBezTo>
                    <a:pt x="61478" y="50000"/>
                    <a:pt x="61463" y="46000"/>
                    <a:pt x="62000" y="42000"/>
                  </a:cubicBezTo>
                  <a:cubicBezTo>
                    <a:pt x="68667" y="41921"/>
                    <a:pt x="75333" y="41303"/>
                    <a:pt x="82000" y="42000"/>
                  </a:cubicBezTo>
                  <a:cubicBezTo>
                    <a:pt x="81653" y="46000"/>
                    <a:pt x="82457" y="50000"/>
                    <a:pt x="82000" y="54000"/>
                  </a:cubicBezTo>
                  <a:close/>
                  <a:moveTo>
                    <a:pt x="82000" y="70000"/>
                  </a:moveTo>
                  <a:cubicBezTo>
                    <a:pt x="75333" y="70948"/>
                    <a:pt x="68667" y="70816"/>
                    <a:pt x="62000" y="70000"/>
                  </a:cubicBezTo>
                  <a:cubicBezTo>
                    <a:pt x="62274" y="66000"/>
                    <a:pt x="61489" y="62000"/>
                    <a:pt x="62000" y="58000"/>
                  </a:cubicBezTo>
                  <a:cubicBezTo>
                    <a:pt x="68667" y="58617"/>
                    <a:pt x="75333" y="57392"/>
                    <a:pt x="82000" y="58000"/>
                  </a:cubicBezTo>
                  <a:cubicBezTo>
                    <a:pt x="82631" y="62000"/>
                    <a:pt x="82213" y="66000"/>
                    <a:pt x="82000" y="70000"/>
                  </a:cubicBezTo>
                  <a:close/>
                  <a:moveTo>
                    <a:pt x="38000" y="70000"/>
                  </a:moveTo>
                  <a:cubicBezTo>
                    <a:pt x="38111" y="66000"/>
                    <a:pt x="38315" y="62000"/>
                    <a:pt x="38000" y="58000"/>
                  </a:cubicBezTo>
                  <a:cubicBezTo>
                    <a:pt x="44667" y="58722"/>
                    <a:pt x="51333" y="57185"/>
                    <a:pt x="58000" y="58000"/>
                  </a:cubicBezTo>
                  <a:cubicBezTo>
                    <a:pt x="58292" y="62000"/>
                    <a:pt x="57539" y="66000"/>
                    <a:pt x="58000" y="70000"/>
                  </a:cubicBezTo>
                  <a:cubicBezTo>
                    <a:pt x="51333" y="71098"/>
                    <a:pt x="44667" y="70483"/>
                    <a:pt x="38000" y="70000"/>
                  </a:cubicBezTo>
                  <a:close/>
                  <a:moveTo>
                    <a:pt x="14000" y="70000"/>
                  </a:moveTo>
                  <a:cubicBezTo>
                    <a:pt x="13466" y="66000"/>
                    <a:pt x="13499" y="62000"/>
                    <a:pt x="14000" y="58000"/>
                  </a:cubicBezTo>
                  <a:cubicBezTo>
                    <a:pt x="20667" y="58445"/>
                    <a:pt x="27333" y="58549"/>
                    <a:pt x="34000" y="58000"/>
                  </a:cubicBezTo>
                  <a:cubicBezTo>
                    <a:pt x="33940" y="62000"/>
                    <a:pt x="33359" y="66000"/>
                    <a:pt x="34000" y="70000"/>
                  </a:cubicBezTo>
                  <a:cubicBezTo>
                    <a:pt x="27333" y="71026"/>
                    <a:pt x="20667" y="69075"/>
                    <a:pt x="14000" y="70000"/>
                  </a:cubicBezTo>
                  <a:close/>
                  <a:moveTo>
                    <a:pt x="14000" y="42000"/>
                  </a:moveTo>
                  <a:cubicBezTo>
                    <a:pt x="20667" y="40922"/>
                    <a:pt x="27333" y="41171"/>
                    <a:pt x="34000" y="42000"/>
                  </a:cubicBezTo>
                  <a:cubicBezTo>
                    <a:pt x="34078" y="46000"/>
                    <a:pt x="34148" y="50000"/>
                    <a:pt x="34000" y="54000"/>
                  </a:cubicBezTo>
                  <a:cubicBezTo>
                    <a:pt x="27333" y="53205"/>
                    <a:pt x="20667" y="54419"/>
                    <a:pt x="14000" y="54000"/>
                  </a:cubicBezTo>
                  <a:cubicBezTo>
                    <a:pt x="13721" y="50000"/>
                    <a:pt x="14075" y="46000"/>
                    <a:pt x="14000" y="42000"/>
                  </a:cubicBezTo>
                  <a:close/>
                  <a:moveTo>
                    <a:pt x="14000" y="26000"/>
                  </a:moveTo>
                  <a:cubicBezTo>
                    <a:pt x="20667" y="27069"/>
                    <a:pt x="27333" y="25017"/>
                    <a:pt x="34000" y="26000"/>
                  </a:cubicBezTo>
                  <a:cubicBezTo>
                    <a:pt x="34532" y="30000"/>
                    <a:pt x="33802" y="34000"/>
                    <a:pt x="34000" y="38000"/>
                  </a:cubicBezTo>
                  <a:cubicBezTo>
                    <a:pt x="27333" y="37180"/>
                    <a:pt x="20667" y="36866"/>
                    <a:pt x="14000" y="38000"/>
                  </a:cubicBezTo>
                  <a:cubicBezTo>
                    <a:pt x="13551" y="34000"/>
                    <a:pt x="13303" y="30000"/>
                    <a:pt x="14000" y="26000"/>
                  </a:cubicBezTo>
                  <a:close/>
                  <a:moveTo>
                    <a:pt x="58000" y="42000"/>
                  </a:moveTo>
                  <a:cubicBezTo>
                    <a:pt x="58231" y="46000"/>
                    <a:pt x="57661" y="50000"/>
                    <a:pt x="58000" y="54000"/>
                  </a:cubicBezTo>
                  <a:cubicBezTo>
                    <a:pt x="51333" y="53062"/>
                    <a:pt x="44667" y="54777"/>
                    <a:pt x="38000" y="54000"/>
                  </a:cubicBezTo>
                  <a:cubicBezTo>
                    <a:pt x="37611" y="50000"/>
                    <a:pt x="38552" y="46000"/>
                    <a:pt x="38000" y="42000"/>
                  </a:cubicBezTo>
                  <a:cubicBezTo>
                    <a:pt x="44667" y="41715"/>
                    <a:pt x="51333" y="40898"/>
                    <a:pt x="58000" y="42000"/>
                  </a:cubicBezTo>
                  <a:close/>
                  <a:moveTo>
                    <a:pt x="58000" y="26000"/>
                  </a:moveTo>
                  <a:cubicBezTo>
                    <a:pt x="57857" y="30000"/>
                    <a:pt x="57887" y="34000"/>
                    <a:pt x="58000" y="38000"/>
                  </a:cubicBezTo>
                  <a:cubicBezTo>
                    <a:pt x="51333" y="38409"/>
                    <a:pt x="44667" y="38584"/>
                    <a:pt x="38000" y="38000"/>
                  </a:cubicBezTo>
                  <a:cubicBezTo>
                    <a:pt x="37502" y="34000"/>
                    <a:pt x="38148" y="30000"/>
                    <a:pt x="38000" y="26000"/>
                  </a:cubicBezTo>
                  <a:cubicBezTo>
                    <a:pt x="44667" y="27027"/>
                    <a:pt x="51333" y="26692"/>
                    <a:pt x="58000" y="26000"/>
                  </a:cubicBezTo>
                  <a:close/>
                  <a:moveTo>
                    <a:pt x="8000" y="20000"/>
                  </a:moveTo>
                  <a:cubicBezTo>
                    <a:pt x="7337" y="26222"/>
                    <a:pt x="7569" y="32444"/>
                    <a:pt x="8000" y="38667"/>
                  </a:cubicBezTo>
                  <a:cubicBezTo>
                    <a:pt x="9016" y="44889"/>
                    <a:pt x="7362" y="51111"/>
                    <a:pt x="8000" y="57333"/>
                  </a:cubicBezTo>
                  <a:cubicBezTo>
                    <a:pt x="8440" y="63556"/>
                    <a:pt x="7292" y="69778"/>
                    <a:pt x="8000" y="76000"/>
                  </a:cubicBezTo>
                  <a:cubicBezTo>
                    <a:pt x="14667" y="75280"/>
                    <a:pt x="21333" y="76179"/>
                    <a:pt x="28000" y="76000"/>
                  </a:cubicBezTo>
                  <a:cubicBezTo>
                    <a:pt x="34667" y="76608"/>
                    <a:pt x="41333" y="76935"/>
                    <a:pt x="48000" y="76000"/>
                  </a:cubicBezTo>
                  <a:cubicBezTo>
                    <a:pt x="54667" y="75803"/>
                    <a:pt x="61333" y="75678"/>
                    <a:pt x="68000" y="76000"/>
                  </a:cubicBezTo>
                  <a:cubicBezTo>
                    <a:pt x="74667" y="76763"/>
                    <a:pt x="81333" y="77094"/>
                    <a:pt x="88000" y="76000"/>
                  </a:cubicBezTo>
                  <a:cubicBezTo>
                    <a:pt x="88504" y="69778"/>
                    <a:pt x="88381" y="63556"/>
                    <a:pt x="88000" y="57333"/>
                  </a:cubicBezTo>
                  <a:cubicBezTo>
                    <a:pt x="88233" y="51111"/>
                    <a:pt x="87469" y="44889"/>
                    <a:pt x="88000" y="38667"/>
                  </a:cubicBezTo>
                  <a:cubicBezTo>
                    <a:pt x="88572" y="32444"/>
                    <a:pt x="88256" y="26222"/>
                    <a:pt x="88000" y="20000"/>
                  </a:cubicBezTo>
                  <a:cubicBezTo>
                    <a:pt x="81333" y="20928"/>
                    <a:pt x="74667" y="21020"/>
                    <a:pt x="68000" y="20000"/>
                  </a:cubicBezTo>
                  <a:cubicBezTo>
                    <a:pt x="61333" y="19735"/>
                    <a:pt x="54667" y="19382"/>
                    <a:pt x="48000" y="20000"/>
                  </a:cubicBezTo>
                  <a:cubicBezTo>
                    <a:pt x="41333" y="19190"/>
                    <a:pt x="34667" y="19056"/>
                    <a:pt x="28000" y="20000"/>
                  </a:cubicBezTo>
                  <a:cubicBezTo>
                    <a:pt x="21333" y="20390"/>
                    <a:pt x="14667" y="20054"/>
                    <a:pt x="8000" y="20000"/>
                  </a:cubicBezTo>
                  <a:close/>
                </a:path>
              </a:pathLst>
            </a:custGeom>
            <a:noFill/>
            <a:ln w="19050" cap="rnd">
              <a:solidFill>
                <a:srgbClr val="1F3A5F"/>
              </a:solidFill>
              <a:round/>
              <a:extLst>
                <a:ext uri="{C807C97D-BFC1-408E-A445-0C87EB9F89A2}">
                  <ask:lineSketchStyleProps xmlns:ask="http://schemas.microsoft.com/office/drawing/2018/sketchyshapes" sd="8626"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6000" h="96000">
                          <a:moveTo>
                            <a:pt x="82000" y="38000"/>
                          </a:moveTo>
                          <a:cubicBezTo>
                            <a:pt x="75333" y="37991"/>
                            <a:pt x="68667" y="38586"/>
                            <a:pt x="62000" y="38000"/>
                          </a:cubicBezTo>
                          <a:cubicBezTo>
                            <a:pt x="61861" y="34000"/>
                            <a:pt x="61428" y="30000"/>
                            <a:pt x="62000" y="26000"/>
                          </a:cubicBezTo>
                          <a:cubicBezTo>
                            <a:pt x="68667" y="26290"/>
                            <a:pt x="75333" y="26630"/>
                            <a:pt x="82000" y="26000"/>
                          </a:cubicBezTo>
                          <a:cubicBezTo>
                            <a:pt x="81765" y="30000"/>
                            <a:pt x="81954" y="34000"/>
                            <a:pt x="82000" y="38000"/>
                          </a:cubicBezTo>
                          <a:close/>
                          <a:moveTo>
                            <a:pt x="82000" y="54000"/>
                          </a:moveTo>
                          <a:cubicBezTo>
                            <a:pt x="75333" y="53290"/>
                            <a:pt x="68667" y="53079"/>
                            <a:pt x="62000" y="54000"/>
                          </a:cubicBezTo>
                          <a:cubicBezTo>
                            <a:pt x="61478" y="50000"/>
                            <a:pt x="61463" y="46000"/>
                            <a:pt x="62000" y="42000"/>
                          </a:cubicBezTo>
                          <a:cubicBezTo>
                            <a:pt x="68667" y="41921"/>
                            <a:pt x="75333" y="41303"/>
                            <a:pt x="82000" y="42000"/>
                          </a:cubicBezTo>
                          <a:cubicBezTo>
                            <a:pt x="81653" y="46000"/>
                            <a:pt x="82457" y="50000"/>
                            <a:pt x="82000" y="54000"/>
                          </a:cubicBezTo>
                          <a:close/>
                          <a:moveTo>
                            <a:pt x="82000" y="70000"/>
                          </a:moveTo>
                          <a:cubicBezTo>
                            <a:pt x="75333" y="70948"/>
                            <a:pt x="68667" y="70816"/>
                            <a:pt x="62000" y="70000"/>
                          </a:cubicBezTo>
                          <a:cubicBezTo>
                            <a:pt x="62274" y="66000"/>
                            <a:pt x="61489" y="62000"/>
                            <a:pt x="62000" y="58000"/>
                          </a:cubicBezTo>
                          <a:cubicBezTo>
                            <a:pt x="68667" y="58617"/>
                            <a:pt x="75333" y="57392"/>
                            <a:pt x="82000" y="58000"/>
                          </a:cubicBezTo>
                          <a:cubicBezTo>
                            <a:pt x="82631" y="62000"/>
                            <a:pt x="82213" y="66000"/>
                            <a:pt x="82000" y="70000"/>
                          </a:cubicBezTo>
                          <a:close/>
                          <a:moveTo>
                            <a:pt x="38000" y="70000"/>
                          </a:moveTo>
                          <a:cubicBezTo>
                            <a:pt x="38111" y="66000"/>
                            <a:pt x="38315" y="62000"/>
                            <a:pt x="38000" y="58000"/>
                          </a:cubicBezTo>
                          <a:cubicBezTo>
                            <a:pt x="44667" y="58722"/>
                            <a:pt x="51333" y="57185"/>
                            <a:pt x="58000" y="58000"/>
                          </a:cubicBezTo>
                          <a:cubicBezTo>
                            <a:pt x="58292" y="62000"/>
                            <a:pt x="57539" y="66000"/>
                            <a:pt x="58000" y="70000"/>
                          </a:cubicBezTo>
                          <a:cubicBezTo>
                            <a:pt x="51333" y="71098"/>
                            <a:pt x="44667" y="70483"/>
                            <a:pt x="38000" y="70000"/>
                          </a:cubicBezTo>
                          <a:close/>
                          <a:moveTo>
                            <a:pt x="14000" y="70000"/>
                          </a:moveTo>
                          <a:cubicBezTo>
                            <a:pt x="13466" y="66000"/>
                            <a:pt x="13499" y="62000"/>
                            <a:pt x="14000" y="58000"/>
                          </a:cubicBezTo>
                          <a:cubicBezTo>
                            <a:pt x="20667" y="58445"/>
                            <a:pt x="27333" y="58549"/>
                            <a:pt x="34000" y="58000"/>
                          </a:cubicBezTo>
                          <a:cubicBezTo>
                            <a:pt x="33940" y="62000"/>
                            <a:pt x="33359" y="66000"/>
                            <a:pt x="34000" y="70000"/>
                          </a:cubicBezTo>
                          <a:cubicBezTo>
                            <a:pt x="27333" y="71026"/>
                            <a:pt x="20667" y="69075"/>
                            <a:pt x="14000" y="70000"/>
                          </a:cubicBezTo>
                          <a:close/>
                          <a:moveTo>
                            <a:pt x="14000" y="42000"/>
                          </a:moveTo>
                          <a:cubicBezTo>
                            <a:pt x="20667" y="40922"/>
                            <a:pt x="27333" y="41171"/>
                            <a:pt x="34000" y="42000"/>
                          </a:cubicBezTo>
                          <a:cubicBezTo>
                            <a:pt x="34078" y="46000"/>
                            <a:pt x="34148" y="50000"/>
                            <a:pt x="34000" y="54000"/>
                          </a:cubicBezTo>
                          <a:cubicBezTo>
                            <a:pt x="27333" y="53205"/>
                            <a:pt x="20667" y="54419"/>
                            <a:pt x="14000" y="54000"/>
                          </a:cubicBezTo>
                          <a:cubicBezTo>
                            <a:pt x="13721" y="50000"/>
                            <a:pt x="14075" y="46000"/>
                            <a:pt x="14000" y="42000"/>
                          </a:cubicBezTo>
                          <a:close/>
                          <a:moveTo>
                            <a:pt x="14000" y="26000"/>
                          </a:moveTo>
                          <a:cubicBezTo>
                            <a:pt x="20667" y="27069"/>
                            <a:pt x="27333" y="25017"/>
                            <a:pt x="34000" y="26000"/>
                          </a:cubicBezTo>
                          <a:cubicBezTo>
                            <a:pt x="34532" y="30000"/>
                            <a:pt x="33802" y="34000"/>
                            <a:pt x="34000" y="38000"/>
                          </a:cubicBezTo>
                          <a:cubicBezTo>
                            <a:pt x="27333" y="37180"/>
                            <a:pt x="20667" y="36866"/>
                            <a:pt x="14000" y="38000"/>
                          </a:cubicBezTo>
                          <a:cubicBezTo>
                            <a:pt x="13551" y="34000"/>
                            <a:pt x="13303" y="30000"/>
                            <a:pt x="14000" y="26000"/>
                          </a:cubicBezTo>
                          <a:close/>
                          <a:moveTo>
                            <a:pt x="58000" y="42000"/>
                          </a:moveTo>
                          <a:cubicBezTo>
                            <a:pt x="58231" y="46000"/>
                            <a:pt x="57661" y="50000"/>
                            <a:pt x="58000" y="54000"/>
                          </a:cubicBezTo>
                          <a:cubicBezTo>
                            <a:pt x="51333" y="53062"/>
                            <a:pt x="44667" y="54777"/>
                            <a:pt x="38000" y="54000"/>
                          </a:cubicBezTo>
                          <a:cubicBezTo>
                            <a:pt x="37611" y="50000"/>
                            <a:pt x="38552" y="46000"/>
                            <a:pt x="38000" y="42000"/>
                          </a:cubicBezTo>
                          <a:cubicBezTo>
                            <a:pt x="44667" y="41715"/>
                            <a:pt x="51333" y="40898"/>
                            <a:pt x="58000" y="42000"/>
                          </a:cubicBezTo>
                          <a:close/>
                          <a:moveTo>
                            <a:pt x="58000" y="26000"/>
                          </a:moveTo>
                          <a:cubicBezTo>
                            <a:pt x="57857" y="30000"/>
                            <a:pt x="57887" y="34000"/>
                            <a:pt x="58000" y="38000"/>
                          </a:cubicBezTo>
                          <a:cubicBezTo>
                            <a:pt x="51333" y="38409"/>
                            <a:pt x="44667" y="38584"/>
                            <a:pt x="38000" y="38000"/>
                          </a:cubicBezTo>
                          <a:cubicBezTo>
                            <a:pt x="37502" y="34000"/>
                            <a:pt x="38148" y="30000"/>
                            <a:pt x="38000" y="26000"/>
                          </a:cubicBezTo>
                          <a:cubicBezTo>
                            <a:pt x="44667" y="27027"/>
                            <a:pt x="51333" y="26692"/>
                            <a:pt x="58000" y="26000"/>
                          </a:cubicBezTo>
                          <a:close/>
                          <a:moveTo>
                            <a:pt x="8000" y="20000"/>
                          </a:moveTo>
                          <a:cubicBezTo>
                            <a:pt x="7337" y="26222"/>
                            <a:pt x="7569" y="32444"/>
                            <a:pt x="8000" y="38667"/>
                          </a:cubicBezTo>
                          <a:cubicBezTo>
                            <a:pt x="9016" y="44889"/>
                            <a:pt x="7362" y="51111"/>
                            <a:pt x="8000" y="57333"/>
                          </a:cubicBezTo>
                          <a:cubicBezTo>
                            <a:pt x="8440" y="63556"/>
                            <a:pt x="7292" y="69778"/>
                            <a:pt x="8000" y="76000"/>
                          </a:cubicBezTo>
                          <a:cubicBezTo>
                            <a:pt x="14667" y="75280"/>
                            <a:pt x="21333" y="76179"/>
                            <a:pt x="28000" y="76000"/>
                          </a:cubicBezTo>
                          <a:cubicBezTo>
                            <a:pt x="34667" y="76608"/>
                            <a:pt x="41333" y="76935"/>
                            <a:pt x="48000" y="76000"/>
                          </a:cubicBezTo>
                          <a:cubicBezTo>
                            <a:pt x="54667" y="75803"/>
                            <a:pt x="61333" y="75678"/>
                            <a:pt x="68000" y="76000"/>
                          </a:cubicBezTo>
                          <a:cubicBezTo>
                            <a:pt x="74667" y="76763"/>
                            <a:pt x="81333" y="77094"/>
                            <a:pt x="88000" y="76000"/>
                          </a:cubicBezTo>
                          <a:cubicBezTo>
                            <a:pt x="88504" y="69778"/>
                            <a:pt x="88381" y="63556"/>
                            <a:pt x="88000" y="57333"/>
                          </a:cubicBezTo>
                          <a:cubicBezTo>
                            <a:pt x="88233" y="51111"/>
                            <a:pt x="87469" y="44889"/>
                            <a:pt x="88000" y="38667"/>
                          </a:cubicBezTo>
                          <a:cubicBezTo>
                            <a:pt x="88572" y="32444"/>
                            <a:pt x="88256" y="26222"/>
                            <a:pt x="88000" y="20000"/>
                          </a:cubicBezTo>
                          <a:cubicBezTo>
                            <a:pt x="81333" y="20928"/>
                            <a:pt x="74667" y="21020"/>
                            <a:pt x="68000" y="20000"/>
                          </a:cubicBezTo>
                          <a:cubicBezTo>
                            <a:pt x="61333" y="19735"/>
                            <a:pt x="54667" y="19382"/>
                            <a:pt x="48000" y="20000"/>
                          </a:cubicBezTo>
                          <a:cubicBezTo>
                            <a:pt x="41333" y="19190"/>
                            <a:pt x="34667" y="19056"/>
                            <a:pt x="28000" y="20000"/>
                          </a:cubicBezTo>
                          <a:cubicBezTo>
                            <a:pt x="21333" y="20390"/>
                            <a:pt x="14667" y="20054"/>
                            <a:pt x="8000" y="2000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0" name="Labels label"/>
          <p:cNvSpPr txBox="1"/>
          <p:nvPr/>
        </p:nvSpPr>
        <p:spPr>
          <a:xfrm>
            <a:off x="1280160" y="576072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800" dirty="0">
                <a:solidFill>
                  <a:srgbClr val="000000"/>
                </a:solidFill>
                <a:latin typeface="Ink Free" panose="03080402000500000000" pitchFamily="66" charset="0"/>
              </a:rPr>
              <a:t>Hand Labels</a:t>
            </a:r>
          </a:p>
        </p:txBody>
      </p:sp>
      <p:sp>
        <p:nvSpPr>
          <p:cNvPr id="141" name="Label value"/>
          <p:cNvSpPr txBox="1"/>
          <p:nvPr/>
        </p:nvSpPr>
        <p:spPr>
          <a:xfrm>
            <a:off x="1005840" y="61264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gr-0004: mixed</a:t>
            </a:r>
          </a:p>
        </p:txBody>
      </p:sp>
      <p:sp>
        <p:nvSpPr>
          <p:cNvPr id="142" name="Scores"/>
          <p:cNvSpPr txBox="1"/>
          <p:nvPr/>
        </p:nvSpPr>
        <p:spPr>
          <a:xfrm>
            <a:off x="4878638" y="3569482"/>
            <a:ext cx="2367419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hard set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phi3      7/10</a:t>
            </a:r>
          </a:p>
          <a:p>
            <a:pPr algn="ctr">
              <a:lnSpc>
                <a:spcPct val="90000"/>
              </a:lnSpc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gpt-4.1  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98576</TotalTime>
  <Words>2508</Words>
  <Application>Microsoft Macintosh PowerPoint</Application>
  <PresentationFormat>Widescreen</PresentationFormat>
  <Paragraphs>192</Paragraphs>
  <Slides>35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 Light</vt:lpstr>
      <vt:lpstr>Consolas</vt:lpstr>
      <vt:lpstr>Calibri</vt:lpstr>
      <vt:lpstr>Segoe UI</vt:lpstr>
      <vt:lpstr>Metropolitan</vt:lpstr>
      <vt:lpstr>Building Pragmatic AI</vt:lpstr>
      <vt:lpstr>This Module</vt:lpstr>
      <vt:lpstr>This Module</vt:lpstr>
      <vt:lpstr>This Module</vt:lpstr>
      <vt:lpstr>F01 · Summarization</vt:lpstr>
      <vt:lpstr>PowerPoint Presentation</vt:lpstr>
      <vt:lpstr>PowerPoint Presentation</vt:lpstr>
      <vt:lpstr>F01 · Summarization · Demo: What to Watch</vt:lpstr>
      <vt:lpstr>F01 · Summarization · Leadership Card</vt:lpstr>
      <vt:lpstr>F01 · Summarization · Leadership Card</vt:lpstr>
      <vt:lpstr>F01 · Summarization · Leadership Card</vt:lpstr>
      <vt:lpstr>F02 · Extraction</vt:lpstr>
      <vt:lpstr>PowerPoint Presentation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F02 · How It Works</vt:lpstr>
      <vt:lpstr>PowerPoint Presentation</vt:lpstr>
      <vt:lpstr>F02 · Extraction · Demo: What to Watch</vt:lpstr>
      <vt:lpstr>F02 · Extraction · Leadership Card</vt:lpstr>
      <vt:lpstr>F02 · Extraction · Leadership Card</vt:lpstr>
      <vt:lpstr>F02 · Extraction · Leadership Card</vt:lpstr>
      <vt:lpstr>F03 · Sentiment</vt:lpstr>
      <vt:lpstr>PowerPoint Presentation</vt:lpstr>
      <vt:lpstr>PowerPoint Presentation</vt:lpstr>
      <vt:lpstr>F03 · Sentiment · Demo: What to Watch</vt:lpstr>
      <vt:lpstr>F03 · Sentiment · Leadership Card</vt:lpstr>
      <vt:lpstr>F03 · Sentiment · Leadership Card</vt:lpstr>
      <vt:lpstr>F03 · Sentiment · Leadership Card</vt:lpstr>
      <vt:lpstr>Lab 1: ~60 Minutes</vt:lpstr>
      <vt:lpstr>Lab 1: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2026-09-17T11:47:18Z</dcterms:modified>
  <cp:category/>
</cp:coreProperties>
</file>