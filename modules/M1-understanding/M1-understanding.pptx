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614" r:id="rId51"/>
    <p:sldId id="615" r:id="rId52"/>
    <p:sldId id="616" r:id="rId53"/>
    <p:sldId id="617" r:id="rId54"/>
    <p:sldId id="618" r:id="rId55"/>
    <p:sldId id="619" r:id="rId56"/>
    <p:sldId id="620" r:id="rId57"/>
    <p:sldId id="581" r:id="rId8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7" r:id="rId25"/>
    <p:sldId id="598" r:id="rId26"/>
    <p:sldId id="599" r:id="rId27"/>
    <p:sldId id="600" r:id="rId28"/>
    <p:sldId id="612" r:id="rId29"/>
    <p:sldId id="621" r:id="rId58"/>
    <p:sldId id="622" r:id="rId59"/>
    <p:sldId id="623" r:id="rId60"/>
    <p:sldId id="624" r:id="rId61"/>
    <p:sldId id="625" r:id="rId62"/>
    <p:sldId id="626" r:id="rId63"/>
    <p:sldId id="627" r:id="rId64"/>
    <p:sldId id="628" r:id="rId65"/>
    <p:sldId id="601" r:id="rId30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The raw report first · ❌ Naive prompt: faithful, generic, useless · ✅ Purpose-built prompt: the bridge surfaces · Grounding lines: without them, ~half of runs invent a closure · Same call, new shape: a one-line trail status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input is prose: tr-0011, the fact-sparse report. No trail name, no date, no mileage.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it. Prose in; the goal is a database row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local model as 01: llama3.2 on Ollama.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carries the schema: fields, types, descriptions, and "null when absent."</a:t>
            </a:r>
          </a:p>
          <a:p>
            <a:r>
              <a:rPr lang="en-US" dirty="0"/>
              <a:t>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valid JSON. Nulls where the report is silent: good.</a:t>
            </a:r>
          </a:p>
          <a:p>
            <a:r>
              <a:rPr lang="en-US" dirty="0"/>
              <a:t>And elevation_gain_ft: 0. Zero is a value; nothing downstream will question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the app validates: plain code, one rule per field. Zero, negatives, unparseable dates: rejected.</a:t>
            </a:r>
          </a:p>
          <a:p>
            <a:r>
              <a:rPr lang="en-US" dirty="0"/>
              <a:t>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passes gets stored. The rejected field is stored as null,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fails gets logged. A rejected record is a good outcome; it is the pipeline telling you the truth.</a:t>
            </a:r>
          </a:p>
          <a:p>
            <a:r>
              <a:rPr lang="en-US" dirty="0"/>
              <a:t>The model writes JSON; your code decides whether to believe it.</a:t>
            </a:r>
          </a:p>
          <a:p>
            <a:r>
              <a:rPr lang="en-US" dirty="0"/>
              <a:t>The null rule and the validator are the feature.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A C# record (TripFacts) · typed response · no parsing · ❌ No distance in the report → distance_mi: 5.0 · ✅ Nullable fields + "null when not stated" · Run it 3×: better ≠ guaranteed · The last mile is a validator: ordinary code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One method · positive | negative | mixed · swap = one DI line · 20 easy through phi3: fast, free, correct · Same 20 through Azure: 9 of 10 identical · The hard set through both, diff on screen · 📊 phi3 9/10 · 7/10 vs gpt-4.1 10/10 · 10/10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Break, then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trip report: tr-0004, the story's report. The washed-out bridge is one sentence in paragraph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reads the file: about 1,200 words of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model: llama3.2 on Ollama, on this laptop. No key, nothing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call: an instruction with a purpose and a shape, then the whole report as a single user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 three bullets, and the bridge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puts them where the hiker will actually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Forty reports is forty calls, one per report. No pipeline, no vector database, no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gear review: gr-0004. Two stars, and the words say the pack deserves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one review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First model: phi3, 2 GB, local,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asks for one word from three, then the review text. Temperature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phi3 says negative. It read the stars and the anger at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prompt bytes to gpt-4.1 on Azure. It says mixed.</a:t>
            </a:r>
          </a:p>
          <a:p>
            <a:r>
              <a:rPr lang="en-US" dirty="0"/>
              <a:t>No key in the room? llama3.2 on Ollama stands in for the big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Twenty hand labels are the answer key. Label the sample yourself before you run anything; agreement between models is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both. Hard set: phi3 7 of 10, gpt-4.1 10 of 10. Easy set: nine versus ten.</a:t>
            </a:r>
          </a:p>
          <a:p>
            <a:r>
              <a:rPr lang="en-US" dirty="0"/>
              <a:t>Easy reviews don't need the big model; the sarcastic slice does, and now you know which slice is which because you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  <p:cxnSp>
        <p:nvCxnSpPr>
          <p:cNvPr id="141" name="App-Log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48" name="Reject log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2" name="Reject log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217" y="76333"/>
                    <a:pt x="22733" y="70667"/>
                    <a:pt x="23000" y="65000"/>
                  </a:cubicBezTo>
                  <a:cubicBezTo>
                    <a:pt x="22344" y="59333"/>
                    <a:pt x="23552" y="53667"/>
                    <a:pt x="23000" y="48000"/>
                  </a:cubicBezTo>
                  <a:cubicBezTo>
                    <a:pt x="23345" y="42333"/>
                    <a:pt x="23508" y="36667"/>
                    <a:pt x="23000" y="31000"/>
                  </a:cubicBezTo>
                  <a:cubicBezTo>
                    <a:pt x="22787" y="25333"/>
                    <a:pt x="23733" y="19667"/>
                    <a:pt x="23000" y="14000"/>
                  </a:cubicBezTo>
                  <a:cubicBezTo>
                    <a:pt x="31333" y="13434"/>
                    <a:pt x="39667" y="14012"/>
                    <a:pt x="48000" y="14000"/>
                  </a:cubicBezTo>
                  <a:cubicBezTo>
                    <a:pt x="48134" y="21000"/>
                    <a:pt x="47917" y="28000"/>
                    <a:pt x="48000" y="35000"/>
                  </a:cubicBezTo>
                  <a:cubicBezTo>
                    <a:pt x="56333" y="33916"/>
                    <a:pt x="64667" y="34099"/>
                    <a:pt x="73000" y="35000"/>
                  </a:cubicBezTo>
                  <a:cubicBezTo>
                    <a:pt x="72775" y="42833"/>
                    <a:pt x="73301" y="50667"/>
                    <a:pt x="73000" y="58500"/>
                  </a:cubicBezTo>
                  <a:cubicBezTo>
                    <a:pt x="74013" y="66333"/>
                    <a:pt x="72300" y="74167"/>
                    <a:pt x="73000" y="82000"/>
                  </a:cubicBezTo>
                  <a:cubicBezTo>
                    <a:pt x="67444" y="81521"/>
                    <a:pt x="61889" y="81646"/>
                    <a:pt x="56333" y="82000"/>
                  </a:cubicBezTo>
                  <a:cubicBezTo>
                    <a:pt x="50778" y="81407"/>
                    <a:pt x="45222" y="81389"/>
                    <a:pt x="39667" y="82000"/>
                  </a:cubicBezTo>
                  <a:cubicBezTo>
                    <a:pt x="34111" y="82420"/>
                    <a:pt x="28556" y="81762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468" y="20365"/>
                    <a:pt x="62261" y="24906"/>
                    <a:pt x="66500" y="29000"/>
                  </a:cubicBezTo>
                  <a:cubicBezTo>
                    <a:pt x="62333" y="28387"/>
                    <a:pt x="58167" y="29537"/>
                    <a:pt x="54000" y="29000"/>
                  </a:cubicBezTo>
                  <a:cubicBezTo>
                    <a:pt x="53472" y="24833"/>
                    <a:pt x="534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48"/>
                    <a:pt x="41667" y="8562"/>
                    <a:pt x="35500" y="8000"/>
                  </a:cubicBezTo>
                  <a:cubicBezTo>
                    <a:pt x="29333" y="6894"/>
                    <a:pt x="23167" y="7107"/>
                    <a:pt x="17000" y="8000"/>
                  </a:cubicBezTo>
                  <a:cubicBezTo>
                    <a:pt x="17261" y="14667"/>
                    <a:pt x="16466" y="21333"/>
                    <a:pt x="17000" y="28000"/>
                  </a:cubicBezTo>
                  <a:cubicBezTo>
                    <a:pt x="16074" y="34667"/>
                    <a:pt x="18085" y="41333"/>
                    <a:pt x="17000" y="48000"/>
                  </a:cubicBezTo>
                  <a:cubicBezTo>
                    <a:pt x="17883" y="54667"/>
                    <a:pt x="17729" y="61333"/>
                    <a:pt x="17000" y="68000"/>
                  </a:cubicBezTo>
                  <a:cubicBezTo>
                    <a:pt x="17806" y="74667"/>
                    <a:pt x="17085" y="81333"/>
                    <a:pt x="17000" y="88000"/>
                  </a:cubicBezTo>
                  <a:cubicBezTo>
                    <a:pt x="23889" y="86935"/>
                    <a:pt x="30778" y="87627"/>
                    <a:pt x="37667" y="88000"/>
                  </a:cubicBezTo>
                  <a:cubicBezTo>
                    <a:pt x="44556" y="87975"/>
                    <a:pt x="51444" y="86977"/>
                    <a:pt x="58333" y="88000"/>
                  </a:cubicBezTo>
                  <a:cubicBezTo>
                    <a:pt x="65222" y="87420"/>
                    <a:pt x="72111" y="87950"/>
                    <a:pt x="79000" y="88000"/>
                  </a:cubicBezTo>
                  <a:cubicBezTo>
                    <a:pt x="78111" y="81556"/>
                    <a:pt x="79127" y="75111"/>
                    <a:pt x="79000" y="68667"/>
                  </a:cubicBezTo>
                  <a:cubicBezTo>
                    <a:pt x="79490" y="62222"/>
                    <a:pt x="78009" y="55778"/>
                    <a:pt x="79000" y="49333"/>
                  </a:cubicBezTo>
                  <a:cubicBezTo>
                    <a:pt x="80108" y="42889"/>
                    <a:pt x="79247" y="36444"/>
                    <a:pt x="79000" y="30000"/>
                  </a:cubicBezTo>
                  <a:cubicBezTo>
                    <a:pt x="74239" y="27009"/>
                    <a:pt x="71045" y="22237"/>
                    <a:pt x="66500" y="19000"/>
                  </a:cubicBezTo>
                  <a:cubicBezTo>
                    <a:pt x="62236" y="15444"/>
                    <a:pt x="58734" y="1102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72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217" y="76333"/>
                            <a:pt x="22733" y="70667"/>
                            <a:pt x="23000" y="65000"/>
                          </a:cubicBezTo>
                          <a:cubicBezTo>
                            <a:pt x="22344" y="59333"/>
                            <a:pt x="23552" y="53667"/>
                            <a:pt x="23000" y="48000"/>
                          </a:cubicBezTo>
                          <a:cubicBezTo>
                            <a:pt x="23345" y="42333"/>
                            <a:pt x="23508" y="36667"/>
                            <a:pt x="23000" y="31000"/>
                          </a:cubicBezTo>
                          <a:cubicBezTo>
                            <a:pt x="22787" y="25333"/>
                            <a:pt x="23733" y="19667"/>
                            <a:pt x="23000" y="14000"/>
                          </a:cubicBezTo>
                          <a:cubicBezTo>
                            <a:pt x="31333" y="13434"/>
                            <a:pt x="39667" y="14012"/>
                            <a:pt x="48000" y="14000"/>
                          </a:cubicBezTo>
                          <a:cubicBezTo>
                            <a:pt x="48134" y="21000"/>
                            <a:pt x="47917" y="28000"/>
                            <a:pt x="48000" y="35000"/>
                          </a:cubicBezTo>
                          <a:cubicBezTo>
                            <a:pt x="56333" y="33916"/>
                            <a:pt x="64667" y="34099"/>
                            <a:pt x="73000" y="35000"/>
                          </a:cubicBezTo>
                          <a:cubicBezTo>
                            <a:pt x="72775" y="42833"/>
                            <a:pt x="73301" y="50667"/>
                            <a:pt x="73000" y="58500"/>
                          </a:cubicBezTo>
                          <a:cubicBezTo>
                            <a:pt x="74013" y="66333"/>
                            <a:pt x="72300" y="74167"/>
                            <a:pt x="73000" y="82000"/>
                          </a:cubicBezTo>
                          <a:cubicBezTo>
                            <a:pt x="67444" y="81521"/>
                            <a:pt x="61889" y="81646"/>
                            <a:pt x="56333" y="82000"/>
                          </a:cubicBezTo>
                          <a:cubicBezTo>
                            <a:pt x="50778" y="81407"/>
                            <a:pt x="45222" y="81389"/>
                            <a:pt x="39667" y="82000"/>
                          </a:cubicBezTo>
                          <a:cubicBezTo>
                            <a:pt x="34111" y="82420"/>
                            <a:pt x="28556" y="81762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468" y="20365"/>
                            <a:pt x="62261" y="24906"/>
                            <a:pt x="66500" y="29000"/>
                          </a:cubicBezTo>
                          <a:cubicBezTo>
                            <a:pt x="62333" y="28387"/>
                            <a:pt x="58167" y="29537"/>
                            <a:pt x="54000" y="29000"/>
                          </a:cubicBezTo>
                          <a:cubicBezTo>
                            <a:pt x="53472" y="24833"/>
                            <a:pt x="534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48"/>
                            <a:pt x="41667" y="8562"/>
                            <a:pt x="35500" y="8000"/>
                          </a:cubicBezTo>
                          <a:cubicBezTo>
                            <a:pt x="29333" y="6894"/>
                            <a:pt x="23167" y="7107"/>
                            <a:pt x="17000" y="8000"/>
                          </a:cubicBezTo>
                          <a:cubicBezTo>
                            <a:pt x="17261" y="14667"/>
                            <a:pt x="16466" y="21333"/>
                            <a:pt x="17000" y="28000"/>
                          </a:cubicBezTo>
                          <a:cubicBezTo>
                            <a:pt x="16074" y="34667"/>
                            <a:pt x="18085" y="41333"/>
                            <a:pt x="17000" y="48000"/>
                          </a:cubicBezTo>
                          <a:cubicBezTo>
                            <a:pt x="17883" y="54667"/>
                            <a:pt x="17729" y="61333"/>
                            <a:pt x="17000" y="68000"/>
                          </a:cubicBezTo>
                          <a:cubicBezTo>
                            <a:pt x="17806" y="74667"/>
                            <a:pt x="17085" y="81333"/>
                            <a:pt x="17000" y="88000"/>
                          </a:cubicBezTo>
                          <a:cubicBezTo>
                            <a:pt x="23889" y="86935"/>
                            <a:pt x="30778" y="87627"/>
                            <a:pt x="37667" y="88000"/>
                          </a:cubicBezTo>
                          <a:cubicBezTo>
                            <a:pt x="44556" y="87975"/>
                            <a:pt x="51444" y="86977"/>
                            <a:pt x="58333" y="88000"/>
                          </a:cubicBezTo>
                          <a:cubicBezTo>
                            <a:pt x="65222" y="87420"/>
                            <a:pt x="72111" y="87950"/>
                            <a:pt x="79000" y="88000"/>
                          </a:cubicBezTo>
                          <a:cubicBezTo>
                            <a:pt x="78111" y="81556"/>
                            <a:pt x="79127" y="75111"/>
                            <a:pt x="79000" y="68667"/>
                          </a:cubicBezTo>
                          <a:cubicBezTo>
                            <a:pt x="79490" y="62222"/>
                            <a:pt x="78009" y="55778"/>
                            <a:pt x="79000" y="49333"/>
                          </a:cubicBezTo>
                          <a:cubicBezTo>
                            <a:pt x="80108" y="42889"/>
                            <a:pt x="79247" y="36444"/>
                            <a:pt x="79000" y="30000"/>
                          </a:cubicBezTo>
                          <a:cubicBezTo>
                            <a:pt x="74239" y="27009"/>
                            <a:pt x="71045" y="22237"/>
                            <a:pt x="66500" y="19000"/>
                          </a:cubicBezTo>
                          <a:cubicBezTo>
                            <a:pt x="62236" y="15444"/>
                            <a:pt x="58734" y="1102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Reject log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571"/>
                    <a:pt x="41667" y="46013"/>
                    <a:pt x="48000" y="45000"/>
                  </a:cubicBezTo>
                  <a:cubicBezTo>
                    <a:pt x="54333" y="44103"/>
                    <a:pt x="60667" y="44609"/>
                    <a:pt x="67000" y="45000"/>
                  </a:cubicBezTo>
                  <a:cubicBezTo>
                    <a:pt x="66950" y="46333"/>
                    <a:pt x="67108" y="47667"/>
                    <a:pt x="67000" y="49000"/>
                  </a:cubicBezTo>
                  <a:cubicBezTo>
                    <a:pt x="60667" y="48174"/>
                    <a:pt x="54333" y="48555"/>
                    <a:pt x="48000" y="49000"/>
                  </a:cubicBezTo>
                  <a:cubicBezTo>
                    <a:pt x="41667" y="48172"/>
                    <a:pt x="35333" y="48607"/>
                    <a:pt x="29000" y="49000"/>
                  </a:cubicBezTo>
                  <a:cubicBezTo>
                    <a:pt x="28988" y="47667"/>
                    <a:pt x="2885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64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571"/>
                            <a:pt x="41667" y="46013"/>
                            <a:pt x="48000" y="45000"/>
                          </a:cubicBezTo>
                          <a:cubicBezTo>
                            <a:pt x="54333" y="44103"/>
                            <a:pt x="60667" y="44609"/>
                            <a:pt x="67000" y="45000"/>
                          </a:cubicBezTo>
                          <a:cubicBezTo>
                            <a:pt x="66950" y="46333"/>
                            <a:pt x="67108" y="47667"/>
                            <a:pt x="67000" y="49000"/>
                          </a:cubicBezTo>
                          <a:cubicBezTo>
                            <a:pt x="60667" y="48174"/>
                            <a:pt x="54333" y="48555"/>
                            <a:pt x="48000" y="49000"/>
                          </a:cubicBezTo>
                          <a:cubicBezTo>
                            <a:pt x="41667" y="48172"/>
                            <a:pt x="35333" y="48607"/>
                            <a:pt x="29000" y="49000"/>
                          </a:cubicBezTo>
                          <a:cubicBezTo>
                            <a:pt x="28988" y="47667"/>
                            <a:pt x="2885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Reject log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739"/>
                    <a:pt x="37667" y="36639"/>
                    <a:pt x="42000" y="37000"/>
                  </a:cubicBezTo>
                  <a:cubicBezTo>
                    <a:pt x="42048" y="38333"/>
                    <a:pt x="41761" y="39667"/>
                    <a:pt x="42000" y="41000"/>
                  </a:cubicBezTo>
                  <a:cubicBezTo>
                    <a:pt x="37667" y="41293"/>
                    <a:pt x="33333" y="41621"/>
                    <a:pt x="29000" y="41000"/>
                  </a:cubicBezTo>
                  <a:cubicBezTo>
                    <a:pt x="29139" y="39667"/>
                    <a:pt x="29094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456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739"/>
                            <a:pt x="37667" y="36639"/>
                            <a:pt x="42000" y="37000"/>
                          </a:cubicBezTo>
                          <a:cubicBezTo>
                            <a:pt x="42048" y="38333"/>
                            <a:pt x="41761" y="39667"/>
                            <a:pt x="42000" y="41000"/>
                          </a:cubicBezTo>
                          <a:cubicBezTo>
                            <a:pt x="37667" y="41293"/>
                            <a:pt x="33333" y="41621"/>
                            <a:pt x="29000" y="41000"/>
                          </a:cubicBezTo>
                          <a:cubicBezTo>
                            <a:pt x="29139" y="39667"/>
                            <a:pt x="29094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Reject log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650"/>
                    <a:pt x="41667" y="51952"/>
                    <a:pt x="48000" y="53000"/>
                  </a:cubicBezTo>
                  <a:cubicBezTo>
                    <a:pt x="54333" y="52637"/>
                    <a:pt x="60667" y="52309"/>
                    <a:pt x="67000" y="53000"/>
                  </a:cubicBezTo>
                  <a:cubicBezTo>
                    <a:pt x="67178" y="54333"/>
                    <a:pt x="67147" y="55667"/>
                    <a:pt x="67000" y="57000"/>
                  </a:cubicBezTo>
                  <a:cubicBezTo>
                    <a:pt x="60667" y="56307"/>
                    <a:pt x="54333" y="57548"/>
                    <a:pt x="48000" y="57000"/>
                  </a:cubicBezTo>
                  <a:cubicBezTo>
                    <a:pt x="41667" y="57845"/>
                    <a:pt x="35333" y="57651"/>
                    <a:pt x="29000" y="57000"/>
                  </a:cubicBezTo>
                  <a:cubicBezTo>
                    <a:pt x="28878" y="55667"/>
                    <a:pt x="2882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248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650"/>
                            <a:pt x="41667" y="51952"/>
                            <a:pt x="48000" y="53000"/>
                          </a:cubicBezTo>
                          <a:cubicBezTo>
                            <a:pt x="54333" y="52637"/>
                            <a:pt x="60667" y="52309"/>
                            <a:pt x="67000" y="53000"/>
                          </a:cubicBezTo>
                          <a:cubicBezTo>
                            <a:pt x="67178" y="54333"/>
                            <a:pt x="67147" y="55667"/>
                            <a:pt x="67000" y="57000"/>
                          </a:cubicBezTo>
                          <a:cubicBezTo>
                            <a:pt x="60667" y="56307"/>
                            <a:pt x="54333" y="57548"/>
                            <a:pt x="48000" y="57000"/>
                          </a:cubicBezTo>
                          <a:cubicBezTo>
                            <a:pt x="41667" y="57845"/>
                            <a:pt x="35333" y="57651"/>
                            <a:pt x="29000" y="57000"/>
                          </a:cubicBezTo>
                          <a:cubicBezTo>
                            <a:pt x="28878" y="55667"/>
                            <a:pt x="2882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Reject log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32"/>
                    <a:pt x="41667" y="61235"/>
                    <a:pt x="48000" y="61000"/>
                  </a:cubicBezTo>
                  <a:cubicBezTo>
                    <a:pt x="54333" y="60114"/>
                    <a:pt x="60667" y="61291"/>
                    <a:pt x="67000" y="61000"/>
                  </a:cubicBezTo>
                  <a:cubicBezTo>
                    <a:pt x="67003" y="62333"/>
                    <a:pt x="67240" y="63667"/>
                    <a:pt x="67000" y="65000"/>
                  </a:cubicBezTo>
                  <a:cubicBezTo>
                    <a:pt x="60667" y="65095"/>
                    <a:pt x="54333" y="65103"/>
                    <a:pt x="48000" y="65000"/>
                  </a:cubicBezTo>
                  <a:cubicBezTo>
                    <a:pt x="41667" y="65270"/>
                    <a:pt x="35333" y="65687"/>
                    <a:pt x="29000" y="65000"/>
                  </a:cubicBezTo>
                  <a:cubicBezTo>
                    <a:pt x="29178" y="63667"/>
                    <a:pt x="29063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040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32"/>
                            <a:pt x="41667" y="61235"/>
                            <a:pt x="48000" y="61000"/>
                          </a:cubicBezTo>
                          <a:cubicBezTo>
                            <a:pt x="54333" y="60114"/>
                            <a:pt x="60667" y="61291"/>
                            <a:pt x="67000" y="61000"/>
                          </a:cubicBezTo>
                          <a:cubicBezTo>
                            <a:pt x="67003" y="62333"/>
                            <a:pt x="67240" y="63667"/>
                            <a:pt x="67000" y="65000"/>
                          </a:cubicBezTo>
                          <a:cubicBezTo>
                            <a:pt x="60667" y="65095"/>
                            <a:pt x="54333" y="65103"/>
                            <a:pt x="48000" y="65000"/>
                          </a:cubicBezTo>
                          <a:cubicBezTo>
                            <a:pt x="41667" y="65270"/>
                            <a:pt x="35333" y="65687"/>
                            <a:pt x="29000" y="65000"/>
                          </a:cubicBezTo>
                          <a:cubicBezTo>
                            <a:pt x="29178" y="63667"/>
                            <a:pt x="29063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Reject log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407"/>
                    <a:pt x="41667" y="69304"/>
                    <a:pt x="48000" y="69000"/>
                  </a:cubicBezTo>
                  <a:cubicBezTo>
                    <a:pt x="54333" y="68873"/>
                    <a:pt x="60667" y="68753"/>
                    <a:pt x="67000" y="69000"/>
                  </a:cubicBezTo>
                  <a:cubicBezTo>
                    <a:pt x="67187" y="70333"/>
                    <a:pt x="66948" y="71667"/>
                    <a:pt x="67000" y="73000"/>
                  </a:cubicBezTo>
                  <a:cubicBezTo>
                    <a:pt x="60667" y="72610"/>
                    <a:pt x="54333" y="72170"/>
                    <a:pt x="48000" y="73000"/>
                  </a:cubicBezTo>
                  <a:cubicBezTo>
                    <a:pt x="41667" y="73927"/>
                    <a:pt x="35333" y="73833"/>
                    <a:pt x="29000" y="73000"/>
                  </a:cubicBezTo>
                  <a:cubicBezTo>
                    <a:pt x="29197" y="71667"/>
                    <a:pt x="2913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83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407"/>
                            <a:pt x="41667" y="69304"/>
                            <a:pt x="48000" y="69000"/>
                          </a:cubicBezTo>
                          <a:cubicBezTo>
                            <a:pt x="54333" y="68873"/>
                            <a:pt x="60667" y="68753"/>
                            <a:pt x="67000" y="69000"/>
                          </a:cubicBezTo>
                          <a:cubicBezTo>
                            <a:pt x="67187" y="70333"/>
                            <a:pt x="66948" y="71667"/>
                            <a:pt x="67000" y="73000"/>
                          </a:cubicBezTo>
                          <a:cubicBezTo>
                            <a:pt x="60667" y="72610"/>
                            <a:pt x="54333" y="72170"/>
                            <a:pt x="48000" y="73000"/>
                          </a:cubicBezTo>
                          <a:cubicBezTo>
                            <a:pt x="41667" y="73927"/>
                            <a:pt x="35333" y="73833"/>
                            <a:pt x="29000" y="73000"/>
                          </a:cubicBezTo>
                          <a:cubicBezTo>
                            <a:pt x="29197" y="71667"/>
                            <a:pt x="2913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9" name="Log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Reject Log</a:t>
            </a:r>
          </a:p>
        </p:txBody>
      </p:sp>
      <p:sp>
        <p:nvSpPr>
          <p:cNvPr id="150" name="Rejected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~50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1: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How'd it go?</a:t>
            </a:r>
            <a:r>
              <a:rPr lang="en-US" sz="2800" dirty="0"/>
              <a:t>				  Observations?			        </a:t>
            </a:r>
            <a:r>
              <a:rPr sz="2800" dirty="0"/>
              <a:t>Questions?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43" name="Stack 2"/>
          <p:cNvGrpSpPr/>
          <p:nvPr/>
        </p:nvGrpSpPr>
        <p:grpSpPr>
          <a:xfrm>
            <a:off x="1545336" y="3024975"/>
            <a:ext cx="822960" cy="822960"/>
            <a:chOff x="0" y="0"/>
            <a:chExt cx="822960" cy="822960"/>
          </a:xfrm>
        </p:grpSpPr>
        <p:sp>
          <p:nvSpPr>
            <p:cNvPr id="144" name="Stack 2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Stack 2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987" y="76333"/>
                    <a:pt x="22310" y="70667"/>
                    <a:pt x="23000" y="65000"/>
                  </a:cubicBezTo>
                  <a:cubicBezTo>
                    <a:pt x="23705" y="59333"/>
                    <a:pt x="22000" y="53667"/>
                    <a:pt x="23000" y="48000"/>
                  </a:cubicBezTo>
                  <a:cubicBezTo>
                    <a:pt x="23716" y="42333"/>
                    <a:pt x="23787" y="36667"/>
                    <a:pt x="23000" y="31000"/>
                  </a:cubicBezTo>
                  <a:cubicBezTo>
                    <a:pt x="22772" y="25333"/>
                    <a:pt x="21982" y="19667"/>
                    <a:pt x="23000" y="14000"/>
                  </a:cubicBezTo>
                  <a:cubicBezTo>
                    <a:pt x="31333" y="13093"/>
                    <a:pt x="39667" y="14647"/>
                    <a:pt x="48000" y="14000"/>
                  </a:cubicBezTo>
                  <a:cubicBezTo>
                    <a:pt x="47269" y="21000"/>
                    <a:pt x="46978" y="28000"/>
                    <a:pt x="48000" y="35000"/>
                  </a:cubicBezTo>
                  <a:cubicBezTo>
                    <a:pt x="56333" y="35993"/>
                    <a:pt x="64667" y="35056"/>
                    <a:pt x="73000" y="35000"/>
                  </a:cubicBezTo>
                  <a:cubicBezTo>
                    <a:pt x="73932" y="42833"/>
                    <a:pt x="72073" y="50667"/>
                    <a:pt x="73000" y="58500"/>
                  </a:cubicBezTo>
                  <a:cubicBezTo>
                    <a:pt x="72309" y="66333"/>
                    <a:pt x="73088" y="74167"/>
                    <a:pt x="73000" y="82000"/>
                  </a:cubicBezTo>
                  <a:cubicBezTo>
                    <a:pt x="67444" y="81552"/>
                    <a:pt x="61889" y="81609"/>
                    <a:pt x="56333" y="82000"/>
                  </a:cubicBezTo>
                  <a:cubicBezTo>
                    <a:pt x="50778" y="81624"/>
                    <a:pt x="45222" y="82285"/>
                    <a:pt x="39667" y="82000"/>
                  </a:cubicBezTo>
                  <a:cubicBezTo>
                    <a:pt x="34111" y="81696"/>
                    <a:pt x="28556" y="81781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809" y="21025"/>
                    <a:pt x="61876" y="25290"/>
                    <a:pt x="66500" y="29000"/>
                  </a:cubicBezTo>
                  <a:cubicBezTo>
                    <a:pt x="62333" y="29298"/>
                    <a:pt x="58167" y="28677"/>
                    <a:pt x="54000" y="29000"/>
                  </a:cubicBezTo>
                  <a:cubicBezTo>
                    <a:pt x="54404" y="24833"/>
                    <a:pt x="5388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22"/>
                    <a:pt x="41667" y="8434"/>
                    <a:pt x="35500" y="8000"/>
                  </a:cubicBezTo>
                  <a:cubicBezTo>
                    <a:pt x="29333" y="8497"/>
                    <a:pt x="23167" y="7231"/>
                    <a:pt x="17000" y="8000"/>
                  </a:cubicBezTo>
                  <a:cubicBezTo>
                    <a:pt x="17574" y="14667"/>
                    <a:pt x="16739" y="21333"/>
                    <a:pt x="17000" y="28000"/>
                  </a:cubicBezTo>
                  <a:cubicBezTo>
                    <a:pt x="17699" y="34667"/>
                    <a:pt x="17090" y="41333"/>
                    <a:pt x="17000" y="48000"/>
                  </a:cubicBezTo>
                  <a:cubicBezTo>
                    <a:pt x="17133" y="54667"/>
                    <a:pt x="17611" y="61333"/>
                    <a:pt x="17000" y="68000"/>
                  </a:cubicBezTo>
                  <a:cubicBezTo>
                    <a:pt x="17388" y="74667"/>
                    <a:pt x="16173" y="81333"/>
                    <a:pt x="17000" y="88000"/>
                  </a:cubicBezTo>
                  <a:cubicBezTo>
                    <a:pt x="23889" y="87851"/>
                    <a:pt x="30778" y="87908"/>
                    <a:pt x="37667" y="88000"/>
                  </a:cubicBezTo>
                  <a:cubicBezTo>
                    <a:pt x="44556" y="88768"/>
                    <a:pt x="51444" y="88268"/>
                    <a:pt x="58333" y="88000"/>
                  </a:cubicBezTo>
                  <a:cubicBezTo>
                    <a:pt x="65222" y="88162"/>
                    <a:pt x="72111" y="87166"/>
                    <a:pt x="79000" y="88000"/>
                  </a:cubicBezTo>
                  <a:cubicBezTo>
                    <a:pt x="79517" y="81556"/>
                    <a:pt x="80129" y="75111"/>
                    <a:pt x="79000" y="68667"/>
                  </a:cubicBezTo>
                  <a:cubicBezTo>
                    <a:pt x="79095" y="62222"/>
                    <a:pt x="78718" y="55778"/>
                    <a:pt x="79000" y="49333"/>
                  </a:cubicBezTo>
                  <a:cubicBezTo>
                    <a:pt x="78829" y="42889"/>
                    <a:pt x="79283" y="36444"/>
                    <a:pt x="79000" y="30000"/>
                  </a:cubicBezTo>
                  <a:cubicBezTo>
                    <a:pt x="74641" y="26552"/>
                    <a:pt x="70016" y="23406"/>
                    <a:pt x="66500" y="19000"/>
                  </a:cubicBezTo>
                  <a:cubicBezTo>
                    <a:pt x="62627" y="14999"/>
                    <a:pt x="57973" y="11887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2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987" y="76333"/>
                            <a:pt x="22310" y="70667"/>
                            <a:pt x="23000" y="65000"/>
                          </a:cubicBezTo>
                          <a:cubicBezTo>
                            <a:pt x="23705" y="59333"/>
                            <a:pt x="22000" y="53667"/>
                            <a:pt x="23000" y="48000"/>
                          </a:cubicBezTo>
                          <a:cubicBezTo>
                            <a:pt x="23716" y="42333"/>
                            <a:pt x="23787" y="36667"/>
                            <a:pt x="23000" y="31000"/>
                          </a:cubicBezTo>
                          <a:cubicBezTo>
                            <a:pt x="22772" y="25333"/>
                            <a:pt x="21982" y="19667"/>
                            <a:pt x="23000" y="14000"/>
                          </a:cubicBezTo>
                          <a:cubicBezTo>
                            <a:pt x="31333" y="13093"/>
                            <a:pt x="39667" y="14647"/>
                            <a:pt x="48000" y="14000"/>
                          </a:cubicBezTo>
                          <a:cubicBezTo>
                            <a:pt x="47269" y="21000"/>
                            <a:pt x="46978" y="28000"/>
                            <a:pt x="48000" y="35000"/>
                          </a:cubicBezTo>
                          <a:cubicBezTo>
                            <a:pt x="56333" y="35993"/>
                            <a:pt x="64667" y="35056"/>
                            <a:pt x="73000" y="35000"/>
                          </a:cubicBezTo>
                          <a:cubicBezTo>
                            <a:pt x="73932" y="42833"/>
                            <a:pt x="72073" y="50667"/>
                            <a:pt x="73000" y="58500"/>
                          </a:cubicBezTo>
                          <a:cubicBezTo>
                            <a:pt x="72309" y="66333"/>
                            <a:pt x="73088" y="74167"/>
                            <a:pt x="73000" y="82000"/>
                          </a:cubicBezTo>
                          <a:cubicBezTo>
                            <a:pt x="67444" y="81552"/>
                            <a:pt x="61889" y="81609"/>
                            <a:pt x="56333" y="82000"/>
                          </a:cubicBezTo>
                          <a:cubicBezTo>
                            <a:pt x="50778" y="81624"/>
                            <a:pt x="45222" y="82285"/>
                            <a:pt x="39667" y="82000"/>
                          </a:cubicBezTo>
                          <a:cubicBezTo>
                            <a:pt x="34111" y="81696"/>
                            <a:pt x="28556" y="81781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809" y="21025"/>
                            <a:pt x="61876" y="25290"/>
                            <a:pt x="66500" y="29000"/>
                          </a:cubicBezTo>
                          <a:cubicBezTo>
                            <a:pt x="62333" y="29298"/>
                            <a:pt x="58167" y="28677"/>
                            <a:pt x="54000" y="29000"/>
                          </a:cubicBezTo>
                          <a:cubicBezTo>
                            <a:pt x="54404" y="24833"/>
                            <a:pt x="5388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22"/>
                            <a:pt x="41667" y="8434"/>
                            <a:pt x="35500" y="8000"/>
                          </a:cubicBezTo>
                          <a:cubicBezTo>
                            <a:pt x="29333" y="8497"/>
                            <a:pt x="23167" y="7231"/>
                            <a:pt x="17000" y="8000"/>
                          </a:cubicBezTo>
                          <a:cubicBezTo>
                            <a:pt x="17574" y="14667"/>
                            <a:pt x="16739" y="21333"/>
                            <a:pt x="17000" y="28000"/>
                          </a:cubicBezTo>
                          <a:cubicBezTo>
                            <a:pt x="17699" y="34667"/>
                            <a:pt x="17090" y="41333"/>
                            <a:pt x="17000" y="48000"/>
                          </a:cubicBezTo>
                          <a:cubicBezTo>
                            <a:pt x="17133" y="54667"/>
                            <a:pt x="17611" y="61333"/>
                            <a:pt x="17000" y="68000"/>
                          </a:cubicBezTo>
                          <a:cubicBezTo>
                            <a:pt x="17388" y="74667"/>
                            <a:pt x="16173" y="81333"/>
                            <a:pt x="17000" y="88000"/>
                          </a:cubicBezTo>
                          <a:cubicBezTo>
                            <a:pt x="23889" y="87851"/>
                            <a:pt x="30778" y="87908"/>
                            <a:pt x="37667" y="88000"/>
                          </a:cubicBezTo>
                          <a:cubicBezTo>
                            <a:pt x="44556" y="88768"/>
                            <a:pt x="51444" y="88268"/>
                            <a:pt x="58333" y="88000"/>
                          </a:cubicBezTo>
                          <a:cubicBezTo>
                            <a:pt x="65222" y="88162"/>
                            <a:pt x="72111" y="87166"/>
                            <a:pt x="79000" y="88000"/>
                          </a:cubicBezTo>
                          <a:cubicBezTo>
                            <a:pt x="79517" y="81556"/>
                            <a:pt x="80129" y="75111"/>
                            <a:pt x="79000" y="68667"/>
                          </a:cubicBezTo>
                          <a:cubicBezTo>
                            <a:pt x="79095" y="62222"/>
                            <a:pt x="78718" y="55778"/>
                            <a:pt x="79000" y="49333"/>
                          </a:cubicBezTo>
                          <a:cubicBezTo>
                            <a:pt x="78829" y="42889"/>
                            <a:pt x="79283" y="36444"/>
                            <a:pt x="79000" y="30000"/>
                          </a:cubicBezTo>
                          <a:cubicBezTo>
                            <a:pt x="74641" y="26552"/>
                            <a:pt x="70016" y="23406"/>
                            <a:pt x="66500" y="19000"/>
                          </a:cubicBezTo>
                          <a:cubicBezTo>
                            <a:pt x="62627" y="14999"/>
                            <a:pt x="57973" y="11887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Stack 2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94"/>
                    <a:pt x="41667" y="44690"/>
                    <a:pt x="48000" y="45000"/>
                  </a:cubicBezTo>
                  <a:cubicBezTo>
                    <a:pt x="54333" y="44336"/>
                    <a:pt x="60667" y="46121"/>
                    <a:pt x="67000" y="45000"/>
                  </a:cubicBezTo>
                  <a:cubicBezTo>
                    <a:pt x="67181" y="46333"/>
                    <a:pt x="66900" y="47667"/>
                    <a:pt x="67000" y="49000"/>
                  </a:cubicBezTo>
                  <a:cubicBezTo>
                    <a:pt x="60667" y="50039"/>
                    <a:pt x="54333" y="49112"/>
                    <a:pt x="48000" y="49000"/>
                  </a:cubicBezTo>
                  <a:cubicBezTo>
                    <a:pt x="41667" y="48174"/>
                    <a:pt x="35333" y="50133"/>
                    <a:pt x="29000" y="49000"/>
                  </a:cubicBezTo>
                  <a:cubicBezTo>
                    <a:pt x="29017" y="47667"/>
                    <a:pt x="29041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14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94"/>
                            <a:pt x="41667" y="44690"/>
                            <a:pt x="48000" y="45000"/>
                          </a:cubicBezTo>
                          <a:cubicBezTo>
                            <a:pt x="54333" y="44336"/>
                            <a:pt x="60667" y="46121"/>
                            <a:pt x="67000" y="45000"/>
                          </a:cubicBezTo>
                          <a:cubicBezTo>
                            <a:pt x="67181" y="46333"/>
                            <a:pt x="66900" y="47667"/>
                            <a:pt x="67000" y="49000"/>
                          </a:cubicBezTo>
                          <a:cubicBezTo>
                            <a:pt x="60667" y="50039"/>
                            <a:pt x="54333" y="49112"/>
                            <a:pt x="48000" y="49000"/>
                          </a:cubicBezTo>
                          <a:cubicBezTo>
                            <a:pt x="41667" y="48174"/>
                            <a:pt x="35333" y="50133"/>
                            <a:pt x="29000" y="49000"/>
                          </a:cubicBezTo>
                          <a:cubicBezTo>
                            <a:pt x="29017" y="47667"/>
                            <a:pt x="29041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Stack 2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60"/>
                    <a:pt x="37667" y="37506"/>
                    <a:pt x="42000" y="37000"/>
                  </a:cubicBezTo>
                  <a:cubicBezTo>
                    <a:pt x="41884" y="38333"/>
                    <a:pt x="42128" y="39667"/>
                    <a:pt x="42000" y="41000"/>
                  </a:cubicBezTo>
                  <a:cubicBezTo>
                    <a:pt x="37667" y="40885"/>
                    <a:pt x="33333" y="40329"/>
                    <a:pt x="29000" y="41000"/>
                  </a:cubicBezTo>
                  <a:cubicBezTo>
                    <a:pt x="28884" y="39667"/>
                    <a:pt x="2922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06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60"/>
                            <a:pt x="37667" y="37506"/>
                            <a:pt x="42000" y="37000"/>
                          </a:cubicBezTo>
                          <a:cubicBezTo>
                            <a:pt x="41884" y="38333"/>
                            <a:pt x="42128" y="39667"/>
                            <a:pt x="42000" y="41000"/>
                          </a:cubicBezTo>
                          <a:cubicBezTo>
                            <a:pt x="37667" y="40885"/>
                            <a:pt x="33333" y="40329"/>
                            <a:pt x="29000" y="41000"/>
                          </a:cubicBezTo>
                          <a:cubicBezTo>
                            <a:pt x="28884" y="39667"/>
                            <a:pt x="2922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Stack 2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526"/>
                    <a:pt x="41667" y="53063"/>
                    <a:pt x="48000" y="53000"/>
                  </a:cubicBezTo>
                  <a:cubicBezTo>
                    <a:pt x="54333" y="53712"/>
                    <a:pt x="60667" y="51999"/>
                    <a:pt x="67000" y="53000"/>
                  </a:cubicBezTo>
                  <a:cubicBezTo>
                    <a:pt x="66771" y="54333"/>
                    <a:pt x="67153" y="55667"/>
                    <a:pt x="67000" y="57000"/>
                  </a:cubicBezTo>
                  <a:cubicBezTo>
                    <a:pt x="60667" y="57026"/>
                    <a:pt x="54333" y="57719"/>
                    <a:pt x="48000" y="57000"/>
                  </a:cubicBezTo>
                  <a:cubicBezTo>
                    <a:pt x="41667" y="57629"/>
                    <a:pt x="35333" y="56727"/>
                    <a:pt x="29000" y="57000"/>
                  </a:cubicBezTo>
                  <a:cubicBezTo>
                    <a:pt x="28950" y="55667"/>
                    <a:pt x="2881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97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526"/>
                            <a:pt x="41667" y="53063"/>
                            <a:pt x="48000" y="53000"/>
                          </a:cubicBezTo>
                          <a:cubicBezTo>
                            <a:pt x="54333" y="53712"/>
                            <a:pt x="60667" y="51999"/>
                            <a:pt x="67000" y="53000"/>
                          </a:cubicBezTo>
                          <a:cubicBezTo>
                            <a:pt x="66771" y="54333"/>
                            <a:pt x="67153" y="55667"/>
                            <a:pt x="67000" y="57000"/>
                          </a:cubicBezTo>
                          <a:cubicBezTo>
                            <a:pt x="60667" y="57026"/>
                            <a:pt x="54333" y="57719"/>
                            <a:pt x="48000" y="57000"/>
                          </a:cubicBezTo>
                          <a:cubicBezTo>
                            <a:pt x="41667" y="57629"/>
                            <a:pt x="35333" y="56727"/>
                            <a:pt x="29000" y="57000"/>
                          </a:cubicBezTo>
                          <a:cubicBezTo>
                            <a:pt x="28950" y="55667"/>
                            <a:pt x="2881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Stack 2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318"/>
                    <a:pt x="41667" y="61155"/>
                    <a:pt x="48000" y="61000"/>
                  </a:cubicBezTo>
                  <a:cubicBezTo>
                    <a:pt x="54333" y="60625"/>
                    <a:pt x="60667" y="60757"/>
                    <a:pt x="67000" y="61000"/>
                  </a:cubicBezTo>
                  <a:cubicBezTo>
                    <a:pt x="66874" y="62333"/>
                    <a:pt x="67031" y="63667"/>
                    <a:pt x="67000" y="65000"/>
                  </a:cubicBezTo>
                  <a:cubicBezTo>
                    <a:pt x="60667" y="65822"/>
                    <a:pt x="54333" y="63937"/>
                    <a:pt x="48000" y="65000"/>
                  </a:cubicBezTo>
                  <a:cubicBezTo>
                    <a:pt x="41667" y="65660"/>
                    <a:pt x="35333" y="64854"/>
                    <a:pt x="29000" y="65000"/>
                  </a:cubicBezTo>
                  <a:cubicBezTo>
                    <a:pt x="29064" y="63667"/>
                    <a:pt x="29222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89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318"/>
                            <a:pt x="41667" y="61155"/>
                            <a:pt x="48000" y="61000"/>
                          </a:cubicBezTo>
                          <a:cubicBezTo>
                            <a:pt x="54333" y="60625"/>
                            <a:pt x="60667" y="60757"/>
                            <a:pt x="67000" y="61000"/>
                          </a:cubicBezTo>
                          <a:cubicBezTo>
                            <a:pt x="66874" y="62333"/>
                            <a:pt x="67031" y="63667"/>
                            <a:pt x="67000" y="65000"/>
                          </a:cubicBezTo>
                          <a:cubicBezTo>
                            <a:pt x="60667" y="65822"/>
                            <a:pt x="54333" y="63937"/>
                            <a:pt x="48000" y="65000"/>
                          </a:cubicBezTo>
                          <a:cubicBezTo>
                            <a:pt x="41667" y="65660"/>
                            <a:pt x="35333" y="64854"/>
                            <a:pt x="29000" y="65000"/>
                          </a:cubicBezTo>
                          <a:cubicBezTo>
                            <a:pt x="29064" y="63667"/>
                            <a:pt x="29222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Stack 2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567"/>
                    <a:pt x="41667" y="69611"/>
                    <a:pt x="48000" y="69000"/>
                  </a:cubicBezTo>
                  <a:cubicBezTo>
                    <a:pt x="54333" y="70122"/>
                    <a:pt x="60667" y="68085"/>
                    <a:pt x="67000" y="69000"/>
                  </a:cubicBezTo>
                  <a:cubicBezTo>
                    <a:pt x="66803" y="70333"/>
                    <a:pt x="67037" y="71667"/>
                    <a:pt x="67000" y="73000"/>
                  </a:cubicBezTo>
                  <a:cubicBezTo>
                    <a:pt x="60667" y="72428"/>
                    <a:pt x="54333" y="73213"/>
                    <a:pt x="48000" y="73000"/>
                  </a:cubicBezTo>
                  <a:cubicBezTo>
                    <a:pt x="41667" y="72355"/>
                    <a:pt x="35333" y="72752"/>
                    <a:pt x="29000" y="73000"/>
                  </a:cubicBezTo>
                  <a:cubicBezTo>
                    <a:pt x="28793" y="71667"/>
                    <a:pt x="2889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81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567"/>
                            <a:pt x="41667" y="69611"/>
                            <a:pt x="48000" y="69000"/>
                          </a:cubicBezTo>
                          <a:cubicBezTo>
                            <a:pt x="54333" y="70122"/>
                            <a:pt x="60667" y="68085"/>
                            <a:pt x="67000" y="69000"/>
                          </a:cubicBezTo>
                          <a:cubicBezTo>
                            <a:pt x="66803" y="70333"/>
                            <a:pt x="67037" y="71667"/>
                            <a:pt x="67000" y="73000"/>
                          </a:cubicBezTo>
                          <a:cubicBezTo>
                            <a:pt x="60667" y="72428"/>
                            <a:pt x="54333" y="73213"/>
                            <a:pt x="48000" y="73000"/>
                          </a:cubicBezTo>
                          <a:cubicBezTo>
                            <a:pt x="41667" y="72355"/>
                            <a:pt x="35333" y="72752"/>
                            <a:pt x="29000" y="73000"/>
                          </a:cubicBezTo>
                          <a:cubicBezTo>
                            <a:pt x="28793" y="71667"/>
                            <a:pt x="2889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" name="Stack 1"/>
          <p:cNvGrpSpPr/>
          <p:nvPr/>
        </p:nvGrpSpPr>
        <p:grpSpPr>
          <a:xfrm>
            <a:off x="1435608" y="3134703"/>
            <a:ext cx="822960" cy="822960"/>
            <a:chOff x="0" y="0"/>
            <a:chExt cx="822960" cy="822960"/>
          </a:xfrm>
        </p:grpSpPr>
        <p:sp>
          <p:nvSpPr>
            <p:cNvPr id="152" name="Stack 1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Stack 1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109" y="76333"/>
                    <a:pt x="22132" y="70667"/>
                    <a:pt x="23000" y="65000"/>
                  </a:cubicBezTo>
                  <a:cubicBezTo>
                    <a:pt x="23164" y="59333"/>
                    <a:pt x="23325" y="53667"/>
                    <a:pt x="23000" y="48000"/>
                  </a:cubicBezTo>
                  <a:cubicBezTo>
                    <a:pt x="22251" y="42333"/>
                    <a:pt x="22532" y="36667"/>
                    <a:pt x="23000" y="31000"/>
                  </a:cubicBezTo>
                  <a:cubicBezTo>
                    <a:pt x="22073" y="25333"/>
                    <a:pt x="22370" y="19667"/>
                    <a:pt x="23000" y="14000"/>
                  </a:cubicBezTo>
                  <a:cubicBezTo>
                    <a:pt x="31333" y="13068"/>
                    <a:pt x="39667" y="13056"/>
                    <a:pt x="48000" y="14000"/>
                  </a:cubicBezTo>
                  <a:cubicBezTo>
                    <a:pt x="48442" y="21000"/>
                    <a:pt x="47499" y="28000"/>
                    <a:pt x="48000" y="35000"/>
                  </a:cubicBezTo>
                  <a:cubicBezTo>
                    <a:pt x="56333" y="35076"/>
                    <a:pt x="64667" y="35139"/>
                    <a:pt x="73000" y="35000"/>
                  </a:cubicBezTo>
                  <a:cubicBezTo>
                    <a:pt x="73167" y="42833"/>
                    <a:pt x="72006" y="50667"/>
                    <a:pt x="73000" y="58500"/>
                  </a:cubicBezTo>
                  <a:cubicBezTo>
                    <a:pt x="72819" y="66333"/>
                    <a:pt x="72267" y="74167"/>
                    <a:pt x="73000" y="82000"/>
                  </a:cubicBezTo>
                  <a:cubicBezTo>
                    <a:pt x="67444" y="81688"/>
                    <a:pt x="61889" y="82943"/>
                    <a:pt x="56333" y="82000"/>
                  </a:cubicBezTo>
                  <a:cubicBezTo>
                    <a:pt x="50778" y="82206"/>
                    <a:pt x="45222" y="81256"/>
                    <a:pt x="39667" y="82000"/>
                  </a:cubicBezTo>
                  <a:cubicBezTo>
                    <a:pt x="34111" y="82426"/>
                    <a:pt x="28556" y="8100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78" y="20656"/>
                    <a:pt x="62534" y="24633"/>
                    <a:pt x="66500" y="29000"/>
                  </a:cubicBezTo>
                  <a:cubicBezTo>
                    <a:pt x="62333" y="29287"/>
                    <a:pt x="58167" y="28768"/>
                    <a:pt x="54000" y="29000"/>
                  </a:cubicBezTo>
                  <a:cubicBezTo>
                    <a:pt x="54673" y="24833"/>
                    <a:pt x="54049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375"/>
                    <a:pt x="41667" y="6894"/>
                    <a:pt x="35500" y="8000"/>
                  </a:cubicBezTo>
                  <a:cubicBezTo>
                    <a:pt x="29333" y="8680"/>
                    <a:pt x="23167" y="8064"/>
                    <a:pt x="17000" y="8000"/>
                  </a:cubicBezTo>
                  <a:cubicBezTo>
                    <a:pt x="15896" y="14667"/>
                    <a:pt x="15873" y="21333"/>
                    <a:pt x="17000" y="28000"/>
                  </a:cubicBezTo>
                  <a:cubicBezTo>
                    <a:pt x="16276" y="34667"/>
                    <a:pt x="17940" y="41333"/>
                    <a:pt x="17000" y="48000"/>
                  </a:cubicBezTo>
                  <a:cubicBezTo>
                    <a:pt x="17452" y="54667"/>
                    <a:pt x="17565" y="61333"/>
                    <a:pt x="17000" y="68000"/>
                  </a:cubicBezTo>
                  <a:cubicBezTo>
                    <a:pt x="16515" y="74667"/>
                    <a:pt x="16414" y="81333"/>
                    <a:pt x="17000" y="88000"/>
                  </a:cubicBezTo>
                  <a:cubicBezTo>
                    <a:pt x="23889" y="88802"/>
                    <a:pt x="30778" y="88737"/>
                    <a:pt x="37667" y="88000"/>
                  </a:cubicBezTo>
                  <a:cubicBezTo>
                    <a:pt x="44556" y="88471"/>
                    <a:pt x="51444" y="88557"/>
                    <a:pt x="58333" y="88000"/>
                  </a:cubicBezTo>
                  <a:cubicBezTo>
                    <a:pt x="65222" y="87419"/>
                    <a:pt x="72111" y="88108"/>
                    <a:pt x="79000" y="88000"/>
                  </a:cubicBezTo>
                  <a:cubicBezTo>
                    <a:pt x="78672" y="81556"/>
                    <a:pt x="78007" y="75111"/>
                    <a:pt x="79000" y="68667"/>
                  </a:cubicBezTo>
                  <a:cubicBezTo>
                    <a:pt x="79619" y="62222"/>
                    <a:pt x="79319" y="55778"/>
                    <a:pt x="79000" y="49333"/>
                  </a:cubicBezTo>
                  <a:cubicBezTo>
                    <a:pt x="78660" y="42889"/>
                    <a:pt x="79795" y="36444"/>
                    <a:pt x="79000" y="30000"/>
                  </a:cubicBezTo>
                  <a:cubicBezTo>
                    <a:pt x="74864" y="26299"/>
                    <a:pt x="70236" y="23156"/>
                    <a:pt x="66500" y="19000"/>
                  </a:cubicBezTo>
                  <a:cubicBezTo>
                    <a:pt x="62124" y="15571"/>
                    <a:pt x="57643" y="1226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2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109" y="76333"/>
                            <a:pt x="22132" y="70667"/>
                            <a:pt x="23000" y="65000"/>
                          </a:cubicBezTo>
                          <a:cubicBezTo>
                            <a:pt x="23164" y="59333"/>
                            <a:pt x="23325" y="53667"/>
                            <a:pt x="23000" y="48000"/>
                          </a:cubicBezTo>
                          <a:cubicBezTo>
                            <a:pt x="22251" y="42333"/>
                            <a:pt x="22532" y="36667"/>
                            <a:pt x="23000" y="31000"/>
                          </a:cubicBezTo>
                          <a:cubicBezTo>
                            <a:pt x="22073" y="25333"/>
                            <a:pt x="22370" y="19667"/>
                            <a:pt x="23000" y="14000"/>
                          </a:cubicBezTo>
                          <a:cubicBezTo>
                            <a:pt x="31333" y="13068"/>
                            <a:pt x="39667" y="13056"/>
                            <a:pt x="48000" y="14000"/>
                          </a:cubicBezTo>
                          <a:cubicBezTo>
                            <a:pt x="48442" y="21000"/>
                            <a:pt x="47499" y="28000"/>
                            <a:pt x="48000" y="35000"/>
                          </a:cubicBezTo>
                          <a:cubicBezTo>
                            <a:pt x="56333" y="35076"/>
                            <a:pt x="64667" y="35139"/>
                            <a:pt x="73000" y="35000"/>
                          </a:cubicBezTo>
                          <a:cubicBezTo>
                            <a:pt x="73167" y="42833"/>
                            <a:pt x="72006" y="50667"/>
                            <a:pt x="73000" y="58500"/>
                          </a:cubicBezTo>
                          <a:cubicBezTo>
                            <a:pt x="72819" y="66333"/>
                            <a:pt x="72267" y="74167"/>
                            <a:pt x="73000" y="82000"/>
                          </a:cubicBezTo>
                          <a:cubicBezTo>
                            <a:pt x="67444" y="81688"/>
                            <a:pt x="61889" y="82943"/>
                            <a:pt x="56333" y="82000"/>
                          </a:cubicBezTo>
                          <a:cubicBezTo>
                            <a:pt x="50778" y="82206"/>
                            <a:pt x="45222" y="81256"/>
                            <a:pt x="39667" y="82000"/>
                          </a:cubicBezTo>
                          <a:cubicBezTo>
                            <a:pt x="34111" y="82426"/>
                            <a:pt x="28556" y="8100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78" y="20656"/>
                            <a:pt x="62534" y="24633"/>
                            <a:pt x="66500" y="29000"/>
                          </a:cubicBezTo>
                          <a:cubicBezTo>
                            <a:pt x="62333" y="29287"/>
                            <a:pt x="58167" y="28768"/>
                            <a:pt x="54000" y="29000"/>
                          </a:cubicBezTo>
                          <a:cubicBezTo>
                            <a:pt x="54673" y="24833"/>
                            <a:pt x="54049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375"/>
                            <a:pt x="41667" y="6894"/>
                            <a:pt x="35500" y="8000"/>
                          </a:cubicBezTo>
                          <a:cubicBezTo>
                            <a:pt x="29333" y="8680"/>
                            <a:pt x="23167" y="8064"/>
                            <a:pt x="17000" y="8000"/>
                          </a:cubicBezTo>
                          <a:cubicBezTo>
                            <a:pt x="15896" y="14667"/>
                            <a:pt x="15873" y="21333"/>
                            <a:pt x="17000" y="28000"/>
                          </a:cubicBezTo>
                          <a:cubicBezTo>
                            <a:pt x="16276" y="34667"/>
                            <a:pt x="17940" y="41333"/>
                            <a:pt x="17000" y="48000"/>
                          </a:cubicBezTo>
                          <a:cubicBezTo>
                            <a:pt x="17452" y="54667"/>
                            <a:pt x="17565" y="61333"/>
                            <a:pt x="17000" y="68000"/>
                          </a:cubicBezTo>
                          <a:cubicBezTo>
                            <a:pt x="16515" y="74667"/>
                            <a:pt x="16414" y="81333"/>
                            <a:pt x="17000" y="88000"/>
                          </a:cubicBezTo>
                          <a:cubicBezTo>
                            <a:pt x="23889" y="88802"/>
                            <a:pt x="30778" y="88737"/>
                            <a:pt x="37667" y="88000"/>
                          </a:cubicBezTo>
                          <a:cubicBezTo>
                            <a:pt x="44556" y="88471"/>
                            <a:pt x="51444" y="88557"/>
                            <a:pt x="58333" y="88000"/>
                          </a:cubicBezTo>
                          <a:cubicBezTo>
                            <a:pt x="65222" y="87419"/>
                            <a:pt x="72111" y="88108"/>
                            <a:pt x="79000" y="88000"/>
                          </a:cubicBezTo>
                          <a:cubicBezTo>
                            <a:pt x="78672" y="81556"/>
                            <a:pt x="78007" y="75111"/>
                            <a:pt x="79000" y="68667"/>
                          </a:cubicBezTo>
                          <a:cubicBezTo>
                            <a:pt x="79619" y="62222"/>
                            <a:pt x="79319" y="55778"/>
                            <a:pt x="79000" y="49333"/>
                          </a:cubicBezTo>
                          <a:cubicBezTo>
                            <a:pt x="78660" y="42889"/>
                            <a:pt x="79795" y="36444"/>
                            <a:pt x="79000" y="30000"/>
                          </a:cubicBezTo>
                          <a:cubicBezTo>
                            <a:pt x="74864" y="26299"/>
                            <a:pt x="70236" y="23156"/>
                            <a:pt x="66500" y="19000"/>
                          </a:cubicBezTo>
                          <a:cubicBezTo>
                            <a:pt x="62124" y="15571"/>
                            <a:pt x="57643" y="1226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Stack 1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93"/>
                    <a:pt x="41667" y="45276"/>
                    <a:pt x="48000" y="45000"/>
                  </a:cubicBezTo>
                  <a:cubicBezTo>
                    <a:pt x="54333" y="44094"/>
                    <a:pt x="60667" y="44614"/>
                    <a:pt x="67000" y="45000"/>
                  </a:cubicBezTo>
                  <a:cubicBezTo>
                    <a:pt x="66807" y="46333"/>
                    <a:pt x="67080" y="47667"/>
                    <a:pt x="67000" y="49000"/>
                  </a:cubicBezTo>
                  <a:cubicBezTo>
                    <a:pt x="60667" y="48524"/>
                    <a:pt x="54333" y="49807"/>
                    <a:pt x="48000" y="49000"/>
                  </a:cubicBezTo>
                  <a:cubicBezTo>
                    <a:pt x="41667" y="48253"/>
                    <a:pt x="35333" y="48417"/>
                    <a:pt x="29000" y="49000"/>
                  </a:cubicBezTo>
                  <a:cubicBezTo>
                    <a:pt x="29068" y="47667"/>
                    <a:pt x="2882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4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93"/>
                            <a:pt x="41667" y="45276"/>
                            <a:pt x="48000" y="45000"/>
                          </a:cubicBezTo>
                          <a:cubicBezTo>
                            <a:pt x="54333" y="44094"/>
                            <a:pt x="60667" y="44614"/>
                            <a:pt x="67000" y="45000"/>
                          </a:cubicBezTo>
                          <a:cubicBezTo>
                            <a:pt x="66807" y="46333"/>
                            <a:pt x="67080" y="47667"/>
                            <a:pt x="67000" y="49000"/>
                          </a:cubicBezTo>
                          <a:cubicBezTo>
                            <a:pt x="60667" y="48524"/>
                            <a:pt x="54333" y="49807"/>
                            <a:pt x="48000" y="49000"/>
                          </a:cubicBezTo>
                          <a:cubicBezTo>
                            <a:pt x="41667" y="48253"/>
                            <a:pt x="35333" y="48417"/>
                            <a:pt x="29000" y="49000"/>
                          </a:cubicBezTo>
                          <a:cubicBezTo>
                            <a:pt x="29068" y="47667"/>
                            <a:pt x="2882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Stack 1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454"/>
                    <a:pt x="37667" y="36464"/>
                    <a:pt x="42000" y="37000"/>
                  </a:cubicBezTo>
                  <a:cubicBezTo>
                    <a:pt x="41995" y="38333"/>
                    <a:pt x="41767" y="39667"/>
                    <a:pt x="42000" y="41000"/>
                  </a:cubicBezTo>
                  <a:cubicBezTo>
                    <a:pt x="37667" y="41244"/>
                    <a:pt x="33333" y="41025"/>
                    <a:pt x="29000" y="41000"/>
                  </a:cubicBezTo>
                  <a:cubicBezTo>
                    <a:pt x="29170" y="39667"/>
                    <a:pt x="29041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454"/>
                            <a:pt x="37667" y="36464"/>
                            <a:pt x="42000" y="37000"/>
                          </a:cubicBezTo>
                          <a:cubicBezTo>
                            <a:pt x="41995" y="38333"/>
                            <a:pt x="41767" y="39667"/>
                            <a:pt x="42000" y="41000"/>
                          </a:cubicBezTo>
                          <a:cubicBezTo>
                            <a:pt x="37667" y="41244"/>
                            <a:pt x="33333" y="41025"/>
                            <a:pt x="29000" y="41000"/>
                          </a:cubicBezTo>
                          <a:cubicBezTo>
                            <a:pt x="29170" y="39667"/>
                            <a:pt x="29041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Stack 1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163"/>
                    <a:pt x="41667" y="53130"/>
                    <a:pt x="48000" y="53000"/>
                  </a:cubicBezTo>
                  <a:cubicBezTo>
                    <a:pt x="54333" y="53760"/>
                    <a:pt x="60667" y="53934"/>
                    <a:pt x="67000" y="53000"/>
                  </a:cubicBezTo>
                  <a:cubicBezTo>
                    <a:pt x="66819" y="54333"/>
                    <a:pt x="66781" y="55667"/>
                    <a:pt x="67000" y="57000"/>
                  </a:cubicBezTo>
                  <a:cubicBezTo>
                    <a:pt x="60667" y="56442"/>
                    <a:pt x="54333" y="56870"/>
                    <a:pt x="48000" y="57000"/>
                  </a:cubicBezTo>
                  <a:cubicBezTo>
                    <a:pt x="41667" y="57798"/>
                    <a:pt x="35333" y="56158"/>
                    <a:pt x="29000" y="57000"/>
                  </a:cubicBezTo>
                  <a:cubicBezTo>
                    <a:pt x="29168" y="55667"/>
                    <a:pt x="2884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163"/>
                            <a:pt x="41667" y="53130"/>
                            <a:pt x="48000" y="53000"/>
                          </a:cubicBezTo>
                          <a:cubicBezTo>
                            <a:pt x="54333" y="53760"/>
                            <a:pt x="60667" y="53934"/>
                            <a:pt x="67000" y="53000"/>
                          </a:cubicBezTo>
                          <a:cubicBezTo>
                            <a:pt x="66819" y="54333"/>
                            <a:pt x="66781" y="55667"/>
                            <a:pt x="67000" y="57000"/>
                          </a:cubicBezTo>
                          <a:cubicBezTo>
                            <a:pt x="60667" y="56442"/>
                            <a:pt x="54333" y="56870"/>
                            <a:pt x="48000" y="57000"/>
                          </a:cubicBezTo>
                          <a:cubicBezTo>
                            <a:pt x="41667" y="57798"/>
                            <a:pt x="35333" y="56158"/>
                            <a:pt x="29000" y="57000"/>
                          </a:cubicBezTo>
                          <a:cubicBezTo>
                            <a:pt x="29168" y="55667"/>
                            <a:pt x="2884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Stack 1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890"/>
                    <a:pt x="41667" y="60791"/>
                    <a:pt x="48000" y="61000"/>
                  </a:cubicBezTo>
                  <a:cubicBezTo>
                    <a:pt x="54333" y="60124"/>
                    <a:pt x="60667" y="61724"/>
                    <a:pt x="67000" y="61000"/>
                  </a:cubicBezTo>
                  <a:cubicBezTo>
                    <a:pt x="66926" y="62333"/>
                    <a:pt x="67147" y="63667"/>
                    <a:pt x="67000" y="65000"/>
                  </a:cubicBezTo>
                  <a:cubicBezTo>
                    <a:pt x="60667" y="64500"/>
                    <a:pt x="54333" y="63883"/>
                    <a:pt x="48000" y="65000"/>
                  </a:cubicBezTo>
                  <a:cubicBezTo>
                    <a:pt x="41667" y="64233"/>
                    <a:pt x="35333" y="64822"/>
                    <a:pt x="29000" y="65000"/>
                  </a:cubicBezTo>
                  <a:cubicBezTo>
                    <a:pt x="28862" y="63667"/>
                    <a:pt x="29158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890"/>
                            <a:pt x="41667" y="60791"/>
                            <a:pt x="48000" y="61000"/>
                          </a:cubicBezTo>
                          <a:cubicBezTo>
                            <a:pt x="54333" y="60124"/>
                            <a:pt x="60667" y="61724"/>
                            <a:pt x="67000" y="61000"/>
                          </a:cubicBezTo>
                          <a:cubicBezTo>
                            <a:pt x="66926" y="62333"/>
                            <a:pt x="67147" y="63667"/>
                            <a:pt x="67000" y="65000"/>
                          </a:cubicBezTo>
                          <a:cubicBezTo>
                            <a:pt x="60667" y="64500"/>
                            <a:pt x="54333" y="63883"/>
                            <a:pt x="48000" y="65000"/>
                          </a:cubicBezTo>
                          <a:cubicBezTo>
                            <a:pt x="41667" y="64233"/>
                            <a:pt x="35333" y="64822"/>
                            <a:pt x="29000" y="65000"/>
                          </a:cubicBezTo>
                          <a:cubicBezTo>
                            <a:pt x="28862" y="63667"/>
                            <a:pt x="29158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Stack 1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42"/>
                    <a:pt x="41667" y="69659"/>
                    <a:pt x="48000" y="69000"/>
                  </a:cubicBezTo>
                  <a:cubicBezTo>
                    <a:pt x="54333" y="69688"/>
                    <a:pt x="60667" y="69972"/>
                    <a:pt x="67000" y="69000"/>
                  </a:cubicBezTo>
                  <a:cubicBezTo>
                    <a:pt x="66764" y="70333"/>
                    <a:pt x="67032" y="71667"/>
                    <a:pt x="67000" y="73000"/>
                  </a:cubicBezTo>
                  <a:cubicBezTo>
                    <a:pt x="60667" y="74044"/>
                    <a:pt x="54333" y="73338"/>
                    <a:pt x="48000" y="73000"/>
                  </a:cubicBezTo>
                  <a:cubicBezTo>
                    <a:pt x="41667" y="72953"/>
                    <a:pt x="35333" y="74030"/>
                    <a:pt x="29000" y="73000"/>
                  </a:cubicBezTo>
                  <a:cubicBezTo>
                    <a:pt x="29157" y="71667"/>
                    <a:pt x="2908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42"/>
                            <a:pt x="41667" y="69659"/>
                            <a:pt x="48000" y="69000"/>
                          </a:cubicBezTo>
                          <a:cubicBezTo>
                            <a:pt x="54333" y="69688"/>
                            <a:pt x="60667" y="69972"/>
                            <a:pt x="67000" y="69000"/>
                          </a:cubicBezTo>
                          <a:cubicBezTo>
                            <a:pt x="66764" y="70333"/>
                            <a:pt x="67032" y="71667"/>
                            <a:pt x="67000" y="73000"/>
                          </a:cubicBezTo>
                          <a:cubicBezTo>
                            <a:pt x="60667" y="74044"/>
                            <a:pt x="54333" y="73338"/>
                            <a:pt x="48000" y="73000"/>
                          </a:cubicBezTo>
                          <a:cubicBezTo>
                            <a:pt x="41667" y="72953"/>
                            <a:pt x="35333" y="74030"/>
                            <a:pt x="29000" y="73000"/>
                          </a:cubicBezTo>
                          <a:cubicBezTo>
                            <a:pt x="29157" y="71667"/>
                            <a:pt x="2908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3" name="Stack label"/>
          <p:cNvSpPr txBox="1"/>
          <p:nvPr/>
        </p:nvSpPr>
        <p:spPr>
          <a:xfrm>
            <a:off x="685800" y="48463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×40, one call each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✗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✓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  <p:sp>
        <p:nvSpPr>
          <p:cNvPr id="142" name="Scores"/>
          <p:cNvSpPr txBox="1"/>
          <p:nvPr/>
        </p:nvSpPr>
        <p:spPr>
          <a:xfrm>
            <a:off x="4878638" y="3569482"/>
            <a:ext cx="236741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hard set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phi3      7/10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gpt-4.1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