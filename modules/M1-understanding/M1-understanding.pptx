
<file path=[Content_Types].xml><?xml version="1.0" encoding="utf-8"?>
<Types xmlns="http://schemas.openxmlformats.org/package/2006/content-types">
  <Default Extension="svg" ContentType="image/svg+xml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6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47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37"/>
  </p:notesMasterIdLst>
  <p:sldIdLst>
    <p:sldId id="576" r:id="rId2"/>
    <p:sldId id="579" r:id="rId3"/>
    <p:sldId id="608" r:id="rId4"/>
    <p:sldId id="609" r:id="rId5"/>
    <p:sldId id="580" r:id="rId6"/>
    <p:sldId id="610" r:id="rId7"/>
    <p:sldId id="614" r:id="rId51"/>
    <p:sldId id="615" r:id="rId52"/>
    <p:sldId id="616" r:id="rId53"/>
    <p:sldId id="617" r:id="rId54"/>
    <p:sldId id="618" r:id="rId55"/>
    <p:sldId id="619" r:id="rId56"/>
    <p:sldId id="620" r:id="rId57"/>
    <p:sldId id="581" r:id="rId8"/>
    <p:sldId id="583" r:id="rId10"/>
    <p:sldId id="584" r:id="rId11"/>
    <p:sldId id="613" r:id="rId12"/>
    <p:sldId id="586" r:id="rId13"/>
    <p:sldId id="611" r:id="rId14"/>
    <p:sldId id="587" r:id="rId15"/>
    <p:sldId id="588" r:id="rId16"/>
    <p:sldId id="589" r:id="rId17"/>
    <p:sldId id="590" r:id="rId18"/>
    <p:sldId id="591" r:id="rId19"/>
    <p:sldId id="592" r:id="rId20"/>
    <p:sldId id="593" r:id="rId21"/>
    <p:sldId id="594" r:id="rId22"/>
    <p:sldId id="595" r:id="rId23"/>
    <p:sldId id="597" r:id="rId25"/>
    <p:sldId id="598" r:id="rId26"/>
    <p:sldId id="599" r:id="rId27"/>
    <p:sldId id="600" r:id="rId28"/>
    <p:sldId id="612" r:id="rId29"/>
    <p:sldId id="621" r:id="rId58"/>
    <p:sldId id="622" r:id="rId59"/>
    <p:sldId id="623" r:id="rId60"/>
    <p:sldId id="624" r:id="rId61"/>
    <p:sldId id="625" r:id="rId62"/>
    <p:sldId id="626" r:id="rId63"/>
    <p:sldId id="627" r:id="rId64"/>
    <p:sldId id="628" r:id="rId65"/>
    <p:sldId id="601" r:id="rId30"/>
    <p:sldId id="603" r:id="rId32"/>
    <p:sldId id="604" r:id="rId33"/>
    <p:sldId id="605" r:id="rId34"/>
    <p:sldId id="606" r:id="rId35"/>
    <p:sldId id="607" r:id="rId36"/>
  </p:sldIdLst>
  <p:sldSz cx="12192000" cy="6858000"/>
  <p:notesSz cx="6858000" cy="9144000"/>
  <p:embeddedFontLst>
    <p:embeddedFont>
      <p:font typeface="Consolas" panose="020B0609020204030204" pitchFamily="49" charset="0"/>
      <p:regular r:id="rId38"/>
      <p:bold r:id="rId39"/>
      <p:italic r:id="rId40"/>
      <p:boldItalic r:id="rId41"/>
    </p:embeddedFont>
    <p:embeddedFont>
      <p:font typeface="Segoe UI" panose="020B0502040204020203" pitchFamily="34" charset="0"/>
      <p:regular r:id="rId42"/>
      <p:bold r:id="rId43"/>
      <p:italic r:id="rId44"/>
      <p:boldItalic r:id="rId4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21" autoAdjust="0"/>
    <p:restoredTop sz="66887" autoAdjust="0"/>
  </p:normalViewPr>
  <p:slideViewPr>
    <p:cSldViewPr snapToGrid="0">
      <p:cViewPr varScale="1">
        <p:scale>
          <a:sx n="100" d="100"/>
          <a:sy n="100" d="100"/>
        </p:scale>
        <p:origin x="1576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4" Type="http://schemas.openxmlformats.org/officeDocument/2006/relationships/font" Target="fonts/font7.fntdata"/><Relationship Id="rId4" Type="http://schemas.openxmlformats.org/officeDocument/2006/relationships/slide" Target="slides/slide3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17T11:47:03.849" v="1097" actId="20577"/>
      <pc:docMkLst>
        <pc:docMk/>
      </pc:docMkLst>
      <pc:sldChg chg="modSp mod">
        <pc:chgData name="J. Tower" userId="9d06de10716639e5" providerId="LiveId" clId="{F8931099-75CA-5660-A155-55881DF68D84}" dt="2026-09-03T19:08:53.270" v="1086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03T19:08:53.270" v="1086" actId="27636"/>
          <ac:spMkLst>
            <pc:docMk/>
            <pc:sldMk cId="0" sldId="576"/>
            <ac:spMk id="3" creationId="{00000000-0000-0000-0000-000000000000}"/>
          </ac:spMkLst>
        </pc:spChg>
      </pc:sldChg>
      <pc:sldChg chg="delSp modSp mod">
        <pc:chgData name="J. Tower" userId="9d06de10716639e5" providerId="LiveId" clId="{F8931099-75CA-5660-A155-55881DF68D84}" dt="2026-09-01T19:23:57.043" v="1004" actId="478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01T19:23:55.310" v="1003" actId="1076"/>
          <ac:spMkLst>
            <pc:docMk/>
            <pc:sldMk cId="0" sldId="579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01T19:23:40.416" v="994" actId="1076"/>
          <ac:spMkLst>
            <pc:docMk/>
            <pc:sldMk cId="0" sldId="579"/>
            <ac:spMk id="4" creationId="{00000000-0000-0000-0000-000000000000}"/>
          </ac:spMkLst>
        </pc:spChg>
        <pc:picChg chg="mod">
          <ac:chgData name="J. Tower" userId="9d06de10716639e5" providerId="LiveId" clId="{F8931099-75CA-5660-A155-55881DF68D84}" dt="2026-09-01T19:23:40.416" v="994" actId="1076"/>
          <ac:picMkLst>
            <pc:docMk/>
            <pc:sldMk cId="0" sldId="579"/>
            <ac:picMk id="3" creationId="{00000000-0000-0000-0000-000000000000}"/>
          </ac:picMkLst>
        </pc:picChg>
      </pc:sldChg>
      <pc:sldChg chg="modSp mod">
        <pc:chgData name="J. Tower" userId="9d06de10716639e5" providerId="LiveId" clId="{F8931099-75CA-5660-A155-55881DF68D84}" dt="2026-09-03T19:08:53.273" v="1087" actId="27636"/>
        <pc:sldMkLst>
          <pc:docMk/>
          <pc:sldMk cId="0" sldId="580"/>
        </pc:sldMkLst>
        <pc:spChg chg="mod">
          <ac:chgData name="J. Tower" userId="9d06de10716639e5" providerId="LiveId" clId="{F8931099-75CA-5660-A155-55881DF68D84}" dt="2026-09-03T19:08:53.273" v="1087" actId="27636"/>
          <ac:spMkLst>
            <pc:docMk/>
            <pc:sldMk cId="0" sldId="58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9:08:53.249" v="1084" actId="27636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03T19:08:53.249" v="1084" actId="27636"/>
          <ac:spMkLst>
            <pc:docMk/>
            <pc:sldMk cId="0" sldId="58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9.344" v="1018" actId="403"/>
        <pc:sldMkLst>
          <pc:docMk/>
          <pc:sldMk cId="0" sldId="592"/>
        </pc:sldMkLst>
        <pc:spChg chg="mod">
          <ac:chgData name="J. Tower" userId="9d06de10716639e5" providerId="LiveId" clId="{F8931099-75CA-5660-A155-55881DF68D84}" dt="2026-09-01T19:24:59.344" v="1018" actId="403"/>
          <ac:spMkLst>
            <pc:docMk/>
            <pc:sldMk cId="0" sldId="59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6.945" v="1017" actId="403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9-01T19:24:56.945" v="1017" actId="403"/>
          <ac:spMkLst>
            <pc:docMk/>
            <pc:sldMk cId="0" sldId="59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3.935" v="1016" actId="403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01T19:24:53.935" v="1016" actId="403"/>
          <ac:spMkLst>
            <pc:docMk/>
            <pc:sldMk cId="0" sldId="594"/>
            <ac:spMk id="3" creationId="{00000000-0000-0000-0000-000000000000}"/>
          </ac:spMkLst>
        </pc:spChg>
      </pc:sldChg>
      <pc:sldChg chg="addSp modSp mod">
        <pc:chgData name="J. Tower" userId="9d06de10716639e5" providerId="LiveId" clId="{F8931099-75CA-5660-A155-55881DF68D84}" dt="2026-09-01T19:25:25.239" v="1032" actId="207"/>
        <pc:sldMkLst>
          <pc:docMk/>
          <pc:sldMk cId="0" sldId="599"/>
        </pc:sldMkLst>
        <pc:spChg chg="mod">
          <ac:chgData name="J. Tower" userId="9d06de10716639e5" providerId="LiveId" clId="{F8931099-75CA-5660-A155-55881DF68D84}" dt="2026-09-01T19:25:07.599" v="1019" actId="20577"/>
          <ac:spMkLst>
            <pc:docMk/>
            <pc:sldMk cId="0" sldId="599"/>
            <ac:spMk id="3" creationId="{00000000-0000-0000-0000-000000000000}"/>
          </ac:spMkLst>
        </pc:spChg>
        <pc:spChg chg="mod">
          <ac:chgData name="J. Tower" userId="9d06de10716639e5" providerId="LiveId" clId="{F8931099-75CA-5660-A155-55881DF68D84}" dt="2026-09-01T19:25:25.239" v="1032" actId="207"/>
          <ac:spMkLst>
            <pc:docMk/>
            <pc:sldMk cId="0" sldId="599"/>
            <ac:spMk id="4" creationId="{00000000-0000-0000-0000-000000000000}"/>
          </ac:spMkLst>
        </pc:spChg>
        <pc:spChg chg="mod">
          <ac:chgData name="J. Tower" userId="9d06de10716639e5" providerId="LiveId" clId="{F8931099-75CA-5660-A155-55881DF68D84}" dt="2026-09-01T19:25:25.239" v="1032" actId="207"/>
          <ac:spMkLst>
            <pc:docMk/>
            <pc:sldMk cId="0" sldId="599"/>
            <ac:spMk id="5" creationId="{00000000-0000-0000-0000-000000000000}"/>
          </ac:spMkLst>
        </pc:spChg>
        <pc:grpChg chg="add mod">
          <ac:chgData name="J. Tower" userId="9d06de10716639e5" providerId="LiveId" clId="{F8931099-75CA-5660-A155-55881DF68D84}" dt="2026-09-01T19:25:18.862" v="1031" actId="1036"/>
          <ac:grpSpMkLst>
            <pc:docMk/>
            <pc:sldMk cId="0" sldId="599"/>
            <ac:grpSpMk id="8" creationId="{A32D348E-9CDE-E27A-8ACA-9AFA1F7E58A9}"/>
          </ac:grpSpMkLst>
        </pc:grpChg>
      </pc:sldChg>
      <pc:sldChg chg="modSp mod">
        <pc:chgData name="J. Tower" userId="9d06de10716639e5" providerId="LiveId" clId="{F8931099-75CA-5660-A155-55881DF68D84}" dt="2026-09-03T19:08:53.260" v="1085" actId="27636"/>
        <pc:sldMkLst>
          <pc:docMk/>
          <pc:sldMk cId="0" sldId="600"/>
        </pc:sldMkLst>
        <pc:spChg chg="mod">
          <ac:chgData name="J. Tower" userId="9d06de10716639e5" providerId="LiveId" clId="{F8931099-75CA-5660-A155-55881DF68D84}" dt="2026-09-03T19:08:53.260" v="1085" actId="27636"/>
          <ac:spMkLst>
            <pc:docMk/>
            <pc:sldMk cId="0" sldId="60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5:35.687" v="1033" actId="20577"/>
        <pc:sldMkLst>
          <pc:docMk/>
          <pc:sldMk cId="0" sldId="605"/>
        </pc:sldMkLst>
        <pc:spChg chg="mod">
          <ac:chgData name="J. Tower" userId="9d06de10716639e5" providerId="LiveId" clId="{F8931099-75CA-5660-A155-55881DF68D84}" dt="2026-09-01T19:25:35.687" v="1033" actId="20577"/>
          <ac:spMkLst>
            <pc:docMk/>
            <pc:sldMk cId="0" sldId="60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1:47:03.849" v="1097" actId="20577"/>
        <pc:sldMkLst>
          <pc:docMk/>
          <pc:sldMk cId="0" sldId="606"/>
        </pc:sldMkLst>
        <pc:spChg chg="mod">
          <ac:chgData name="J. Tower" userId="9d06de10716639e5" providerId="LiveId" clId="{F8931099-75CA-5660-A155-55881DF68D84}" dt="2026-09-17T11:47:03.849" v="1097" actId="20577"/>
          <ac:spMkLst>
            <pc:docMk/>
            <pc:sldMk cId="0" sldId="60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7:00.215" v="1077" actId="20577"/>
        <pc:sldMkLst>
          <pc:docMk/>
          <pc:sldMk cId="0" sldId="607"/>
        </pc:sldMkLst>
        <pc:spChg chg="mod">
          <ac:chgData name="J. Tower" userId="9d06de10716639e5" providerId="LiveId" clId="{F8931099-75CA-5660-A155-55881DF68D84}" dt="2026-09-01T19:27:00.215" v="1077" actId="20577"/>
          <ac:spMkLst>
            <pc:docMk/>
            <pc:sldMk cId="0" sldId="607"/>
            <ac:spMk id="3" creationId="{00000000-0000-0000-0000-000000000000}"/>
          </ac:spMkLst>
        </pc:spChg>
      </pc:sldChg>
      <pc:sldChg chg="addSp delSp add mod">
        <pc:chgData name="J. Tower" userId="9d06de10716639e5" providerId="LiveId" clId="{F8931099-75CA-5660-A155-55881DF68D84}" dt="2026-09-01T19:24:37.019" v="1009" actId="478"/>
        <pc:sldMkLst>
          <pc:docMk/>
          <pc:sldMk cId="2827037887" sldId="608"/>
        </pc:sldMkLst>
      </pc:sldChg>
      <pc:sldChg chg="add">
        <pc:chgData name="J. Tower" userId="9d06de10716639e5" providerId="LiveId" clId="{F8931099-75CA-5660-A155-55881DF68D84}" dt="2026-09-01T19:23:52.899" v="1001" actId="2890"/>
        <pc:sldMkLst>
          <pc:docMk/>
          <pc:sldMk cId="640487153" sldId="609"/>
        </pc:sldMkLst>
      </pc:sldChg>
      <pc:sldChg chg="modSp mod">
        <pc:chgData name="J. Tower" userId="9d06de10716639e5" providerId="LiveId" clId="{F8931099-75CA-5660-A155-55881DF68D84}" dt="2026-09-03T18:41:29.167" v="1078" actId="20577"/>
        <pc:sldMkLst>
          <pc:docMk/>
          <pc:sldMk cId="0" sldId="610"/>
        </pc:sldMkLst>
        <pc:spChg chg="mod">
          <ac:chgData name="J. Tower" userId="9d06de10716639e5" providerId="LiveId" clId="{F8931099-75CA-5660-A155-55881DF68D84}" dt="2026-09-03T18:41:29.167" v="1078" actId="20577"/>
          <ac:spMkLst>
            <pc:docMk/>
            <pc:sldMk cId="0" sldId="61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9:14:50.590" v="1091" actId="20577"/>
        <pc:sldMkLst>
          <pc:docMk/>
          <pc:sldMk cId="0" sldId="611"/>
        </pc:sldMkLst>
        <pc:spChg chg="mod">
          <ac:chgData name="J. Tower" userId="9d06de10716639e5" providerId="LiveId" clId="{F8931099-75CA-5660-A155-55881DF68D84}" dt="2026-09-03T19:14:50.590" v="1091" actId="20577"/>
          <ac:spMkLst>
            <pc:docMk/>
            <pc:sldMk cId="0" sldId="611"/>
            <ac:spMk id="3" creationId="{00000000-0000-0000-0000-000000000000}"/>
          </ac:spMkLst>
        </pc:spChg>
      </pc:sldChg>
      <pc:sldChg chg="addSp modSp add mod">
        <pc:chgData name="J. Tower" userId="9d06de10716639e5" providerId="LiveId" clId="{F8931099-75CA-5660-A155-55881DF68D84}" dt="2026-09-03T19:08:58.611" v="1089"/>
        <pc:sldMkLst>
          <pc:docMk/>
          <pc:sldMk cId="4155427989" sldId="613"/>
        </pc:sldMkLst>
        <pc:spChg chg="mod">
          <ac:chgData name="J. Tower" userId="9d06de10716639e5" providerId="LiveId" clId="{F8931099-75CA-5660-A155-55881DF68D84}" dt="2026-09-03T19:08:53.230" v="1083"/>
          <ac:spMkLst>
            <pc:docMk/>
            <pc:sldMk cId="4155427989" sldId="613"/>
            <ac:spMk id="3" creationId="{53AA7B6A-70F0-B6ED-7F8B-CFDD9B0C5D16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4" creationId="{B1E8BDC2-EDF4-3F70-F39F-5D43BC13C20A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5" creationId="{CAF20ED4-4633-3742-5916-E3B2624E2928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6" creationId="{1D0D4B1B-DE8A-C911-7CFB-36A2E19A9B00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7" creationId="{4BA60149-5DC8-C3A6-7EF7-64310D95CDE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Making sense of messy content, and everything runs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model call + one careful instruction; the rhythm is three demos, then your lab hour.</a:t>
            </a:r>
          </a:p>
          <a:p>
            <a:r>
              <a:t>Three features, one shape: a single chat call and a carefully written instruction. No vector database, no training, no cloud.</a:t>
            </a:r>
          </a:p>
          <a:p>
            <a:r>
              <a:t>01: forty trip reports become a three-bullet briefing.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41C57-D4F0-784A-B0D2-BEE50986F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AA896-E5BD-CA2E-185F-689CB20D50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6F9161-2B3E-0ECF-3F54-0A5C84CC14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02: the same prose becomes a database row, and your code decides whether to believe 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20304-6689-AA14-03DB-927190574A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059887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7D446-9803-B8AB-5D32-53C6D5B0F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86179-AE5E-6489-61D9-E8C706316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50BFE6-59F1-6E21-7E10-1E6342E003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03: three hundred reviews get a label, and you measure which model deserves the money.</a:t>
            </a:r>
          </a:p>
          <a:p>
            <a:r>
              <a:t>The thread to watch all module: asked for something it cannot find, a model supplies something plausible rather than nothing. 01 invents a closure, 02 invents a distance, 03 believes the sarcasm. A better model does not fix it; a tighter instruction, a null-able schema, and checking code do.</a:t>
            </a:r>
          </a:p>
          <a:p>
            <a:r>
              <a:t>Set the rhythm expectation out loud: three quick demos with a card for your boss after each, then the room builds for an hour: 01 recommended, 02 and 03 for anyone with time left.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822126-9133-2E65-D54B-DC8BD8A4FB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49022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 over this slide, 60 seconds: forty trip reports for Avalanche Lake Trail, 1,200 words each. Somewhere in there: is the bridge out, and are the mosquitoes bad? Nobody reads forty essays; they skim three and miss the warning in the fourth. The hiker at mile two from the opening story is this feature's user.</a:t>
            </a:r>
          </a:p>
          <a:p>
            <a:r>
              <a:t>The concept needs no slide: one chat call, a document, an instruction. "Summarize this" produces a book report; a real product asks for a summary with a purpose and a shape. The demo shows exactly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automatic summarization produces a shorter text that keeps the key information of the source. Read the slide, let it sit a beat, then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What to watch: The raw report first · ❌ Naive prompt: faithful, generic, useless · ✅ Purpose-built prompt: the bridge surfaces · Grounding lines: without them, ~half of runs invent a closure · Same call, new shape: a one-line trail status</a:t>
            </a:r>
          </a:p>
          <a:p>
            <a:r>
              <a:t>~6 min · </a:t>
            </a:r>
            <a:r>
              <a:rPr>
                <a:latin typeface="Consolas"/>
              </a:rPr>
              <a:t>cd modules/M1-understanding/F01-summarization/dotnet</a:t>
            </a:r>
          </a:p>
          <a:p>
            <a:r>
              <a:t>Files: </a:t>
            </a:r>
            <a:r>
              <a:rPr>
                <a:latin typeface="Consolas"/>
              </a:rPr>
              <a:t>tr-0004.md</a:t>
            </a:r>
            <a:r>
              <a:t> = the story's report, bridge buried mid-text · </a:t>
            </a:r>
            <a:r>
              <a:rPr>
                <a:latin typeface="Consolas"/>
              </a:rPr>
              <a:t>tr-0001.md</a:t>
            </a:r>
            <a:r>
              <a:t> = clean report, nothing closed (hallucination bait)</a:t>
            </a:r>
          </a:p>
          <a:p>
            <a:r>
              <a:t>Flags: none = naive "Summarize this" · </a:t>
            </a:r>
            <a:r>
              <a:rPr>
                <a:latin typeface="Consolas"/>
              </a:rPr>
              <a:t>--briefing</a:t>
            </a:r>
            <a:r>
              <a:t> = 3 hiker bullets · </a:t>
            </a:r>
            <a:r>
              <a:rPr>
                <a:latin typeface="Consolas"/>
              </a:rPr>
              <a:t>--headline</a:t>
            </a:r>
            <a:r>
              <a:t> = one-line trail card · </a:t>
            </a:r>
            <a:r>
              <a:rPr>
                <a:latin typeface="Consolas"/>
              </a:rPr>
              <a:t>--audience ranger</a:t>
            </a:r>
            <a:r>
              <a:t> = same report, different reader</a:t>
            </a:r>
          </a:p>
          <a:p>
            <a:r>
              <a:t>1. Open </a:t>
            </a:r>
            <a:r>
              <a:rPr>
                <a:latin typeface="Consolas"/>
              </a:rPr>
              <a:t>data/tr-0004.md</a:t>
            </a:r>
            <a:r>
              <a:t>, scroll. The bridge is one sentence, mid-report.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 -- ../../data/tr-0004.md</a:t>
            </a:r>
            <a:r>
              <a:t>. Book report. Right model, wrong instruction.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--briefing</a:t>
            </a:r>
            <a:r>
              <a:t>. Same report, three bullets, washout leads. Show the prompt.</a:t>
            </a:r>
          </a:p>
          <a:p>
            <a:r>
              <a:t>4. </a:t>
            </a:r>
            <a:r>
              <a:rPr>
                <a:latin typeface="Consolas"/>
              </a:rPr>
              <a:t>dotnet run -- --briefing ../../data/tr-0001.md</a:t>
            </a:r>
            <a:r>
              <a:t>: the clean report, nothing closed. Last two prompt lines: 11 of 24 became 1 of 24.</a:t>
            </a:r>
          </a:p>
          <a:p>
            <a:r>
              <a:t>5. </a:t>
            </a:r>
            <a:r>
              <a:rPr>
                <a:latin typeface="Consolas"/>
              </a:rPr>
              <a:t>dotnet run -- --headline</a:t>
            </a:r>
            <a:r>
              <a:t>: one line for a card.</a:t>
            </a:r>
          </a:p>
          <a:p>
            <a:r>
              <a:t>6. Line 11: </a:t>
            </a:r>
            <a:r>
              <a:rPr>
                <a:latin typeface="Consolas"/>
              </a:rPr>
              <a:t>localhost:11434</a:t>
            </a:r>
            <a:r>
              <a:t>. No key, nothing left the room.</a:t>
            </a:r>
          </a:p>
          <a:p>
            <a:r>
              <a:t>Cut: 5, then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Reviews, tickets, reports, meeting notes, threads. One call per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boss; read it. Row 1 of the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6AA14-0B22-1FF2-8EE2-38F9AB040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D2D40-6F61-708C-A418-8033294770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C3CD7-0C20-33CD-C4F0-5746E87039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boss; read it. Row 1 of the framework.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EB8C3-503B-9049-7658-CCB7B6059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901457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Trailhead wants a "trail stats" panel: which trails, when, how far, what wildlife, what condition. All of it exists as prose across the forty reports, and today a human would re-read and re-type it. So the panel doesn't exist.</a:t>
            </a:r>
          </a:p>
          <a:p>
            <a:r>
              <a:t>This one gets the module's one concept slide, because the pipeline, and where it lies to you,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information extraction turns unstructured text into structured data. JSON mode guarantees the shape; it does not guarantee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input is prose: tr-0011, the fact-sparse report. No trail name, no date, no mileage.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reads it. Prose in; the goal is a database row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Same local model as 01: llama3.2 on Ollama.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request carries the schema: fields, types, descriptions, and "null when absent."</a:t>
            </a:r>
          </a:p>
          <a:p>
            <a:r>
              <a:rPr lang="en-US" dirty="0"/>
              <a:t>JSON mode guarantees syntax, not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Back comes valid JSON. Nulls where the report is silent: good.</a:t>
            </a:r>
          </a:p>
          <a:p>
            <a:r>
              <a:rPr lang="en-US" dirty="0"/>
              <a:t>And elevation_gain_ft: 0. Zero is a value; nothing downstream will question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So the app validates: plain code, one rule per field. Zero, negatives, unparseable dates: rejected.</a:t>
            </a:r>
          </a:p>
          <a:p>
            <a:r>
              <a:rPr lang="en-US" dirty="0"/>
              <a:t>This is the box people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What passes gets stored. The rejected field is stored as null, not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What fails gets logged. A rejected record is a good outcome; it is the pipeline telling you the truth.</a:t>
            </a:r>
          </a:p>
          <a:p>
            <a:r>
              <a:rPr lang="en-US" dirty="0"/>
              <a:t>The model writes JSON; your code decides whether to believe it.</a:t>
            </a:r>
          </a:p>
          <a:p>
            <a:r>
              <a:rPr lang="en-US" dirty="0"/>
              <a:t>The null rule and the validator are the feature. Extraction without validation is a data-corruption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What to watch: A C# record (TripFacts) · typed response · no parsing · ❌ No distance in the report → distance_mi: 5.0 · ✅ Nullable fields + "null when not stated" · Run it 3×: better ≠ guaranteed · The last mile is a validator: ordinary code</a:t>
            </a:r>
          </a:p>
          <a:p>
            <a:r>
              <a:t>~6 min · </a:t>
            </a:r>
            <a:r>
              <a:rPr>
                <a:latin typeface="Consolas"/>
              </a:rPr>
              <a:t>cd modules/M1-understanding/F02-extraction/dotnet</a:t>
            </a:r>
          </a:p>
          <a:p>
            <a:r>
              <a:t>Files: </a:t>
            </a:r>
            <a:r>
              <a:rPr>
                <a:latin typeface="Consolas"/>
              </a:rPr>
              <a:t>tr-0007.md</a:t>
            </a:r>
            <a:r>
              <a:t> = full report, every field present · </a:t>
            </a:r>
            <a:r>
              <a:rPr>
                <a:latin typeface="Consolas"/>
              </a:rPr>
              <a:t>tr-0011.md</a:t>
            </a:r>
            <a:r>
              <a:t> = sparse report, no distance stated (the null test)</a:t>
            </a:r>
          </a:p>
          <a:p>
            <a:r>
              <a:t>Args: a report path; complete with no args runs both</a:t>
            </a:r>
          </a:p>
          <a:p>
            <a:r>
              <a:t>1. Same kind of report as 01. This time the goal is a database row.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 -- ../../data/tr-0007.md</a:t>
            </a:r>
            <a:r>
              <a:t>. JSON asked for in the prompt. Fences, preamble, drifting field names.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../../data/tr-0007.md</a:t>
            </a:r>
            <a:r>
              <a:t>. </a:t>
            </a:r>
            <a:r>
              <a:rPr>
                <a:latin typeface="Consolas"/>
              </a:rPr>
              <a:t>TripFacts</a:t>
            </a:r>
            <a:r>
              <a:t> record, typed response, no parsing.</a:t>
            </a:r>
          </a:p>
          <a:p>
            <a:r>
              <a:t>4. </a:t>
            </a:r>
            <a:r>
              <a:rPr>
                <a:latin typeface="Consolas"/>
              </a:rPr>
              <a:t>dotnet run -- ../../data/tr-0011.md</a:t>
            </a:r>
            <a:r>
              <a:t>, three times. Nulls where there is nothing, and watch what still slips.</a:t>
            </a:r>
          </a:p>
          <a:p>
            <a:r>
              <a:t>5. Point at the validator: PASS or REJECT. A rejected record is a good outcome.</a:t>
            </a:r>
          </a:p>
          <a:p>
            <a:r>
              <a:t>Cut: 4's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Invoices, resumes, support emails, contracts, legacy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days to a working pipeline; the real work is schema design and spot-checking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the Cascade 65 backpack has 300 reviews. Are people happy, and what are they mad about? Star ratings lie: "4 stars, but the hip belt broke on day two." The user here is the product team, not the hiker; track the signal weekly and a defect surfaces months before returns spike.</a:t>
            </a:r>
          </a:p>
          <a:p>
            <a:r>
              <a:t>No concept slide: this is classification, and the demo IS the lesson: the day's model-selection experiment. phi3 free and local vs gpt-4.1 on Azure, same prompt, and you measure instead of assume.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sentiment analysis identifies the emotional polarity of a piece of text. The stars lie; the words mostly don't.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What to watch: One method · positive | negative | mixed · swap = one DI line · 20 easy through phi3: fast, free, correct · Same 20 through Azure: 9 of 10 identical · The hard set through both, diff on screen · 📊 phi3 9/10 · 7/10 vs gpt-4.1 10/10 · 10/10</a:t>
            </a:r>
          </a:p>
          <a:p>
            <a:r>
              <a:t>~6 min · </a:t>
            </a:r>
            <a:r>
              <a:rPr>
                <a:latin typeface="Consolas"/>
              </a:rPr>
              <a:t>cd modules/M1-understanding/F03-sentiment/dotnet</a:t>
            </a:r>
          </a:p>
          <a:p>
            <a:r>
              <a:t>Files: </a:t>
            </a:r>
            <a:r>
              <a:rPr>
                <a:latin typeface="Consolas"/>
              </a:rPr>
              <a:t>easy.jsonl</a:t>
            </a:r>
            <a:r>
              <a:t> = 10 plain reviews · </a:t>
            </a:r>
            <a:r>
              <a:rPr>
                <a:latin typeface="Consolas"/>
              </a:rPr>
              <a:t>hard.jsonl</a:t>
            </a:r>
            <a:r>
              <a:t> = 10 sarcastic or split reviews · </a:t>
            </a:r>
            <a:r>
              <a:rPr>
                <a:latin typeface="Consolas"/>
              </a:rPr>
              <a:t>reference-labels.json</a:t>
            </a:r>
            <a:r>
              <a:t> = the hand labels</a:t>
            </a:r>
          </a:p>
          <a:p>
            <a:r>
              <a:t>Flags: </a:t>
            </a:r>
            <a:r>
              <a:rPr>
                <a:latin typeface="Consolas"/>
              </a:rPr>
              <a:t>--easy</a:t>
            </a:r>
            <a:r>
              <a:t> / </a:t>
            </a:r>
            <a:r>
              <a:rPr>
                <a:latin typeface="Consolas"/>
              </a:rPr>
              <a:t>--hard</a:t>
            </a:r>
            <a:r>
              <a:t> = one set; none = both · starter takes a review id (default gr-0007, the sarcastic one)</a:t>
            </a:r>
          </a:p>
          <a:p>
            <a:r>
              <a:t>1. Open </a:t>
            </a:r>
            <a:r>
              <a:rPr>
                <a:latin typeface="Consolas"/>
              </a:rPr>
              <a:t>data/hard.jsonl</a:t>
            </a:r>
            <a:r>
              <a:t>. Find a two-star review with glowing text. Stars lie.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</a:t>
            </a:r>
            <a:r>
              <a:t>. One method, one label, gr-0007. Show the DI line: the swap is one line.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--easy</a:t>
            </a:r>
            <a:r>
              <a:t>. phi3 9/10, gpt-4.1 10/10. Paid for one review.</a:t>
            </a:r>
          </a:p>
          <a:p>
            <a:r>
              <a:t>4. </a:t>
            </a:r>
            <a:r>
              <a:rPr>
                <a:latin typeface="Consolas"/>
              </a:rPr>
              <a:t>dotnet run -- --hard</a:t>
            </a:r>
            <a:r>
              <a:t>: phi3 7/10, gpt-4.1 10/10. Diff on screen. Every miss goes the frontier model's way.</a:t>
            </a:r>
          </a:p>
          <a:p>
            <a:r>
              <a:t>5. The recipe: labeled sample, run both, count disagreements, price the errors.</a:t>
            </a:r>
          </a:p>
          <a:p>
            <a:r>
              <a:t>Cut: 3, go straight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Reviews, NPS verbatims, tickets, mentions, survey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boss, and today you measured it. Row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days; the classifier is trivial, the diligence is a labeled sample and an error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Start with 01 regardless of experience: one endpoint, one prompt, two reports; everything else today assumes you've made one model call and seen what comes back. New to this? Budget the full time and do the stretch goal.</a:t>
            </a:r>
          </a:p>
          <a:p>
            <a:r>
              <a:t>Pick 03 if your question at work is "which model should we pay for"; its Azure half needs the room key. 02's done-check: the sparse report comes back with nulls and the validator says PASS/REJECT honestly.</a:t>
            </a:r>
          </a:p>
          <a:p>
            <a:r>
              <a:t>Finished everything? Help someone near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what surfaced the buried bridge, and what invented one? Rows 1-3 of the framework are done. Then straight into Module 2's demos; lunch comes at 12:30, after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trip report: tr-0004, the story's report. The washed-out bridge is one sentence in paragraph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Your app reads the file: about 1,200 words of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model: llama3.2 on Ollama, on this laptop. No key, nothing leaves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call: an instruction with a purpose and a shape, then the whole report as a single user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Back come three bullets, and the bridge leads.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puts them where the hiker will actually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Forty reports is forty calls, one per report. No pipeline, no vector database, no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gear review: gr-0004. Two stars, and the words say the pack deserves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sends one review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First model: phi3, 2 GB, local,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prompt asks for one word from three, then the review text. Temperature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phi3 says negative. It read the stars and the anger at the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Same prompt bytes to gpt-4.1 on Azure. It says mixed.</a:t>
            </a:r>
          </a:p>
          <a:p>
            <a:r>
              <a:rPr lang="en-US" dirty="0"/>
              <a:t>No key in the room? llama3.2 on Ollama stands in for the big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Twenty hand labels are the answer key. Label the sample yourself before you run anything; agreement between models is not correctness.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Score both. Hard set: phi3 7 of 10, gpt-4.1 10 of 10. Easy set: nine versus ten.</a:t>
            </a:r>
          </a:p>
          <a:p>
            <a:r>
              <a:rPr lang="en-US" dirty="0"/>
              <a:t>Easy reviews don't need the big model; the sarcastic slice does, and now you know which slice is which because you measured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2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2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svg"/><Relationship Id="rId4" Type="http://schemas.openxmlformats.org/officeDocument/2006/relationships/image" Target="../media/image10.svg"/><Relationship Id="rIdNotes" Type="http://schemas.openxmlformats.org/officeDocument/2006/relationships/notesSlide" Target="../notesSlides/notesSlide32.xml"/></Relationships>
</file>

<file path=ppt/slides/_rels/slide3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Module 1: Understanding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B8EF1-FC1F-1E51-E85E-096AC0AE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9DFF-E376-1691-BA78-321906B63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AAA59011-9D41-74E6-C483-CB29DE356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22ACB7-99F8-5F21-120A-8F3C4E96283C}"/>
              </a:ext>
            </a:extLst>
          </p:cNvPr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  <p:pic>
        <p:nvPicPr>
          <p:cNvPr id="5" name="Picture 4" descr="table.png">
            <a:extLst>
              <a:ext uri="{FF2B5EF4-FFF2-40B4-BE49-F238E27FC236}">
                <a16:creationId xmlns:a16="http://schemas.microsoft.com/office/drawing/2014/main" id="{F64D60FA-BDC7-2109-F12F-133236B87F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09" y="299466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8E200F-B618-BDA0-30EC-36CFB446252C}"/>
              </a:ext>
            </a:extLst>
          </p:cNvPr>
          <p:cNvSpPr txBox="1"/>
          <p:nvPr/>
        </p:nvSpPr>
        <p:spPr>
          <a:xfrm>
            <a:off x="5121729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</p:spTree>
    <p:extLst>
      <p:ext uri="{BB962C8B-B14F-4D97-AF65-F5344CB8AC3E}">
        <p14:creationId xmlns:p14="http://schemas.microsoft.com/office/powerpoint/2010/main" val="2827037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260F1-572E-AB23-571E-25A035E3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0876-B1E3-8599-27BC-0AB31C658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3BAD46C7-C860-D3AD-473E-AB1716295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4FC171-1A1D-238A-DF38-E03AA77AF6C0}"/>
              </a:ext>
            </a:extLst>
          </p:cNvPr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  <p:pic>
        <p:nvPicPr>
          <p:cNvPr id="5" name="Picture 4" descr="table.png">
            <a:extLst>
              <a:ext uri="{FF2B5EF4-FFF2-40B4-BE49-F238E27FC236}">
                <a16:creationId xmlns:a16="http://schemas.microsoft.com/office/drawing/2014/main" id="{38B55F1C-96F4-49E8-ECD1-B35D48AA08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09" y="299466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7CCE9-5077-BE7D-04B0-D9D62C6BE775}"/>
              </a:ext>
            </a:extLst>
          </p:cNvPr>
          <p:cNvSpPr txBox="1"/>
          <p:nvPr/>
        </p:nvSpPr>
        <p:spPr>
          <a:xfrm>
            <a:off x="5121729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>
            <a:extLst>
              <a:ext uri="{FF2B5EF4-FFF2-40B4-BE49-F238E27FC236}">
                <a16:creationId xmlns:a16="http://schemas.microsoft.com/office/drawing/2014/main" id="{4D49CBB8-25DB-DC0D-6E0B-5628A43610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6025" y="299466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C42EA-DE8C-E539-F149-32B9C7A2202B}"/>
              </a:ext>
            </a:extLst>
          </p:cNvPr>
          <p:cNvSpPr txBox="1"/>
          <p:nvPr/>
        </p:nvSpPr>
        <p:spPr>
          <a:xfrm>
            <a:off x="8915945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85D44ABB-D58D-A62F-8586-591740F10B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487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F01 · Summarization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Turn a long document into the </a:t>
            </a:r>
            <a:br>
              <a:rPr lang="en-US" sz="4000" dirty="0"/>
            </a:br>
            <a:r>
              <a:rPr sz="4000" b="1" dirty="0">
                <a:solidFill>
                  <a:srgbClr val="017AB4"/>
                </a:solidFill>
              </a:rPr>
              <a:t>short version</a:t>
            </a:r>
            <a:r>
              <a:rPr sz="4000" dirty="0"/>
              <a:t> its reader needs.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F01 Summarization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Too much content for people to read, easy-to-miss detail buried in avalanche of 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Too much content for people to read, easy-to-miss detail buried in avalanche of text.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users are drowning in text we already have. A few hours of work turns it into automatic answers."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4CDB7-CDC5-8161-1D68-1BCE57C5D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05BD6-CF58-50B1-1C59-69EB2C3DC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A7B6A-70F0-B6ED-7F8B-CFDD9B0C5D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Too much content for people to read, easy-to-miss detail buried in avalanche of text.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"Our users are drowning in text we already have. A few hours of work turns it into automatic answers."</a:t>
            </a:r>
            <a:endParaRPr lang="en-US" sz="2800" dirty="0"/>
          </a:p>
          <a:p>
            <a:pPr>
              <a:spcAft>
                <a:spcPts val="1400"/>
              </a:spcAft>
            </a:pPr>
            <a:endParaRPr lang="en-US" sz="2800" dirty="0"/>
          </a:p>
          <a:p>
            <a:pPr>
              <a:spcAft>
                <a:spcPts val="1400"/>
              </a:spcAft>
            </a:pPr>
            <a:r>
              <a:rPr lang="en-US" sz="2800" b="1" dirty="0"/>
              <a:t>Difficulty:</a:t>
            </a:r>
            <a:endParaRPr sz="28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1E8BDC2-EDF4-3F70-F39F-5D43BC13C20A}"/>
              </a:ext>
            </a:extLst>
          </p:cNvPr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AF20ED4-4633-3742-5916-E3B2624E2928}"/>
              </a:ext>
            </a:extLst>
          </p:cNvPr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D0D4B1B-DE8A-C911-7CFB-36A2E19A9B00}"/>
              </a:ext>
            </a:extLst>
          </p:cNvPr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A60149-5DC8-C3A6-7EF7-64310D95CDE3}"/>
              </a:ext>
            </a:extLst>
          </p:cNvPr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  <p:extLst>
      <p:ext uri="{BB962C8B-B14F-4D97-AF65-F5344CB8AC3E}">
        <p14:creationId xmlns:p14="http://schemas.microsoft.com/office/powerpoint/2010/main" val="415542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F02 · Extraction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Pull facts out of free-form text </a:t>
            </a:r>
            <a:endParaRPr lang="en-US" sz="4000" dirty="0"/>
          </a:p>
          <a:p>
            <a:pPr algn="ctr"/>
            <a:r>
              <a:rPr sz="4000" dirty="0"/>
              <a:t>into </a:t>
            </a:r>
            <a:r>
              <a:rPr sz="4000" b="1" dirty="0">
                <a:solidFill>
                  <a:srgbClr val="017AB4"/>
                </a:solidFill>
              </a:rPr>
              <a:t>fields your code can query</a:t>
            </a:r>
            <a:r>
              <a:rPr sz="4000" dirty="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36" name="Validator"/>
          <p:cNvGrpSpPr/>
          <p:nvPr/>
        </p:nvGrpSpPr>
        <p:grpSpPr>
          <a:xfrm>
            <a:off x="5733163" y="3615202"/>
            <a:ext cx="658368" cy="658368"/>
            <a:chOff x="0" y="0"/>
            <a:chExt cx="658368" cy="658368"/>
          </a:xfrm>
        </p:grpSpPr>
        <p:sp>
          <p:nvSpPr>
            <p:cNvPr id="127" name="Validator 1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462"/>
                    <a:pt x="30333" y="19746"/>
                    <a:pt x="34000" y="20000"/>
                  </a:cubicBezTo>
                  <a:cubicBezTo>
                    <a:pt x="33677" y="22000"/>
                    <a:pt x="33672" y="24000"/>
                    <a:pt x="34000" y="26000"/>
                  </a:cubicBezTo>
                  <a:cubicBezTo>
                    <a:pt x="43333" y="26836"/>
                    <a:pt x="52667" y="26472"/>
                    <a:pt x="62000" y="26000"/>
                  </a:cubicBezTo>
                  <a:cubicBezTo>
                    <a:pt x="62217" y="24000"/>
                    <a:pt x="61859" y="22000"/>
                    <a:pt x="62000" y="20000"/>
                  </a:cubicBezTo>
                  <a:cubicBezTo>
                    <a:pt x="65667" y="19556"/>
                    <a:pt x="69333" y="19916"/>
                    <a:pt x="73000" y="20000"/>
                  </a:cubicBezTo>
                  <a:cubicBezTo>
                    <a:pt x="73948" y="26889"/>
                    <a:pt x="72413" y="33778"/>
                    <a:pt x="73000" y="40667"/>
                  </a:cubicBezTo>
                  <a:cubicBezTo>
                    <a:pt x="73154" y="47556"/>
                    <a:pt x="74123" y="54444"/>
                    <a:pt x="73000" y="61333"/>
                  </a:cubicBezTo>
                  <a:cubicBezTo>
                    <a:pt x="73097" y="68222"/>
                    <a:pt x="72114" y="75111"/>
                    <a:pt x="73000" y="82000"/>
                  </a:cubicBezTo>
                  <a:cubicBezTo>
                    <a:pt x="67444" y="81455"/>
                    <a:pt x="61889" y="82185"/>
                    <a:pt x="56333" y="82000"/>
                  </a:cubicBezTo>
                  <a:cubicBezTo>
                    <a:pt x="50778" y="81678"/>
                    <a:pt x="45222" y="82337"/>
                    <a:pt x="39667" y="82000"/>
                  </a:cubicBezTo>
                  <a:cubicBezTo>
                    <a:pt x="34111" y="82325"/>
                    <a:pt x="28556" y="82667"/>
                    <a:pt x="23000" y="82000"/>
                  </a:cubicBezTo>
                  <a:cubicBezTo>
                    <a:pt x="23262" y="75111"/>
                    <a:pt x="23457" y="68222"/>
                    <a:pt x="23000" y="61333"/>
                  </a:cubicBezTo>
                  <a:cubicBezTo>
                    <a:pt x="23883" y="54444"/>
                    <a:pt x="23880" y="47556"/>
                    <a:pt x="23000" y="40667"/>
                  </a:cubicBezTo>
                  <a:cubicBezTo>
                    <a:pt x="22561" y="33778"/>
                    <a:pt x="23541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664" y="11948"/>
                    <a:pt x="51463" y="13952"/>
                    <a:pt x="51000" y="15000"/>
                  </a:cubicBezTo>
                  <a:cubicBezTo>
                    <a:pt x="50958" y="16501"/>
                    <a:pt x="49450" y="17622"/>
                    <a:pt x="48000" y="18000"/>
                  </a:cubicBezTo>
                  <a:cubicBezTo>
                    <a:pt x="46641" y="18375"/>
                    <a:pt x="45202" y="17233"/>
                    <a:pt x="45000" y="15000"/>
                  </a:cubicBezTo>
                  <a:cubicBezTo>
                    <a:pt x="45227" y="12895"/>
                    <a:pt x="46267" y="11465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942" y="25333"/>
                    <a:pt x="17900" y="32667"/>
                    <a:pt x="17000" y="40000"/>
                  </a:cubicBezTo>
                  <a:cubicBezTo>
                    <a:pt x="16457" y="47333"/>
                    <a:pt x="18127" y="54667"/>
                    <a:pt x="17000" y="62000"/>
                  </a:cubicBezTo>
                  <a:cubicBezTo>
                    <a:pt x="16651" y="69333"/>
                    <a:pt x="16109" y="76667"/>
                    <a:pt x="17000" y="84000"/>
                  </a:cubicBezTo>
                  <a:cubicBezTo>
                    <a:pt x="16552" y="85871"/>
                    <a:pt x="18406" y="87689"/>
                    <a:pt x="21000" y="88000"/>
                  </a:cubicBezTo>
                  <a:cubicBezTo>
                    <a:pt x="27000" y="86976"/>
                    <a:pt x="33000" y="88244"/>
                    <a:pt x="39000" y="88000"/>
                  </a:cubicBezTo>
                  <a:cubicBezTo>
                    <a:pt x="45000" y="87129"/>
                    <a:pt x="51000" y="87905"/>
                    <a:pt x="57000" y="88000"/>
                  </a:cubicBezTo>
                  <a:cubicBezTo>
                    <a:pt x="63000" y="88971"/>
                    <a:pt x="69000" y="87223"/>
                    <a:pt x="75000" y="88000"/>
                  </a:cubicBezTo>
                  <a:cubicBezTo>
                    <a:pt x="77577" y="87502"/>
                    <a:pt x="79403" y="86517"/>
                    <a:pt x="79000" y="84000"/>
                  </a:cubicBezTo>
                  <a:cubicBezTo>
                    <a:pt x="79833" y="76667"/>
                    <a:pt x="79773" y="69333"/>
                    <a:pt x="79000" y="62000"/>
                  </a:cubicBezTo>
                  <a:cubicBezTo>
                    <a:pt x="78101" y="54667"/>
                    <a:pt x="79458" y="47333"/>
                    <a:pt x="79000" y="40000"/>
                  </a:cubicBezTo>
                  <a:cubicBezTo>
                    <a:pt x="79863" y="32667"/>
                    <a:pt x="78874" y="25333"/>
                    <a:pt x="79000" y="18000"/>
                  </a:cubicBezTo>
                  <a:cubicBezTo>
                    <a:pt x="79468" y="15793"/>
                    <a:pt x="77247" y="14026"/>
                    <a:pt x="75000" y="14000"/>
                  </a:cubicBezTo>
                  <a:cubicBezTo>
                    <a:pt x="69333" y="14899"/>
                    <a:pt x="63667" y="13254"/>
                    <a:pt x="58000" y="14000"/>
                  </a:cubicBezTo>
                  <a:cubicBezTo>
                    <a:pt x="57939" y="13333"/>
                    <a:pt x="58047" y="12667"/>
                    <a:pt x="58000" y="12000"/>
                  </a:cubicBezTo>
                  <a:cubicBezTo>
                    <a:pt x="58264" y="9878"/>
                    <a:pt x="56653" y="7924"/>
                    <a:pt x="54000" y="8000"/>
                  </a:cubicBezTo>
                  <a:cubicBezTo>
                    <a:pt x="50000" y="7693"/>
                    <a:pt x="46000" y="7297"/>
                    <a:pt x="42000" y="8000"/>
                  </a:cubicBezTo>
                  <a:cubicBezTo>
                    <a:pt x="40191" y="8343"/>
                    <a:pt x="37573" y="9382"/>
                    <a:pt x="38000" y="12000"/>
                  </a:cubicBezTo>
                  <a:cubicBezTo>
                    <a:pt x="37891" y="12667"/>
                    <a:pt x="38047" y="13333"/>
                    <a:pt x="38000" y="14000"/>
                  </a:cubicBezTo>
                  <a:cubicBezTo>
                    <a:pt x="32333" y="13894"/>
                    <a:pt x="26667" y="13776"/>
                    <a:pt x="21000" y="14000"/>
                  </a:cubicBezTo>
                  <a:cubicBezTo>
                    <a:pt x="19301" y="14076"/>
                    <a:pt x="16952" y="1589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5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462"/>
                            <a:pt x="30333" y="19746"/>
                            <a:pt x="34000" y="20000"/>
                          </a:cubicBezTo>
                          <a:cubicBezTo>
                            <a:pt x="33677" y="22000"/>
                            <a:pt x="33672" y="24000"/>
                            <a:pt x="34000" y="26000"/>
                          </a:cubicBezTo>
                          <a:cubicBezTo>
                            <a:pt x="43333" y="26836"/>
                            <a:pt x="52667" y="26472"/>
                            <a:pt x="62000" y="26000"/>
                          </a:cubicBezTo>
                          <a:cubicBezTo>
                            <a:pt x="62217" y="24000"/>
                            <a:pt x="61859" y="22000"/>
                            <a:pt x="62000" y="20000"/>
                          </a:cubicBezTo>
                          <a:cubicBezTo>
                            <a:pt x="65667" y="19556"/>
                            <a:pt x="69333" y="19916"/>
                            <a:pt x="73000" y="20000"/>
                          </a:cubicBezTo>
                          <a:cubicBezTo>
                            <a:pt x="73948" y="26889"/>
                            <a:pt x="72413" y="33778"/>
                            <a:pt x="73000" y="40667"/>
                          </a:cubicBezTo>
                          <a:cubicBezTo>
                            <a:pt x="73154" y="47556"/>
                            <a:pt x="74123" y="54444"/>
                            <a:pt x="73000" y="61333"/>
                          </a:cubicBezTo>
                          <a:cubicBezTo>
                            <a:pt x="73097" y="68222"/>
                            <a:pt x="72114" y="75111"/>
                            <a:pt x="73000" y="82000"/>
                          </a:cubicBezTo>
                          <a:cubicBezTo>
                            <a:pt x="67444" y="81455"/>
                            <a:pt x="61889" y="82185"/>
                            <a:pt x="56333" y="82000"/>
                          </a:cubicBezTo>
                          <a:cubicBezTo>
                            <a:pt x="50778" y="81678"/>
                            <a:pt x="45222" y="82337"/>
                            <a:pt x="39667" y="82000"/>
                          </a:cubicBezTo>
                          <a:cubicBezTo>
                            <a:pt x="34111" y="82325"/>
                            <a:pt x="28556" y="82667"/>
                            <a:pt x="23000" y="82000"/>
                          </a:cubicBezTo>
                          <a:cubicBezTo>
                            <a:pt x="23262" y="75111"/>
                            <a:pt x="23457" y="68222"/>
                            <a:pt x="23000" y="61333"/>
                          </a:cubicBezTo>
                          <a:cubicBezTo>
                            <a:pt x="23883" y="54444"/>
                            <a:pt x="23880" y="47556"/>
                            <a:pt x="23000" y="40667"/>
                          </a:cubicBezTo>
                          <a:cubicBezTo>
                            <a:pt x="22561" y="33778"/>
                            <a:pt x="23541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664" y="11948"/>
                            <a:pt x="51463" y="13952"/>
                            <a:pt x="51000" y="15000"/>
                          </a:cubicBezTo>
                          <a:cubicBezTo>
                            <a:pt x="50958" y="16501"/>
                            <a:pt x="49450" y="17622"/>
                            <a:pt x="48000" y="18000"/>
                          </a:cubicBezTo>
                          <a:cubicBezTo>
                            <a:pt x="46641" y="18375"/>
                            <a:pt x="45202" y="17233"/>
                            <a:pt x="45000" y="15000"/>
                          </a:cubicBezTo>
                          <a:cubicBezTo>
                            <a:pt x="45227" y="12895"/>
                            <a:pt x="46267" y="11465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942" y="25333"/>
                            <a:pt x="17900" y="32667"/>
                            <a:pt x="17000" y="40000"/>
                          </a:cubicBezTo>
                          <a:cubicBezTo>
                            <a:pt x="16457" y="47333"/>
                            <a:pt x="18127" y="54667"/>
                            <a:pt x="17000" y="62000"/>
                          </a:cubicBezTo>
                          <a:cubicBezTo>
                            <a:pt x="16651" y="69333"/>
                            <a:pt x="16109" y="76667"/>
                            <a:pt x="17000" y="84000"/>
                          </a:cubicBezTo>
                          <a:cubicBezTo>
                            <a:pt x="16552" y="85871"/>
                            <a:pt x="18406" y="87689"/>
                            <a:pt x="21000" y="88000"/>
                          </a:cubicBezTo>
                          <a:cubicBezTo>
                            <a:pt x="27000" y="86976"/>
                            <a:pt x="33000" y="88244"/>
                            <a:pt x="39000" y="88000"/>
                          </a:cubicBezTo>
                          <a:cubicBezTo>
                            <a:pt x="45000" y="87129"/>
                            <a:pt x="51000" y="87905"/>
                            <a:pt x="57000" y="88000"/>
                          </a:cubicBezTo>
                          <a:cubicBezTo>
                            <a:pt x="63000" y="88971"/>
                            <a:pt x="69000" y="87223"/>
                            <a:pt x="75000" y="88000"/>
                          </a:cubicBezTo>
                          <a:cubicBezTo>
                            <a:pt x="77577" y="87502"/>
                            <a:pt x="79403" y="86517"/>
                            <a:pt x="79000" y="84000"/>
                          </a:cubicBezTo>
                          <a:cubicBezTo>
                            <a:pt x="79833" y="76667"/>
                            <a:pt x="79773" y="69333"/>
                            <a:pt x="79000" y="62000"/>
                          </a:cubicBezTo>
                          <a:cubicBezTo>
                            <a:pt x="78101" y="54667"/>
                            <a:pt x="79458" y="47333"/>
                            <a:pt x="79000" y="40000"/>
                          </a:cubicBezTo>
                          <a:cubicBezTo>
                            <a:pt x="79863" y="32667"/>
                            <a:pt x="78874" y="25333"/>
                            <a:pt x="79000" y="18000"/>
                          </a:cubicBezTo>
                          <a:cubicBezTo>
                            <a:pt x="79468" y="15793"/>
                            <a:pt x="77247" y="14026"/>
                            <a:pt x="75000" y="14000"/>
                          </a:cubicBezTo>
                          <a:cubicBezTo>
                            <a:pt x="69333" y="14899"/>
                            <a:pt x="63667" y="13254"/>
                            <a:pt x="58000" y="14000"/>
                          </a:cubicBezTo>
                          <a:cubicBezTo>
                            <a:pt x="57939" y="13333"/>
                            <a:pt x="58047" y="12667"/>
                            <a:pt x="58000" y="12000"/>
                          </a:cubicBezTo>
                          <a:cubicBezTo>
                            <a:pt x="58264" y="9878"/>
                            <a:pt x="56653" y="7924"/>
                            <a:pt x="54000" y="8000"/>
                          </a:cubicBezTo>
                          <a:cubicBezTo>
                            <a:pt x="50000" y="7693"/>
                            <a:pt x="46000" y="7297"/>
                            <a:pt x="42000" y="8000"/>
                          </a:cubicBezTo>
                          <a:cubicBezTo>
                            <a:pt x="40191" y="8343"/>
                            <a:pt x="37573" y="9382"/>
                            <a:pt x="38000" y="12000"/>
                          </a:cubicBezTo>
                          <a:cubicBezTo>
                            <a:pt x="37891" y="12667"/>
                            <a:pt x="38047" y="13333"/>
                            <a:pt x="38000" y="14000"/>
                          </a:cubicBezTo>
                          <a:cubicBezTo>
                            <a:pt x="32333" y="13894"/>
                            <a:pt x="26667" y="13776"/>
                            <a:pt x="21000" y="14000"/>
                          </a:cubicBezTo>
                          <a:cubicBezTo>
                            <a:pt x="19301" y="14076"/>
                            <a:pt x="16952" y="1589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Validator 2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846"/>
                    <a:pt x="40333" y="33981"/>
                    <a:pt x="46000" y="34000"/>
                  </a:cubicBezTo>
                  <a:cubicBezTo>
                    <a:pt x="45824" y="35333"/>
                    <a:pt x="45940" y="36667"/>
                    <a:pt x="46000" y="38000"/>
                  </a:cubicBezTo>
                  <a:cubicBezTo>
                    <a:pt x="40333" y="37758"/>
                    <a:pt x="34667" y="38037"/>
                    <a:pt x="29000" y="38000"/>
                  </a:cubicBezTo>
                  <a:cubicBezTo>
                    <a:pt x="29148" y="36667"/>
                    <a:pt x="29059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44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846"/>
                            <a:pt x="40333" y="33981"/>
                            <a:pt x="46000" y="34000"/>
                          </a:cubicBezTo>
                          <a:cubicBezTo>
                            <a:pt x="45824" y="35333"/>
                            <a:pt x="45940" y="36667"/>
                            <a:pt x="46000" y="38000"/>
                          </a:cubicBezTo>
                          <a:cubicBezTo>
                            <a:pt x="40333" y="37758"/>
                            <a:pt x="34667" y="38037"/>
                            <a:pt x="29000" y="38000"/>
                          </a:cubicBezTo>
                          <a:cubicBezTo>
                            <a:pt x="29148" y="36667"/>
                            <a:pt x="29059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Validator 3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368"/>
                    <a:pt x="40333" y="46279"/>
                    <a:pt x="46000" y="46000"/>
                  </a:cubicBezTo>
                  <a:cubicBezTo>
                    <a:pt x="45797" y="47333"/>
                    <a:pt x="45774" y="48667"/>
                    <a:pt x="46000" y="50000"/>
                  </a:cubicBezTo>
                  <a:cubicBezTo>
                    <a:pt x="40333" y="50239"/>
                    <a:pt x="34667" y="49622"/>
                    <a:pt x="29000" y="50000"/>
                  </a:cubicBezTo>
                  <a:cubicBezTo>
                    <a:pt x="29187" y="48667"/>
                    <a:pt x="29055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36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368"/>
                            <a:pt x="40333" y="46279"/>
                            <a:pt x="46000" y="46000"/>
                          </a:cubicBezTo>
                          <a:cubicBezTo>
                            <a:pt x="45797" y="47333"/>
                            <a:pt x="45774" y="48667"/>
                            <a:pt x="46000" y="50000"/>
                          </a:cubicBezTo>
                          <a:cubicBezTo>
                            <a:pt x="40333" y="50239"/>
                            <a:pt x="34667" y="49622"/>
                            <a:pt x="29000" y="50000"/>
                          </a:cubicBezTo>
                          <a:cubicBezTo>
                            <a:pt x="29187" y="48667"/>
                            <a:pt x="29055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Validator 4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246"/>
                    <a:pt x="40333" y="58928"/>
                    <a:pt x="46000" y="58000"/>
                  </a:cubicBezTo>
                  <a:cubicBezTo>
                    <a:pt x="45786" y="59333"/>
                    <a:pt x="46127" y="60667"/>
                    <a:pt x="46000" y="62000"/>
                  </a:cubicBezTo>
                  <a:cubicBezTo>
                    <a:pt x="40333" y="61081"/>
                    <a:pt x="34667" y="62393"/>
                    <a:pt x="29000" y="62000"/>
                  </a:cubicBezTo>
                  <a:cubicBezTo>
                    <a:pt x="28782" y="60667"/>
                    <a:pt x="29046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228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246"/>
                            <a:pt x="40333" y="58928"/>
                            <a:pt x="46000" y="58000"/>
                          </a:cubicBezTo>
                          <a:cubicBezTo>
                            <a:pt x="45786" y="59333"/>
                            <a:pt x="46127" y="60667"/>
                            <a:pt x="46000" y="62000"/>
                          </a:cubicBezTo>
                          <a:cubicBezTo>
                            <a:pt x="40333" y="61081"/>
                            <a:pt x="34667" y="62393"/>
                            <a:pt x="29000" y="62000"/>
                          </a:cubicBezTo>
                          <a:cubicBezTo>
                            <a:pt x="28782" y="60667"/>
                            <a:pt x="29046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Validator 5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69969"/>
                    <a:pt x="40333" y="70445"/>
                    <a:pt x="46000" y="70000"/>
                  </a:cubicBezTo>
                  <a:cubicBezTo>
                    <a:pt x="45818" y="71333"/>
                    <a:pt x="46062" y="72667"/>
                    <a:pt x="46000" y="74000"/>
                  </a:cubicBezTo>
                  <a:cubicBezTo>
                    <a:pt x="40333" y="73361"/>
                    <a:pt x="34667" y="73908"/>
                    <a:pt x="29000" y="74000"/>
                  </a:cubicBezTo>
                  <a:cubicBezTo>
                    <a:pt x="29199" y="72667"/>
                    <a:pt x="2903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020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69969"/>
                            <a:pt x="40333" y="70445"/>
                            <a:pt x="46000" y="70000"/>
                          </a:cubicBezTo>
                          <a:cubicBezTo>
                            <a:pt x="45818" y="71333"/>
                            <a:pt x="46062" y="72667"/>
                            <a:pt x="46000" y="74000"/>
                          </a:cubicBezTo>
                          <a:cubicBezTo>
                            <a:pt x="40333" y="73361"/>
                            <a:pt x="34667" y="73908"/>
                            <a:pt x="29000" y="74000"/>
                          </a:cubicBezTo>
                          <a:cubicBezTo>
                            <a:pt x="29199" y="72667"/>
                            <a:pt x="2903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Validator 6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499" y="34999"/>
                    <a:pt x="54280" y="34380"/>
                    <a:pt x="55000" y="33700"/>
                  </a:cubicBezTo>
                  <a:cubicBezTo>
                    <a:pt x="55782" y="34652"/>
                    <a:pt x="56718" y="35449"/>
                    <a:pt x="57600" y="36300"/>
                  </a:cubicBezTo>
                  <a:cubicBezTo>
                    <a:pt x="59560" y="33860"/>
                    <a:pt x="62337" y="32237"/>
                    <a:pt x="64200" y="29700"/>
                  </a:cubicBezTo>
                  <a:cubicBezTo>
                    <a:pt x="64904" y="30396"/>
                    <a:pt x="65667" y="31033"/>
                    <a:pt x="66300" y="31800"/>
                  </a:cubicBezTo>
                  <a:cubicBezTo>
                    <a:pt x="63683" y="34983"/>
                    <a:pt x="60118" y="37218"/>
                    <a:pt x="57600" y="40500"/>
                  </a:cubicBezTo>
                  <a:cubicBezTo>
                    <a:pt x="56149" y="38818"/>
                    <a:pt x="54614" y="37219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81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499" y="34999"/>
                            <a:pt x="54280" y="34380"/>
                            <a:pt x="55000" y="33700"/>
                          </a:cubicBezTo>
                          <a:cubicBezTo>
                            <a:pt x="55782" y="34652"/>
                            <a:pt x="56718" y="35449"/>
                            <a:pt x="57600" y="36300"/>
                          </a:cubicBezTo>
                          <a:cubicBezTo>
                            <a:pt x="59560" y="33860"/>
                            <a:pt x="62337" y="32237"/>
                            <a:pt x="64200" y="29700"/>
                          </a:cubicBezTo>
                          <a:cubicBezTo>
                            <a:pt x="64904" y="30396"/>
                            <a:pt x="65667" y="31033"/>
                            <a:pt x="66300" y="31800"/>
                          </a:cubicBezTo>
                          <a:cubicBezTo>
                            <a:pt x="63683" y="34983"/>
                            <a:pt x="60118" y="37218"/>
                            <a:pt x="57600" y="40500"/>
                          </a:cubicBezTo>
                          <a:cubicBezTo>
                            <a:pt x="56149" y="38818"/>
                            <a:pt x="54614" y="37219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Validator 7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489" y="46989"/>
                    <a:pt x="54315" y="46415"/>
                    <a:pt x="55000" y="45700"/>
                  </a:cubicBezTo>
                  <a:cubicBezTo>
                    <a:pt x="55722" y="46711"/>
                    <a:pt x="56813" y="47354"/>
                    <a:pt x="57600" y="48300"/>
                  </a:cubicBezTo>
                  <a:cubicBezTo>
                    <a:pt x="59700" y="46000"/>
                    <a:pt x="62376" y="44276"/>
                    <a:pt x="64200" y="41700"/>
                  </a:cubicBezTo>
                  <a:cubicBezTo>
                    <a:pt x="64893" y="42407"/>
                    <a:pt x="65531" y="43169"/>
                    <a:pt x="66300" y="43800"/>
                  </a:cubicBezTo>
                  <a:cubicBezTo>
                    <a:pt x="63528" y="46828"/>
                    <a:pt x="60361" y="49461"/>
                    <a:pt x="57600" y="52500"/>
                  </a:cubicBezTo>
                  <a:cubicBezTo>
                    <a:pt x="55831" y="51136"/>
                    <a:pt x="54691" y="49143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60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489" y="46989"/>
                            <a:pt x="54315" y="46415"/>
                            <a:pt x="55000" y="45700"/>
                          </a:cubicBezTo>
                          <a:cubicBezTo>
                            <a:pt x="55722" y="46711"/>
                            <a:pt x="56813" y="47354"/>
                            <a:pt x="57600" y="48300"/>
                          </a:cubicBezTo>
                          <a:cubicBezTo>
                            <a:pt x="59700" y="46000"/>
                            <a:pt x="62376" y="44276"/>
                            <a:pt x="64200" y="41700"/>
                          </a:cubicBezTo>
                          <a:cubicBezTo>
                            <a:pt x="64893" y="42407"/>
                            <a:pt x="65531" y="43169"/>
                            <a:pt x="66300" y="43800"/>
                          </a:cubicBezTo>
                          <a:cubicBezTo>
                            <a:pt x="63528" y="46828"/>
                            <a:pt x="60361" y="49461"/>
                            <a:pt x="57600" y="52500"/>
                          </a:cubicBezTo>
                          <a:cubicBezTo>
                            <a:pt x="55831" y="51136"/>
                            <a:pt x="54691" y="49143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Validator 8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517" y="59017"/>
                    <a:pt x="54249" y="58349"/>
                    <a:pt x="55000" y="57700"/>
                  </a:cubicBezTo>
                  <a:cubicBezTo>
                    <a:pt x="55755" y="58678"/>
                    <a:pt x="56652" y="59515"/>
                    <a:pt x="57600" y="60300"/>
                  </a:cubicBezTo>
                  <a:cubicBezTo>
                    <a:pt x="59459" y="57759"/>
                    <a:pt x="62043" y="55943"/>
                    <a:pt x="64200" y="53700"/>
                  </a:cubicBezTo>
                  <a:cubicBezTo>
                    <a:pt x="64812" y="54488"/>
                    <a:pt x="65713" y="54987"/>
                    <a:pt x="66300" y="55800"/>
                  </a:cubicBezTo>
                  <a:cubicBezTo>
                    <a:pt x="63867" y="59167"/>
                    <a:pt x="60558" y="61658"/>
                    <a:pt x="57600" y="64500"/>
                  </a:cubicBezTo>
                  <a:cubicBezTo>
                    <a:pt x="56055" y="62911"/>
                    <a:pt x="54474" y="61360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9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517" y="59017"/>
                            <a:pt x="54249" y="58349"/>
                            <a:pt x="55000" y="57700"/>
                          </a:cubicBezTo>
                          <a:cubicBezTo>
                            <a:pt x="55755" y="58678"/>
                            <a:pt x="56652" y="59515"/>
                            <a:pt x="57600" y="60300"/>
                          </a:cubicBezTo>
                          <a:cubicBezTo>
                            <a:pt x="59459" y="57759"/>
                            <a:pt x="62043" y="55943"/>
                            <a:pt x="64200" y="53700"/>
                          </a:cubicBezTo>
                          <a:cubicBezTo>
                            <a:pt x="64812" y="54488"/>
                            <a:pt x="65713" y="54987"/>
                            <a:pt x="66300" y="55800"/>
                          </a:cubicBezTo>
                          <a:cubicBezTo>
                            <a:pt x="63867" y="59167"/>
                            <a:pt x="60558" y="61658"/>
                            <a:pt x="57600" y="64500"/>
                          </a:cubicBezTo>
                          <a:cubicBezTo>
                            <a:pt x="56055" y="62911"/>
                            <a:pt x="54474" y="61360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Validator 9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477" y="70977"/>
                    <a:pt x="54280" y="70380"/>
                    <a:pt x="55000" y="69700"/>
                  </a:cubicBezTo>
                  <a:cubicBezTo>
                    <a:pt x="55913" y="70521"/>
                    <a:pt x="56755" y="71412"/>
                    <a:pt x="57600" y="72300"/>
                  </a:cubicBezTo>
                  <a:cubicBezTo>
                    <a:pt x="59570" y="69870"/>
                    <a:pt x="61814" y="67714"/>
                    <a:pt x="64200" y="65700"/>
                  </a:cubicBezTo>
                  <a:cubicBezTo>
                    <a:pt x="64942" y="66358"/>
                    <a:pt x="65491" y="67209"/>
                    <a:pt x="66300" y="67800"/>
                  </a:cubicBezTo>
                  <a:cubicBezTo>
                    <a:pt x="63866" y="71166"/>
                    <a:pt x="60291" y="73391"/>
                    <a:pt x="57600" y="76500"/>
                  </a:cubicBezTo>
                  <a:cubicBezTo>
                    <a:pt x="56263" y="74704"/>
                    <a:pt x="54558" y="73275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8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477" y="70977"/>
                            <a:pt x="54280" y="70380"/>
                            <a:pt x="55000" y="69700"/>
                          </a:cubicBezTo>
                          <a:cubicBezTo>
                            <a:pt x="55913" y="70521"/>
                            <a:pt x="56755" y="71412"/>
                            <a:pt x="57600" y="72300"/>
                          </a:cubicBezTo>
                          <a:cubicBezTo>
                            <a:pt x="59570" y="69870"/>
                            <a:pt x="61814" y="67714"/>
                            <a:pt x="64200" y="65700"/>
                          </a:cubicBezTo>
                          <a:cubicBezTo>
                            <a:pt x="64942" y="66358"/>
                            <a:pt x="65491" y="67209"/>
                            <a:pt x="66300" y="67800"/>
                          </a:cubicBezTo>
                          <a:cubicBezTo>
                            <a:pt x="63866" y="71166"/>
                            <a:pt x="60291" y="73391"/>
                            <a:pt x="57600" y="76500"/>
                          </a:cubicBezTo>
                          <a:cubicBezTo>
                            <a:pt x="56263" y="74704"/>
                            <a:pt x="54558" y="73275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7" name="Validator label"/>
          <p:cNvSpPr txBox="1"/>
          <p:nvPr/>
        </p:nvSpPr>
        <p:spPr>
          <a:xfrm>
            <a:off x="4878638" y="4301002"/>
            <a:ext cx="23674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validate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36" name="Validator"/>
          <p:cNvGrpSpPr/>
          <p:nvPr/>
        </p:nvGrpSpPr>
        <p:grpSpPr>
          <a:xfrm>
            <a:off x="5733163" y="3615202"/>
            <a:ext cx="658368" cy="658368"/>
            <a:chOff x="0" y="0"/>
            <a:chExt cx="658368" cy="658368"/>
          </a:xfrm>
        </p:grpSpPr>
        <p:sp>
          <p:nvSpPr>
            <p:cNvPr id="127" name="Validator 1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462"/>
                    <a:pt x="30333" y="19746"/>
                    <a:pt x="34000" y="20000"/>
                  </a:cubicBezTo>
                  <a:cubicBezTo>
                    <a:pt x="33677" y="22000"/>
                    <a:pt x="33672" y="24000"/>
                    <a:pt x="34000" y="26000"/>
                  </a:cubicBezTo>
                  <a:cubicBezTo>
                    <a:pt x="43333" y="26836"/>
                    <a:pt x="52667" y="26472"/>
                    <a:pt x="62000" y="26000"/>
                  </a:cubicBezTo>
                  <a:cubicBezTo>
                    <a:pt x="62217" y="24000"/>
                    <a:pt x="61859" y="22000"/>
                    <a:pt x="62000" y="20000"/>
                  </a:cubicBezTo>
                  <a:cubicBezTo>
                    <a:pt x="65667" y="19556"/>
                    <a:pt x="69333" y="19916"/>
                    <a:pt x="73000" y="20000"/>
                  </a:cubicBezTo>
                  <a:cubicBezTo>
                    <a:pt x="73948" y="26889"/>
                    <a:pt x="72413" y="33778"/>
                    <a:pt x="73000" y="40667"/>
                  </a:cubicBezTo>
                  <a:cubicBezTo>
                    <a:pt x="73154" y="47556"/>
                    <a:pt x="74123" y="54444"/>
                    <a:pt x="73000" y="61333"/>
                  </a:cubicBezTo>
                  <a:cubicBezTo>
                    <a:pt x="73097" y="68222"/>
                    <a:pt x="72114" y="75111"/>
                    <a:pt x="73000" y="82000"/>
                  </a:cubicBezTo>
                  <a:cubicBezTo>
                    <a:pt x="67444" y="81455"/>
                    <a:pt x="61889" y="82185"/>
                    <a:pt x="56333" y="82000"/>
                  </a:cubicBezTo>
                  <a:cubicBezTo>
                    <a:pt x="50778" y="81678"/>
                    <a:pt x="45222" y="82337"/>
                    <a:pt x="39667" y="82000"/>
                  </a:cubicBezTo>
                  <a:cubicBezTo>
                    <a:pt x="34111" y="82325"/>
                    <a:pt x="28556" y="82667"/>
                    <a:pt x="23000" y="82000"/>
                  </a:cubicBezTo>
                  <a:cubicBezTo>
                    <a:pt x="23262" y="75111"/>
                    <a:pt x="23457" y="68222"/>
                    <a:pt x="23000" y="61333"/>
                  </a:cubicBezTo>
                  <a:cubicBezTo>
                    <a:pt x="23883" y="54444"/>
                    <a:pt x="23880" y="47556"/>
                    <a:pt x="23000" y="40667"/>
                  </a:cubicBezTo>
                  <a:cubicBezTo>
                    <a:pt x="22561" y="33778"/>
                    <a:pt x="23541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664" y="11948"/>
                    <a:pt x="51463" y="13952"/>
                    <a:pt x="51000" y="15000"/>
                  </a:cubicBezTo>
                  <a:cubicBezTo>
                    <a:pt x="50958" y="16501"/>
                    <a:pt x="49450" y="17622"/>
                    <a:pt x="48000" y="18000"/>
                  </a:cubicBezTo>
                  <a:cubicBezTo>
                    <a:pt x="46641" y="18375"/>
                    <a:pt x="45202" y="17233"/>
                    <a:pt x="45000" y="15000"/>
                  </a:cubicBezTo>
                  <a:cubicBezTo>
                    <a:pt x="45227" y="12895"/>
                    <a:pt x="46267" y="11465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942" y="25333"/>
                    <a:pt x="17900" y="32667"/>
                    <a:pt x="17000" y="40000"/>
                  </a:cubicBezTo>
                  <a:cubicBezTo>
                    <a:pt x="16457" y="47333"/>
                    <a:pt x="18127" y="54667"/>
                    <a:pt x="17000" y="62000"/>
                  </a:cubicBezTo>
                  <a:cubicBezTo>
                    <a:pt x="16651" y="69333"/>
                    <a:pt x="16109" y="76667"/>
                    <a:pt x="17000" y="84000"/>
                  </a:cubicBezTo>
                  <a:cubicBezTo>
                    <a:pt x="16552" y="85871"/>
                    <a:pt x="18406" y="87689"/>
                    <a:pt x="21000" y="88000"/>
                  </a:cubicBezTo>
                  <a:cubicBezTo>
                    <a:pt x="27000" y="86976"/>
                    <a:pt x="33000" y="88244"/>
                    <a:pt x="39000" y="88000"/>
                  </a:cubicBezTo>
                  <a:cubicBezTo>
                    <a:pt x="45000" y="87129"/>
                    <a:pt x="51000" y="87905"/>
                    <a:pt x="57000" y="88000"/>
                  </a:cubicBezTo>
                  <a:cubicBezTo>
                    <a:pt x="63000" y="88971"/>
                    <a:pt x="69000" y="87223"/>
                    <a:pt x="75000" y="88000"/>
                  </a:cubicBezTo>
                  <a:cubicBezTo>
                    <a:pt x="77577" y="87502"/>
                    <a:pt x="79403" y="86517"/>
                    <a:pt x="79000" y="84000"/>
                  </a:cubicBezTo>
                  <a:cubicBezTo>
                    <a:pt x="79833" y="76667"/>
                    <a:pt x="79773" y="69333"/>
                    <a:pt x="79000" y="62000"/>
                  </a:cubicBezTo>
                  <a:cubicBezTo>
                    <a:pt x="78101" y="54667"/>
                    <a:pt x="79458" y="47333"/>
                    <a:pt x="79000" y="40000"/>
                  </a:cubicBezTo>
                  <a:cubicBezTo>
                    <a:pt x="79863" y="32667"/>
                    <a:pt x="78874" y="25333"/>
                    <a:pt x="79000" y="18000"/>
                  </a:cubicBezTo>
                  <a:cubicBezTo>
                    <a:pt x="79468" y="15793"/>
                    <a:pt x="77247" y="14026"/>
                    <a:pt x="75000" y="14000"/>
                  </a:cubicBezTo>
                  <a:cubicBezTo>
                    <a:pt x="69333" y="14899"/>
                    <a:pt x="63667" y="13254"/>
                    <a:pt x="58000" y="14000"/>
                  </a:cubicBezTo>
                  <a:cubicBezTo>
                    <a:pt x="57939" y="13333"/>
                    <a:pt x="58047" y="12667"/>
                    <a:pt x="58000" y="12000"/>
                  </a:cubicBezTo>
                  <a:cubicBezTo>
                    <a:pt x="58264" y="9878"/>
                    <a:pt x="56653" y="7924"/>
                    <a:pt x="54000" y="8000"/>
                  </a:cubicBezTo>
                  <a:cubicBezTo>
                    <a:pt x="50000" y="7693"/>
                    <a:pt x="46000" y="7297"/>
                    <a:pt x="42000" y="8000"/>
                  </a:cubicBezTo>
                  <a:cubicBezTo>
                    <a:pt x="40191" y="8343"/>
                    <a:pt x="37573" y="9382"/>
                    <a:pt x="38000" y="12000"/>
                  </a:cubicBezTo>
                  <a:cubicBezTo>
                    <a:pt x="37891" y="12667"/>
                    <a:pt x="38047" y="13333"/>
                    <a:pt x="38000" y="14000"/>
                  </a:cubicBezTo>
                  <a:cubicBezTo>
                    <a:pt x="32333" y="13894"/>
                    <a:pt x="26667" y="13776"/>
                    <a:pt x="21000" y="14000"/>
                  </a:cubicBezTo>
                  <a:cubicBezTo>
                    <a:pt x="19301" y="14076"/>
                    <a:pt x="16952" y="1589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5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462"/>
                            <a:pt x="30333" y="19746"/>
                            <a:pt x="34000" y="20000"/>
                          </a:cubicBezTo>
                          <a:cubicBezTo>
                            <a:pt x="33677" y="22000"/>
                            <a:pt x="33672" y="24000"/>
                            <a:pt x="34000" y="26000"/>
                          </a:cubicBezTo>
                          <a:cubicBezTo>
                            <a:pt x="43333" y="26836"/>
                            <a:pt x="52667" y="26472"/>
                            <a:pt x="62000" y="26000"/>
                          </a:cubicBezTo>
                          <a:cubicBezTo>
                            <a:pt x="62217" y="24000"/>
                            <a:pt x="61859" y="22000"/>
                            <a:pt x="62000" y="20000"/>
                          </a:cubicBezTo>
                          <a:cubicBezTo>
                            <a:pt x="65667" y="19556"/>
                            <a:pt x="69333" y="19916"/>
                            <a:pt x="73000" y="20000"/>
                          </a:cubicBezTo>
                          <a:cubicBezTo>
                            <a:pt x="73948" y="26889"/>
                            <a:pt x="72413" y="33778"/>
                            <a:pt x="73000" y="40667"/>
                          </a:cubicBezTo>
                          <a:cubicBezTo>
                            <a:pt x="73154" y="47556"/>
                            <a:pt x="74123" y="54444"/>
                            <a:pt x="73000" y="61333"/>
                          </a:cubicBezTo>
                          <a:cubicBezTo>
                            <a:pt x="73097" y="68222"/>
                            <a:pt x="72114" y="75111"/>
                            <a:pt x="73000" y="82000"/>
                          </a:cubicBezTo>
                          <a:cubicBezTo>
                            <a:pt x="67444" y="81455"/>
                            <a:pt x="61889" y="82185"/>
                            <a:pt x="56333" y="82000"/>
                          </a:cubicBezTo>
                          <a:cubicBezTo>
                            <a:pt x="50778" y="81678"/>
                            <a:pt x="45222" y="82337"/>
                            <a:pt x="39667" y="82000"/>
                          </a:cubicBezTo>
                          <a:cubicBezTo>
                            <a:pt x="34111" y="82325"/>
                            <a:pt x="28556" y="82667"/>
                            <a:pt x="23000" y="82000"/>
                          </a:cubicBezTo>
                          <a:cubicBezTo>
                            <a:pt x="23262" y="75111"/>
                            <a:pt x="23457" y="68222"/>
                            <a:pt x="23000" y="61333"/>
                          </a:cubicBezTo>
                          <a:cubicBezTo>
                            <a:pt x="23883" y="54444"/>
                            <a:pt x="23880" y="47556"/>
                            <a:pt x="23000" y="40667"/>
                          </a:cubicBezTo>
                          <a:cubicBezTo>
                            <a:pt x="22561" y="33778"/>
                            <a:pt x="23541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664" y="11948"/>
                            <a:pt x="51463" y="13952"/>
                            <a:pt x="51000" y="15000"/>
                          </a:cubicBezTo>
                          <a:cubicBezTo>
                            <a:pt x="50958" y="16501"/>
                            <a:pt x="49450" y="17622"/>
                            <a:pt x="48000" y="18000"/>
                          </a:cubicBezTo>
                          <a:cubicBezTo>
                            <a:pt x="46641" y="18375"/>
                            <a:pt x="45202" y="17233"/>
                            <a:pt x="45000" y="15000"/>
                          </a:cubicBezTo>
                          <a:cubicBezTo>
                            <a:pt x="45227" y="12895"/>
                            <a:pt x="46267" y="11465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942" y="25333"/>
                            <a:pt x="17900" y="32667"/>
                            <a:pt x="17000" y="40000"/>
                          </a:cubicBezTo>
                          <a:cubicBezTo>
                            <a:pt x="16457" y="47333"/>
                            <a:pt x="18127" y="54667"/>
                            <a:pt x="17000" y="62000"/>
                          </a:cubicBezTo>
                          <a:cubicBezTo>
                            <a:pt x="16651" y="69333"/>
                            <a:pt x="16109" y="76667"/>
                            <a:pt x="17000" y="84000"/>
                          </a:cubicBezTo>
                          <a:cubicBezTo>
                            <a:pt x="16552" y="85871"/>
                            <a:pt x="18406" y="87689"/>
                            <a:pt x="21000" y="88000"/>
                          </a:cubicBezTo>
                          <a:cubicBezTo>
                            <a:pt x="27000" y="86976"/>
                            <a:pt x="33000" y="88244"/>
                            <a:pt x="39000" y="88000"/>
                          </a:cubicBezTo>
                          <a:cubicBezTo>
                            <a:pt x="45000" y="87129"/>
                            <a:pt x="51000" y="87905"/>
                            <a:pt x="57000" y="88000"/>
                          </a:cubicBezTo>
                          <a:cubicBezTo>
                            <a:pt x="63000" y="88971"/>
                            <a:pt x="69000" y="87223"/>
                            <a:pt x="75000" y="88000"/>
                          </a:cubicBezTo>
                          <a:cubicBezTo>
                            <a:pt x="77577" y="87502"/>
                            <a:pt x="79403" y="86517"/>
                            <a:pt x="79000" y="84000"/>
                          </a:cubicBezTo>
                          <a:cubicBezTo>
                            <a:pt x="79833" y="76667"/>
                            <a:pt x="79773" y="69333"/>
                            <a:pt x="79000" y="62000"/>
                          </a:cubicBezTo>
                          <a:cubicBezTo>
                            <a:pt x="78101" y="54667"/>
                            <a:pt x="79458" y="47333"/>
                            <a:pt x="79000" y="40000"/>
                          </a:cubicBezTo>
                          <a:cubicBezTo>
                            <a:pt x="79863" y="32667"/>
                            <a:pt x="78874" y="25333"/>
                            <a:pt x="79000" y="18000"/>
                          </a:cubicBezTo>
                          <a:cubicBezTo>
                            <a:pt x="79468" y="15793"/>
                            <a:pt x="77247" y="14026"/>
                            <a:pt x="75000" y="14000"/>
                          </a:cubicBezTo>
                          <a:cubicBezTo>
                            <a:pt x="69333" y="14899"/>
                            <a:pt x="63667" y="13254"/>
                            <a:pt x="58000" y="14000"/>
                          </a:cubicBezTo>
                          <a:cubicBezTo>
                            <a:pt x="57939" y="13333"/>
                            <a:pt x="58047" y="12667"/>
                            <a:pt x="58000" y="12000"/>
                          </a:cubicBezTo>
                          <a:cubicBezTo>
                            <a:pt x="58264" y="9878"/>
                            <a:pt x="56653" y="7924"/>
                            <a:pt x="54000" y="8000"/>
                          </a:cubicBezTo>
                          <a:cubicBezTo>
                            <a:pt x="50000" y="7693"/>
                            <a:pt x="46000" y="7297"/>
                            <a:pt x="42000" y="8000"/>
                          </a:cubicBezTo>
                          <a:cubicBezTo>
                            <a:pt x="40191" y="8343"/>
                            <a:pt x="37573" y="9382"/>
                            <a:pt x="38000" y="12000"/>
                          </a:cubicBezTo>
                          <a:cubicBezTo>
                            <a:pt x="37891" y="12667"/>
                            <a:pt x="38047" y="13333"/>
                            <a:pt x="38000" y="14000"/>
                          </a:cubicBezTo>
                          <a:cubicBezTo>
                            <a:pt x="32333" y="13894"/>
                            <a:pt x="26667" y="13776"/>
                            <a:pt x="21000" y="14000"/>
                          </a:cubicBezTo>
                          <a:cubicBezTo>
                            <a:pt x="19301" y="14076"/>
                            <a:pt x="16952" y="1589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Validator 2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846"/>
                    <a:pt x="40333" y="33981"/>
                    <a:pt x="46000" y="34000"/>
                  </a:cubicBezTo>
                  <a:cubicBezTo>
                    <a:pt x="45824" y="35333"/>
                    <a:pt x="45940" y="36667"/>
                    <a:pt x="46000" y="38000"/>
                  </a:cubicBezTo>
                  <a:cubicBezTo>
                    <a:pt x="40333" y="37758"/>
                    <a:pt x="34667" y="38037"/>
                    <a:pt x="29000" y="38000"/>
                  </a:cubicBezTo>
                  <a:cubicBezTo>
                    <a:pt x="29148" y="36667"/>
                    <a:pt x="29059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44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846"/>
                            <a:pt x="40333" y="33981"/>
                            <a:pt x="46000" y="34000"/>
                          </a:cubicBezTo>
                          <a:cubicBezTo>
                            <a:pt x="45824" y="35333"/>
                            <a:pt x="45940" y="36667"/>
                            <a:pt x="46000" y="38000"/>
                          </a:cubicBezTo>
                          <a:cubicBezTo>
                            <a:pt x="40333" y="37758"/>
                            <a:pt x="34667" y="38037"/>
                            <a:pt x="29000" y="38000"/>
                          </a:cubicBezTo>
                          <a:cubicBezTo>
                            <a:pt x="29148" y="36667"/>
                            <a:pt x="29059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Validator 3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368"/>
                    <a:pt x="40333" y="46279"/>
                    <a:pt x="46000" y="46000"/>
                  </a:cubicBezTo>
                  <a:cubicBezTo>
                    <a:pt x="45797" y="47333"/>
                    <a:pt x="45774" y="48667"/>
                    <a:pt x="46000" y="50000"/>
                  </a:cubicBezTo>
                  <a:cubicBezTo>
                    <a:pt x="40333" y="50239"/>
                    <a:pt x="34667" y="49622"/>
                    <a:pt x="29000" y="50000"/>
                  </a:cubicBezTo>
                  <a:cubicBezTo>
                    <a:pt x="29187" y="48667"/>
                    <a:pt x="29055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36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368"/>
                            <a:pt x="40333" y="46279"/>
                            <a:pt x="46000" y="46000"/>
                          </a:cubicBezTo>
                          <a:cubicBezTo>
                            <a:pt x="45797" y="47333"/>
                            <a:pt x="45774" y="48667"/>
                            <a:pt x="46000" y="50000"/>
                          </a:cubicBezTo>
                          <a:cubicBezTo>
                            <a:pt x="40333" y="50239"/>
                            <a:pt x="34667" y="49622"/>
                            <a:pt x="29000" y="50000"/>
                          </a:cubicBezTo>
                          <a:cubicBezTo>
                            <a:pt x="29187" y="48667"/>
                            <a:pt x="29055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Validator 4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246"/>
                    <a:pt x="40333" y="58928"/>
                    <a:pt x="46000" y="58000"/>
                  </a:cubicBezTo>
                  <a:cubicBezTo>
                    <a:pt x="45786" y="59333"/>
                    <a:pt x="46127" y="60667"/>
                    <a:pt x="46000" y="62000"/>
                  </a:cubicBezTo>
                  <a:cubicBezTo>
                    <a:pt x="40333" y="61081"/>
                    <a:pt x="34667" y="62393"/>
                    <a:pt x="29000" y="62000"/>
                  </a:cubicBezTo>
                  <a:cubicBezTo>
                    <a:pt x="28782" y="60667"/>
                    <a:pt x="29046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228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246"/>
                            <a:pt x="40333" y="58928"/>
                            <a:pt x="46000" y="58000"/>
                          </a:cubicBezTo>
                          <a:cubicBezTo>
                            <a:pt x="45786" y="59333"/>
                            <a:pt x="46127" y="60667"/>
                            <a:pt x="46000" y="62000"/>
                          </a:cubicBezTo>
                          <a:cubicBezTo>
                            <a:pt x="40333" y="61081"/>
                            <a:pt x="34667" y="62393"/>
                            <a:pt x="29000" y="62000"/>
                          </a:cubicBezTo>
                          <a:cubicBezTo>
                            <a:pt x="28782" y="60667"/>
                            <a:pt x="29046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Validator 5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69969"/>
                    <a:pt x="40333" y="70445"/>
                    <a:pt x="46000" y="70000"/>
                  </a:cubicBezTo>
                  <a:cubicBezTo>
                    <a:pt x="45818" y="71333"/>
                    <a:pt x="46062" y="72667"/>
                    <a:pt x="46000" y="74000"/>
                  </a:cubicBezTo>
                  <a:cubicBezTo>
                    <a:pt x="40333" y="73361"/>
                    <a:pt x="34667" y="73908"/>
                    <a:pt x="29000" y="74000"/>
                  </a:cubicBezTo>
                  <a:cubicBezTo>
                    <a:pt x="29199" y="72667"/>
                    <a:pt x="2903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020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69969"/>
                            <a:pt x="40333" y="70445"/>
                            <a:pt x="46000" y="70000"/>
                          </a:cubicBezTo>
                          <a:cubicBezTo>
                            <a:pt x="45818" y="71333"/>
                            <a:pt x="46062" y="72667"/>
                            <a:pt x="46000" y="74000"/>
                          </a:cubicBezTo>
                          <a:cubicBezTo>
                            <a:pt x="40333" y="73361"/>
                            <a:pt x="34667" y="73908"/>
                            <a:pt x="29000" y="74000"/>
                          </a:cubicBezTo>
                          <a:cubicBezTo>
                            <a:pt x="29199" y="72667"/>
                            <a:pt x="2903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Validator 6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499" y="34999"/>
                    <a:pt x="54280" y="34380"/>
                    <a:pt x="55000" y="33700"/>
                  </a:cubicBezTo>
                  <a:cubicBezTo>
                    <a:pt x="55782" y="34652"/>
                    <a:pt x="56718" y="35449"/>
                    <a:pt x="57600" y="36300"/>
                  </a:cubicBezTo>
                  <a:cubicBezTo>
                    <a:pt x="59560" y="33860"/>
                    <a:pt x="62337" y="32237"/>
                    <a:pt x="64200" y="29700"/>
                  </a:cubicBezTo>
                  <a:cubicBezTo>
                    <a:pt x="64904" y="30396"/>
                    <a:pt x="65667" y="31033"/>
                    <a:pt x="66300" y="31800"/>
                  </a:cubicBezTo>
                  <a:cubicBezTo>
                    <a:pt x="63683" y="34983"/>
                    <a:pt x="60118" y="37218"/>
                    <a:pt x="57600" y="40500"/>
                  </a:cubicBezTo>
                  <a:cubicBezTo>
                    <a:pt x="56149" y="38818"/>
                    <a:pt x="54614" y="37219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81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499" y="34999"/>
                            <a:pt x="54280" y="34380"/>
                            <a:pt x="55000" y="33700"/>
                          </a:cubicBezTo>
                          <a:cubicBezTo>
                            <a:pt x="55782" y="34652"/>
                            <a:pt x="56718" y="35449"/>
                            <a:pt x="57600" y="36300"/>
                          </a:cubicBezTo>
                          <a:cubicBezTo>
                            <a:pt x="59560" y="33860"/>
                            <a:pt x="62337" y="32237"/>
                            <a:pt x="64200" y="29700"/>
                          </a:cubicBezTo>
                          <a:cubicBezTo>
                            <a:pt x="64904" y="30396"/>
                            <a:pt x="65667" y="31033"/>
                            <a:pt x="66300" y="31800"/>
                          </a:cubicBezTo>
                          <a:cubicBezTo>
                            <a:pt x="63683" y="34983"/>
                            <a:pt x="60118" y="37218"/>
                            <a:pt x="57600" y="40500"/>
                          </a:cubicBezTo>
                          <a:cubicBezTo>
                            <a:pt x="56149" y="38818"/>
                            <a:pt x="54614" y="37219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Validator 7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489" y="46989"/>
                    <a:pt x="54315" y="46415"/>
                    <a:pt x="55000" y="45700"/>
                  </a:cubicBezTo>
                  <a:cubicBezTo>
                    <a:pt x="55722" y="46711"/>
                    <a:pt x="56813" y="47354"/>
                    <a:pt x="57600" y="48300"/>
                  </a:cubicBezTo>
                  <a:cubicBezTo>
                    <a:pt x="59700" y="46000"/>
                    <a:pt x="62376" y="44276"/>
                    <a:pt x="64200" y="41700"/>
                  </a:cubicBezTo>
                  <a:cubicBezTo>
                    <a:pt x="64893" y="42407"/>
                    <a:pt x="65531" y="43169"/>
                    <a:pt x="66300" y="43800"/>
                  </a:cubicBezTo>
                  <a:cubicBezTo>
                    <a:pt x="63528" y="46828"/>
                    <a:pt x="60361" y="49461"/>
                    <a:pt x="57600" y="52500"/>
                  </a:cubicBezTo>
                  <a:cubicBezTo>
                    <a:pt x="55831" y="51136"/>
                    <a:pt x="54691" y="49143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60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489" y="46989"/>
                            <a:pt x="54315" y="46415"/>
                            <a:pt x="55000" y="45700"/>
                          </a:cubicBezTo>
                          <a:cubicBezTo>
                            <a:pt x="55722" y="46711"/>
                            <a:pt x="56813" y="47354"/>
                            <a:pt x="57600" y="48300"/>
                          </a:cubicBezTo>
                          <a:cubicBezTo>
                            <a:pt x="59700" y="46000"/>
                            <a:pt x="62376" y="44276"/>
                            <a:pt x="64200" y="41700"/>
                          </a:cubicBezTo>
                          <a:cubicBezTo>
                            <a:pt x="64893" y="42407"/>
                            <a:pt x="65531" y="43169"/>
                            <a:pt x="66300" y="43800"/>
                          </a:cubicBezTo>
                          <a:cubicBezTo>
                            <a:pt x="63528" y="46828"/>
                            <a:pt x="60361" y="49461"/>
                            <a:pt x="57600" y="52500"/>
                          </a:cubicBezTo>
                          <a:cubicBezTo>
                            <a:pt x="55831" y="51136"/>
                            <a:pt x="54691" y="49143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Validator 8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517" y="59017"/>
                    <a:pt x="54249" y="58349"/>
                    <a:pt x="55000" y="57700"/>
                  </a:cubicBezTo>
                  <a:cubicBezTo>
                    <a:pt x="55755" y="58678"/>
                    <a:pt x="56652" y="59515"/>
                    <a:pt x="57600" y="60300"/>
                  </a:cubicBezTo>
                  <a:cubicBezTo>
                    <a:pt x="59459" y="57759"/>
                    <a:pt x="62043" y="55943"/>
                    <a:pt x="64200" y="53700"/>
                  </a:cubicBezTo>
                  <a:cubicBezTo>
                    <a:pt x="64812" y="54488"/>
                    <a:pt x="65713" y="54987"/>
                    <a:pt x="66300" y="55800"/>
                  </a:cubicBezTo>
                  <a:cubicBezTo>
                    <a:pt x="63867" y="59167"/>
                    <a:pt x="60558" y="61658"/>
                    <a:pt x="57600" y="64500"/>
                  </a:cubicBezTo>
                  <a:cubicBezTo>
                    <a:pt x="56055" y="62911"/>
                    <a:pt x="54474" y="61360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9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517" y="59017"/>
                            <a:pt x="54249" y="58349"/>
                            <a:pt x="55000" y="57700"/>
                          </a:cubicBezTo>
                          <a:cubicBezTo>
                            <a:pt x="55755" y="58678"/>
                            <a:pt x="56652" y="59515"/>
                            <a:pt x="57600" y="60300"/>
                          </a:cubicBezTo>
                          <a:cubicBezTo>
                            <a:pt x="59459" y="57759"/>
                            <a:pt x="62043" y="55943"/>
                            <a:pt x="64200" y="53700"/>
                          </a:cubicBezTo>
                          <a:cubicBezTo>
                            <a:pt x="64812" y="54488"/>
                            <a:pt x="65713" y="54987"/>
                            <a:pt x="66300" y="55800"/>
                          </a:cubicBezTo>
                          <a:cubicBezTo>
                            <a:pt x="63867" y="59167"/>
                            <a:pt x="60558" y="61658"/>
                            <a:pt x="57600" y="64500"/>
                          </a:cubicBezTo>
                          <a:cubicBezTo>
                            <a:pt x="56055" y="62911"/>
                            <a:pt x="54474" y="61360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Validator 9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477" y="70977"/>
                    <a:pt x="54280" y="70380"/>
                    <a:pt x="55000" y="69700"/>
                  </a:cubicBezTo>
                  <a:cubicBezTo>
                    <a:pt x="55913" y="70521"/>
                    <a:pt x="56755" y="71412"/>
                    <a:pt x="57600" y="72300"/>
                  </a:cubicBezTo>
                  <a:cubicBezTo>
                    <a:pt x="59570" y="69870"/>
                    <a:pt x="61814" y="67714"/>
                    <a:pt x="64200" y="65700"/>
                  </a:cubicBezTo>
                  <a:cubicBezTo>
                    <a:pt x="64942" y="66358"/>
                    <a:pt x="65491" y="67209"/>
                    <a:pt x="66300" y="67800"/>
                  </a:cubicBezTo>
                  <a:cubicBezTo>
                    <a:pt x="63866" y="71166"/>
                    <a:pt x="60291" y="73391"/>
                    <a:pt x="57600" y="76500"/>
                  </a:cubicBezTo>
                  <a:cubicBezTo>
                    <a:pt x="56263" y="74704"/>
                    <a:pt x="54558" y="73275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8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477" y="70977"/>
                            <a:pt x="54280" y="70380"/>
                            <a:pt x="55000" y="69700"/>
                          </a:cubicBezTo>
                          <a:cubicBezTo>
                            <a:pt x="55913" y="70521"/>
                            <a:pt x="56755" y="71412"/>
                            <a:pt x="57600" y="72300"/>
                          </a:cubicBezTo>
                          <a:cubicBezTo>
                            <a:pt x="59570" y="69870"/>
                            <a:pt x="61814" y="67714"/>
                            <a:pt x="64200" y="65700"/>
                          </a:cubicBezTo>
                          <a:cubicBezTo>
                            <a:pt x="64942" y="66358"/>
                            <a:pt x="65491" y="67209"/>
                            <a:pt x="66300" y="67800"/>
                          </a:cubicBezTo>
                          <a:cubicBezTo>
                            <a:pt x="63866" y="71166"/>
                            <a:pt x="60291" y="73391"/>
                            <a:pt x="57600" y="76500"/>
                          </a:cubicBezTo>
                          <a:cubicBezTo>
                            <a:pt x="56263" y="74704"/>
                            <a:pt x="54558" y="73275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7" name="Validator label"/>
          <p:cNvSpPr txBox="1"/>
          <p:nvPr/>
        </p:nvSpPr>
        <p:spPr>
          <a:xfrm>
            <a:off x="4878638" y="4301002"/>
            <a:ext cx="23674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validate</a:t>
            </a:r>
          </a:p>
        </p:txBody>
      </p:sp>
      <p:cxnSp>
        <p:nvCxnSpPr>
          <p:cNvPr id="139" name="App-DB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38" name="Can 15"/>
          <p:cNvSpPr/>
          <p:nvPr/>
        </p:nvSpPr>
        <p:spPr>
          <a:xfrm>
            <a:off x="9216016" y="4368578"/>
            <a:ext cx="835378" cy="1207911"/>
          </a:xfrm>
          <a:custGeom>
            <a:avLst/>
            <a:gdLst>
              <a:gd name="csX0" fmla="*/ 0 w 835378"/>
              <a:gd name="csY0" fmla="*/ 104422 h 1207911"/>
              <a:gd name="csX1" fmla="*/ 417689 w 835378"/>
              <a:gd name="csY1" fmla="*/ 208844 h 1207911"/>
              <a:gd name="csX2" fmla="*/ 835378 w 835378"/>
              <a:gd name="csY2" fmla="*/ 104422 h 1207911"/>
              <a:gd name="csX3" fmla="*/ 835378 w 835378"/>
              <a:gd name="csY3" fmla="*/ 623937 h 1207911"/>
              <a:gd name="csX4" fmla="*/ 835378 w 835378"/>
              <a:gd name="csY4" fmla="*/ 1103489 h 1207911"/>
              <a:gd name="csX5" fmla="*/ 417689 w 835378"/>
              <a:gd name="csY5" fmla="*/ 1207911 h 1207911"/>
              <a:gd name="csX6" fmla="*/ 0 w 835378"/>
              <a:gd name="csY6" fmla="*/ 1103489 h 1207911"/>
              <a:gd name="csX7" fmla="*/ 0 w 835378"/>
              <a:gd name="csY7" fmla="*/ 623937 h 1207911"/>
              <a:gd name="csX8" fmla="*/ 0 w 835378"/>
              <a:gd name="csY8" fmla="*/ 104422 h 1207911"/>
              <a:gd name="csX0" fmla="*/ 0 w 835378"/>
              <a:gd name="csY0" fmla="*/ 104422 h 1207911"/>
              <a:gd name="csX1" fmla="*/ 417689 w 835378"/>
              <a:gd name="csY1" fmla="*/ 0 h 1207911"/>
              <a:gd name="csX2" fmla="*/ 835378 w 835378"/>
              <a:gd name="csY2" fmla="*/ 104422 h 1207911"/>
              <a:gd name="csX3" fmla="*/ 417689 w 835378"/>
              <a:gd name="csY3" fmla="*/ 208844 h 1207911"/>
              <a:gd name="csX4" fmla="*/ 0 w 835378"/>
              <a:gd name="csY4" fmla="*/ 104422 h 1207911"/>
              <a:gd name="csX0" fmla="*/ 835378 w 835378"/>
              <a:gd name="csY0" fmla="*/ 104422 h 1207911"/>
              <a:gd name="csX1" fmla="*/ 417689 w 835378"/>
              <a:gd name="csY1" fmla="*/ 208844 h 1207911"/>
              <a:gd name="csX2" fmla="*/ 0 w 835378"/>
              <a:gd name="csY2" fmla="*/ 104422 h 1207911"/>
              <a:gd name="csX3" fmla="*/ 417689 w 835378"/>
              <a:gd name="csY3" fmla="*/ 0 h 1207911"/>
              <a:gd name="csX4" fmla="*/ 835378 w 835378"/>
              <a:gd name="csY4" fmla="*/ 104422 h 1207911"/>
              <a:gd name="csX5" fmla="*/ 835378 w 835378"/>
              <a:gd name="csY5" fmla="*/ 583974 h 1207911"/>
              <a:gd name="csX6" fmla="*/ 835378 w 835378"/>
              <a:gd name="csY6" fmla="*/ 1103489 h 1207911"/>
              <a:gd name="csX7" fmla="*/ 417689 w 835378"/>
              <a:gd name="csY7" fmla="*/ 1207911 h 1207911"/>
              <a:gd name="csX8" fmla="*/ 0 w 835378"/>
              <a:gd name="csY8" fmla="*/ 1103489 h 1207911"/>
              <a:gd name="csX9" fmla="*/ 0 w 835378"/>
              <a:gd name="csY9" fmla="*/ 633928 h 1207911"/>
              <a:gd name="csX10" fmla="*/ 0 w 835378"/>
              <a:gd name="csY10" fmla="*/ 104422 h 12079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835378" h="1207911" stroke="0" extrusionOk="0">
                <a:moveTo>
                  <a:pt x="0" y="104422"/>
                </a:moveTo>
                <a:cubicBezTo>
                  <a:pt x="-37485" y="138971"/>
                  <a:pt x="141783" y="225817"/>
                  <a:pt x="417689" y="208844"/>
                </a:cubicBezTo>
                <a:cubicBezTo>
                  <a:pt x="657958" y="210862"/>
                  <a:pt x="820001" y="162582"/>
                  <a:pt x="835378" y="104422"/>
                </a:cubicBezTo>
                <a:cubicBezTo>
                  <a:pt x="884701" y="266860"/>
                  <a:pt x="821689" y="366251"/>
                  <a:pt x="835378" y="623937"/>
                </a:cubicBezTo>
                <a:cubicBezTo>
                  <a:pt x="849067" y="881623"/>
                  <a:pt x="788526" y="995465"/>
                  <a:pt x="835378" y="1103489"/>
                </a:cubicBezTo>
                <a:cubicBezTo>
                  <a:pt x="874085" y="1165752"/>
                  <a:pt x="653769" y="1196804"/>
                  <a:pt x="417689" y="1207911"/>
                </a:cubicBezTo>
                <a:cubicBezTo>
                  <a:pt x="177270" y="1206420"/>
                  <a:pt x="-1950" y="1162996"/>
                  <a:pt x="0" y="1103489"/>
                </a:cubicBezTo>
                <a:cubicBezTo>
                  <a:pt x="-1219" y="990797"/>
                  <a:pt x="4157" y="834358"/>
                  <a:pt x="0" y="623937"/>
                </a:cubicBezTo>
                <a:cubicBezTo>
                  <a:pt x="-4157" y="413516"/>
                  <a:pt x="55495" y="319886"/>
                  <a:pt x="0" y="104422"/>
                </a:cubicBezTo>
                <a:close/>
              </a:path>
              <a:path w="835378" h="1207911" fill="lighten" stroke="0" extrusionOk="0">
                <a:moveTo>
                  <a:pt x="0" y="104422"/>
                </a:moveTo>
                <a:cubicBezTo>
                  <a:pt x="-44971" y="39477"/>
                  <a:pt x="217806" y="25189"/>
                  <a:pt x="417689" y="0"/>
                </a:cubicBezTo>
                <a:cubicBezTo>
                  <a:pt x="650988" y="3894"/>
                  <a:pt x="835711" y="50197"/>
                  <a:pt x="835378" y="104422"/>
                </a:cubicBezTo>
                <a:cubicBezTo>
                  <a:pt x="842236" y="172657"/>
                  <a:pt x="653664" y="215326"/>
                  <a:pt x="417689" y="208844"/>
                </a:cubicBezTo>
                <a:cubicBezTo>
                  <a:pt x="195913" y="201045"/>
                  <a:pt x="2536" y="150166"/>
                  <a:pt x="0" y="104422"/>
                </a:cubicBezTo>
                <a:close/>
              </a:path>
              <a:path w="835378" h="1207911" fill="none" extrusionOk="0">
                <a:moveTo>
                  <a:pt x="835378" y="104422"/>
                </a:moveTo>
                <a:cubicBezTo>
                  <a:pt x="819860" y="164641"/>
                  <a:pt x="634139" y="199023"/>
                  <a:pt x="417689" y="208844"/>
                </a:cubicBezTo>
                <a:cubicBezTo>
                  <a:pt x="170431" y="207667"/>
                  <a:pt x="-6770" y="148293"/>
                  <a:pt x="0" y="104422"/>
                </a:cubicBezTo>
                <a:cubicBezTo>
                  <a:pt x="3797" y="-4605"/>
                  <a:pt x="152041" y="20417"/>
                  <a:pt x="417689" y="0"/>
                </a:cubicBezTo>
                <a:cubicBezTo>
                  <a:pt x="644511" y="6904"/>
                  <a:pt x="842927" y="52361"/>
                  <a:pt x="835378" y="104422"/>
                </a:cubicBezTo>
                <a:cubicBezTo>
                  <a:pt x="837572" y="238264"/>
                  <a:pt x="823839" y="426921"/>
                  <a:pt x="835378" y="583974"/>
                </a:cubicBezTo>
                <a:cubicBezTo>
                  <a:pt x="846917" y="741027"/>
                  <a:pt x="830081" y="924943"/>
                  <a:pt x="835378" y="1103489"/>
                </a:cubicBezTo>
                <a:cubicBezTo>
                  <a:pt x="849627" y="1189374"/>
                  <a:pt x="604537" y="1231027"/>
                  <a:pt x="417689" y="1207911"/>
                </a:cubicBezTo>
                <a:cubicBezTo>
                  <a:pt x="188605" y="1198768"/>
                  <a:pt x="-13050" y="1160421"/>
                  <a:pt x="0" y="1103489"/>
                </a:cubicBezTo>
                <a:cubicBezTo>
                  <a:pt x="-24188" y="1007716"/>
                  <a:pt x="19811" y="754907"/>
                  <a:pt x="0" y="633928"/>
                </a:cubicBezTo>
                <a:cubicBezTo>
                  <a:pt x="-19811" y="512949"/>
                  <a:pt x="5603" y="298087"/>
                  <a:pt x="0" y="104422"/>
                </a:cubicBezTo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can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Ink Free" panose="03080402000500000000" pitchFamily="66" charset="0"/>
              </a:rPr>
              <a:t>Trail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Stats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DB</a:t>
            </a:r>
          </a:p>
        </p:txBody>
      </p:sp>
      <p:sp>
        <p:nvSpPr>
          <p:cNvPr id="140" name="Stored"/>
          <p:cNvSpPr txBox="1"/>
          <p:nvPr/>
        </p:nvSpPr>
        <p:spPr>
          <a:xfrm>
            <a:off x="8444985" y="5667929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"elevation_gain_ft": null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36" name="Validator"/>
          <p:cNvGrpSpPr/>
          <p:nvPr/>
        </p:nvGrpSpPr>
        <p:grpSpPr>
          <a:xfrm>
            <a:off x="5733163" y="3615202"/>
            <a:ext cx="658368" cy="658368"/>
            <a:chOff x="0" y="0"/>
            <a:chExt cx="658368" cy="658368"/>
          </a:xfrm>
        </p:grpSpPr>
        <p:sp>
          <p:nvSpPr>
            <p:cNvPr id="127" name="Validator 1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462"/>
                    <a:pt x="30333" y="19746"/>
                    <a:pt x="34000" y="20000"/>
                  </a:cubicBezTo>
                  <a:cubicBezTo>
                    <a:pt x="33677" y="22000"/>
                    <a:pt x="33672" y="24000"/>
                    <a:pt x="34000" y="26000"/>
                  </a:cubicBezTo>
                  <a:cubicBezTo>
                    <a:pt x="43333" y="26836"/>
                    <a:pt x="52667" y="26472"/>
                    <a:pt x="62000" y="26000"/>
                  </a:cubicBezTo>
                  <a:cubicBezTo>
                    <a:pt x="62217" y="24000"/>
                    <a:pt x="61859" y="22000"/>
                    <a:pt x="62000" y="20000"/>
                  </a:cubicBezTo>
                  <a:cubicBezTo>
                    <a:pt x="65667" y="19556"/>
                    <a:pt x="69333" y="19916"/>
                    <a:pt x="73000" y="20000"/>
                  </a:cubicBezTo>
                  <a:cubicBezTo>
                    <a:pt x="73948" y="26889"/>
                    <a:pt x="72413" y="33778"/>
                    <a:pt x="73000" y="40667"/>
                  </a:cubicBezTo>
                  <a:cubicBezTo>
                    <a:pt x="73154" y="47556"/>
                    <a:pt x="74123" y="54444"/>
                    <a:pt x="73000" y="61333"/>
                  </a:cubicBezTo>
                  <a:cubicBezTo>
                    <a:pt x="73097" y="68222"/>
                    <a:pt x="72114" y="75111"/>
                    <a:pt x="73000" y="82000"/>
                  </a:cubicBezTo>
                  <a:cubicBezTo>
                    <a:pt x="67444" y="81455"/>
                    <a:pt x="61889" y="82185"/>
                    <a:pt x="56333" y="82000"/>
                  </a:cubicBezTo>
                  <a:cubicBezTo>
                    <a:pt x="50778" y="81678"/>
                    <a:pt x="45222" y="82337"/>
                    <a:pt x="39667" y="82000"/>
                  </a:cubicBezTo>
                  <a:cubicBezTo>
                    <a:pt x="34111" y="82325"/>
                    <a:pt x="28556" y="82667"/>
                    <a:pt x="23000" y="82000"/>
                  </a:cubicBezTo>
                  <a:cubicBezTo>
                    <a:pt x="23262" y="75111"/>
                    <a:pt x="23457" y="68222"/>
                    <a:pt x="23000" y="61333"/>
                  </a:cubicBezTo>
                  <a:cubicBezTo>
                    <a:pt x="23883" y="54444"/>
                    <a:pt x="23880" y="47556"/>
                    <a:pt x="23000" y="40667"/>
                  </a:cubicBezTo>
                  <a:cubicBezTo>
                    <a:pt x="22561" y="33778"/>
                    <a:pt x="23541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664" y="11948"/>
                    <a:pt x="51463" y="13952"/>
                    <a:pt x="51000" y="15000"/>
                  </a:cubicBezTo>
                  <a:cubicBezTo>
                    <a:pt x="50958" y="16501"/>
                    <a:pt x="49450" y="17622"/>
                    <a:pt x="48000" y="18000"/>
                  </a:cubicBezTo>
                  <a:cubicBezTo>
                    <a:pt x="46641" y="18375"/>
                    <a:pt x="45202" y="17233"/>
                    <a:pt x="45000" y="15000"/>
                  </a:cubicBezTo>
                  <a:cubicBezTo>
                    <a:pt x="45227" y="12895"/>
                    <a:pt x="46267" y="11465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942" y="25333"/>
                    <a:pt x="17900" y="32667"/>
                    <a:pt x="17000" y="40000"/>
                  </a:cubicBezTo>
                  <a:cubicBezTo>
                    <a:pt x="16457" y="47333"/>
                    <a:pt x="18127" y="54667"/>
                    <a:pt x="17000" y="62000"/>
                  </a:cubicBezTo>
                  <a:cubicBezTo>
                    <a:pt x="16651" y="69333"/>
                    <a:pt x="16109" y="76667"/>
                    <a:pt x="17000" y="84000"/>
                  </a:cubicBezTo>
                  <a:cubicBezTo>
                    <a:pt x="16552" y="85871"/>
                    <a:pt x="18406" y="87689"/>
                    <a:pt x="21000" y="88000"/>
                  </a:cubicBezTo>
                  <a:cubicBezTo>
                    <a:pt x="27000" y="86976"/>
                    <a:pt x="33000" y="88244"/>
                    <a:pt x="39000" y="88000"/>
                  </a:cubicBezTo>
                  <a:cubicBezTo>
                    <a:pt x="45000" y="87129"/>
                    <a:pt x="51000" y="87905"/>
                    <a:pt x="57000" y="88000"/>
                  </a:cubicBezTo>
                  <a:cubicBezTo>
                    <a:pt x="63000" y="88971"/>
                    <a:pt x="69000" y="87223"/>
                    <a:pt x="75000" y="88000"/>
                  </a:cubicBezTo>
                  <a:cubicBezTo>
                    <a:pt x="77577" y="87502"/>
                    <a:pt x="79403" y="86517"/>
                    <a:pt x="79000" y="84000"/>
                  </a:cubicBezTo>
                  <a:cubicBezTo>
                    <a:pt x="79833" y="76667"/>
                    <a:pt x="79773" y="69333"/>
                    <a:pt x="79000" y="62000"/>
                  </a:cubicBezTo>
                  <a:cubicBezTo>
                    <a:pt x="78101" y="54667"/>
                    <a:pt x="79458" y="47333"/>
                    <a:pt x="79000" y="40000"/>
                  </a:cubicBezTo>
                  <a:cubicBezTo>
                    <a:pt x="79863" y="32667"/>
                    <a:pt x="78874" y="25333"/>
                    <a:pt x="79000" y="18000"/>
                  </a:cubicBezTo>
                  <a:cubicBezTo>
                    <a:pt x="79468" y="15793"/>
                    <a:pt x="77247" y="14026"/>
                    <a:pt x="75000" y="14000"/>
                  </a:cubicBezTo>
                  <a:cubicBezTo>
                    <a:pt x="69333" y="14899"/>
                    <a:pt x="63667" y="13254"/>
                    <a:pt x="58000" y="14000"/>
                  </a:cubicBezTo>
                  <a:cubicBezTo>
                    <a:pt x="57939" y="13333"/>
                    <a:pt x="58047" y="12667"/>
                    <a:pt x="58000" y="12000"/>
                  </a:cubicBezTo>
                  <a:cubicBezTo>
                    <a:pt x="58264" y="9878"/>
                    <a:pt x="56653" y="7924"/>
                    <a:pt x="54000" y="8000"/>
                  </a:cubicBezTo>
                  <a:cubicBezTo>
                    <a:pt x="50000" y="7693"/>
                    <a:pt x="46000" y="7297"/>
                    <a:pt x="42000" y="8000"/>
                  </a:cubicBezTo>
                  <a:cubicBezTo>
                    <a:pt x="40191" y="8343"/>
                    <a:pt x="37573" y="9382"/>
                    <a:pt x="38000" y="12000"/>
                  </a:cubicBezTo>
                  <a:cubicBezTo>
                    <a:pt x="37891" y="12667"/>
                    <a:pt x="38047" y="13333"/>
                    <a:pt x="38000" y="14000"/>
                  </a:cubicBezTo>
                  <a:cubicBezTo>
                    <a:pt x="32333" y="13894"/>
                    <a:pt x="26667" y="13776"/>
                    <a:pt x="21000" y="14000"/>
                  </a:cubicBezTo>
                  <a:cubicBezTo>
                    <a:pt x="19301" y="14076"/>
                    <a:pt x="16952" y="1589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5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462"/>
                            <a:pt x="30333" y="19746"/>
                            <a:pt x="34000" y="20000"/>
                          </a:cubicBezTo>
                          <a:cubicBezTo>
                            <a:pt x="33677" y="22000"/>
                            <a:pt x="33672" y="24000"/>
                            <a:pt x="34000" y="26000"/>
                          </a:cubicBezTo>
                          <a:cubicBezTo>
                            <a:pt x="43333" y="26836"/>
                            <a:pt x="52667" y="26472"/>
                            <a:pt x="62000" y="26000"/>
                          </a:cubicBezTo>
                          <a:cubicBezTo>
                            <a:pt x="62217" y="24000"/>
                            <a:pt x="61859" y="22000"/>
                            <a:pt x="62000" y="20000"/>
                          </a:cubicBezTo>
                          <a:cubicBezTo>
                            <a:pt x="65667" y="19556"/>
                            <a:pt x="69333" y="19916"/>
                            <a:pt x="73000" y="20000"/>
                          </a:cubicBezTo>
                          <a:cubicBezTo>
                            <a:pt x="73948" y="26889"/>
                            <a:pt x="72413" y="33778"/>
                            <a:pt x="73000" y="40667"/>
                          </a:cubicBezTo>
                          <a:cubicBezTo>
                            <a:pt x="73154" y="47556"/>
                            <a:pt x="74123" y="54444"/>
                            <a:pt x="73000" y="61333"/>
                          </a:cubicBezTo>
                          <a:cubicBezTo>
                            <a:pt x="73097" y="68222"/>
                            <a:pt x="72114" y="75111"/>
                            <a:pt x="73000" y="82000"/>
                          </a:cubicBezTo>
                          <a:cubicBezTo>
                            <a:pt x="67444" y="81455"/>
                            <a:pt x="61889" y="82185"/>
                            <a:pt x="56333" y="82000"/>
                          </a:cubicBezTo>
                          <a:cubicBezTo>
                            <a:pt x="50778" y="81678"/>
                            <a:pt x="45222" y="82337"/>
                            <a:pt x="39667" y="82000"/>
                          </a:cubicBezTo>
                          <a:cubicBezTo>
                            <a:pt x="34111" y="82325"/>
                            <a:pt x="28556" y="82667"/>
                            <a:pt x="23000" y="82000"/>
                          </a:cubicBezTo>
                          <a:cubicBezTo>
                            <a:pt x="23262" y="75111"/>
                            <a:pt x="23457" y="68222"/>
                            <a:pt x="23000" y="61333"/>
                          </a:cubicBezTo>
                          <a:cubicBezTo>
                            <a:pt x="23883" y="54444"/>
                            <a:pt x="23880" y="47556"/>
                            <a:pt x="23000" y="40667"/>
                          </a:cubicBezTo>
                          <a:cubicBezTo>
                            <a:pt x="22561" y="33778"/>
                            <a:pt x="23541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664" y="11948"/>
                            <a:pt x="51463" y="13952"/>
                            <a:pt x="51000" y="15000"/>
                          </a:cubicBezTo>
                          <a:cubicBezTo>
                            <a:pt x="50958" y="16501"/>
                            <a:pt x="49450" y="17622"/>
                            <a:pt x="48000" y="18000"/>
                          </a:cubicBezTo>
                          <a:cubicBezTo>
                            <a:pt x="46641" y="18375"/>
                            <a:pt x="45202" y="17233"/>
                            <a:pt x="45000" y="15000"/>
                          </a:cubicBezTo>
                          <a:cubicBezTo>
                            <a:pt x="45227" y="12895"/>
                            <a:pt x="46267" y="11465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942" y="25333"/>
                            <a:pt x="17900" y="32667"/>
                            <a:pt x="17000" y="40000"/>
                          </a:cubicBezTo>
                          <a:cubicBezTo>
                            <a:pt x="16457" y="47333"/>
                            <a:pt x="18127" y="54667"/>
                            <a:pt x="17000" y="62000"/>
                          </a:cubicBezTo>
                          <a:cubicBezTo>
                            <a:pt x="16651" y="69333"/>
                            <a:pt x="16109" y="76667"/>
                            <a:pt x="17000" y="84000"/>
                          </a:cubicBezTo>
                          <a:cubicBezTo>
                            <a:pt x="16552" y="85871"/>
                            <a:pt x="18406" y="87689"/>
                            <a:pt x="21000" y="88000"/>
                          </a:cubicBezTo>
                          <a:cubicBezTo>
                            <a:pt x="27000" y="86976"/>
                            <a:pt x="33000" y="88244"/>
                            <a:pt x="39000" y="88000"/>
                          </a:cubicBezTo>
                          <a:cubicBezTo>
                            <a:pt x="45000" y="87129"/>
                            <a:pt x="51000" y="87905"/>
                            <a:pt x="57000" y="88000"/>
                          </a:cubicBezTo>
                          <a:cubicBezTo>
                            <a:pt x="63000" y="88971"/>
                            <a:pt x="69000" y="87223"/>
                            <a:pt x="75000" y="88000"/>
                          </a:cubicBezTo>
                          <a:cubicBezTo>
                            <a:pt x="77577" y="87502"/>
                            <a:pt x="79403" y="86517"/>
                            <a:pt x="79000" y="84000"/>
                          </a:cubicBezTo>
                          <a:cubicBezTo>
                            <a:pt x="79833" y="76667"/>
                            <a:pt x="79773" y="69333"/>
                            <a:pt x="79000" y="62000"/>
                          </a:cubicBezTo>
                          <a:cubicBezTo>
                            <a:pt x="78101" y="54667"/>
                            <a:pt x="79458" y="47333"/>
                            <a:pt x="79000" y="40000"/>
                          </a:cubicBezTo>
                          <a:cubicBezTo>
                            <a:pt x="79863" y="32667"/>
                            <a:pt x="78874" y="25333"/>
                            <a:pt x="79000" y="18000"/>
                          </a:cubicBezTo>
                          <a:cubicBezTo>
                            <a:pt x="79468" y="15793"/>
                            <a:pt x="77247" y="14026"/>
                            <a:pt x="75000" y="14000"/>
                          </a:cubicBezTo>
                          <a:cubicBezTo>
                            <a:pt x="69333" y="14899"/>
                            <a:pt x="63667" y="13254"/>
                            <a:pt x="58000" y="14000"/>
                          </a:cubicBezTo>
                          <a:cubicBezTo>
                            <a:pt x="57939" y="13333"/>
                            <a:pt x="58047" y="12667"/>
                            <a:pt x="58000" y="12000"/>
                          </a:cubicBezTo>
                          <a:cubicBezTo>
                            <a:pt x="58264" y="9878"/>
                            <a:pt x="56653" y="7924"/>
                            <a:pt x="54000" y="8000"/>
                          </a:cubicBezTo>
                          <a:cubicBezTo>
                            <a:pt x="50000" y="7693"/>
                            <a:pt x="46000" y="7297"/>
                            <a:pt x="42000" y="8000"/>
                          </a:cubicBezTo>
                          <a:cubicBezTo>
                            <a:pt x="40191" y="8343"/>
                            <a:pt x="37573" y="9382"/>
                            <a:pt x="38000" y="12000"/>
                          </a:cubicBezTo>
                          <a:cubicBezTo>
                            <a:pt x="37891" y="12667"/>
                            <a:pt x="38047" y="13333"/>
                            <a:pt x="38000" y="14000"/>
                          </a:cubicBezTo>
                          <a:cubicBezTo>
                            <a:pt x="32333" y="13894"/>
                            <a:pt x="26667" y="13776"/>
                            <a:pt x="21000" y="14000"/>
                          </a:cubicBezTo>
                          <a:cubicBezTo>
                            <a:pt x="19301" y="14076"/>
                            <a:pt x="16952" y="1589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Validator 2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846"/>
                    <a:pt x="40333" y="33981"/>
                    <a:pt x="46000" y="34000"/>
                  </a:cubicBezTo>
                  <a:cubicBezTo>
                    <a:pt x="45824" y="35333"/>
                    <a:pt x="45940" y="36667"/>
                    <a:pt x="46000" y="38000"/>
                  </a:cubicBezTo>
                  <a:cubicBezTo>
                    <a:pt x="40333" y="37758"/>
                    <a:pt x="34667" y="38037"/>
                    <a:pt x="29000" y="38000"/>
                  </a:cubicBezTo>
                  <a:cubicBezTo>
                    <a:pt x="29148" y="36667"/>
                    <a:pt x="29059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44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846"/>
                            <a:pt x="40333" y="33981"/>
                            <a:pt x="46000" y="34000"/>
                          </a:cubicBezTo>
                          <a:cubicBezTo>
                            <a:pt x="45824" y="35333"/>
                            <a:pt x="45940" y="36667"/>
                            <a:pt x="46000" y="38000"/>
                          </a:cubicBezTo>
                          <a:cubicBezTo>
                            <a:pt x="40333" y="37758"/>
                            <a:pt x="34667" y="38037"/>
                            <a:pt x="29000" y="38000"/>
                          </a:cubicBezTo>
                          <a:cubicBezTo>
                            <a:pt x="29148" y="36667"/>
                            <a:pt x="29059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Validator 3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368"/>
                    <a:pt x="40333" y="46279"/>
                    <a:pt x="46000" y="46000"/>
                  </a:cubicBezTo>
                  <a:cubicBezTo>
                    <a:pt x="45797" y="47333"/>
                    <a:pt x="45774" y="48667"/>
                    <a:pt x="46000" y="50000"/>
                  </a:cubicBezTo>
                  <a:cubicBezTo>
                    <a:pt x="40333" y="50239"/>
                    <a:pt x="34667" y="49622"/>
                    <a:pt x="29000" y="50000"/>
                  </a:cubicBezTo>
                  <a:cubicBezTo>
                    <a:pt x="29187" y="48667"/>
                    <a:pt x="29055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36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368"/>
                            <a:pt x="40333" y="46279"/>
                            <a:pt x="46000" y="46000"/>
                          </a:cubicBezTo>
                          <a:cubicBezTo>
                            <a:pt x="45797" y="47333"/>
                            <a:pt x="45774" y="48667"/>
                            <a:pt x="46000" y="50000"/>
                          </a:cubicBezTo>
                          <a:cubicBezTo>
                            <a:pt x="40333" y="50239"/>
                            <a:pt x="34667" y="49622"/>
                            <a:pt x="29000" y="50000"/>
                          </a:cubicBezTo>
                          <a:cubicBezTo>
                            <a:pt x="29187" y="48667"/>
                            <a:pt x="29055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Validator 4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246"/>
                    <a:pt x="40333" y="58928"/>
                    <a:pt x="46000" y="58000"/>
                  </a:cubicBezTo>
                  <a:cubicBezTo>
                    <a:pt x="45786" y="59333"/>
                    <a:pt x="46127" y="60667"/>
                    <a:pt x="46000" y="62000"/>
                  </a:cubicBezTo>
                  <a:cubicBezTo>
                    <a:pt x="40333" y="61081"/>
                    <a:pt x="34667" y="62393"/>
                    <a:pt x="29000" y="62000"/>
                  </a:cubicBezTo>
                  <a:cubicBezTo>
                    <a:pt x="28782" y="60667"/>
                    <a:pt x="29046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228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246"/>
                            <a:pt x="40333" y="58928"/>
                            <a:pt x="46000" y="58000"/>
                          </a:cubicBezTo>
                          <a:cubicBezTo>
                            <a:pt x="45786" y="59333"/>
                            <a:pt x="46127" y="60667"/>
                            <a:pt x="46000" y="62000"/>
                          </a:cubicBezTo>
                          <a:cubicBezTo>
                            <a:pt x="40333" y="61081"/>
                            <a:pt x="34667" y="62393"/>
                            <a:pt x="29000" y="62000"/>
                          </a:cubicBezTo>
                          <a:cubicBezTo>
                            <a:pt x="28782" y="60667"/>
                            <a:pt x="29046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Validator 5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69969"/>
                    <a:pt x="40333" y="70445"/>
                    <a:pt x="46000" y="70000"/>
                  </a:cubicBezTo>
                  <a:cubicBezTo>
                    <a:pt x="45818" y="71333"/>
                    <a:pt x="46062" y="72667"/>
                    <a:pt x="46000" y="74000"/>
                  </a:cubicBezTo>
                  <a:cubicBezTo>
                    <a:pt x="40333" y="73361"/>
                    <a:pt x="34667" y="73908"/>
                    <a:pt x="29000" y="74000"/>
                  </a:cubicBezTo>
                  <a:cubicBezTo>
                    <a:pt x="29199" y="72667"/>
                    <a:pt x="2903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020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69969"/>
                            <a:pt x="40333" y="70445"/>
                            <a:pt x="46000" y="70000"/>
                          </a:cubicBezTo>
                          <a:cubicBezTo>
                            <a:pt x="45818" y="71333"/>
                            <a:pt x="46062" y="72667"/>
                            <a:pt x="46000" y="74000"/>
                          </a:cubicBezTo>
                          <a:cubicBezTo>
                            <a:pt x="40333" y="73361"/>
                            <a:pt x="34667" y="73908"/>
                            <a:pt x="29000" y="74000"/>
                          </a:cubicBezTo>
                          <a:cubicBezTo>
                            <a:pt x="29199" y="72667"/>
                            <a:pt x="2903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Validator 6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499" y="34999"/>
                    <a:pt x="54280" y="34380"/>
                    <a:pt x="55000" y="33700"/>
                  </a:cubicBezTo>
                  <a:cubicBezTo>
                    <a:pt x="55782" y="34652"/>
                    <a:pt x="56718" y="35449"/>
                    <a:pt x="57600" y="36300"/>
                  </a:cubicBezTo>
                  <a:cubicBezTo>
                    <a:pt x="59560" y="33860"/>
                    <a:pt x="62337" y="32237"/>
                    <a:pt x="64200" y="29700"/>
                  </a:cubicBezTo>
                  <a:cubicBezTo>
                    <a:pt x="64904" y="30396"/>
                    <a:pt x="65667" y="31033"/>
                    <a:pt x="66300" y="31800"/>
                  </a:cubicBezTo>
                  <a:cubicBezTo>
                    <a:pt x="63683" y="34983"/>
                    <a:pt x="60118" y="37218"/>
                    <a:pt x="57600" y="40500"/>
                  </a:cubicBezTo>
                  <a:cubicBezTo>
                    <a:pt x="56149" y="38818"/>
                    <a:pt x="54614" y="37219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81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499" y="34999"/>
                            <a:pt x="54280" y="34380"/>
                            <a:pt x="55000" y="33700"/>
                          </a:cubicBezTo>
                          <a:cubicBezTo>
                            <a:pt x="55782" y="34652"/>
                            <a:pt x="56718" y="35449"/>
                            <a:pt x="57600" y="36300"/>
                          </a:cubicBezTo>
                          <a:cubicBezTo>
                            <a:pt x="59560" y="33860"/>
                            <a:pt x="62337" y="32237"/>
                            <a:pt x="64200" y="29700"/>
                          </a:cubicBezTo>
                          <a:cubicBezTo>
                            <a:pt x="64904" y="30396"/>
                            <a:pt x="65667" y="31033"/>
                            <a:pt x="66300" y="31800"/>
                          </a:cubicBezTo>
                          <a:cubicBezTo>
                            <a:pt x="63683" y="34983"/>
                            <a:pt x="60118" y="37218"/>
                            <a:pt x="57600" y="40500"/>
                          </a:cubicBezTo>
                          <a:cubicBezTo>
                            <a:pt x="56149" y="38818"/>
                            <a:pt x="54614" y="37219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Validator 7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489" y="46989"/>
                    <a:pt x="54315" y="46415"/>
                    <a:pt x="55000" y="45700"/>
                  </a:cubicBezTo>
                  <a:cubicBezTo>
                    <a:pt x="55722" y="46711"/>
                    <a:pt x="56813" y="47354"/>
                    <a:pt x="57600" y="48300"/>
                  </a:cubicBezTo>
                  <a:cubicBezTo>
                    <a:pt x="59700" y="46000"/>
                    <a:pt x="62376" y="44276"/>
                    <a:pt x="64200" y="41700"/>
                  </a:cubicBezTo>
                  <a:cubicBezTo>
                    <a:pt x="64893" y="42407"/>
                    <a:pt x="65531" y="43169"/>
                    <a:pt x="66300" y="43800"/>
                  </a:cubicBezTo>
                  <a:cubicBezTo>
                    <a:pt x="63528" y="46828"/>
                    <a:pt x="60361" y="49461"/>
                    <a:pt x="57600" y="52500"/>
                  </a:cubicBezTo>
                  <a:cubicBezTo>
                    <a:pt x="55831" y="51136"/>
                    <a:pt x="54691" y="49143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60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489" y="46989"/>
                            <a:pt x="54315" y="46415"/>
                            <a:pt x="55000" y="45700"/>
                          </a:cubicBezTo>
                          <a:cubicBezTo>
                            <a:pt x="55722" y="46711"/>
                            <a:pt x="56813" y="47354"/>
                            <a:pt x="57600" y="48300"/>
                          </a:cubicBezTo>
                          <a:cubicBezTo>
                            <a:pt x="59700" y="46000"/>
                            <a:pt x="62376" y="44276"/>
                            <a:pt x="64200" y="41700"/>
                          </a:cubicBezTo>
                          <a:cubicBezTo>
                            <a:pt x="64893" y="42407"/>
                            <a:pt x="65531" y="43169"/>
                            <a:pt x="66300" y="43800"/>
                          </a:cubicBezTo>
                          <a:cubicBezTo>
                            <a:pt x="63528" y="46828"/>
                            <a:pt x="60361" y="49461"/>
                            <a:pt x="57600" y="52500"/>
                          </a:cubicBezTo>
                          <a:cubicBezTo>
                            <a:pt x="55831" y="51136"/>
                            <a:pt x="54691" y="49143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Validator 8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517" y="59017"/>
                    <a:pt x="54249" y="58349"/>
                    <a:pt x="55000" y="57700"/>
                  </a:cubicBezTo>
                  <a:cubicBezTo>
                    <a:pt x="55755" y="58678"/>
                    <a:pt x="56652" y="59515"/>
                    <a:pt x="57600" y="60300"/>
                  </a:cubicBezTo>
                  <a:cubicBezTo>
                    <a:pt x="59459" y="57759"/>
                    <a:pt x="62043" y="55943"/>
                    <a:pt x="64200" y="53700"/>
                  </a:cubicBezTo>
                  <a:cubicBezTo>
                    <a:pt x="64812" y="54488"/>
                    <a:pt x="65713" y="54987"/>
                    <a:pt x="66300" y="55800"/>
                  </a:cubicBezTo>
                  <a:cubicBezTo>
                    <a:pt x="63867" y="59167"/>
                    <a:pt x="60558" y="61658"/>
                    <a:pt x="57600" y="64500"/>
                  </a:cubicBezTo>
                  <a:cubicBezTo>
                    <a:pt x="56055" y="62911"/>
                    <a:pt x="54474" y="61360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9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517" y="59017"/>
                            <a:pt x="54249" y="58349"/>
                            <a:pt x="55000" y="57700"/>
                          </a:cubicBezTo>
                          <a:cubicBezTo>
                            <a:pt x="55755" y="58678"/>
                            <a:pt x="56652" y="59515"/>
                            <a:pt x="57600" y="60300"/>
                          </a:cubicBezTo>
                          <a:cubicBezTo>
                            <a:pt x="59459" y="57759"/>
                            <a:pt x="62043" y="55943"/>
                            <a:pt x="64200" y="53700"/>
                          </a:cubicBezTo>
                          <a:cubicBezTo>
                            <a:pt x="64812" y="54488"/>
                            <a:pt x="65713" y="54987"/>
                            <a:pt x="66300" y="55800"/>
                          </a:cubicBezTo>
                          <a:cubicBezTo>
                            <a:pt x="63867" y="59167"/>
                            <a:pt x="60558" y="61658"/>
                            <a:pt x="57600" y="64500"/>
                          </a:cubicBezTo>
                          <a:cubicBezTo>
                            <a:pt x="56055" y="62911"/>
                            <a:pt x="54474" y="61360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Validator 9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477" y="70977"/>
                    <a:pt x="54280" y="70380"/>
                    <a:pt x="55000" y="69700"/>
                  </a:cubicBezTo>
                  <a:cubicBezTo>
                    <a:pt x="55913" y="70521"/>
                    <a:pt x="56755" y="71412"/>
                    <a:pt x="57600" y="72300"/>
                  </a:cubicBezTo>
                  <a:cubicBezTo>
                    <a:pt x="59570" y="69870"/>
                    <a:pt x="61814" y="67714"/>
                    <a:pt x="64200" y="65700"/>
                  </a:cubicBezTo>
                  <a:cubicBezTo>
                    <a:pt x="64942" y="66358"/>
                    <a:pt x="65491" y="67209"/>
                    <a:pt x="66300" y="67800"/>
                  </a:cubicBezTo>
                  <a:cubicBezTo>
                    <a:pt x="63866" y="71166"/>
                    <a:pt x="60291" y="73391"/>
                    <a:pt x="57600" y="76500"/>
                  </a:cubicBezTo>
                  <a:cubicBezTo>
                    <a:pt x="56263" y="74704"/>
                    <a:pt x="54558" y="73275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8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477" y="70977"/>
                            <a:pt x="54280" y="70380"/>
                            <a:pt x="55000" y="69700"/>
                          </a:cubicBezTo>
                          <a:cubicBezTo>
                            <a:pt x="55913" y="70521"/>
                            <a:pt x="56755" y="71412"/>
                            <a:pt x="57600" y="72300"/>
                          </a:cubicBezTo>
                          <a:cubicBezTo>
                            <a:pt x="59570" y="69870"/>
                            <a:pt x="61814" y="67714"/>
                            <a:pt x="64200" y="65700"/>
                          </a:cubicBezTo>
                          <a:cubicBezTo>
                            <a:pt x="64942" y="66358"/>
                            <a:pt x="65491" y="67209"/>
                            <a:pt x="66300" y="67800"/>
                          </a:cubicBezTo>
                          <a:cubicBezTo>
                            <a:pt x="63866" y="71166"/>
                            <a:pt x="60291" y="73391"/>
                            <a:pt x="57600" y="76500"/>
                          </a:cubicBezTo>
                          <a:cubicBezTo>
                            <a:pt x="56263" y="74704"/>
                            <a:pt x="54558" y="73275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7" name="Validator label"/>
          <p:cNvSpPr txBox="1"/>
          <p:nvPr/>
        </p:nvSpPr>
        <p:spPr>
          <a:xfrm>
            <a:off x="4878638" y="4301002"/>
            <a:ext cx="23674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validate</a:t>
            </a:r>
          </a:p>
        </p:txBody>
      </p:sp>
      <p:cxnSp>
        <p:nvCxnSpPr>
          <p:cNvPr id="139" name="App-DB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38" name="Can 15"/>
          <p:cNvSpPr/>
          <p:nvPr/>
        </p:nvSpPr>
        <p:spPr>
          <a:xfrm>
            <a:off x="9216016" y="4368578"/>
            <a:ext cx="835378" cy="1207911"/>
          </a:xfrm>
          <a:custGeom>
            <a:avLst/>
            <a:gdLst>
              <a:gd name="csX0" fmla="*/ 0 w 835378"/>
              <a:gd name="csY0" fmla="*/ 104422 h 1207911"/>
              <a:gd name="csX1" fmla="*/ 417689 w 835378"/>
              <a:gd name="csY1" fmla="*/ 208844 h 1207911"/>
              <a:gd name="csX2" fmla="*/ 835378 w 835378"/>
              <a:gd name="csY2" fmla="*/ 104422 h 1207911"/>
              <a:gd name="csX3" fmla="*/ 835378 w 835378"/>
              <a:gd name="csY3" fmla="*/ 623937 h 1207911"/>
              <a:gd name="csX4" fmla="*/ 835378 w 835378"/>
              <a:gd name="csY4" fmla="*/ 1103489 h 1207911"/>
              <a:gd name="csX5" fmla="*/ 417689 w 835378"/>
              <a:gd name="csY5" fmla="*/ 1207911 h 1207911"/>
              <a:gd name="csX6" fmla="*/ 0 w 835378"/>
              <a:gd name="csY6" fmla="*/ 1103489 h 1207911"/>
              <a:gd name="csX7" fmla="*/ 0 w 835378"/>
              <a:gd name="csY7" fmla="*/ 623937 h 1207911"/>
              <a:gd name="csX8" fmla="*/ 0 w 835378"/>
              <a:gd name="csY8" fmla="*/ 104422 h 1207911"/>
              <a:gd name="csX0" fmla="*/ 0 w 835378"/>
              <a:gd name="csY0" fmla="*/ 104422 h 1207911"/>
              <a:gd name="csX1" fmla="*/ 417689 w 835378"/>
              <a:gd name="csY1" fmla="*/ 0 h 1207911"/>
              <a:gd name="csX2" fmla="*/ 835378 w 835378"/>
              <a:gd name="csY2" fmla="*/ 104422 h 1207911"/>
              <a:gd name="csX3" fmla="*/ 417689 w 835378"/>
              <a:gd name="csY3" fmla="*/ 208844 h 1207911"/>
              <a:gd name="csX4" fmla="*/ 0 w 835378"/>
              <a:gd name="csY4" fmla="*/ 104422 h 1207911"/>
              <a:gd name="csX0" fmla="*/ 835378 w 835378"/>
              <a:gd name="csY0" fmla="*/ 104422 h 1207911"/>
              <a:gd name="csX1" fmla="*/ 417689 w 835378"/>
              <a:gd name="csY1" fmla="*/ 208844 h 1207911"/>
              <a:gd name="csX2" fmla="*/ 0 w 835378"/>
              <a:gd name="csY2" fmla="*/ 104422 h 1207911"/>
              <a:gd name="csX3" fmla="*/ 417689 w 835378"/>
              <a:gd name="csY3" fmla="*/ 0 h 1207911"/>
              <a:gd name="csX4" fmla="*/ 835378 w 835378"/>
              <a:gd name="csY4" fmla="*/ 104422 h 1207911"/>
              <a:gd name="csX5" fmla="*/ 835378 w 835378"/>
              <a:gd name="csY5" fmla="*/ 583974 h 1207911"/>
              <a:gd name="csX6" fmla="*/ 835378 w 835378"/>
              <a:gd name="csY6" fmla="*/ 1103489 h 1207911"/>
              <a:gd name="csX7" fmla="*/ 417689 w 835378"/>
              <a:gd name="csY7" fmla="*/ 1207911 h 1207911"/>
              <a:gd name="csX8" fmla="*/ 0 w 835378"/>
              <a:gd name="csY8" fmla="*/ 1103489 h 1207911"/>
              <a:gd name="csX9" fmla="*/ 0 w 835378"/>
              <a:gd name="csY9" fmla="*/ 633928 h 1207911"/>
              <a:gd name="csX10" fmla="*/ 0 w 835378"/>
              <a:gd name="csY10" fmla="*/ 104422 h 12079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835378" h="1207911" stroke="0" extrusionOk="0">
                <a:moveTo>
                  <a:pt x="0" y="104422"/>
                </a:moveTo>
                <a:cubicBezTo>
                  <a:pt x="-37485" y="138971"/>
                  <a:pt x="141783" y="225817"/>
                  <a:pt x="417689" y="208844"/>
                </a:cubicBezTo>
                <a:cubicBezTo>
                  <a:pt x="657958" y="210862"/>
                  <a:pt x="820001" y="162582"/>
                  <a:pt x="835378" y="104422"/>
                </a:cubicBezTo>
                <a:cubicBezTo>
                  <a:pt x="884701" y="266860"/>
                  <a:pt x="821689" y="366251"/>
                  <a:pt x="835378" y="623937"/>
                </a:cubicBezTo>
                <a:cubicBezTo>
                  <a:pt x="849067" y="881623"/>
                  <a:pt x="788526" y="995465"/>
                  <a:pt x="835378" y="1103489"/>
                </a:cubicBezTo>
                <a:cubicBezTo>
                  <a:pt x="874085" y="1165752"/>
                  <a:pt x="653769" y="1196804"/>
                  <a:pt x="417689" y="1207911"/>
                </a:cubicBezTo>
                <a:cubicBezTo>
                  <a:pt x="177270" y="1206420"/>
                  <a:pt x="-1950" y="1162996"/>
                  <a:pt x="0" y="1103489"/>
                </a:cubicBezTo>
                <a:cubicBezTo>
                  <a:pt x="-1219" y="990797"/>
                  <a:pt x="4157" y="834358"/>
                  <a:pt x="0" y="623937"/>
                </a:cubicBezTo>
                <a:cubicBezTo>
                  <a:pt x="-4157" y="413516"/>
                  <a:pt x="55495" y="319886"/>
                  <a:pt x="0" y="104422"/>
                </a:cubicBezTo>
                <a:close/>
              </a:path>
              <a:path w="835378" h="1207911" fill="lighten" stroke="0" extrusionOk="0">
                <a:moveTo>
                  <a:pt x="0" y="104422"/>
                </a:moveTo>
                <a:cubicBezTo>
                  <a:pt x="-44971" y="39477"/>
                  <a:pt x="217806" y="25189"/>
                  <a:pt x="417689" y="0"/>
                </a:cubicBezTo>
                <a:cubicBezTo>
                  <a:pt x="650988" y="3894"/>
                  <a:pt x="835711" y="50197"/>
                  <a:pt x="835378" y="104422"/>
                </a:cubicBezTo>
                <a:cubicBezTo>
                  <a:pt x="842236" y="172657"/>
                  <a:pt x="653664" y="215326"/>
                  <a:pt x="417689" y="208844"/>
                </a:cubicBezTo>
                <a:cubicBezTo>
                  <a:pt x="195913" y="201045"/>
                  <a:pt x="2536" y="150166"/>
                  <a:pt x="0" y="104422"/>
                </a:cubicBezTo>
                <a:close/>
              </a:path>
              <a:path w="835378" h="1207911" fill="none" extrusionOk="0">
                <a:moveTo>
                  <a:pt x="835378" y="104422"/>
                </a:moveTo>
                <a:cubicBezTo>
                  <a:pt x="819860" y="164641"/>
                  <a:pt x="634139" y="199023"/>
                  <a:pt x="417689" y="208844"/>
                </a:cubicBezTo>
                <a:cubicBezTo>
                  <a:pt x="170431" y="207667"/>
                  <a:pt x="-6770" y="148293"/>
                  <a:pt x="0" y="104422"/>
                </a:cubicBezTo>
                <a:cubicBezTo>
                  <a:pt x="3797" y="-4605"/>
                  <a:pt x="152041" y="20417"/>
                  <a:pt x="417689" y="0"/>
                </a:cubicBezTo>
                <a:cubicBezTo>
                  <a:pt x="644511" y="6904"/>
                  <a:pt x="842927" y="52361"/>
                  <a:pt x="835378" y="104422"/>
                </a:cubicBezTo>
                <a:cubicBezTo>
                  <a:pt x="837572" y="238264"/>
                  <a:pt x="823839" y="426921"/>
                  <a:pt x="835378" y="583974"/>
                </a:cubicBezTo>
                <a:cubicBezTo>
                  <a:pt x="846917" y="741027"/>
                  <a:pt x="830081" y="924943"/>
                  <a:pt x="835378" y="1103489"/>
                </a:cubicBezTo>
                <a:cubicBezTo>
                  <a:pt x="849627" y="1189374"/>
                  <a:pt x="604537" y="1231027"/>
                  <a:pt x="417689" y="1207911"/>
                </a:cubicBezTo>
                <a:cubicBezTo>
                  <a:pt x="188605" y="1198768"/>
                  <a:pt x="-13050" y="1160421"/>
                  <a:pt x="0" y="1103489"/>
                </a:cubicBezTo>
                <a:cubicBezTo>
                  <a:pt x="-24188" y="1007716"/>
                  <a:pt x="19811" y="754907"/>
                  <a:pt x="0" y="633928"/>
                </a:cubicBezTo>
                <a:cubicBezTo>
                  <a:pt x="-19811" y="512949"/>
                  <a:pt x="5603" y="298087"/>
                  <a:pt x="0" y="104422"/>
                </a:cubicBezTo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can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Ink Free" panose="03080402000500000000" pitchFamily="66" charset="0"/>
              </a:rPr>
              <a:t>Trail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Stats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DB</a:t>
            </a:r>
          </a:p>
        </p:txBody>
      </p:sp>
      <p:sp>
        <p:nvSpPr>
          <p:cNvPr id="140" name="Stored"/>
          <p:cNvSpPr txBox="1"/>
          <p:nvPr/>
        </p:nvSpPr>
        <p:spPr>
          <a:xfrm>
            <a:off x="8444985" y="5667929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"elevation_gain_ft": null</a:t>
            </a:r>
          </a:p>
        </p:txBody>
      </p:sp>
      <p:cxnSp>
        <p:nvCxnSpPr>
          <p:cNvPr id="141" name="App-Log"/>
          <p:cNvCxnSpPr/>
          <p:nvPr/>
        </p:nvCxnSpPr>
        <p:spPr>
          <a:xfrm flipH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</p:cxnSp>
      <p:grpSp>
        <p:nvGrpSpPr>
          <p:cNvPr id="148" name="Reject log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42" name="Reject log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217" y="76333"/>
                    <a:pt x="22733" y="70667"/>
                    <a:pt x="23000" y="65000"/>
                  </a:cubicBezTo>
                  <a:cubicBezTo>
                    <a:pt x="22344" y="59333"/>
                    <a:pt x="23552" y="53667"/>
                    <a:pt x="23000" y="48000"/>
                  </a:cubicBezTo>
                  <a:cubicBezTo>
                    <a:pt x="23345" y="42333"/>
                    <a:pt x="23508" y="36667"/>
                    <a:pt x="23000" y="31000"/>
                  </a:cubicBezTo>
                  <a:cubicBezTo>
                    <a:pt x="22787" y="25333"/>
                    <a:pt x="23733" y="19667"/>
                    <a:pt x="23000" y="14000"/>
                  </a:cubicBezTo>
                  <a:cubicBezTo>
                    <a:pt x="31333" y="13434"/>
                    <a:pt x="39667" y="14012"/>
                    <a:pt x="48000" y="14000"/>
                  </a:cubicBezTo>
                  <a:cubicBezTo>
                    <a:pt x="48134" y="21000"/>
                    <a:pt x="47917" y="28000"/>
                    <a:pt x="48000" y="35000"/>
                  </a:cubicBezTo>
                  <a:cubicBezTo>
                    <a:pt x="56333" y="33916"/>
                    <a:pt x="64667" y="34099"/>
                    <a:pt x="73000" y="35000"/>
                  </a:cubicBezTo>
                  <a:cubicBezTo>
                    <a:pt x="72775" y="42833"/>
                    <a:pt x="73301" y="50667"/>
                    <a:pt x="73000" y="58500"/>
                  </a:cubicBezTo>
                  <a:cubicBezTo>
                    <a:pt x="74013" y="66333"/>
                    <a:pt x="72300" y="74167"/>
                    <a:pt x="73000" y="82000"/>
                  </a:cubicBezTo>
                  <a:cubicBezTo>
                    <a:pt x="67444" y="81521"/>
                    <a:pt x="61889" y="81646"/>
                    <a:pt x="56333" y="82000"/>
                  </a:cubicBezTo>
                  <a:cubicBezTo>
                    <a:pt x="50778" y="81407"/>
                    <a:pt x="45222" y="81389"/>
                    <a:pt x="39667" y="82000"/>
                  </a:cubicBezTo>
                  <a:cubicBezTo>
                    <a:pt x="34111" y="82420"/>
                    <a:pt x="28556" y="81762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468" y="20365"/>
                    <a:pt x="62261" y="24906"/>
                    <a:pt x="66500" y="29000"/>
                  </a:cubicBezTo>
                  <a:cubicBezTo>
                    <a:pt x="62333" y="28387"/>
                    <a:pt x="58167" y="29537"/>
                    <a:pt x="54000" y="29000"/>
                  </a:cubicBezTo>
                  <a:cubicBezTo>
                    <a:pt x="53472" y="24833"/>
                    <a:pt x="534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48"/>
                    <a:pt x="41667" y="8562"/>
                    <a:pt x="35500" y="8000"/>
                  </a:cubicBezTo>
                  <a:cubicBezTo>
                    <a:pt x="29333" y="6894"/>
                    <a:pt x="23167" y="7107"/>
                    <a:pt x="17000" y="8000"/>
                  </a:cubicBezTo>
                  <a:cubicBezTo>
                    <a:pt x="17261" y="14667"/>
                    <a:pt x="16466" y="21333"/>
                    <a:pt x="17000" y="28000"/>
                  </a:cubicBezTo>
                  <a:cubicBezTo>
                    <a:pt x="16074" y="34667"/>
                    <a:pt x="18085" y="41333"/>
                    <a:pt x="17000" y="48000"/>
                  </a:cubicBezTo>
                  <a:cubicBezTo>
                    <a:pt x="17883" y="54667"/>
                    <a:pt x="17729" y="61333"/>
                    <a:pt x="17000" y="68000"/>
                  </a:cubicBezTo>
                  <a:cubicBezTo>
                    <a:pt x="17806" y="74667"/>
                    <a:pt x="17085" y="81333"/>
                    <a:pt x="17000" y="88000"/>
                  </a:cubicBezTo>
                  <a:cubicBezTo>
                    <a:pt x="23889" y="86935"/>
                    <a:pt x="30778" y="87627"/>
                    <a:pt x="37667" y="88000"/>
                  </a:cubicBezTo>
                  <a:cubicBezTo>
                    <a:pt x="44556" y="87975"/>
                    <a:pt x="51444" y="86977"/>
                    <a:pt x="58333" y="88000"/>
                  </a:cubicBezTo>
                  <a:cubicBezTo>
                    <a:pt x="65222" y="87420"/>
                    <a:pt x="72111" y="87950"/>
                    <a:pt x="79000" y="88000"/>
                  </a:cubicBezTo>
                  <a:cubicBezTo>
                    <a:pt x="78111" y="81556"/>
                    <a:pt x="79127" y="75111"/>
                    <a:pt x="79000" y="68667"/>
                  </a:cubicBezTo>
                  <a:cubicBezTo>
                    <a:pt x="79490" y="62222"/>
                    <a:pt x="78009" y="55778"/>
                    <a:pt x="79000" y="49333"/>
                  </a:cubicBezTo>
                  <a:cubicBezTo>
                    <a:pt x="80108" y="42889"/>
                    <a:pt x="79247" y="36444"/>
                    <a:pt x="79000" y="30000"/>
                  </a:cubicBezTo>
                  <a:cubicBezTo>
                    <a:pt x="74239" y="27009"/>
                    <a:pt x="71045" y="22237"/>
                    <a:pt x="66500" y="19000"/>
                  </a:cubicBezTo>
                  <a:cubicBezTo>
                    <a:pt x="62236" y="15444"/>
                    <a:pt x="58734" y="11022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872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217" y="76333"/>
                            <a:pt x="22733" y="70667"/>
                            <a:pt x="23000" y="65000"/>
                          </a:cubicBezTo>
                          <a:cubicBezTo>
                            <a:pt x="22344" y="59333"/>
                            <a:pt x="23552" y="53667"/>
                            <a:pt x="23000" y="48000"/>
                          </a:cubicBezTo>
                          <a:cubicBezTo>
                            <a:pt x="23345" y="42333"/>
                            <a:pt x="23508" y="36667"/>
                            <a:pt x="23000" y="31000"/>
                          </a:cubicBezTo>
                          <a:cubicBezTo>
                            <a:pt x="22787" y="25333"/>
                            <a:pt x="23733" y="19667"/>
                            <a:pt x="23000" y="14000"/>
                          </a:cubicBezTo>
                          <a:cubicBezTo>
                            <a:pt x="31333" y="13434"/>
                            <a:pt x="39667" y="14012"/>
                            <a:pt x="48000" y="14000"/>
                          </a:cubicBezTo>
                          <a:cubicBezTo>
                            <a:pt x="48134" y="21000"/>
                            <a:pt x="47917" y="28000"/>
                            <a:pt x="48000" y="35000"/>
                          </a:cubicBezTo>
                          <a:cubicBezTo>
                            <a:pt x="56333" y="33916"/>
                            <a:pt x="64667" y="34099"/>
                            <a:pt x="73000" y="35000"/>
                          </a:cubicBezTo>
                          <a:cubicBezTo>
                            <a:pt x="72775" y="42833"/>
                            <a:pt x="73301" y="50667"/>
                            <a:pt x="73000" y="58500"/>
                          </a:cubicBezTo>
                          <a:cubicBezTo>
                            <a:pt x="74013" y="66333"/>
                            <a:pt x="72300" y="74167"/>
                            <a:pt x="73000" y="82000"/>
                          </a:cubicBezTo>
                          <a:cubicBezTo>
                            <a:pt x="67444" y="81521"/>
                            <a:pt x="61889" y="81646"/>
                            <a:pt x="56333" y="82000"/>
                          </a:cubicBezTo>
                          <a:cubicBezTo>
                            <a:pt x="50778" y="81407"/>
                            <a:pt x="45222" y="81389"/>
                            <a:pt x="39667" y="82000"/>
                          </a:cubicBezTo>
                          <a:cubicBezTo>
                            <a:pt x="34111" y="82420"/>
                            <a:pt x="28556" y="81762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468" y="20365"/>
                            <a:pt x="62261" y="24906"/>
                            <a:pt x="66500" y="29000"/>
                          </a:cubicBezTo>
                          <a:cubicBezTo>
                            <a:pt x="62333" y="28387"/>
                            <a:pt x="58167" y="29537"/>
                            <a:pt x="54000" y="29000"/>
                          </a:cubicBezTo>
                          <a:cubicBezTo>
                            <a:pt x="53472" y="24833"/>
                            <a:pt x="534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48"/>
                            <a:pt x="41667" y="8562"/>
                            <a:pt x="35500" y="8000"/>
                          </a:cubicBezTo>
                          <a:cubicBezTo>
                            <a:pt x="29333" y="6894"/>
                            <a:pt x="23167" y="7107"/>
                            <a:pt x="17000" y="8000"/>
                          </a:cubicBezTo>
                          <a:cubicBezTo>
                            <a:pt x="17261" y="14667"/>
                            <a:pt x="16466" y="21333"/>
                            <a:pt x="17000" y="28000"/>
                          </a:cubicBezTo>
                          <a:cubicBezTo>
                            <a:pt x="16074" y="34667"/>
                            <a:pt x="18085" y="41333"/>
                            <a:pt x="17000" y="48000"/>
                          </a:cubicBezTo>
                          <a:cubicBezTo>
                            <a:pt x="17883" y="54667"/>
                            <a:pt x="17729" y="61333"/>
                            <a:pt x="17000" y="68000"/>
                          </a:cubicBezTo>
                          <a:cubicBezTo>
                            <a:pt x="17806" y="74667"/>
                            <a:pt x="17085" y="81333"/>
                            <a:pt x="17000" y="88000"/>
                          </a:cubicBezTo>
                          <a:cubicBezTo>
                            <a:pt x="23889" y="86935"/>
                            <a:pt x="30778" y="87627"/>
                            <a:pt x="37667" y="88000"/>
                          </a:cubicBezTo>
                          <a:cubicBezTo>
                            <a:pt x="44556" y="87975"/>
                            <a:pt x="51444" y="86977"/>
                            <a:pt x="58333" y="88000"/>
                          </a:cubicBezTo>
                          <a:cubicBezTo>
                            <a:pt x="65222" y="87420"/>
                            <a:pt x="72111" y="87950"/>
                            <a:pt x="79000" y="88000"/>
                          </a:cubicBezTo>
                          <a:cubicBezTo>
                            <a:pt x="78111" y="81556"/>
                            <a:pt x="79127" y="75111"/>
                            <a:pt x="79000" y="68667"/>
                          </a:cubicBezTo>
                          <a:cubicBezTo>
                            <a:pt x="79490" y="62222"/>
                            <a:pt x="78009" y="55778"/>
                            <a:pt x="79000" y="49333"/>
                          </a:cubicBezTo>
                          <a:cubicBezTo>
                            <a:pt x="80108" y="42889"/>
                            <a:pt x="79247" y="36444"/>
                            <a:pt x="79000" y="30000"/>
                          </a:cubicBezTo>
                          <a:cubicBezTo>
                            <a:pt x="74239" y="27009"/>
                            <a:pt x="71045" y="22237"/>
                            <a:pt x="66500" y="19000"/>
                          </a:cubicBezTo>
                          <a:cubicBezTo>
                            <a:pt x="62236" y="15444"/>
                            <a:pt x="58734" y="11022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Reject log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571"/>
                    <a:pt x="41667" y="46013"/>
                    <a:pt x="48000" y="45000"/>
                  </a:cubicBezTo>
                  <a:cubicBezTo>
                    <a:pt x="54333" y="44103"/>
                    <a:pt x="60667" y="44609"/>
                    <a:pt x="67000" y="45000"/>
                  </a:cubicBezTo>
                  <a:cubicBezTo>
                    <a:pt x="66950" y="46333"/>
                    <a:pt x="67108" y="47667"/>
                    <a:pt x="67000" y="49000"/>
                  </a:cubicBezTo>
                  <a:cubicBezTo>
                    <a:pt x="60667" y="48174"/>
                    <a:pt x="54333" y="48555"/>
                    <a:pt x="48000" y="49000"/>
                  </a:cubicBezTo>
                  <a:cubicBezTo>
                    <a:pt x="41667" y="48172"/>
                    <a:pt x="35333" y="48607"/>
                    <a:pt x="29000" y="49000"/>
                  </a:cubicBezTo>
                  <a:cubicBezTo>
                    <a:pt x="28988" y="47667"/>
                    <a:pt x="28852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1664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571"/>
                            <a:pt x="41667" y="46013"/>
                            <a:pt x="48000" y="45000"/>
                          </a:cubicBezTo>
                          <a:cubicBezTo>
                            <a:pt x="54333" y="44103"/>
                            <a:pt x="60667" y="44609"/>
                            <a:pt x="67000" y="45000"/>
                          </a:cubicBezTo>
                          <a:cubicBezTo>
                            <a:pt x="66950" y="46333"/>
                            <a:pt x="67108" y="47667"/>
                            <a:pt x="67000" y="49000"/>
                          </a:cubicBezTo>
                          <a:cubicBezTo>
                            <a:pt x="60667" y="48174"/>
                            <a:pt x="54333" y="48555"/>
                            <a:pt x="48000" y="49000"/>
                          </a:cubicBezTo>
                          <a:cubicBezTo>
                            <a:pt x="41667" y="48172"/>
                            <a:pt x="35333" y="48607"/>
                            <a:pt x="29000" y="49000"/>
                          </a:cubicBezTo>
                          <a:cubicBezTo>
                            <a:pt x="28988" y="47667"/>
                            <a:pt x="28852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Reject log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739"/>
                    <a:pt x="37667" y="36639"/>
                    <a:pt x="42000" y="37000"/>
                  </a:cubicBezTo>
                  <a:cubicBezTo>
                    <a:pt x="42048" y="38333"/>
                    <a:pt x="41761" y="39667"/>
                    <a:pt x="42000" y="41000"/>
                  </a:cubicBezTo>
                  <a:cubicBezTo>
                    <a:pt x="37667" y="41293"/>
                    <a:pt x="33333" y="41621"/>
                    <a:pt x="29000" y="41000"/>
                  </a:cubicBezTo>
                  <a:cubicBezTo>
                    <a:pt x="29139" y="39667"/>
                    <a:pt x="29094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2456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739"/>
                            <a:pt x="37667" y="36639"/>
                            <a:pt x="42000" y="37000"/>
                          </a:cubicBezTo>
                          <a:cubicBezTo>
                            <a:pt x="42048" y="38333"/>
                            <a:pt x="41761" y="39667"/>
                            <a:pt x="42000" y="41000"/>
                          </a:cubicBezTo>
                          <a:cubicBezTo>
                            <a:pt x="37667" y="41293"/>
                            <a:pt x="33333" y="41621"/>
                            <a:pt x="29000" y="41000"/>
                          </a:cubicBezTo>
                          <a:cubicBezTo>
                            <a:pt x="29139" y="39667"/>
                            <a:pt x="29094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Reject log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650"/>
                    <a:pt x="41667" y="51952"/>
                    <a:pt x="48000" y="53000"/>
                  </a:cubicBezTo>
                  <a:cubicBezTo>
                    <a:pt x="54333" y="52637"/>
                    <a:pt x="60667" y="52309"/>
                    <a:pt x="67000" y="53000"/>
                  </a:cubicBezTo>
                  <a:cubicBezTo>
                    <a:pt x="67178" y="54333"/>
                    <a:pt x="67147" y="55667"/>
                    <a:pt x="67000" y="57000"/>
                  </a:cubicBezTo>
                  <a:cubicBezTo>
                    <a:pt x="60667" y="56307"/>
                    <a:pt x="54333" y="57548"/>
                    <a:pt x="48000" y="57000"/>
                  </a:cubicBezTo>
                  <a:cubicBezTo>
                    <a:pt x="41667" y="57845"/>
                    <a:pt x="35333" y="57651"/>
                    <a:pt x="29000" y="57000"/>
                  </a:cubicBezTo>
                  <a:cubicBezTo>
                    <a:pt x="28878" y="55667"/>
                    <a:pt x="2882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3248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650"/>
                            <a:pt x="41667" y="51952"/>
                            <a:pt x="48000" y="53000"/>
                          </a:cubicBezTo>
                          <a:cubicBezTo>
                            <a:pt x="54333" y="52637"/>
                            <a:pt x="60667" y="52309"/>
                            <a:pt x="67000" y="53000"/>
                          </a:cubicBezTo>
                          <a:cubicBezTo>
                            <a:pt x="67178" y="54333"/>
                            <a:pt x="67147" y="55667"/>
                            <a:pt x="67000" y="57000"/>
                          </a:cubicBezTo>
                          <a:cubicBezTo>
                            <a:pt x="60667" y="56307"/>
                            <a:pt x="54333" y="57548"/>
                            <a:pt x="48000" y="57000"/>
                          </a:cubicBezTo>
                          <a:cubicBezTo>
                            <a:pt x="41667" y="57845"/>
                            <a:pt x="35333" y="57651"/>
                            <a:pt x="29000" y="57000"/>
                          </a:cubicBezTo>
                          <a:cubicBezTo>
                            <a:pt x="28878" y="55667"/>
                            <a:pt x="2882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Reject log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232"/>
                    <a:pt x="41667" y="61235"/>
                    <a:pt x="48000" y="61000"/>
                  </a:cubicBezTo>
                  <a:cubicBezTo>
                    <a:pt x="54333" y="60114"/>
                    <a:pt x="60667" y="61291"/>
                    <a:pt x="67000" y="61000"/>
                  </a:cubicBezTo>
                  <a:cubicBezTo>
                    <a:pt x="67003" y="62333"/>
                    <a:pt x="67240" y="63667"/>
                    <a:pt x="67000" y="65000"/>
                  </a:cubicBezTo>
                  <a:cubicBezTo>
                    <a:pt x="60667" y="65095"/>
                    <a:pt x="54333" y="65103"/>
                    <a:pt x="48000" y="65000"/>
                  </a:cubicBezTo>
                  <a:cubicBezTo>
                    <a:pt x="41667" y="65270"/>
                    <a:pt x="35333" y="65687"/>
                    <a:pt x="29000" y="65000"/>
                  </a:cubicBezTo>
                  <a:cubicBezTo>
                    <a:pt x="29178" y="63667"/>
                    <a:pt x="29063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4040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232"/>
                            <a:pt x="41667" y="61235"/>
                            <a:pt x="48000" y="61000"/>
                          </a:cubicBezTo>
                          <a:cubicBezTo>
                            <a:pt x="54333" y="60114"/>
                            <a:pt x="60667" y="61291"/>
                            <a:pt x="67000" y="61000"/>
                          </a:cubicBezTo>
                          <a:cubicBezTo>
                            <a:pt x="67003" y="62333"/>
                            <a:pt x="67240" y="63667"/>
                            <a:pt x="67000" y="65000"/>
                          </a:cubicBezTo>
                          <a:cubicBezTo>
                            <a:pt x="60667" y="65095"/>
                            <a:pt x="54333" y="65103"/>
                            <a:pt x="48000" y="65000"/>
                          </a:cubicBezTo>
                          <a:cubicBezTo>
                            <a:pt x="41667" y="65270"/>
                            <a:pt x="35333" y="65687"/>
                            <a:pt x="29000" y="65000"/>
                          </a:cubicBezTo>
                          <a:cubicBezTo>
                            <a:pt x="29178" y="63667"/>
                            <a:pt x="29063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Reject log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407"/>
                    <a:pt x="41667" y="69304"/>
                    <a:pt x="48000" y="69000"/>
                  </a:cubicBezTo>
                  <a:cubicBezTo>
                    <a:pt x="54333" y="68873"/>
                    <a:pt x="60667" y="68753"/>
                    <a:pt x="67000" y="69000"/>
                  </a:cubicBezTo>
                  <a:cubicBezTo>
                    <a:pt x="67187" y="70333"/>
                    <a:pt x="66948" y="71667"/>
                    <a:pt x="67000" y="73000"/>
                  </a:cubicBezTo>
                  <a:cubicBezTo>
                    <a:pt x="60667" y="72610"/>
                    <a:pt x="54333" y="72170"/>
                    <a:pt x="48000" y="73000"/>
                  </a:cubicBezTo>
                  <a:cubicBezTo>
                    <a:pt x="41667" y="73927"/>
                    <a:pt x="35333" y="73833"/>
                    <a:pt x="29000" y="73000"/>
                  </a:cubicBezTo>
                  <a:cubicBezTo>
                    <a:pt x="29197" y="71667"/>
                    <a:pt x="2913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4832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407"/>
                            <a:pt x="41667" y="69304"/>
                            <a:pt x="48000" y="69000"/>
                          </a:cubicBezTo>
                          <a:cubicBezTo>
                            <a:pt x="54333" y="68873"/>
                            <a:pt x="60667" y="68753"/>
                            <a:pt x="67000" y="69000"/>
                          </a:cubicBezTo>
                          <a:cubicBezTo>
                            <a:pt x="67187" y="70333"/>
                            <a:pt x="66948" y="71667"/>
                            <a:pt x="67000" y="73000"/>
                          </a:cubicBezTo>
                          <a:cubicBezTo>
                            <a:pt x="60667" y="72610"/>
                            <a:pt x="54333" y="72170"/>
                            <a:pt x="48000" y="73000"/>
                          </a:cubicBezTo>
                          <a:cubicBezTo>
                            <a:pt x="41667" y="73927"/>
                            <a:pt x="35333" y="73833"/>
                            <a:pt x="29000" y="73000"/>
                          </a:cubicBezTo>
                          <a:cubicBezTo>
                            <a:pt x="29197" y="71667"/>
                            <a:pt x="2913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9" name="Log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C00000"/>
                </a:solidFill>
                <a:latin typeface="Ink Free" panose="03080402000500000000" pitchFamily="66" charset="0"/>
              </a:rPr>
              <a:t>Reject Log</a:t>
            </a:r>
          </a:p>
        </p:txBody>
      </p:sp>
      <p:sp>
        <p:nvSpPr>
          <p:cNvPr id="150" name="Rejected"/>
          <p:cNvSpPr txBox="1"/>
          <p:nvPr/>
        </p:nvSpPr>
        <p:spPr>
          <a:xfrm>
            <a:off x="1005840" y="61264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"elevation_gain_ft": 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F02 Extraction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Valuable data trapped in documents nobody will re-type.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Valuable data trapped in documents nobody will re-type.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have years of data trapped in documents. This turns it into queryable rows without anyone re-typing it."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Valuable data trapped in documents nobody will re-type.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"We have years of data trapped in documents. This turns it into </a:t>
            </a:r>
            <a:r>
              <a:rPr sz="2800" dirty="0" err="1"/>
              <a:t>queryable</a:t>
            </a:r>
            <a:r>
              <a:rPr sz="2800" dirty="0"/>
              <a:t> rows without anyone re-typing it."</a:t>
            </a:r>
          </a:p>
          <a:p>
            <a:pPr>
              <a:spcAft>
                <a:spcPts val="1400"/>
              </a:spcAft>
            </a:pPr>
            <a:endParaRPr lang="en-US" sz="2800" b="1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2D348E-9CDE-E27A-8ACA-9AFA1F7E58A9}"/>
              </a:ext>
            </a:extLst>
          </p:cNvPr>
          <p:cNvGrpSpPr/>
          <p:nvPr/>
        </p:nvGrpSpPr>
        <p:grpSpPr>
          <a:xfrm>
            <a:off x="2532888" y="4113492"/>
            <a:ext cx="1499616" cy="1033272"/>
            <a:chOff x="2532888" y="4407408"/>
            <a:chExt cx="1499616" cy="1033272"/>
          </a:xfrm>
        </p:grpSpPr>
        <p:sp>
          <p:nvSpPr>
            <p:cNvPr id="4" name="Rounded Rectangle 3"/>
            <p:cNvSpPr/>
            <p:nvPr/>
          </p:nvSpPr>
          <p:spPr>
            <a:xfrm>
              <a:off x="2807208" y="4809744"/>
              <a:ext cx="256032" cy="256032"/>
            </a:xfrm>
            <a:prstGeom prst="roundRect">
              <a:avLst>
                <a:gd name="adj" fmla="val 25000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154680" y="4608576"/>
              <a:ext cx="256032" cy="457200"/>
            </a:xfrm>
            <a:prstGeom prst="roundRect">
              <a:avLst>
                <a:gd name="adj" fmla="val 25000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02152" y="4407408"/>
              <a:ext cx="256032" cy="658368"/>
            </a:xfrm>
            <a:prstGeom prst="roundRect">
              <a:avLst>
                <a:gd name="adj" fmla="val 25000"/>
              </a:avLst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532888" y="5120640"/>
              <a:ext cx="1499616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400" b="1"/>
                <a:t>Medium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F03 · Sentiment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Read text and judge </a:t>
            </a:r>
            <a:r>
              <a:rPr sz="4000" b="1">
                <a:solidFill>
                  <a:srgbClr val="017AB4"/>
                </a:solidFill>
              </a:rPr>
              <a:t>the feeling behind it</a:t>
            </a:r>
            <a:r>
              <a:rPr sz="4000"/>
              <a:t>: positive, negative, or mixed.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F03 Sentiment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high-volume text stream needing a judgment call.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high-volume text stream needing a judgment call.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measured: the free local model matches the expensive one on most of this task, and we know exactly which slice needs the big gun."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A high-volume text stream needing a judgment call.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"We measured: the free local model matches the expensive one on most of this task, and we know exactly which slice needs the big gun."</a:t>
            </a:r>
            <a:endParaRPr lang="en-US" sz="2800" dirty="0"/>
          </a:p>
          <a:p>
            <a:pPr>
              <a:spcAft>
                <a:spcPts val="1400"/>
              </a:spcAft>
            </a:pPr>
            <a:endParaRPr sz="2800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Lab 1: ~50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r>
              <a:rPr sz="3600" dirty="0"/>
              <a:t>⭐ Recommended: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F01 Summarization</a:t>
            </a:r>
            <a:endParaRPr lang="en-US" sz="3600" b="1" dirty="0"/>
          </a:p>
          <a:p>
            <a:pPr marL="0" indent="0">
              <a:buNone/>
            </a:pPr>
            <a:endParaRPr sz="3600" b="1" dirty="0"/>
          </a:p>
          <a:p>
            <a:pPr marL="0" indent="0">
              <a:buNone/>
            </a:pPr>
            <a:r>
              <a:rPr sz="3600" dirty="0"/>
              <a:t>⛰️ Challenge: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F02 Extraction</a:t>
            </a:r>
            <a:r>
              <a:rPr sz="3600" dirty="0"/>
              <a:t> · </a:t>
            </a:r>
            <a:r>
              <a:rPr sz="3600" b="1" dirty="0"/>
              <a:t>F03 Sentiment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2776166"/>
            <a:ext cx="10772775" cy="1658198"/>
          </a:xfrm>
        </p:spPr>
        <p:txBody>
          <a:bodyPr/>
          <a:lstStyle/>
          <a:p>
            <a:r>
              <a:rPr lang="en-US" sz="4400" dirty="0">
                <a:solidFill>
                  <a:schemeClr val="tx1"/>
                </a:solidFill>
              </a:rPr>
              <a:t>Jonathan "J." Tower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3180" y="4005394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Founding Partner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4419847"/>
            <a:ext cx="3444002" cy="125180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&amp;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2806" y="4429345"/>
            <a:ext cx="229751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55718">
            <a:off x="1281096" y="5031795"/>
            <a:ext cx="153168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55570" y="4727557"/>
            <a:ext cx="204223" cy="204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F84612-AE50-D33D-355E-6155EE7C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4348" y="1134602"/>
            <a:ext cx="4588796" cy="4588796"/>
          </a:xfrm>
          <a:prstGeom prst="rect">
            <a:avLst/>
          </a:prstGeom>
        </p:spPr>
      </p:pic>
      <p:sp>
        <p:nvSpPr>
          <p:cNvPr id="6" name="Title 9">
            <a:extLst>
              <a:ext uri="{FF2B5EF4-FFF2-40B4-BE49-F238E27FC236}">
                <a16:creationId xmlns:a16="http://schemas.microsoft.com/office/drawing/2014/main" id="{AE6963CF-EE52-0F1E-6DE8-AAD1013F2522}"/>
              </a:ext>
            </a:extLst>
          </p:cNvPr>
          <p:cNvSpPr txBox="1">
            <a:spLocks/>
          </p:cNvSpPr>
          <p:nvPr/>
        </p:nvSpPr>
        <p:spPr>
          <a:xfrm>
            <a:off x="1103309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rgbClr val="0070C0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4400" dirty="0">
                <a:solidFill>
                  <a:srgbClr val="017AB4"/>
                </a:solidFill>
              </a:rPr>
              <a:t>Lab 1: Debrief</a:t>
            </a:r>
            <a:endParaRPr lang="en-US" dirty="0">
              <a:solidFill>
                <a:srgbClr val="017AB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1516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Closed: bridge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No other hazards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Moderate crowds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Closed: bridge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No other hazards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Moderate crowds</a:t>
            </a:r>
          </a:p>
        </p:txBody>
      </p:sp>
      <p:cxnSp>
        <p:nvCxnSpPr>
          <p:cNvPr id="127" name="App-Screen"/>
          <p:cNvCxnSpPr/>
          <p:nvPr/>
        </p:nvCxnSpPr>
        <p:spPr>
          <a:xfrm>
            <a:off x="7440610" y="4118267"/>
            <a:ext cx="1639382" cy="499453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28" name="Graphic 24" descr="Web design outline"/>
          <p:cNvGrpSpPr/>
          <p:nvPr/>
        </p:nvGrpSpPr>
        <p:grpSpPr>
          <a:xfrm>
            <a:off x="9189720" y="4343400"/>
            <a:ext cx="762000" cy="590550"/>
            <a:chOff x="5715000" y="3133725"/>
            <a:chExt cx="762000" cy="590550"/>
          </a:xfrm>
          <a:noFill/>
        </p:grpSpPr>
        <p:sp>
          <p:nvSpPr>
            <p:cNvPr id="129" name="Freeform 26"/>
            <p:cNvSpPr/>
            <p:nvPr/>
          </p:nvSpPr>
          <p:spPr>
            <a:xfrm>
              <a:off x="5872981" y="3374640"/>
              <a:ext cx="115452" cy="203968"/>
            </a:xfrm>
            <a:custGeom>
              <a:avLst/>
              <a:gdLst>
                <a:gd name="csX0" fmla="*/ 101984 w 115452"/>
                <a:gd name="csY0" fmla="*/ 0 h 203968"/>
                <a:gd name="csX1" fmla="*/ 0 w 115452"/>
                <a:gd name="csY1" fmla="*/ 101984 h 203968"/>
                <a:gd name="csX2" fmla="*/ 101984 w 115452"/>
                <a:gd name="csY2" fmla="*/ 203968 h 203968"/>
                <a:gd name="csX3" fmla="*/ 115453 w 115452"/>
                <a:gd name="csY3" fmla="*/ 190500 h 203968"/>
                <a:gd name="csX4" fmla="*/ 26937 w 115452"/>
                <a:gd name="csY4" fmla="*/ 101984 h 203968"/>
                <a:gd name="csX5" fmla="*/ 115453 w 115452"/>
                <a:gd name="csY5" fmla="*/ 13468 h 203968"/>
                <a:gd name="csX6" fmla="*/ 101984 w 115452"/>
                <a:gd name="csY6" fmla="*/ 0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101984" y="0"/>
                  </a:moveTo>
                  <a:cubicBezTo>
                    <a:pt x="80469" y="29789"/>
                    <a:pt x="10671" y="68735"/>
                    <a:pt x="0" y="101984"/>
                  </a:cubicBezTo>
                  <a:cubicBezTo>
                    <a:pt x="35097" y="113800"/>
                    <a:pt x="52768" y="168720"/>
                    <a:pt x="101984" y="203968"/>
                  </a:cubicBezTo>
                  <a:cubicBezTo>
                    <a:pt x="106341" y="197468"/>
                    <a:pt x="111754" y="196900"/>
                    <a:pt x="115453" y="190500"/>
                  </a:cubicBezTo>
                  <a:cubicBezTo>
                    <a:pt x="86765" y="171738"/>
                    <a:pt x="72486" y="128597"/>
                    <a:pt x="26937" y="101984"/>
                  </a:cubicBezTo>
                  <a:cubicBezTo>
                    <a:pt x="56095" y="68628"/>
                    <a:pt x="87648" y="43689"/>
                    <a:pt x="115453" y="13468"/>
                  </a:cubicBezTo>
                  <a:cubicBezTo>
                    <a:pt x="110598" y="11500"/>
                    <a:pt x="108028" y="3862"/>
                    <a:pt x="101984" y="0"/>
                  </a:cubicBezTo>
                  <a:close/>
                </a:path>
                <a:path w="115452" h="203968" stroke="0" extrusionOk="0">
                  <a:moveTo>
                    <a:pt x="101984" y="0"/>
                  </a:moveTo>
                  <a:cubicBezTo>
                    <a:pt x="54666" y="49377"/>
                    <a:pt x="14242" y="66077"/>
                    <a:pt x="0" y="101984"/>
                  </a:cubicBezTo>
                  <a:cubicBezTo>
                    <a:pt x="50434" y="132521"/>
                    <a:pt x="69644" y="185088"/>
                    <a:pt x="101984" y="203968"/>
                  </a:cubicBezTo>
                  <a:cubicBezTo>
                    <a:pt x="106139" y="198738"/>
                    <a:pt x="111444" y="196583"/>
                    <a:pt x="115453" y="190500"/>
                  </a:cubicBezTo>
                  <a:cubicBezTo>
                    <a:pt x="76111" y="159672"/>
                    <a:pt x="70051" y="126332"/>
                    <a:pt x="26937" y="101984"/>
                  </a:cubicBezTo>
                  <a:cubicBezTo>
                    <a:pt x="50353" y="60681"/>
                    <a:pt x="104707" y="42634"/>
                    <a:pt x="115453" y="13468"/>
                  </a:cubicBezTo>
                  <a:cubicBezTo>
                    <a:pt x="111636" y="10467"/>
                    <a:pt x="107664" y="2756"/>
                    <a:pt x="101984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984 w 115452"/>
                        <a:gd name="connsiteY0" fmla="*/ 0 h 203968"/>
                        <a:gd name="connsiteX1" fmla="*/ 0 w 115452"/>
                        <a:gd name="connsiteY1" fmla="*/ 101984 h 203968"/>
                        <a:gd name="connsiteX2" fmla="*/ 101984 w 115452"/>
                        <a:gd name="connsiteY2" fmla="*/ 203968 h 203968"/>
                        <a:gd name="connsiteX3" fmla="*/ 115453 w 115452"/>
                        <a:gd name="connsiteY3" fmla="*/ 190500 h 203968"/>
                        <a:gd name="connsiteX4" fmla="*/ 26937 w 115452"/>
                        <a:gd name="connsiteY4" fmla="*/ 101984 h 203968"/>
                        <a:gd name="connsiteX5" fmla="*/ 115453 w 115452"/>
                        <a:gd name="connsiteY5" fmla="*/ 13468 h 203968"/>
                        <a:gd name="connsiteX6" fmla="*/ 101984 w 115452"/>
                        <a:gd name="connsiteY6" fmla="*/ 0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101984" y="0"/>
                          </a:moveTo>
                          <a:lnTo>
                            <a:pt x="0" y="101984"/>
                          </a:lnTo>
                          <a:lnTo>
                            <a:pt x="101984" y="203968"/>
                          </a:lnTo>
                          <a:lnTo>
                            <a:pt x="115453" y="190500"/>
                          </a:lnTo>
                          <a:lnTo>
                            <a:pt x="26937" y="101984"/>
                          </a:lnTo>
                          <a:lnTo>
                            <a:pt x="115453" y="13468"/>
                          </a:lnTo>
                          <a:lnTo>
                            <a:pt x="101984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27"/>
            <p:cNvSpPr/>
            <p:nvPr/>
          </p:nvSpPr>
          <p:spPr>
            <a:xfrm>
              <a:off x="6203565" y="3374640"/>
              <a:ext cx="115452" cy="203968"/>
            </a:xfrm>
            <a:custGeom>
              <a:avLst/>
              <a:gdLst>
                <a:gd name="csX0" fmla="*/ 0 w 115452"/>
                <a:gd name="csY0" fmla="*/ 13468 h 203968"/>
                <a:gd name="csX1" fmla="*/ 88516 w 115452"/>
                <a:gd name="csY1" fmla="*/ 101984 h 203968"/>
                <a:gd name="csX2" fmla="*/ 0 w 115452"/>
                <a:gd name="csY2" fmla="*/ 190500 h 203968"/>
                <a:gd name="csX3" fmla="*/ 13468 w 115452"/>
                <a:gd name="csY3" fmla="*/ 203968 h 203968"/>
                <a:gd name="csX4" fmla="*/ 115453 w 115452"/>
                <a:gd name="csY4" fmla="*/ 101984 h 203968"/>
                <a:gd name="csX5" fmla="*/ 13468 w 115452"/>
                <a:gd name="csY5" fmla="*/ 0 h 203968"/>
                <a:gd name="csX6" fmla="*/ 0 w 115452"/>
                <a:gd name="csY6" fmla="*/ 13468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0" y="13468"/>
                  </a:moveTo>
                  <a:cubicBezTo>
                    <a:pt x="28195" y="31658"/>
                    <a:pt x="62315" y="85716"/>
                    <a:pt x="88516" y="101984"/>
                  </a:cubicBezTo>
                  <a:cubicBezTo>
                    <a:pt x="58661" y="145296"/>
                    <a:pt x="33019" y="156066"/>
                    <a:pt x="0" y="190500"/>
                  </a:cubicBezTo>
                  <a:cubicBezTo>
                    <a:pt x="5261" y="193987"/>
                    <a:pt x="8997" y="201568"/>
                    <a:pt x="13468" y="203968"/>
                  </a:cubicBezTo>
                  <a:cubicBezTo>
                    <a:pt x="49805" y="148660"/>
                    <a:pt x="76016" y="150703"/>
                    <a:pt x="115453" y="101984"/>
                  </a:cubicBezTo>
                  <a:cubicBezTo>
                    <a:pt x="68851" y="78131"/>
                    <a:pt x="60248" y="25543"/>
                    <a:pt x="13468" y="0"/>
                  </a:cubicBezTo>
                  <a:cubicBezTo>
                    <a:pt x="7612" y="6684"/>
                    <a:pt x="4796" y="5981"/>
                    <a:pt x="0" y="13468"/>
                  </a:cubicBezTo>
                  <a:close/>
                </a:path>
                <a:path w="115452" h="203968" stroke="0" extrusionOk="0">
                  <a:moveTo>
                    <a:pt x="0" y="13468"/>
                  </a:moveTo>
                  <a:cubicBezTo>
                    <a:pt x="35903" y="44056"/>
                    <a:pt x="52973" y="84230"/>
                    <a:pt x="88516" y="101984"/>
                  </a:cubicBezTo>
                  <a:cubicBezTo>
                    <a:pt x="48291" y="147503"/>
                    <a:pt x="38948" y="145206"/>
                    <a:pt x="0" y="190500"/>
                  </a:cubicBezTo>
                  <a:cubicBezTo>
                    <a:pt x="4026" y="193879"/>
                    <a:pt x="5514" y="199242"/>
                    <a:pt x="13468" y="203968"/>
                  </a:cubicBezTo>
                  <a:cubicBezTo>
                    <a:pt x="29831" y="179468"/>
                    <a:pt x="77301" y="146098"/>
                    <a:pt x="115453" y="101984"/>
                  </a:cubicBezTo>
                  <a:cubicBezTo>
                    <a:pt x="80161" y="89125"/>
                    <a:pt x="66590" y="44761"/>
                    <a:pt x="13468" y="0"/>
                  </a:cubicBezTo>
                  <a:cubicBezTo>
                    <a:pt x="9274" y="4825"/>
                    <a:pt x="3783" y="8616"/>
                    <a:pt x="0" y="13468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830084044">
                    <a:custGeom>
                      <a:avLst/>
                      <a:gdLst>
                        <a:gd name="connsiteX0" fmla="*/ 0 w 115452"/>
                        <a:gd name="connsiteY0" fmla="*/ 13468 h 203968"/>
                        <a:gd name="connsiteX1" fmla="*/ 88516 w 115452"/>
                        <a:gd name="connsiteY1" fmla="*/ 101984 h 203968"/>
                        <a:gd name="connsiteX2" fmla="*/ 0 w 115452"/>
                        <a:gd name="connsiteY2" fmla="*/ 190500 h 203968"/>
                        <a:gd name="connsiteX3" fmla="*/ 13468 w 115452"/>
                        <a:gd name="connsiteY3" fmla="*/ 203968 h 203968"/>
                        <a:gd name="connsiteX4" fmla="*/ 115453 w 115452"/>
                        <a:gd name="connsiteY4" fmla="*/ 101984 h 203968"/>
                        <a:gd name="connsiteX5" fmla="*/ 13468 w 115452"/>
                        <a:gd name="connsiteY5" fmla="*/ 0 h 203968"/>
                        <a:gd name="connsiteX6" fmla="*/ 0 w 115452"/>
                        <a:gd name="connsiteY6" fmla="*/ 13468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0" y="13468"/>
                          </a:moveTo>
                          <a:lnTo>
                            <a:pt x="88516" y="101984"/>
                          </a:lnTo>
                          <a:lnTo>
                            <a:pt x="0" y="190500"/>
                          </a:lnTo>
                          <a:lnTo>
                            <a:pt x="13468" y="203968"/>
                          </a:lnTo>
                          <a:lnTo>
                            <a:pt x="115453" y="101984"/>
                          </a:lnTo>
                          <a:lnTo>
                            <a:pt x="13468" y="0"/>
                          </a:lnTo>
                          <a:lnTo>
                            <a:pt x="0" y="13468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28"/>
            <p:cNvSpPr/>
            <p:nvPr/>
          </p:nvSpPr>
          <p:spPr>
            <a:xfrm rot="-3990120">
              <a:off x="5976555" y="3471860"/>
              <a:ext cx="238886" cy="19049"/>
            </a:xfrm>
            <a:custGeom>
              <a:avLst/>
              <a:gdLst>
                <a:gd name="csX0" fmla="*/ 0 w 238886"/>
                <a:gd name="csY0" fmla="*/ 0 h 19049"/>
                <a:gd name="csX1" fmla="*/ 238887 w 238886"/>
                <a:gd name="csY1" fmla="*/ 0 h 19049"/>
                <a:gd name="csX2" fmla="*/ 238887 w 238886"/>
                <a:gd name="csY2" fmla="*/ 19050 h 19049"/>
                <a:gd name="csX3" fmla="*/ 0 w 238886"/>
                <a:gd name="csY3" fmla="*/ 19050 h 19049"/>
                <a:gd name="csX4" fmla="*/ 0 w 238886"/>
                <a:gd name="csY4" fmla="*/ 0 h 19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8886" h="19049" fill="none" extrusionOk="0">
                  <a:moveTo>
                    <a:pt x="0" y="0"/>
                  </a:moveTo>
                  <a:cubicBezTo>
                    <a:pt x="89439" y="-27312"/>
                    <a:pt x="129399" y="19521"/>
                    <a:pt x="238887" y="0"/>
                  </a:cubicBezTo>
                  <a:cubicBezTo>
                    <a:pt x="240312" y="8611"/>
                    <a:pt x="237794" y="9969"/>
                    <a:pt x="238887" y="19050"/>
                  </a:cubicBezTo>
                  <a:cubicBezTo>
                    <a:pt x="125798" y="22001"/>
                    <a:pt x="48091" y="-5468"/>
                    <a:pt x="0" y="19050"/>
                  </a:cubicBezTo>
                  <a:cubicBezTo>
                    <a:pt x="-332" y="10898"/>
                    <a:pt x="983" y="6475"/>
                    <a:pt x="0" y="0"/>
                  </a:cubicBezTo>
                  <a:close/>
                </a:path>
                <a:path w="238886" h="19049" stroke="0" extrusionOk="0">
                  <a:moveTo>
                    <a:pt x="0" y="0"/>
                  </a:moveTo>
                  <a:cubicBezTo>
                    <a:pt x="81267" y="-25071"/>
                    <a:pt x="137755" y="27943"/>
                    <a:pt x="238887" y="0"/>
                  </a:cubicBezTo>
                  <a:cubicBezTo>
                    <a:pt x="240527" y="4590"/>
                    <a:pt x="237147" y="12697"/>
                    <a:pt x="238887" y="19050"/>
                  </a:cubicBezTo>
                  <a:cubicBezTo>
                    <a:pt x="130063" y="34728"/>
                    <a:pt x="61649" y="-7729"/>
                    <a:pt x="0" y="19050"/>
                  </a:cubicBezTo>
                  <a:cubicBezTo>
                    <a:pt x="-926" y="10149"/>
                    <a:pt x="314" y="6645"/>
                    <a:pt x="0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658789007">
                    <a:custGeom>
                      <a:avLst/>
                      <a:gdLst>
                        <a:gd name="connsiteX0" fmla="*/ 0 w 238886"/>
                        <a:gd name="connsiteY0" fmla="*/ 0 h 19049"/>
                        <a:gd name="connsiteX1" fmla="*/ 238887 w 238886"/>
                        <a:gd name="connsiteY1" fmla="*/ 0 h 19049"/>
                        <a:gd name="connsiteX2" fmla="*/ 238887 w 238886"/>
                        <a:gd name="connsiteY2" fmla="*/ 19050 h 19049"/>
                        <a:gd name="connsiteX3" fmla="*/ 0 w 238886"/>
                        <a:gd name="connsiteY3" fmla="*/ 19050 h 190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38886" h="19049">
                          <a:moveTo>
                            <a:pt x="0" y="0"/>
                          </a:moveTo>
                          <a:lnTo>
                            <a:pt x="238887" y="0"/>
                          </a:lnTo>
                          <a:lnTo>
                            <a:pt x="238887" y="19050"/>
                          </a:lnTo>
                          <a:lnTo>
                            <a:pt x="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29"/>
            <p:cNvSpPr/>
            <p:nvPr/>
          </p:nvSpPr>
          <p:spPr>
            <a:xfrm>
              <a:off x="5715000" y="3133725"/>
              <a:ext cx="762000" cy="590550"/>
            </a:xfrm>
            <a:custGeom>
              <a:avLst/>
              <a:gdLst>
                <a:gd name="csX0" fmla="*/ 0 w 762000"/>
                <a:gd name="csY0" fmla="*/ 590550 h 590550"/>
                <a:gd name="csX1" fmla="*/ 388620 w 762000"/>
                <a:gd name="csY1" fmla="*/ 590550 h 590550"/>
                <a:gd name="csX2" fmla="*/ 762000 w 762000"/>
                <a:gd name="csY2" fmla="*/ 590550 h 590550"/>
                <a:gd name="csX3" fmla="*/ 762000 w 762000"/>
                <a:gd name="csY3" fmla="*/ 0 h 590550"/>
                <a:gd name="csX4" fmla="*/ 403860 w 762000"/>
                <a:gd name="csY4" fmla="*/ 0 h 590550"/>
                <a:gd name="csX5" fmla="*/ 0 w 762000"/>
                <a:gd name="csY5" fmla="*/ 0 h 590550"/>
                <a:gd name="csX6" fmla="*/ 0 w 762000"/>
                <a:gd name="csY6" fmla="*/ 590550 h 590550"/>
                <a:gd name="csX7" fmla="*/ 19050 w 762000"/>
                <a:gd name="csY7" fmla="*/ 571500 h 590550"/>
                <a:gd name="csX8" fmla="*/ 19050 w 762000"/>
                <a:gd name="csY8" fmla="*/ 152400 h 590550"/>
                <a:gd name="csX9" fmla="*/ 359283 w 762000"/>
                <a:gd name="csY9" fmla="*/ 152400 h 590550"/>
                <a:gd name="csX10" fmla="*/ 742950 w 762000"/>
                <a:gd name="csY10" fmla="*/ 152400 h 590550"/>
                <a:gd name="csX11" fmla="*/ 742950 w 762000"/>
                <a:gd name="csY11" fmla="*/ 571500 h 590550"/>
                <a:gd name="csX12" fmla="*/ 388239 w 762000"/>
                <a:gd name="csY12" fmla="*/ 571500 h 590550"/>
                <a:gd name="csX13" fmla="*/ 19050 w 762000"/>
                <a:gd name="csY13" fmla="*/ 571500 h 590550"/>
                <a:gd name="csX14" fmla="*/ 742950 w 762000"/>
                <a:gd name="csY14" fmla="*/ 19050 h 590550"/>
                <a:gd name="csX15" fmla="*/ 742950 w 762000"/>
                <a:gd name="csY15" fmla="*/ 133350 h 590550"/>
                <a:gd name="csX16" fmla="*/ 373761 w 762000"/>
                <a:gd name="csY16" fmla="*/ 133350 h 590550"/>
                <a:gd name="csX17" fmla="*/ 19050 w 762000"/>
                <a:gd name="csY17" fmla="*/ 133350 h 590550"/>
                <a:gd name="csX18" fmla="*/ 19050 w 762000"/>
                <a:gd name="csY18" fmla="*/ 19050 h 590550"/>
                <a:gd name="csX19" fmla="*/ 395478 w 762000"/>
                <a:gd name="csY19" fmla="*/ 19050 h 590550"/>
                <a:gd name="csX20" fmla="*/ 742950 w 762000"/>
                <a:gd name="csY20" fmla="*/ 19050 h 590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762000" h="590550" fill="none" extrusionOk="0">
                  <a:moveTo>
                    <a:pt x="0" y="590550"/>
                  </a:moveTo>
                  <a:cubicBezTo>
                    <a:pt x="125280" y="565457"/>
                    <a:pt x="268114" y="600228"/>
                    <a:pt x="388620" y="590550"/>
                  </a:cubicBezTo>
                  <a:cubicBezTo>
                    <a:pt x="509126" y="580872"/>
                    <a:pt x="661997" y="602816"/>
                    <a:pt x="762000" y="590550"/>
                  </a:cubicBezTo>
                  <a:cubicBezTo>
                    <a:pt x="714429" y="454041"/>
                    <a:pt x="801435" y="123443"/>
                    <a:pt x="762000" y="0"/>
                  </a:cubicBezTo>
                  <a:cubicBezTo>
                    <a:pt x="638898" y="20488"/>
                    <a:pt x="581116" y="-29312"/>
                    <a:pt x="403860" y="0"/>
                  </a:cubicBezTo>
                  <a:cubicBezTo>
                    <a:pt x="226604" y="29312"/>
                    <a:pt x="94433" y="-30243"/>
                    <a:pt x="0" y="0"/>
                  </a:cubicBezTo>
                  <a:cubicBezTo>
                    <a:pt x="24103" y="259624"/>
                    <a:pt x="-17973" y="353689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17440" y="362395"/>
                    <a:pt x="57177" y="310726"/>
                    <a:pt x="19050" y="152400"/>
                  </a:cubicBezTo>
                  <a:cubicBezTo>
                    <a:pt x="169035" y="132790"/>
                    <a:pt x="221452" y="188570"/>
                    <a:pt x="359283" y="152400"/>
                  </a:cubicBezTo>
                  <a:cubicBezTo>
                    <a:pt x="497114" y="116230"/>
                    <a:pt x="624118" y="154138"/>
                    <a:pt x="742950" y="152400"/>
                  </a:cubicBezTo>
                  <a:cubicBezTo>
                    <a:pt x="778489" y="330828"/>
                    <a:pt x="741863" y="362207"/>
                    <a:pt x="742950" y="571500"/>
                  </a:cubicBezTo>
                  <a:cubicBezTo>
                    <a:pt x="645401" y="608398"/>
                    <a:pt x="517897" y="531493"/>
                    <a:pt x="388239" y="571500"/>
                  </a:cubicBezTo>
                  <a:cubicBezTo>
                    <a:pt x="258581" y="611507"/>
                    <a:pt x="165779" y="567707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44351" y="43220"/>
                    <a:pt x="730953" y="89819"/>
                    <a:pt x="742950" y="133350"/>
                  </a:cubicBezTo>
                  <a:cubicBezTo>
                    <a:pt x="561477" y="148340"/>
                    <a:pt x="543754" y="113442"/>
                    <a:pt x="373761" y="133350"/>
                  </a:cubicBezTo>
                  <a:cubicBezTo>
                    <a:pt x="203768" y="153258"/>
                    <a:pt x="124158" y="118808"/>
                    <a:pt x="19050" y="133350"/>
                  </a:cubicBezTo>
                  <a:cubicBezTo>
                    <a:pt x="14037" y="77712"/>
                    <a:pt x="22118" y="65920"/>
                    <a:pt x="19050" y="19050"/>
                  </a:cubicBezTo>
                  <a:cubicBezTo>
                    <a:pt x="184673" y="16665"/>
                    <a:pt x="246057" y="31289"/>
                    <a:pt x="395478" y="19050"/>
                  </a:cubicBezTo>
                  <a:cubicBezTo>
                    <a:pt x="544899" y="6811"/>
                    <a:pt x="611113" y="58305"/>
                    <a:pt x="742950" y="19050"/>
                  </a:cubicBezTo>
                  <a:close/>
                </a:path>
                <a:path w="762000" h="590550" stroke="0" extrusionOk="0">
                  <a:moveTo>
                    <a:pt x="0" y="590550"/>
                  </a:moveTo>
                  <a:cubicBezTo>
                    <a:pt x="154775" y="558154"/>
                    <a:pt x="220356" y="612445"/>
                    <a:pt x="358140" y="590550"/>
                  </a:cubicBezTo>
                  <a:cubicBezTo>
                    <a:pt x="495924" y="568655"/>
                    <a:pt x="600340" y="604512"/>
                    <a:pt x="762000" y="590550"/>
                  </a:cubicBezTo>
                  <a:cubicBezTo>
                    <a:pt x="738712" y="386816"/>
                    <a:pt x="767145" y="240871"/>
                    <a:pt x="762000" y="0"/>
                  </a:cubicBezTo>
                  <a:cubicBezTo>
                    <a:pt x="585348" y="9617"/>
                    <a:pt x="503224" y="-31931"/>
                    <a:pt x="373380" y="0"/>
                  </a:cubicBezTo>
                  <a:cubicBezTo>
                    <a:pt x="243536" y="31931"/>
                    <a:pt x="75450" y="-13351"/>
                    <a:pt x="0" y="0"/>
                  </a:cubicBezTo>
                  <a:cubicBezTo>
                    <a:pt x="16906" y="120276"/>
                    <a:pt x="-49829" y="349513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4292" y="476438"/>
                    <a:pt x="41088" y="274487"/>
                    <a:pt x="19050" y="152400"/>
                  </a:cubicBezTo>
                  <a:cubicBezTo>
                    <a:pt x="168273" y="110561"/>
                    <a:pt x="282548" y="172153"/>
                    <a:pt x="381000" y="152400"/>
                  </a:cubicBezTo>
                  <a:cubicBezTo>
                    <a:pt x="479452" y="132647"/>
                    <a:pt x="616942" y="176757"/>
                    <a:pt x="742950" y="152400"/>
                  </a:cubicBezTo>
                  <a:cubicBezTo>
                    <a:pt x="786562" y="310896"/>
                    <a:pt x="730505" y="463900"/>
                    <a:pt x="742950" y="571500"/>
                  </a:cubicBezTo>
                  <a:cubicBezTo>
                    <a:pt x="661936" y="575281"/>
                    <a:pt x="547873" y="537137"/>
                    <a:pt x="373761" y="571500"/>
                  </a:cubicBezTo>
                  <a:cubicBezTo>
                    <a:pt x="199649" y="605863"/>
                    <a:pt x="135744" y="536574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51566" y="63812"/>
                    <a:pt x="733453" y="96224"/>
                    <a:pt x="742950" y="133350"/>
                  </a:cubicBezTo>
                  <a:cubicBezTo>
                    <a:pt x="628384" y="141133"/>
                    <a:pt x="472624" y="114379"/>
                    <a:pt x="366522" y="133350"/>
                  </a:cubicBezTo>
                  <a:cubicBezTo>
                    <a:pt x="260420" y="152321"/>
                    <a:pt x="95857" y="127960"/>
                    <a:pt x="19050" y="133350"/>
                  </a:cubicBezTo>
                  <a:cubicBezTo>
                    <a:pt x="7134" y="100730"/>
                    <a:pt x="25888" y="52179"/>
                    <a:pt x="19050" y="19050"/>
                  </a:cubicBezTo>
                  <a:cubicBezTo>
                    <a:pt x="174631" y="-17870"/>
                    <a:pt x="304189" y="38168"/>
                    <a:pt x="381000" y="19050"/>
                  </a:cubicBezTo>
                  <a:cubicBezTo>
                    <a:pt x="457811" y="-68"/>
                    <a:pt x="605912" y="48223"/>
                    <a:pt x="74295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498960035">
                    <a:custGeom>
                      <a:avLst/>
                      <a:gdLst>
                        <a:gd name="connsiteX0" fmla="*/ 0 w 762000"/>
                        <a:gd name="connsiteY0" fmla="*/ 590550 h 590550"/>
                        <a:gd name="connsiteX1" fmla="*/ 762000 w 762000"/>
                        <a:gd name="connsiteY1" fmla="*/ 590550 h 590550"/>
                        <a:gd name="connsiteX2" fmla="*/ 762000 w 762000"/>
                        <a:gd name="connsiteY2" fmla="*/ 0 h 590550"/>
                        <a:gd name="connsiteX3" fmla="*/ 0 w 762000"/>
                        <a:gd name="connsiteY3" fmla="*/ 0 h 590550"/>
                        <a:gd name="connsiteX4" fmla="*/ 19050 w 762000"/>
                        <a:gd name="connsiteY4" fmla="*/ 571500 h 590550"/>
                        <a:gd name="connsiteX5" fmla="*/ 19050 w 762000"/>
                        <a:gd name="connsiteY5" fmla="*/ 152400 h 590550"/>
                        <a:gd name="connsiteX6" fmla="*/ 742950 w 762000"/>
                        <a:gd name="connsiteY6" fmla="*/ 152400 h 590550"/>
                        <a:gd name="connsiteX7" fmla="*/ 742950 w 762000"/>
                        <a:gd name="connsiteY7" fmla="*/ 571500 h 590550"/>
                        <a:gd name="connsiteX8" fmla="*/ 742950 w 762000"/>
                        <a:gd name="connsiteY8" fmla="*/ 19050 h 590550"/>
                        <a:gd name="connsiteX9" fmla="*/ 742950 w 762000"/>
                        <a:gd name="connsiteY9" fmla="*/ 133350 h 590550"/>
                        <a:gd name="connsiteX10" fmla="*/ 19050 w 762000"/>
                        <a:gd name="connsiteY10" fmla="*/ 133350 h 590550"/>
                        <a:gd name="connsiteX11" fmla="*/ 19050 w 762000"/>
                        <a:gd name="connsiteY11" fmla="*/ 19050 h 5905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</a:cxnLst>
                      <a:rect l="l" t="t" r="r" b="b"/>
                      <a:pathLst>
                        <a:path w="762000" h="590550">
                          <a:moveTo>
                            <a:pt x="0" y="590550"/>
                          </a:moveTo>
                          <a:lnTo>
                            <a:pt x="762000" y="590550"/>
                          </a:lnTo>
                          <a:lnTo>
                            <a:pt x="762000" y="0"/>
                          </a:lnTo>
                          <a:lnTo>
                            <a:pt x="0" y="0"/>
                          </a:lnTo>
                          <a:close/>
                          <a:moveTo>
                            <a:pt x="19050" y="571500"/>
                          </a:moveTo>
                          <a:lnTo>
                            <a:pt x="19050" y="152400"/>
                          </a:lnTo>
                          <a:lnTo>
                            <a:pt x="742950" y="152400"/>
                          </a:lnTo>
                          <a:lnTo>
                            <a:pt x="742950" y="571500"/>
                          </a:lnTo>
                          <a:close/>
                          <a:moveTo>
                            <a:pt x="742950" y="19050"/>
                          </a:moveTo>
                          <a:lnTo>
                            <a:pt x="742950" y="133350"/>
                          </a:lnTo>
                          <a:lnTo>
                            <a:pt x="19050" y="133350"/>
                          </a:lnTo>
                          <a:lnTo>
                            <a:pt x="1905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30"/>
            <p:cNvSpPr/>
            <p:nvPr/>
          </p:nvSpPr>
          <p:spPr>
            <a:xfrm>
              <a:off x="621982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6668" y="31495"/>
                    <a:pt x="28642" y="37612"/>
                    <a:pt x="19050" y="38100"/>
                  </a:cubicBezTo>
                  <a:cubicBezTo>
                    <a:pt x="9830" y="38864"/>
                    <a:pt x="-602" y="29313"/>
                    <a:pt x="0" y="19050"/>
                  </a:cubicBezTo>
                  <a:cubicBezTo>
                    <a:pt x="71" y="8241"/>
                    <a:pt x="8755" y="-475"/>
                    <a:pt x="19050" y="0"/>
                  </a:cubicBezTo>
                  <a:cubicBezTo>
                    <a:pt x="30529" y="2953"/>
                    <a:pt x="37016" y="9222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9774" y="26900"/>
                    <a:pt x="28299" y="37085"/>
                    <a:pt x="19050" y="38100"/>
                  </a:cubicBezTo>
                  <a:cubicBezTo>
                    <a:pt x="9810" y="38297"/>
                    <a:pt x="-1109" y="32155"/>
                    <a:pt x="0" y="19050"/>
                  </a:cubicBezTo>
                  <a:cubicBezTo>
                    <a:pt x="1618" y="8508"/>
                    <a:pt x="8531" y="231"/>
                    <a:pt x="19050" y="0"/>
                  </a:cubicBezTo>
                  <a:cubicBezTo>
                    <a:pt x="30465" y="-1109"/>
                    <a:pt x="38645" y="8775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801459907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31"/>
            <p:cNvSpPr/>
            <p:nvPr/>
          </p:nvSpPr>
          <p:spPr>
            <a:xfrm>
              <a:off x="6286500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7148" y="27866"/>
                    <a:pt x="31150" y="39814"/>
                    <a:pt x="19050" y="38100"/>
                  </a:cubicBezTo>
                  <a:cubicBezTo>
                    <a:pt x="8503" y="40197"/>
                    <a:pt x="446" y="30213"/>
                    <a:pt x="0" y="19050"/>
                  </a:cubicBezTo>
                  <a:cubicBezTo>
                    <a:pt x="2158" y="9554"/>
                    <a:pt x="6247" y="174"/>
                    <a:pt x="19050" y="0"/>
                  </a:cubicBezTo>
                  <a:cubicBezTo>
                    <a:pt x="31189" y="123"/>
                    <a:pt x="40255" y="9425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6702" y="28517"/>
                    <a:pt x="30289" y="38205"/>
                    <a:pt x="19050" y="38100"/>
                  </a:cubicBezTo>
                  <a:cubicBezTo>
                    <a:pt x="8050" y="37989"/>
                    <a:pt x="2019" y="31677"/>
                    <a:pt x="0" y="19050"/>
                  </a:cubicBezTo>
                  <a:cubicBezTo>
                    <a:pt x="352" y="9041"/>
                    <a:pt x="7961" y="-1347"/>
                    <a:pt x="19050" y="0"/>
                  </a:cubicBezTo>
                  <a:cubicBezTo>
                    <a:pt x="28406" y="-1785"/>
                    <a:pt x="37107" y="7113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741904289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32"/>
            <p:cNvSpPr/>
            <p:nvPr/>
          </p:nvSpPr>
          <p:spPr>
            <a:xfrm>
              <a:off x="635317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40484" y="27911"/>
                    <a:pt x="28318" y="38040"/>
                    <a:pt x="19050" y="38100"/>
                  </a:cubicBezTo>
                  <a:cubicBezTo>
                    <a:pt x="6219" y="37740"/>
                    <a:pt x="1168" y="27565"/>
                    <a:pt x="0" y="19050"/>
                  </a:cubicBezTo>
                  <a:cubicBezTo>
                    <a:pt x="-1210" y="9994"/>
                    <a:pt x="10441" y="-1791"/>
                    <a:pt x="19050" y="0"/>
                  </a:cubicBezTo>
                  <a:cubicBezTo>
                    <a:pt x="28904" y="1053"/>
                    <a:pt x="37238" y="6479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8795" y="29284"/>
                    <a:pt x="26912" y="37258"/>
                    <a:pt x="19050" y="38100"/>
                  </a:cubicBezTo>
                  <a:cubicBezTo>
                    <a:pt x="10193" y="38587"/>
                    <a:pt x="-2503" y="29971"/>
                    <a:pt x="0" y="19050"/>
                  </a:cubicBezTo>
                  <a:cubicBezTo>
                    <a:pt x="-9" y="8962"/>
                    <a:pt x="9807" y="15"/>
                    <a:pt x="19050" y="0"/>
                  </a:cubicBezTo>
                  <a:cubicBezTo>
                    <a:pt x="29850" y="-183"/>
                    <a:pt x="39296" y="8072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078833563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6" name="Screen label"/>
          <p:cNvSpPr txBox="1"/>
          <p:nvPr/>
        </p:nvSpPr>
        <p:spPr>
          <a:xfrm>
            <a:off x="8732520" y="5029200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Hiker's Screen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43" name="Stack 2"/>
          <p:cNvGrpSpPr/>
          <p:nvPr/>
        </p:nvGrpSpPr>
        <p:grpSpPr>
          <a:xfrm>
            <a:off x="1545336" y="3024975"/>
            <a:ext cx="822960" cy="822960"/>
            <a:chOff x="0" y="0"/>
            <a:chExt cx="822960" cy="822960"/>
          </a:xfrm>
        </p:grpSpPr>
        <p:sp>
          <p:nvSpPr>
            <p:cNvPr id="144" name="Stack 2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Stack 2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987" y="76333"/>
                    <a:pt x="22310" y="70667"/>
                    <a:pt x="23000" y="65000"/>
                  </a:cubicBezTo>
                  <a:cubicBezTo>
                    <a:pt x="23705" y="59333"/>
                    <a:pt x="22000" y="53667"/>
                    <a:pt x="23000" y="48000"/>
                  </a:cubicBezTo>
                  <a:cubicBezTo>
                    <a:pt x="23716" y="42333"/>
                    <a:pt x="23787" y="36667"/>
                    <a:pt x="23000" y="31000"/>
                  </a:cubicBezTo>
                  <a:cubicBezTo>
                    <a:pt x="22772" y="25333"/>
                    <a:pt x="21982" y="19667"/>
                    <a:pt x="23000" y="14000"/>
                  </a:cubicBezTo>
                  <a:cubicBezTo>
                    <a:pt x="31333" y="13093"/>
                    <a:pt x="39667" y="14647"/>
                    <a:pt x="48000" y="14000"/>
                  </a:cubicBezTo>
                  <a:cubicBezTo>
                    <a:pt x="47269" y="21000"/>
                    <a:pt x="46978" y="28000"/>
                    <a:pt x="48000" y="35000"/>
                  </a:cubicBezTo>
                  <a:cubicBezTo>
                    <a:pt x="56333" y="35993"/>
                    <a:pt x="64667" y="35056"/>
                    <a:pt x="73000" y="35000"/>
                  </a:cubicBezTo>
                  <a:cubicBezTo>
                    <a:pt x="73932" y="42833"/>
                    <a:pt x="72073" y="50667"/>
                    <a:pt x="73000" y="58500"/>
                  </a:cubicBezTo>
                  <a:cubicBezTo>
                    <a:pt x="72309" y="66333"/>
                    <a:pt x="73088" y="74167"/>
                    <a:pt x="73000" y="82000"/>
                  </a:cubicBezTo>
                  <a:cubicBezTo>
                    <a:pt x="67444" y="81552"/>
                    <a:pt x="61889" y="81609"/>
                    <a:pt x="56333" y="82000"/>
                  </a:cubicBezTo>
                  <a:cubicBezTo>
                    <a:pt x="50778" y="81624"/>
                    <a:pt x="45222" y="82285"/>
                    <a:pt x="39667" y="82000"/>
                  </a:cubicBezTo>
                  <a:cubicBezTo>
                    <a:pt x="34111" y="81696"/>
                    <a:pt x="28556" y="81781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809" y="21025"/>
                    <a:pt x="61876" y="25290"/>
                    <a:pt x="66500" y="29000"/>
                  </a:cubicBezTo>
                  <a:cubicBezTo>
                    <a:pt x="62333" y="29298"/>
                    <a:pt x="58167" y="28677"/>
                    <a:pt x="54000" y="29000"/>
                  </a:cubicBezTo>
                  <a:cubicBezTo>
                    <a:pt x="54404" y="24833"/>
                    <a:pt x="53886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22"/>
                    <a:pt x="41667" y="8434"/>
                    <a:pt x="35500" y="8000"/>
                  </a:cubicBezTo>
                  <a:cubicBezTo>
                    <a:pt x="29333" y="8497"/>
                    <a:pt x="23167" y="7231"/>
                    <a:pt x="17000" y="8000"/>
                  </a:cubicBezTo>
                  <a:cubicBezTo>
                    <a:pt x="17574" y="14667"/>
                    <a:pt x="16739" y="21333"/>
                    <a:pt x="17000" y="28000"/>
                  </a:cubicBezTo>
                  <a:cubicBezTo>
                    <a:pt x="17699" y="34667"/>
                    <a:pt x="17090" y="41333"/>
                    <a:pt x="17000" y="48000"/>
                  </a:cubicBezTo>
                  <a:cubicBezTo>
                    <a:pt x="17133" y="54667"/>
                    <a:pt x="17611" y="61333"/>
                    <a:pt x="17000" y="68000"/>
                  </a:cubicBezTo>
                  <a:cubicBezTo>
                    <a:pt x="17388" y="74667"/>
                    <a:pt x="16173" y="81333"/>
                    <a:pt x="17000" y="88000"/>
                  </a:cubicBezTo>
                  <a:cubicBezTo>
                    <a:pt x="23889" y="87851"/>
                    <a:pt x="30778" y="87908"/>
                    <a:pt x="37667" y="88000"/>
                  </a:cubicBezTo>
                  <a:cubicBezTo>
                    <a:pt x="44556" y="88768"/>
                    <a:pt x="51444" y="88268"/>
                    <a:pt x="58333" y="88000"/>
                  </a:cubicBezTo>
                  <a:cubicBezTo>
                    <a:pt x="65222" y="88162"/>
                    <a:pt x="72111" y="87166"/>
                    <a:pt x="79000" y="88000"/>
                  </a:cubicBezTo>
                  <a:cubicBezTo>
                    <a:pt x="79517" y="81556"/>
                    <a:pt x="80129" y="75111"/>
                    <a:pt x="79000" y="68667"/>
                  </a:cubicBezTo>
                  <a:cubicBezTo>
                    <a:pt x="79095" y="62222"/>
                    <a:pt x="78718" y="55778"/>
                    <a:pt x="79000" y="49333"/>
                  </a:cubicBezTo>
                  <a:cubicBezTo>
                    <a:pt x="78829" y="42889"/>
                    <a:pt x="79283" y="36444"/>
                    <a:pt x="79000" y="30000"/>
                  </a:cubicBezTo>
                  <a:cubicBezTo>
                    <a:pt x="74641" y="26552"/>
                    <a:pt x="70016" y="23406"/>
                    <a:pt x="66500" y="19000"/>
                  </a:cubicBezTo>
                  <a:cubicBezTo>
                    <a:pt x="62627" y="14999"/>
                    <a:pt x="57973" y="11887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22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987" y="76333"/>
                            <a:pt x="22310" y="70667"/>
                            <a:pt x="23000" y="65000"/>
                          </a:cubicBezTo>
                          <a:cubicBezTo>
                            <a:pt x="23705" y="59333"/>
                            <a:pt x="22000" y="53667"/>
                            <a:pt x="23000" y="48000"/>
                          </a:cubicBezTo>
                          <a:cubicBezTo>
                            <a:pt x="23716" y="42333"/>
                            <a:pt x="23787" y="36667"/>
                            <a:pt x="23000" y="31000"/>
                          </a:cubicBezTo>
                          <a:cubicBezTo>
                            <a:pt x="22772" y="25333"/>
                            <a:pt x="21982" y="19667"/>
                            <a:pt x="23000" y="14000"/>
                          </a:cubicBezTo>
                          <a:cubicBezTo>
                            <a:pt x="31333" y="13093"/>
                            <a:pt x="39667" y="14647"/>
                            <a:pt x="48000" y="14000"/>
                          </a:cubicBezTo>
                          <a:cubicBezTo>
                            <a:pt x="47269" y="21000"/>
                            <a:pt x="46978" y="28000"/>
                            <a:pt x="48000" y="35000"/>
                          </a:cubicBezTo>
                          <a:cubicBezTo>
                            <a:pt x="56333" y="35993"/>
                            <a:pt x="64667" y="35056"/>
                            <a:pt x="73000" y="35000"/>
                          </a:cubicBezTo>
                          <a:cubicBezTo>
                            <a:pt x="73932" y="42833"/>
                            <a:pt x="72073" y="50667"/>
                            <a:pt x="73000" y="58500"/>
                          </a:cubicBezTo>
                          <a:cubicBezTo>
                            <a:pt x="72309" y="66333"/>
                            <a:pt x="73088" y="74167"/>
                            <a:pt x="73000" y="82000"/>
                          </a:cubicBezTo>
                          <a:cubicBezTo>
                            <a:pt x="67444" y="81552"/>
                            <a:pt x="61889" y="81609"/>
                            <a:pt x="56333" y="82000"/>
                          </a:cubicBezTo>
                          <a:cubicBezTo>
                            <a:pt x="50778" y="81624"/>
                            <a:pt x="45222" y="82285"/>
                            <a:pt x="39667" y="82000"/>
                          </a:cubicBezTo>
                          <a:cubicBezTo>
                            <a:pt x="34111" y="81696"/>
                            <a:pt x="28556" y="81781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809" y="21025"/>
                            <a:pt x="61876" y="25290"/>
                            <a:pt x="66500" y="29000"/>
                          </a:cubicBezTo>
                          <a:cubicBezTo>
                            <a:pt x="62333" y="29298"/>
                            <a:pt x="58167" y="28677"/>
                            <a:pt x="54000" y="29000"/>
                          </a:cubicBezTo>
                          <a:cubicBezTo>
                            <a:pt x="54404" y="24833"/>
                            <a:pt x="5388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22"/>
                            <a:pt x="41667" y="8434"/>
                            <a:pt x="35500" y="8000"/>
                          </a:cubicBezTo>
                          <a:cubicBezTo>
                            <a:pt x="29333" y="8497"/>
                            <a:pt x="23167" y="7231"/>
                            <a:pt x="17000" y="8000"/>
                          </a:cubicBezTo>
                          <a:cubicBezTo>
                            <a:pt x="17574" y="14667"/>
                            <a:pt x="16739" y="21333"/>
                            <a:pt x="17000" y="28000"/>
                          </a:cubicBezTo>
                          <a:cubicBezTo>
                            <a:pt x="17699" y="34667"/>
                            <a:pt x="17090" y="41333"/>
                            <a:pt x="17000" y="48000"/>
                          </a:cubicBezTo>
                          <a:cubicBezTo>
                            <a:pt x="17133" y="54667"/>
                            <a:pt x="17611" y="61333"/>
                            <a:pt x="17000" y="68000"/>
                          </a:cubicBezTo>
                          <a:cubicBezTo>
                            <a:pt x="17388" y="74667"/>
                            <a:pt x="16173" y="81333"/>
                            <a:pt x="17000" y="88000"/>
                          </a:cubicBezTo>
                          <a:cubicBezTo>
                            <a:pt x="23889" y="87851"/>
                            <a:pt x="30778" y="87908"/>
                            <a:pt x="37667" y="88000"/>
                          </a:cubicBezTo>
                          <a:cubicBezTo>
                            <a:pt x="44556" y="88768"/>
                            <a:pt x="51444" y="88268"/>
                            <a:pt x="58333" y="88000"/>
                          </a:cubicBezTo>
                          <a:cubicBezTo>
                            <a:pt x="65222" y="88162"/>
                            <a:pt x="72111" y="87166"/>
                            <a:pt x="79000" y="88000"/>
                          </a:cubicBezTo>
                          <a:cubicBezTo>
                            <a:pt x="79517" y="81556"/>
                            <a:pt x="80129" y="75111"/>
                            <a:pt x="79000" y="68667"/>
                          </a:cubicBezTo>
                          <a:cubicBezTo>
                            <a:pt x="79095" y="62222"/>
                            <a:pt x="78718" y="55778"/>
                            <a:pt x="79000" y="49333"/>
                          </a:cubicBezTo>
                          <a:cubicBezTo>
                            <a:pt x="78829" y="42889"/>
                            <a:pt x="79283" y="36444"/>
                            <a:pt x="79000" y="30000"/>
                          </a:cubicBezTo>
                          <a:cubicBezTo>
                            <a:pt x="74641" y="26552"/>
                            <a:pt x="70016" y="23406"/>
                            <a:pt x="66500" y="19000"/>
                          </a:cubicBezTo>
                          <a:cubicBezTo>
                            <a:pt x="62627" y="14999"/>
                            <a:pt x="57973" y="11887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Stack 2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94"/>
                    <a:pt x="41667" y="44690"/>
                    <a:pt x="48000" y="45000"/>
                  </a:cubicBezTo>
                  <a:cubicBezTo>
                    <a:pt x="54333" y="44336"/>
                    <a:pt x="60667" y="46121"/>
                    <a:pt x="67000" y="45000"/>
                  </a:cubicBezTo>
                  <a:cubicBezTo>
                    <a:pt x="67181" y="46333"/>
                    <a:pt x="66900" y="47667"/>
                    <a:pt x="67000" y="49000"/>
                  </a:cubicBezTo>
                  <a:cubicBezTo>
                    <a:pt x="60667" y="50039"/>
                    <a:pt x="54333" y="49112"/>
                    <a:pt x="48000" y="49000"/>
                  </a:cubicBezTo>
                  <a:cubicBezTo>
                    <a:pt x="41667" y="48174"/>
                    <a:pt x="35333" y="50133"/>
                    <a:pt x="29000" y="49000"/>
                  </a:cubicBezTo>
                  <a:cubicBezTo>
                    <a:pt x="29017" y="47667"/>
                    <a:pt x="29041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14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94"/>
                            <a:pt x="41667" y="44690"/>
                            <a:pt x="48000" y="45000"/>
                          </a:cubicBezTo>
                          <a:cubicBezTo>
                            <a:pt x="54333" y="44336"/>
                            <a:pt x="60667" y="46121"/>
                            <a:pt x="67000" y="45000"/>
                          </a:cubicBezTo>
                          <a:cubicBezTo>
                            <a:pt x="67181" y="46333"/>
                            <a:pt x="66900" y="47667"/>
                            <a:pt x="67000" y="49000"/>
                          </a:cubicBezTo>
                          <a:cubicBezTo>
                            <a:pt x="60667" y="50039"/>
                            <a:pt x="54333" y="49112"/>
                            <a:pt x="48000" y="49000"/>
                          </a:cubicBezTo>
                          <a:cubicBezTo>
                            <a:pt x="41667" y="48174"/>
                            <a:pt x="35333" y="50133"/>
                            <a:pt x="29000" y="49000"/>
                          </a:cubicBezTo>
                          <a:cubicBezTo>
                            <a:pt x="29017" y="47667"/>
                            <a:pt x="29041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Stack 2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960"/>
                    <a:pt x="37667" y="37506"/>
                    <a:pt x="42000" y="37000"/>
                  </a:cubicBezTo>
                  <a:cubicBezTo>
                    <a:pt x="41884" y="38333"/>
                    <a:pt x="42128" y="39667"/>
                    <a:pt x="42000" y="41000"/>
                  </a:cubicBezTo>
                  <a:cubicBezTo>
                    <a:pt x="37667" y="40885"/>
                    <a:pt x="33333" y="40329"/>
                    <a:pt x="29000" y="41000"/>
                  </a:cubicBezTo>
                  <a:cubicBezTo>
                    <a:pt x="28884" y="39667"/>
                    <a:pt x="2922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06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60"/>
                            <a:pt x="37667" y="37506"/>
                            <a:pt x="42000" y="37000"/>
                          </a:cubicBezTo>
                          <a:cubicBezTo>
                            <a:pt x="41884" y="38333"/>
                            <a:pt x="42128" y="39667"/>
                            <a:pt x="42000" y="41000"/>
                          </a:cubicBezTo>
                          <a:cubicBezTo>
                            <a:pt x="37667" y="40885"/>
                            <a:pt x="33333" y="40329"/>
                            <a:pt x="29000" y="41000"/>
                          </a:cubicBezTo>
                          <a:cubicBezTo>
                            <a:pt x="28884" y="39667"/>
                            <a:pt x="2922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Stack 2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526"/>
                    <a:pt x="41667" y="53063"/>
                    <a:pt x="48000" y="53000"/>
                  </a:cubicBezTo>
                  <a:cubicBezTo>
                    <a:pt x="54333" y="53712"/>
                    <a:pt x="60667" y="51999"/>
                    <a:pt x="67000" y="53000"/>
                  </a:cubicBezTo>
                  <a:cubicBezTo>
                    <a:pt x="66771" y="54333"/>
                    <a:pt x="67153" y="55667"/>
                    <a:pt x="67000" y="57000"/>
                  </a:cubicBezTo>
                  <a:cubicBezTo>
                    <a:pt x="60667" y="57026"/>
                    <a:pt x="54333" y="57719"/>
                    <a:pt x="48000" y="57000"/>
                  </a:cubicBezTo>
                  <a:cubicBezTo>
                    <a:pt x="41667" y="57629"/>
                    <a:pt x="35333" y="56727"/>
                    <a:pt x="29000" y="57000"/>
                  </a:cubicBezTo>
                  <a:cubicBezTo>
                    <a:pt x="28950" y="55667"/>
                    <a:pt x="2881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97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526"/>
                            <a:pt x="41667" y="53063"/>
                            <a:pt x="48000" y="53000"/>
                          </a:cubicBezTo>
                          <a:cubicBezTo>
                            <a:pt x="54333" y="53712"/>
                            <a:pt x="60667" y="51999"/>
                            <a:pt x="67000" y="53000"/>
                          </a:cubicBezTo>
                          <a:cubicBezTo>
                            <a:pt x="66771" y="54333"/>
                            <a:pt x="67153" y="55667"/>
                            <a:pt x="67000" y="57000"/>
                          </a:cubicBezTo>
                          <a:cubicBezTo>
                            <a:pt x="60667" y="57026"/>
                            <a:pt x="54333" y="57719"/>
                            <a:pt x="48000" y="57000"/>
                          </a:cubicBezTo>
                          <a:cubicBezTo>
                            <a:pt x="41667" y="57629"/>
                            <a:pt x="35333" y="56727"/>
                            <a:pt x="29000" y="57000"/>
                          </a:cubicBezTo>
                          <a:cubicBezTo>
                            <a:pt x="28950" y="55667"/>
                            <a:pt x="2881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Stack 2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318"/>
                    <a:pt x="41667" y="61155"/>
                    <a:pt x="48000" y="61000"/>
                  </a:cubicBezTo>
                  <a:cubicBezTo>
                    <a:pt x="54333" y="60625"/>
                    <a:pt x="60667" y="60757"/>
                    <a:pt x="67000" y="61000"/>
                  </a:cubicBezTo>
                  <a:cubicBezTo>
                    <a:pt x="66874" y="62333"/>
                    <a:pt x="67031" y="63667"/>
                    <a:pt x="67000" y="65000"/>
                  </a:cubicBezTo>
                  <a:cubicBezTo>
                    <a:pt x="60667" y="65822"/>
                    <a:pt x="54333" y="63937"/>
                    <a:pt x="48000" y="65000"/>
                  </a:cubicBezTo>
                  <a:cubicBezTo>
                    <a:pt x="41667" y="65660"/>
                    <a:pt x="35333" y="64854"/>
                    <a:pt x="29000" y="65000"/>
                  </a:cubicBezTo>
                  <a:cubicBezTo>
                    <a:pt x="29064" y="63667"/>
                    <a:pt x="29222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89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318"/>
                            <a:pt x="41667" y="61155"/>
                            <a:pt x="48000" y="61000"/>
                          </a:cubicBezTo>
                          <a:cubicBezTo>
                            <a:pt x="54333" y="60625"/>
                            <a:pt x="60667" y="60757"/>
                            <a:pt x="67000" y="61000"/>
                          </a:cubicBezTo>
                          <a:cubicBezTo>
                            <a:pt x="66874" y="62333"/>
                            <a:pt x="67031" y="63667"/>
                            <a:pt x="67000" y="65000"/>
                          </a:cubicBezTo>
                          <a:cubicBezTo>
                            <a:pt x="60667" y="65822"/>
                            <a:pt x="54333" y="63937"/>
                            <a:pt x="48000" y="65000"/>
                          </a:cubicBezTo>
                          <a:cubicBezTo>
                            <a:pt x="41667" y="65660"/>
                            <a:pt x="35333" y="64854"/>
                            <a:pt x="29000" y="65000"/>
                          </a:cubicBezTo>
                          <a:cubicBezTo>
                            <a:pt x="29064" y="63667"/>
                            <a:pt x="29222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Stack 2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567"/>
                    <a:pt x="41667" y="69611"/>
                    <a:pt x="48000" y="69000"/>
                  </a:cubicBezTo>
                  <a:cubicBezTo>
                    <a:pt x="54333" y="70122"/>
                    <a:pt x="60667" y="68085"/>
                    <a:pt x="67000" y="69000"/>
                  </a:cubicBezTo>
                  <a:cubicBezTo>
                    <a:pt x="66803" y="70333"/>
                    <a:pt x="67037" y="71667"/>
                    <a:pt x="67000" y="73000"/>
                  </a:cubicBezTo>
                  <a:cubicBezTo>
                    <a:pt x="60667" y="72428"/>
                    <a:pt x="54333" y="73213"/>
                    <a:pt x="48000" y="73000"/>
                  </a:cubicBezTo>
                  <a:cubicBezTo>
                    <a:pt x="41667" y="72355"/>
                    <a:pt x="35333" y="72752"/>
                    <a:pt x="29000" y="73000"/>
                  </a:cubicBezTo>
                  <a:cubicBezTo>
                    <a:pt x="28793" y="71667"/>
                    <a:pt x="28895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81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567"/>
                            <a:pt x="41667" y="69611"/>
                            <a:pt x="48000" y="69000"/>
                          </a:cubicBezTo>
                          <a:cubicBezTo>
                            <a:pt x="54333" y="70122"/>
                            <a:pt x="60667" y="68085"/>
                            <a:pt x="67000" y="69000"/>
                          </a:cubicBezTo>
                          <a:cubicBezTo>
                            <a:pt x="66803" y="70333"/>
                            <a:pt x="67037" y="71667"/>
                            <a:pt x="67000" y="73000"/>
                          </a:cubicBezTo>
                          <a:cubicBezTo>
                            <a:pt x="60667" y="72428"/>
                            <a:pt x="54333" y="73213"/>
                            <a:pt x="48000" y="73000"/>
                          </a:cubicBezTo>
                          <a:cubicBezTo>
                            <a:pt x="41667" y="72355"/>
                            <a:pt x="35333" y="72752"/>
                            <a:pt x="29000" y="73000"/>
                          </a:cubicBezTo>
                          <a:cubicBezTo>
                            <a:pt x="28793" y="71667"/>
                            <a:pt x="28895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51" name="Stack 1"/>
          <p:cNvGrpSpPr/>
          <p:nvPr/>
        </p:nvGrpSpPr>
        <p:grpSpPr>
          <a:xfrm>
            <a:off x="1435608" y="3134703"/>
            <a:ext cx="822960" cy="822960"/>
            <a:chOff x="0" y="0"/>
            <a:chExt cx="822960" cy="822960"/>
          </a:xfrm>
        </p:grpSpPr>
        <p:sp>
          <p:nvSpPr>
            <p:cNvPr id="152" name="Stack 1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Stack 1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109" y="76333"/>
                    <a:pt x="22132" y="70667"/>
                    <a:pt x="23000" y="65000"/>
                  </a:cubicBezTo>
                  <a:cubicBezTo>
                    <a:pt x="23164" y="59333"/>
                    <a:pt x="23325" y="53667"/>
                    <a:pt x="23000" y="48000"/>
                  </a:cubicBezTo>
                  <a:cubicBezTo>
                    <a:pt x="22251" y="42333"/>
                    <a:pt x="22532" y="36667"/>
                    <a:pt x="23000" y="31000"/>
                  </a:cubicBezTo>
                  <a:cubicBezTo>
                    <a:pt x="22073" y="25333"/>
                    <a:pt x="22370" y="19667"/>
                    <a:pt x="23000" y="14000"/>
                  </a:cubicBezTo>
                  <a:cubicBezTo>
                    <a:pt x="31333" y="13068"/>
                    <a:pt x="39667" y="13056"/>
                    <a:pt x="48000" y="14000"/>
                  </a:cubicBezTo>
                  <a:cubicBezTo>
                    <a:pt x="48442" y="21000"/>
                    <a:pt x="47499" y="28000"/>
                    <a:pt x="48000" y="35000"/>
                  </a:cubicBezTo>
                  <a:cubicBezTo>
                    <a:pt x="56333" y="35076"/>
                    <a:pt x="64667" y="35139"/>
                    <a:pt x="73000" y="35000"/>
                  </a:cubicBezTo>
                  <a:cubicBezTo>
                    <a:pt x="73167" y="42833"/>
                    <a:pt x="72006" y="50667"/>
                    <a:pt x="73000" y="58500"/>
                  </a:cubicBezTo>
                  <a:cubicBezTo>
                    <a:pt x="72819" y="66333"/>
                    <a:pt x="72267" y="74167"/>
                    <a:pt x="73000" y="82000"/>
                  </a:cubicBezTo>
                  <a:cubicBezTo>
                    <a:pt x="67444" y="81688"/>
                    <a:pt x="61889" y="82943"/>
                    <a:pt x="56333" y="82000"/>
                  </a:cubicBezTo>
                  <a:cubicBezTo>
                    <a:pt x="50778" y="82206"/>
                    <a:pt x="45222" y="81256"/>
                    <a:pt x="39667" y="82000"/>
                  </a:cubicBezTo>
                  <a:cubicBezTo>
                    <a:pt x="34111" y="82426"/>
                    <a:pt x="28556" y="8100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178" y="20656"/>
                    <a:pt x="62534" y="24633"/>
                    <a:pt x="66500" y="29000"/>
                  </a:cubicBezTo>
                  <a:cubicBezTo>
                    <a:pt x="62333" y="29287"/>
                    <a:pt x="58167" y="28768"/>
                    <a:pt x="54000" y="29000"/>
                  </a:cubicBezTo>
                  <a:cubicBezTo>
                    <a:pt x="54673" y="24833"/>
                    <a:pt x="54049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375"/>
                    <a:pt x="41667" y="6894"/>
                    <a:pt x="35500" y="8000"/>
                  </a:cubicBezTo>
                  <a:cubicBezTo>
                    <a:pt x="29333" y="8680"/>
                    <a:pt x="23167" y="8064"/>
                    <a:pt x="17000" y="8000"/>
                  </a:cubicBezTo>
                  <a:cubicBezTo>
                    <a:pt x="15896" y="14667"/>
                    <a:pt x="15873" y="21333"/>
                    <a:pt x="17000" y="28000"/>
                  </a:cubicBezTo>
                  <a:cubicBezTo>
                    <a:pt x="16276" y="34667"/>
                    <a:pt x="17940" y="41333"/>
                    <a:pt x="17000" y="48000"/>
                  </a:cubicBezTo>
                  <a:cubicBezTo>
                    <a:pt x="17452" y="54667"/>
                    <a:pt x="17565" y="61333"/>
                    <a:pt x="17000" y="68000"/>
                  </a:cubicBezTo>
                  <a:cubicBezTo>
                    <a:pt x="16515" y="74667"/>
                    <a:pt x="16414" y="81333"/>
                    <a:pt x="17000" y="88000"/>
                  </a:cubicBezTo>
                  <a:cubicBezTo>
                    <a:pt x="23889" y="88802"/>
                    <a:pt x="30778" y="88737"/>
                    <a:pt x="37667" y="88000"/>
                  </a:cubicBezTo>
                  <a:cubicBezTo>
                    <a:pt x="44556" y="88471"/>
                    <a:pt x="51444" y="88557"/>
                    <a:pt x="58333" y="88000"/>
                  </a:cubicBezTo>
                  <a:cubicBezTo>
                    <a:pt x="65222" y="87419"/>
                    <a:pt x="72111" y="88108"/>
                    <a:pt x="79000" y="88000"/>
                  </a:cubicBezTo>
                  <a:cubicBezTo>
                    <a:pt x="78672" y="81556"/>
                    <a:pt x="78007" y="75111"/>
                    <a:pt x="79000" y="68667"/>
                  </a:cubicBezTo>
                  <a:cubicBezTo>
                    <a:pt x="79619" y="62222"/>
                    <a:pt x="79319" y="55778"/>
                    <a:pt x="79000" y="49333"/>
                  </a:cubicBezTo>
                  <a:cubicBezTo>
                    <a:pt x="78660" y="42889"/>
                    <a:pt x="79795" y="36444"/>
                    <a:pt x="79000" y="30000"/>
                  </a:cubicBezTo>
                  <a:cubicBezTo>
                    <a:pt x="74864" y="26299"/>
                    <a:pt x="70236" y="23156"/>
                    <a:pt x="66500" y="19000"/>
                  </a:cubicBezTo>
                  <a:cubicBezTo>
                    <a:pt x="62124" y="15571"/>
                    <a:pt x="57643" y="12262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2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109" y="76333"/>
                            <a:pt x="22132" y="70667"/>
                            <a:pt x="23000" y="65000"/>
                          </a:cubicBezTo>
                          <a:cubicBezTo>
                            <a:pt x="23164" y="59333"/>
                            <a:pt x="23325" y="53667"/>
                            <a:pt x="23000" y="48000"/>
                          </a:cubicBezTo>
                          <a:cubicBezTo>
                            <a:pt x="22251" y="42333"/>
                            <a:pt x="22532" y="36667"/>
                            <a:pt x="23000" y="31000"/>
                          </a:cubicBezTo>
                          <a:cubicBezTo>
                            <a:pt x="22073" y="25333"/>
                            <a:pt x="22370" y="19667"/>
                            <a:pt x="23000" y="14000"/>
                          </a:cubicBezTo>
                          <a:cubicBezTo>
                            <a:pt x="31333" y="13068"/>
                            <a:pt x="39667" y="13056"/>
                            <a:pt x="48000" y="14000"/>
                          </a:cubicBezTo>
                          <a:cubicBezTo>
                            <a:pt x="48442" y="21000"/>
                            <a:pt x="47499" y="28000"/>
                            <a:pt x="48000" y="35000"/>
                          </a:cubicBezTo>
                          <a:cubicBezTo>
                            <a:pt x="56333" y="35076"/>
                            <a:pt x="64667" y="35139"/>
                            <a:pt x="73000" y="35000"/>
                          </a:cubicBezTo>
                          <a:cubicBezTo>
                            <a:pt x="73167" y="42833"/>
                            <a:pt x="72006" y="50667"/>
                            <a:pt x="73000" y="58500"/>
                          </a:cubicBezTo>
                          <a:cubicBezTo>
                            <a:pt x="72819" y="66333"/>
                            <a:pt x="72267" y="74167"/>
                            <a:pt x="73000" y="82000"/>
                          </a:cubicBezTo>
                          <a:cubicBezTo>
                            <a:pt x="67444" y="81688"/>
                            <a:pt x="61889" y="82943"/>
                            <a:pt x="56333" y="82000"/>
                          </a:cubicBezTo>
                          <a:cubicBezTo>
                            <a:pt x="50778" y="82206"/>
                            <a:pt x="45222" y="81256"/>
                            <a:pt x="39667" y="82000"/>
                          </a:cubicBezTo>
                          <a:cubicBezTo>
                            <a:pt x="34111" y="82426"/>
                            <a:pt x="28556" y="8100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78" y="20656"/>
                            <a:pt x="62534" y="24633"/>
                            <a:pt x="66500" y="29000"/>
                          </a:cubicBezTo>
                          <a:cubicBezTo>
                            <a:pt x="62333" y="29287"/>
                            <a:pt x="58167" y="28768"/>
                            <a:pt x="54000" y="29000"/>
                          </a:cubicBezTo>
                          <a:cubicBezTo>
                            <a:pt x="54673" y="24833"/>
                            <a:pt x="54049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375"/>
                            <a:pt x="41667" y="6894"/>
                            <a:pt x="35500" y="8000"/>
                          </a:cubicBezTo>
                          <a:cubicBezTo>
                            <a:pt x="29333" y="8680"/>
                            <a:pt x="23167" y="8064"/>
                            <a:pt x="17000" y="8000"/>
                          </a:cubicBezTo>
                          <a:cubicBezTo>
                            <a:pt x="15896" y="14667"/>
                            <a:pt x="15873" y="21333"/>
                            <a:pt x="17000" y="28000"/>
                          </a:cubicBezTo>
                          <a:cubicBezTo>
                            <a:pt x="16276" y="34667"/>
                            <a:pt x="17940" y="41333"/>
                            <a:pt x="17000" y="48000"/>
                          </a:cubicBezTo>
                          <a:cubicBezTo>
                            <a:pt x="17452" y="54667"/>
                            <a:pt x="17565" y="61333"/>
                            <a:pt x="17000" y="68000"/>
                          </a:cubicBezTo>
                          <a:cubicBezTo>
                            <a:pt x="16515" y="74667"/>
                            <a:pt x="16414" y="81333"/>
                            <a:pt x="17000" y="88000"/>
                          </a:cubicBezTo>
                          <a:cubicBezTo>
                            <a:pt x="23889" y="88802"/>
                            <a:pt x="30778" y="88737"/>
                            <a:pt x="37667" y="88000"/>
                          </a:cubicBezTo>
                          <a:cubicBezTo>
                            <a:pt x="44556" y="88471"/>
                            <a:pt x="51444" y="88557"/>
                            <a:pt x="58333" y="88000"/>
                          </a:cubicBezTo>
                          <a:cubicBezTo>
                            <a:pt x="65222" y="87419"/>
                            <a:pt x="72111" y="88108"/>
                            <a:pt x="79000" y="88000"/>
                          </a:cubicBezTo>
                          <a:cubicBezTo>
                            <a:pt x="78672" y="81556"/>
                            <a:pt x="78007" y="75111"/>
                            <a:pt x="79000" y="68667"/>
                          </a:cubicBezTo>
                          <a:cubicBezTo>
                            <a:pt x="79619" y="62222"/>
                            <a:pt x="79319" y="55778"/>
                            <a:pt x="79000" y="49333"/>
                          </a:cubicBezTo>
                          <a:cubicBezTo>
                            <a:pt x="78660" y="42889"/>
                            <a:pt x="79795" y="36444"/>
                            <a:pt x="79000" y="30000"/>
                          </a:cubicBezTo>
                          <a:cubicBezTo>
                            <a:pt x="74864" y="26299"/>
                            <a:pt x="70236" y="23156"/>
                            <a:pt x="66500" y="19000"/>
                          </a:cubicBezTo>
                          <a:cubicBezTo>
                            <a:pt x="62124" y="15571"/>
                            <a:pt x="57643" y="12262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Stack 1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593"/>
                    <a:pt x="41667" y="45276"/>
                    <a:pt x="48000" y="45000"/>
                  </a:cubicBezTo>
                  <a:cubicBezTo>
                    <a:pt x="54333" y="44094"/>
                    <a:pt x="60667" y="44614"/>
                    <a:pt x="67000" y="45000"/>
                  </a:cubicBezTo>
                  <a:cubicBezTo>
                    <a:pt x="66807" y="46333"/>
                    <a:pt x="67080" y="47667"/>
                    <a:pt x="67000" y="49000"/>
                  </a:cubicBezTo>
                  <a:cubicBezTo>
                    <a:pt x="60667" y="48524"/>
                    <a:pt x="54333" y="49807"/>
                    <a:pt x="48000" y="49000"/>
                  </a:cubicBezTo>
                  <a:cubicBezTo>
                    <a:pt x="41667" y="48253"/>
                    <a:pt x="35333" y="48417"/>
                    <a:pt x="29000" y="49000"/>
                  </a:cubicBezTo>
                  <a:cubicBezTo>
                    <a:pt x="29068" y="47667"/>
                    <a:pt x="28822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4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93"/>
                            <a:pt x="41667" y="45276"/>
                            <a:pt x="48000" y="45000"/>
                          </a:cubicBezTo>
                          <a:cubicBezTo>
                            <a:pt x="54333" y="44094"/>
                            <a:pt x="60667" y="44614"/>
                            <a:pt x="67000" y="45000"/>
                          </a:cubicBezTo>
                          <a:cubicBezTo>
                            <a:pt x="66807" y="46333"/>
                            <a:pt x="67080" y="47667"/>
                            <a:pt x="67000" y="49000"/>
                          </a:cubicBezTo>
                          <a:cubicBezTo>
                            <a:pt x="60667" y="48524"/>
                            <a:pt x="54333" y="49807"/>
                            <a:pt x="48000" y="49000"/>
                          </a:cubicBezTo>
                          <a:cubicBezTo>
                            <a:pt x="41667" y="48253"/>
                            <a:pt x="35333" y="48417"/>
                            <a:pt x="29000" y="49000"/>
                          </a:cubicBezTo>
                          <a:cubicBezTo>
                            <a:pt x="29068" y="47667"/>
                            <a:pt x="28822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Stack 1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454"/>
                    <a:pt x="37667" y="36464"/>
                    <a:pt x="42000" y="37000"/>
                  </a:cubicBezTo>
                  <a:cubicBezTo>
                    <a:pt x="41995" y="38333"/>
                    <a:pt x="41767" y="39667"/>
                    <a:pt x="42000" y="41000"/>
                  </a:cubicBezTo>
                  <a:cubicBezTo>
                    <a:pt x="37667" y="41244"/>
                    <a:pt x="33333" y="41025"/>
                    <a:pt x="29000" y="41000"/>
                  </a:cubicBezTo>
                  <a:cubicBezTo>
                    <a:pt x="29170" y="39667"/>
                    <a:pt x="29041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454"/>
                            <a:pt x="37667" y="36464"/>
                            <a:pt x="42000" y="37000"/>
                          </a:cubicBezTo>
                          <a:cubicBezTo>
                            <a:pt x="41995" y="38333"/>
                            <a:pt x="41767" y="39667"/>
                            <a:pt x="42000" y="41000"/>
                          </a:cubicBezTo>
                          <a:cubicBezTo>
                            <a:pt x="37667" y="41244"/>
                            <a:pt x="33333" y="41025"/>
                            <a:pt x="29000" y="41000"/>
                          </a:cubicBezTo>
                          <a:cubicBezTo>
                            <a:pt x="29170" y="39667"/>
                            <a:pt x="29041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Stack 1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163"/>
                    <a:pt x="41667" y="53130"/>
                    <a:pt x="48000" y="53000"/>
                  </a:cubicBezTo>
                  <a:cubicBezTo>
                    <a:pt x="54333" y="53760"/>
                    <a:pt x="60667" y="53934"/>
                    <a:pt x="67000" y="53000"/>
                  </a:cubicBezTo>
                  <a:cubicBezTo>
                    <a:pt x="66819" y="54333"/>
                    <a:pt x="66781" y="55667"/>
                    <a:pt x="67000" y="57000"/>
                  </a:cubicBezTo>
                  <a:cubicBezTo>
                    <a:pt x="60667" y="56442"/>
                    <a:pt x="54333" y="56870"/>
                    <a:pt x="48000" y="57000"/>
                  </a:cubicBezTo>
                  <a:cubicBezTo>
                    <a:pt x="41667" y="57798"/>
                    <a:pt x="35333" y="56158"/>
                    <a:pt x="29000" y="57000"/>
                  </a:cubicBezTo>
                  <a:cubicBezTo>
                    <a:pt x="29168" y="55667"/>
                    <a:pt x="28841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163"/>
                            <a:pt x="41667" y="53130"/>
                            <a:pt x="48000" y="53000"/>
                          </a:cubicBezTo>
                          <a:cubicBezTo>
                            <a:pt x="54333" y="53760"/>
                            <a:pt x="60667" y="53934"/>
                            <a:pt x="67000" y="53000"/>
                          </a:cubicBezTo>
                          <a:cubicBezTo>
                            <a:pt x="66819" y="54333"/>
                            <a:pt x="66781" y="55667"/>
                            <a:pt x="67000" y="57000"/>
                          </a:cubicBezTo>
                          <a:cubicBezTo>
                            <a:pt x="60667" y="56442"/>
                            <a:pt x="54333" y="56870"/>
                            <a:pt x="48000" y="57000"/>
                          </a:cubicBezTo>
                          <a:cubicBezTo>
                            <a:pt x="41667" y="57798"/>
                            <a:pt x="35333" y="56158"/>
                            <a:pt x="29000" y="57000"/>
                          </a:cubicBezTo>
                          <a:cubicBezTo>
                            <a:pt x="29168" y="55667"/>
                            <a:pt x="28841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Stack 1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890"/>
                    <a:pt x="41667" y="60791"/>
                    <a:pt x="48000" y="61000"/>
                  </a:cubicBezTo>
                  <a:cubicBezTo>
                    <a:pt x="54333" y="60124"/>
                    <a:pt x="60667" y="61724"/>
                    <a:pt x="67000" y="61000"/>
                  </a:cubicBezTo>
                  <a:cubicBezTo>
                    <a:pt x="66926" y="62333"/>
                    <a:pt x="67147" y="63667"/>
                    <a:pt x="67000" y="65000"/>
                  </a:cubicBezTo>
                  <a:cubicBezTo>
                    <a:pt x="60667" y="64500"/>
                    <a:pt x="54333" y="63883"/>
                    <a:pt x="48000" y="65000"/>
                  </a:cubicBezTo>
                  <a:cubicBezTo>
                    <a:pt x="41667" y="64233"/>
                    <a:pt x="35333" y="64822"/>
                    <a:pt x="29000" y="65000"/>
                  </a:cubicBezTo>
                  <a:cubicBezTo>
                    <a:pt x="28862" y="63667"/>
                    <a:pt x="29158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890"/>
                            <a:pt x="41667" y="60791"/>
                            <a:pt x="48000" y="61000"/>
                          </a:cubicBezTo>
                          <a:cubicBezTo>
                            <a:pt x="54333" y="60124"/>
                            <a:pt x="60667" y="61724"/>
                            <a:pt x="67000" y="61000"/>
                          </a:cubicBezTo>
                          <a:cubicBezTo>
                            <a:pt x="66926" y="62333"/>
                            <a:pt x="67147" y="63667"/>
                            <a:pt x="67000" y="65000"/>
                          </a:cubicBezTo>
                          <a:cubicBezTo>
                            <a:pt x="60667" y="64500"/>
                            <a:pt x="54333" y="63883"/>
                            <a:pt x="48000" y="65000"/>
                          </a:cubicBezTo>
                          <a:cubicBezTo>
                            <a:pt x="41667" y="64233"/>
                            <a:pt x="35333" y="64822"/>
                            <a:pt x="29000" y="65000"/>
                          </a:cubicBezTo>
                          <a:cubicBezTo>
                            <a:pt x="28862" y="63667"/>
                            <a:pt x="29158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Stack 1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942"/>
                    <a:pt x="41667" y="69659"/>
                    <a:pt x="48000" y="69000"/>
                  </a:cubicBezTo>
                  <a:cubicBezTo>
                    <a:pt x="54333" y="69688"/>
                    <a:pt x="60667" y="69972"/>
                    <a:pt x="67000" y="69000"/>
                  </a:cubicBezTo>
                  <a:cubicBezTo>
                    <a:pt x="66764" y="70333"/>
                    <a:pt x="67032" y="71667"/>
                    <a:pt x="67000" y="73000"/>
                  </a:cubicBezTo>
                  <a:cubicBezTo>
                    <a:pt x="60667" y="74044"/>
                    <a:pt x="54333" y="73338"/>
                    <a:pt x="48000" y="73000"/>
                  </a:cubicBezTo>
                  <a:cubicBezTo>
                    <a:pt x="41667" y="72953"/>
                    <a:pt x="35333" y="74030"/>
                    <a:pt x="29000" y="73000"/>
                  </a:cubicBezTo>
                  <a:cubicBezTo>
                    <a:pt x="29157" y="71667"/>
                    <a:pt x="29085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942"/>
                            <a:pt x="41667" y="69659"/>
                            <a:pt x="48000" y="69000"/>
                          </a:cubicBezTo>
                          <a:cubicBezTo>
                            <a:pt x="54333" y="69688"/>
                            <a:pt x="60667" y="69972"/>
                            <a:pt x="67000" y="69000"/>
                          </a:cubicBezTo>
                          <a:cubicBezTo>
                            <a:pt x="66764" y="70333"/>
                            <a:pt x="67032" y="71667"/>
                            <a:pt x="67000" y="73000"/>
                          </a:cubicBezTo>
                          <a:cubicBezTo>
                            <a:pt x="60667" y="74044"/>
                            <a:pt x="54333" y="73338"/>
                            <a:pt x="48000" y="73000"/>
                          </a:cubicBezTo>
                          <a:cubicBezTo>
                            <a:pt x="41667" y="72953"/>
                            <a:pt x="35333" y="74030"/>
                            <a:pt x="29000" y="73000"/>
                          </a:cubicBezTo>
                          <a:cubicBezTo>
                            <a:pt x="29157" y="71667"/>
                            <a:pt x="29085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53" name="Stack label"/>
          <p:cNvSpPr txBox="1"/>
          <p:nvPr/>
        </p:nvSpPr>
        <p:spPr>
          <a:xfrm>
            <a:off x="685800" y="484632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×40, one call each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Closed: bridge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No other hazards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Moderate crowds</a:t>
            </a:r>
          </a:p>
        </p:txBody>
      </p:sp>
      <p:cxnSp>
        <p:nvCxnSpPr>
          <p:cNvPr id="127" name="App-Screen"/>
          <p:cNvCxnSpPr/>
          <p:nvPr/>
        </p:nvCxnSpPr>
        <p:spPr>
          <a:xfrm>
            <a:off x="7440610" y="4118267"/>
            <a:ext cx="1639382" cy="499453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28" name="Graphic 24" descr="Web design outline"/>
          <p:cNvGrpSpPr/>
          <p:nvPr/>
        </p:nvGrpSpPr>
        <p:grpSpPr>
          <a:xfrm>
            <a:off x="9189720" y="4343400"/>
            <a:ext cx="762000" cy="590550"/>
            <a:chOff x="5715000" y="3133725"/>
            <a:chExt cx="762000" cy="590550"/>
          </a:xfrm>
          <a:noFill/>
        </p:grpSpPr>
        <p:sp>
          <p:nvSpPr>
            <p:cNvPr id="129" name="Freeform 26"/>
            <p:cNvSpPr/>
            <p:nvPr/>
          </p:nvSpPr>
          <p:spPr>
            <a:xfrm>
              <a:off x="5872981" y="3374640"/>
              <a:ext cx="115452" cy="203968"/>
            </a:xfrm>
            <a:custGeom>
              <a:avLst/>
              <a:gdLst>
                <a:gd name="csX0" fmla="*/ 101984 w 115452"/>
                <a:gd name="csY0" fmla="*/ 0 h 203968"/>
                <a:gd name="csX1" fmla="*/ 0 w 115452"/>
                <a:gd name="csY1" fmla="*/ 101984 h 203968"/>
                <a:gd name="csX2" fmla="*/ 101984 w 115452"/>
                <a:gd name="csY2" fmla="*/ 203968 h 203968"/>
                <a:gd name="csX3" fmla="*/ 115453 w 115452"/>
                <a:gd name="csY3" fmla="*/ 190500 h 203968"/>
                <a:gd name="csX4" fmla="*/ 26937 w 115452"/>
                <a:gd name="csY4" fmla="*/ 101984 h 203968"/>
                <a:gd name="csX5" fmla="*/ 115453 w 115452"/>
                <a:gd name="csY5" fmla="*/ 13468 h 203968"/>
                <a:gd name="csX6" fmla="*/ 101984 w 115452"/>
                <a:gd name="csY6" fmla="*/ 0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101984" y="0"/>
                  </a:moveTo>
                  <a:cubicBezTo>
                    <a:pt x="80469" y="29789"/>
                    <a:pt x="10671" y="68735"/>
                    <a:pt x="0" y="101984"/>
                  </a:cubicBezTo>
                  <a:cubicBezTo>
                    <a:pt x="35097" y="113800"/>
                    <a:pt x="52768" y="168720"/>
                    <a:pt x="101984" y="203968"/>
                  </a:cubicBezTo>
                  <a:cubicBezTo>
                    <a:pt x="106341" y="197468"/>
                    <a:pt x="111754" y="196900"/>
                    <a:pt x="115453" y="190500"/>
                  </a:cubicBezTo>
                  <a:cubicBezTo>
                    <a:pt x="86765" y="171738"/>
                    <a:pt x="72486" y="128597"/>
                    <a:pt x="26937" y="101984"/>
                  </a:cubicBezTo>
                  <a:cubicBezTo>
                    <a:pt x="56095" y="68628"/>
                    <a:pt x="87648" y="43689"/>
                    <a:pt x="115453" y="13468"/>
                  </a:cubicBezTo>
                  <a:cubicBezTo>
                    <a:pt x="110598" y="11500"/>
                    <a:pt x="108028" y="3862"/>
                    <a:pt x="101984" y="0"/>
                  </a:cubicBezTo>
                  <a:close/>
                </a:path>
                <a:path w="115452" h="203968" stroke="0" extrusionOk="0">
                  <a:moveTo>
                    <a:pt x="101984" y="0"/>
                  </a:moveTo>
                  <a:cubicBezTo>
                    <a:pt x="54666" y="49377"/>
                    <a:pt x="14242" y="66077"/>
                    <a:pt x="0" y="101984"/>
                  </a:cubicBezTo>
                  <a:cubicBezTo>
                    <a:pt x="50434" y="132521"/>
                    <a:pt x="69644" y="185088"/>
                    <a:pt x="101984" y="203968"/>
                  </a:cubicBezTo>
                  <a:cubicBezTo>
                    <a:pt x="106139" y="198738"/>
                    <a:pt x="111444" y="196583"/>
                    <a:pt x="115453" y="190500"/>
                  </a:cubicBezTo>
                  <a:cubicBezTo>
                    <a:pt x="76111" y="159672"/>
                    <a:pt x="70051" y="126332"/>
                    <a:pt x="26937" y="101984"/>
                  </a:cubicBezTo>
                  <a:cubicBezTo>
                    <a:pt x="50353" y="60681"/>
                    <a:pt x="104707" y="42634"/>
                    <a:pt x="115453" y="13468"/>
                  </a:cubicBezTo>
                  <a:cubicBezTo>
                    <a:pt x="111636" y="10467"/>
                    <a:pt x="107664" y="2756"/>
                    <a:pt x="101984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984 w 115452"/>
                        <a:gd name="connsiteY0" fmla="*/ 0 h 203968"/>
                        <a:gd name="connsiteX1" fmla="*/ 0 w 115452"/>
                        <a:gd name="connsiteY1" fmla="*/ 101984 h 203968"/>
                        <a:gd name="connsiteX2" fmla="*/ 101984 w 115452"/>
                        <a:gd name="connsiteY2" fmla="*/ 203968 h 203968"/>
                        <a:gd name="connsiteX3" fmla="*/ 115453 w 115452"/>
                        <a:gd name="connsiteY3" fmla="*/ 190500 h 203968"/>
                        <a:gd name="connsiteX4" fmla="*/ 26937 w 115452"/>
                        <a:gd name="connsiteY4" fmla="*/ 101984 h 203968"/>
                        <a:gd name="connsiteX5" fmla="*/ 115453 w 115452"/>
                        <a:gd name="connsiteY5" fmla="*/ 13468 h 203968"/>
                        <a:gd name="connsiteX6" fmla="*/ 101984 w 115452"/>
                        <a:gd name="connsiteY6" fmla="*/ 0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101984" y="0"/>
                          </a:moveTo>
                          <a:lnTo>
                            <a:pt x="0" y="101984"/>
                          </a:lnTo>
                          <a:lnTo>
                            <a:pt x="101984" y="203968"/>
                          </a:lnTo>
                          <a:lnTo>
                            <a:pt x="115453" y="190500"/>
                          </a:lnTo>
                          <a:lnTo>
                            <a:pt x="26937" y="101984"/>
                          </a:lnTo>
                          <a:lnTo>
                            <a:pt x="115453" y="13468"/>
                          </a:lnTo>
                          <a:lnTo>
                            <a:pt x="101984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27"/>
            <p:cNvSpPr/>
            <p:nvPr/>
          </p:nvSpPr>
          <p:spPr>
            <a:xfrm>
              <a:off x="6203565" y="3374640"/>
              <a:ext cx="115452" cy="203968"/>
            </a:xfrm>
            <a:custGeom>
              <a:avLst/>
              <a:gdLst>
                <a:gd name="csX0" fmla="*/ 0 w 115452"/>
                <a:gd name="csY0" fmla="*/ 13468 h 203968"/>
                <a:gd name="csX1" fmla="*/ 88516 w 115452"/>
                <a:gd name="csY1" fmla="*/ 101984 h 203968"/>
                <a:gd name="csX2" fmla="*/ 0 w 115452"/>
                <a:gd name="csY2" fmla="*/ 190500 h 203968"/>
                <a:gd name="csX3" fmla="*/ 13468 w 115452"/>
                <a:gd name="csY3" fmla="*/ 203968 h 203968"/>
                <a:gd name="csX4" fmla="*/ 115453 w 115452"/>
                <a:gd name="csY4" fmla="*/ 101984 h 203968"/>
                <a:gd name="csX5" fmla="*/ 13468 w 115452"/>
                <a:gd name="csY5" fmla="*/ 0 h 203968"/>
                <a:gd name="csX6" fmla="*/ 0 w 115452"/>
                <a:gd name="csY6" fmla="*/ 13468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0" y="13468"/>
                  </a:moveTo>
                  <a:cubicBezTo>
                    <a:pt x="28195" y="31658"/>
                    <a:pt x="62315" y="85716"/>
                    <a:pt x="88516" y="101984"/>
                  </a:cubicBezTo>
                  <a:cubicBezTo>
                    <a:pt x="58661" y="145296"/>
                    <a:pt x="33019" y="156066"/>
                    <a:pt x="0" y="190500"/>
                  </a:cubicBezTo>
                  <a:cubicBezTo>
                    <a:pt x="5261" y="193987"/>
                    <a:pt x="8997" y="201568"/>
                    <a:pt x="13468" y="203968"/>
                  </a:cubicBezTo>
                  <a:cubicBezTo>
                    <a:pt x="49805" y="148660"/>
                    <a:pt x="76016" y="150703"/>
                    <a:pt x="115453" y="101984"/>
                  </a:cubicBezTo>
                  <a:cubicBezTo>
                    <a:pt x="68851" y="78131"/>
                    <a:pt x="60248" y="25543"/>
                    <a:pt x="13468" y="0"/>
                  </a:cubicBezTo>
                  <a:cubicBezTo>
                    <a:pt x="7612" y="6684"/>
                    <a:pt x="4796" y="5981"/>
                    <a:pt x="0" y="13468"/>
                  </a:cubicBezTo>
                  <a:close/>
                </a:path>
                <a:path w="115452" h="203968" stroke="0" extrusionOk="0">
                  <a:moveTo>
                    <a:pt x="0" y="13468"/>
                  </a:moveTo>
                  <a:cubicBezTo>
                    <a:pt x="35903" y="44056"/>
                    <a:pt x="52973" y="84230"/>
                    <a:pt x="88516" y="101984"/>
                  </a:cubicBezTo>
                  <a:cubicBezTo>
                    <a:pt x="48291" y="147503"/>
                    <a:pt x="38948" y="145206"/>
                    <a:pt x="0" y="190500"/>
                  </a:cubicBezTo>
                  <a:cubicBezTo>
                    <a:pt x="4026" y="193879"/>
                    <a:pt x="5514" y="199242"/>
                    <a:pt x="13468" y="203968"/>
                  </a:cubicBezTo>
                  <a:cubicBezTo>
                    <a:pt x="29831" y="179468"/>
                    <a:pt x="77301" y="146098"/>
                    <a:pt x="115453" y="101984"/>
                  </a:cubicBezTo>
                  <a:cubicBezTo>
                    <a:pt x="80161" y="89125"/>
                    <a:pt x="66590" y="44761"/>
                    <a:pt x="13468" y="0"/>
                  </a:cubicBezTo>
                  <a:cubicBezTo>
                    <a:pt x="9274" y="4825"/>
                    <a:pt x="3783" y="8616"/>
                    <a:pt x="0" y="13468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830084044">
                    <a:custGeom>
                      <a:avLst/>
                      <a:gdLst>
                        <a:gd name="connsiteX0" fmla="*/ 0 w 115452"/>
                        <a:gd name="connsiteY0" fmla="*/ 13468 h 203968"/>
                        <a:gd name="connsiteX1" fmla="*/ 88516 w 115452"/>
                        <a:gd name="connsiteY1" fmla="*/ 101984 h 203968"/>
                        <a:gd name="connsiteX2" fmla="*/ 0 w 115452"/>
                        <a:gd name="connsiteY2" fmla="*/ 190500 h 203968"/>
                        <a:gd name="connsiteX3" fmla="*/ 13468 w 115452"/>
                        <a:gd name="connsiteY3" fmla="*/ 203968 h 203968"/>
                        <a:gd name="connsiteX4" fmla="*/ 115453 w 115452"/>
                        <a:gd name="connsiteY4" fmla="*/ 101984 h 203968"/>
                        <a:gd name="connsiteX5" fmla="*/ 13468 w 115452"/>
                        <a:gd name="connsiteY5" fmla="*/ 0 h 203968"/>
                        <a:gd name="connsiteX6" fmla="*/ 0 w 115452"/>
                        <a:gd name="connsiteY6" fmla="*/ 13468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0" y="13468"/>
                          </a:moveTo>
                          <a:lnTo>
                            <a:pt x="88516" y="101984"/>
                          </a:lnTo>
                          <a:lnTo>
                            <a:pt x="0" y="190500"/>
                          </a:lnTo>
                          <a:lnTo>
                            <a:pt x="13468" y="203968"/>
                          </a:lnTo>
                          <a:lnTo>
                            <a:pt x="115453" y="101984"/>
                          </a:lnTo>
                          <a:lnTo>
                            <a:pt x="13468" y="0"/>
                          </a:lnTo>
                          <a:lnTo>
                            <a:pt x="0" y="13468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28"/>
            <p:cNvSpPr/>
            <p:nvPr/>
          </p:nvSpPr>
          <p:spPr>
            <a:xfrm rot="-3990120">
              <a:off x="5976555" y="3471860"/>
              <a:ext cx="238886" cy="19049"/>
            </a:xfrm>
            <a:custGeom>
              <a:avLst/>
              <a:gdLst>
                <a:gd name="csX0" fmla="*/ 0 w 238886"/>
                <a:gd name="csY0" fmla="*/ 0 h 19049"/>
                <a:gd name="csX1" fmla="*/ 238887 w 238886"/>
                <a:gd name="csY1" fmla="*/ 0 h 19049"/>
                <a:gd name="csX2" fmla="*/ 238887 w 238886"/>
                <a:gd name="csY2" fmla="*/ 19050 h 19049"/>
                <a:gd name="csX3" fmla="*/ 0 w 238886"/>
                <a:gd name="csY3" fmla="*/ 19050 h 19049"/>
                <a:gd name="csX4" fmla="*/ 0 w 238886"/>
                <a:gd name="csY4" fmla="*/ 0 h 19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8886" h="19049" fill="none" extrusionOk="0">
                  <a:moveTo>
                    <a:pt x="0" y="0"/>
                  </a:moveTo>
                  <a:cubicBezTo>
                    <a:pt x="89439" y="-27312"/>
                    <a:pt x="129399" y="19521"/>
                    <a:pt x="238887" y="0"/>
                  </a:cubicBezTo>
                  <a:cubicBezTo>
                    <a:pt x="240312" y="8611"/>
                    <a:pt x="237794" y="9969"/>
                    <a:pt x="238887" y="19050"/>
                  </a:cubicBezTo>
                  <a:cubicBezTo>
                    <a:pt x="125798" y="22001"/>
                    <a:pt x="48091" y="-5468"/>
                    <a:pt x="0" y="19050"/>
                  </a:cubicBezTo>
                  <a:cubicBezTo>
                    <a:pt x="-332" y="10898"/>
                    <a:pt x="983" y="6475"/>
                    <a:pt x="0" y="0"/>
                  </a:cubicBezTo>
                  <a:close/>
                </a:path>
                <a:path w="238886" h="19049" stroke="0" extrusionOk="0">
                  <a:moveTo>
                    <a:pt x="0" y="0"/>
                  </a:moveTo>
                  <a:cubicBezTo>
                    <a:pt x="81267" y="-25071"/>
                    <a:pt x="137755" y="27943"/>
                    <a:pt x="238887" y="0"/>
                  </a:cubicBezTo>
                  <a:cubicBezTo>
                    <a:pt x="240527" y="4590"/>
                    <a:pt x="237147" y="12697"/>
                    <a:pt x="238887" y="19050"/>
                  </a:cubicBezTo>
                  <a:cubicBezTo>
                    <a:pt x="130063" y="34728"/>
                    <a:pt x="61649" y="-7729"/>
                    <a:pt x="0" y="19050"/>
                  </a:cubicBezTo>
                  <a:cubicBezTo>
                    <a:pt x="-926" y="10149"/>
                    <a:pt x="314" y="6645"/>
                    <a:pt x="0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658789007">
                    <a:custGeom>
                      <a:avLst/>
                      <a:gdLst>
                        <a:gd name="connsiteX0" fmla="*/ 0 w 238886"/>
                        <a:gd name="connsiteY0" fmla="*/ 0 h 19049"/>
                        <a:gd name="connsiteX1" fmla="*/ 238887 w 238886"/>
                        <a:gd name="connsiteY1" fmla="*/ 0 h 19049"/>
                        <a:gd name="connsiteX2" fmla="*/ 238887 w 238886"/>
                        <a:gd name="connsiteY2" fmla="*/ 19050 h 19049"/>
                        <a:gd name="connsiteX3" fmla="*/ 0 w 238886"/>
                        <a:gd name="connsiteY3" fmla="*/ 19050 h 190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38886" h="19049">
                          <a:moveTo>
                            <a:pt x="0" y="0"/>
                          </a:moveTo>
                          <a:lnTo>
                            <a:pt x="238887" y="0"/>
                          </a:lnTo>
                          <a:lnTo>
                            <a:pt x="238887" y="19050"/>
                          </a:lnTo>
                          <a:lnTo>
                            <a:pt x="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29"/>
            <p:cNvSpPr/>
            <p:nvPr/>
          </p:nvSpPr>
          <p:spPr>
            <a:xfrm>
              <a:off x="5715000" y="3133725"/>
              <a:ext cx="762000" cy="590550"/>
            </a:xfrm>
            <a:custGeom>
              <a:avLst/>
              <a:gdLst>
                <a:gd name="csX0" fmla="*/ 0 w 762000"/>
                <a:gd name="csY0" fmla="*/ 590550 h 590550"/>
                <a:gd name="csX1" fmla="*/ 388620 w 762000"/>
                <a:gd name="csY1" fmla="*/ 590550 h 590550"/>
                <a:gd name="csX2" fmla="*/ 762000 w 762000"/>
                <a:gd name="csY2" fmla="*/ 590550 h 590550"/>
                <a:gd name="csX3" fmla="*/ 762000 w 762000"/>
                <a:gd name="csY3" fmla="*/ 0 h 590550"/>
                <a:gd name="csX4" fmla="*/ 403860 w 762000"/>
                <a:gd name="csY4" fmla="*/ 0 h 590550"/>
                <a:gd name="csX5" fmla="*/ 0 w 762000"/>
                <a:gd name="csY5" fmla="*/ 0 h 590550"/>
                <a:gd name="csX6" fmla="*/ 0 w 762000"/>
                <a:gd name="csY6" fmla="*/ 590550 h 590550"/>
                <a:gd name="csX7" fmla="*/ 19050 w 762000"/>
                <a:gd name="csY7" fmla="*/ 571500 h 590550"/>
                <a:gd name="csX8" fmla="*/ 19050 w 762000"/>
                <a:gd name="csY8" fmla="*/ 152400 h 590550"/>
                <a:gd name="csX9" fmla="*/ 359283 w 762000"/>
                <a:gd name="csY9" fmla="*/ 152400 h 590550"/>
                <a:gd name="csX10" fmla="*/ 742950 w 762000"/>
                <a:gd name="csY10" fmla="*/ 152400 h 590550"/>
                <a:gd name="csX11" fmla="*/ 742950 w 762000"/>
                <a:gd name="csY11" fmla="*/ 571500 h 590550"/>
                <a:gd name="csX12" fmla="*/ 388239 w 762000"/>
                <a:gd name="csY12" fmla="*/ 571500 h 590550"/>
                <a:gd name="csX13" fmla="*/ 19050 w 762000"/>
                <a:gd name="csY13" fmla="*/ 571500 h 590550"/>
                <a:gd name="csX14" fmla="*/ 742950 w 762000"/>
                <a:gd name="csY14" fmla="*/ 19050 h 590550"/>
                <a:gd name="csX15" fmla="*/ 742950 w 762000"/>
                <a:gd name="csY15" fmla="*/ 133350 h 590550"/>
                <a:gd name="csX16" fmla="*/ 373761 w 762000"/>
                <a:gd name="csY16" fmla="*/ 133350 h 590550"/>
                <a:gd name="csX17" fmla="*/ 19050 w 762000"/>
                <a:gd name="csY17" fmla="*/ 133350 h 590550"/>
                <a:gd name="csX18" fmla="*/ 19050 w 762000"/>
                <a:gd name="csY18" fmla="*/ 19050 h 590550"/>
                <a:gd name="csX19" fmla="*/ 395478 w 762000"/>
                <a:gd name="csY19" fmla="*/ 19050 h 590550"/>
                <a:gd name="csX20" fmla="*/ 742950 w 762000"/>
                <a:gd name="csY20" fmla="*/ 19050 h 590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762000" h="590550" fill="none" extrusionOk="0">
                  <a:moveTo>
                    <a:pt x="0" y="590550"/>
                  </a:moveTo>
                  <a:cubicBezTo>
                    <a:pt x="125280" y="565457"/>
                    <a:pt x="268114" y="600228"/>
                    <a:pt x="388620" y="590550"/>
                  </a:cubicBezTo>
                  <a:cubicBezTo>
                    <a:pt x="509126" y="580872"/>
                    <a:pt x="661997" y="602816"/>
                    <a:pt x="762000" y="590550"/>
                  </a:cubicBezTo>
                  <a:cubicBezTo>
                    <a:pt x="714429" y="454041"/>
                    <a:pt x="801435" y="123443"/>
                    <a:pt x="762000" y="0"/>
                  </a:cubicBezTo>
                  <a:cubicBezTo>
                    <a:pt x="638898" y="20488"/>
                    <a:pt x="581116" y="-29312"/>
                    <a:pt x="403860" y="0"/>
                  </a:cubicBezTo>
                  <a:cubicBezTo>
                    <a:pt x="226604" y="29312"/>
                    <a:pt x="94433" y="-30243"/>
                    <a:pt x="0" y="0"/>
                  </a:cubicBezTo>
                  <a:cubicBezTo>
                    <a:pt x="24103" y="259624"/>
                    <a:pt x="-17973" y="353689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17440" y="362395"/>
                    <a:pt x="57177" y="310726"/>
                    <a:pt x="19050" y="152400"/>
                  </a:cubicBezTo>
                  <a:cubicBezTo>
                    <a:pt x="169035" y="132790"/>
                    <a:pt x="221452" y="188570"/>
                    <a:pt x="359283" y="152400"/>
                  </a:cubicBezTo>
                  <a:cubicBezTo>
                    <a:pt x="497114" y="116230"/>
                    <a:pt x="624118" y="154138"/>
                    <a:pt x="742950" y="152400"/>
                  </a:cubicBezTo>
                  <a:cubicBezTo>
                    <a:pt x="778489" y="330828"/>
                    <a:pt x="741863" y="362207"/>
                    <a:pt x="742950" y="571500"/>
                  </a:cubicBezTo>
                  <a:cubicBezTo>
                    <a:pt x="645401" y="608398"/>
                    <a:pt x="517897" y="531493"/>
                    <a:pt x="388239" y="571500"/>
                  </a:cubicBezTo>
                  <a:cubicBezTo>
                    <a:pt x="258581" y="611507"/>
                    <a:pt x="165779" y="567707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44351" y="43220"/>
                    <a:pt x="730953" y="89819"/>
                    <a:pt x="742950" y="133350"/>
                  </a:cubicBezTo>
                  <a:cubicBezTo>
                    <a:pt x="561477" y="148340"/>
                    <a:pt x="543754" y="113442"/>
                    <a:pt x="373761" y="133350"/>
                  </a:cubicBezTo>
                  <a:cubicBezTo>
                    <a:pt x="203768" y="153258"/>
                    <a:pt x="124158" y="118808"/>
                    <a:pt x="19050" y="133350"/>
                  </a:cubicBezTo>
                  <a:cubicBezTo>
                    <a:pt x="14037" y="77712"/>
                    <a:pt x="22118" y="65920"/>
                    <a:pt x="19050" y="19050"/>
                  </a:cubicBezTo>
                  <a:cubicBezTo>
                    <a:pt x="184673" y="16665"/>
                    <a:pt x="246057" y="31289"/>
                    <a:pt x="395478" y="19050"/>
                  </a:cubicBezTo>
                  <a:cubicBezTo>
                    <a:pt x="544899" y="6811"/>
                    <a:pt x="611113" y="58305"/>
                    <a:pt x="742950" y="19050"/>
                  </a:cubicBezTo>
                  <a:close/>
                </a:path>
                <a:path w="762000" h="590550" stroke="0" extrusionOk="0">
                  <a:moveTo>
                    <a:pt x="0" y="590550"/>
                  </a:moveTo>
                  <a:cubicBezTo>
                    <a:pt x="154775" y="558154"/>
                    <a:pt x="220356" y="612445"/>
                    <a:pt x="358140" y="590550"/>
                  </a:cubicBezTo>
                  <a:cubicBezTo>
                    <a:pt x="495924" y="568655"/>
                    <a:pt x="600340" y="604512"/>
                    <a:pt x="762000" y="590550"/>
                  </a:cubicBezTo>
                  <a:cubicBezTo>
                    <a:pt x="738712" y="386816"/>
                    <a:pt x="767145" y="240871"/>
                    <a:pt x="762000" y="0"/>
                  </a:cubicBezTo>
                  <a:cubicBezTo>
                    <a:pt x="585348" y="9617"/>
                    <a:pt x="503224" y="-31931"/>
                    <a:pt x="373380" y="0"/>
                  </a:cubicBezTo>
                  <a:cubicBezTo>
                    <a:pt x="243536" y="31931"/>
                    <a:pt x="75450" y="-13351"/>
                    <a:pt x="0" y="0"/>
                  </a:cubicBezTo>
                  <a:cubicBezTo>
                    <a:pt x="16906" y="120276"/>
                    <a:pt x="-49829" y="349513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4292" y="476438"/>
                    <a:pt x="41088" y="274487"/>
                    <a:pt x="19050" y="152400"/>
                  </a:cubicBezTo>
                  <a:cubicBezTo>
                    <a:pt x="168273" y="110561"/>
                    <a:pt x="282548" y="172153"/>
                    <a:pt x="381000" y="152400"/>
                  </a:cubicBezTo>
                  <a:cubicBezTo>
                    <a:pt x="479452" y="132647"/>
                    <a:pt x="616942" y="176757"/>
                    <a:pt x="742950" y="152400"/>
                  </a:cubicBezTo>
                  <a:cubicBezTo>
                    <a:pt x="786562" y="310896"/>
                    <a:pt x="730505" y="463900"/>
                    <a:pt x="742950" y="571500"/>
                  </a:cubicBezTo>
                  <a:cubicBezTo>
                    <a:pt x="661936" y="575281"/>
                    <a:pt x="547873" y="537137"/>
                    <a:pt x="373761" y="571500"/>
                  </a:cubicBezTo>
                  <a:cubicBezTo>
                    <a:pt x="199649" y="605863"/>
                    <a:pt x="135744" y="536574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51566" y="63812"/>
                    <a:pt x="733453" y="96224"/>
                    <a:pt x="742950" y="133350"/>
                  </a:cubicBezTo>
                  <a:cubicBezTo>
                    <a:pt x="628384" y="141133"/>
                    <a:pt x="472624" y="114379"/>
                    <a:pt x="366522" y="133350"/>
                  </a:cubicBezTo>
                  <a:cubicBezTo>
                    <a:pt x="260420" y="152321"/>
                    <a:pt x="95857" y="127960"/>
                    <a:pt x="19050" y="133350"/>
                  </a:cubicBezTo>
                  <a:cubicBezTo>
                    <a:pt x="7134" y="100730"/>
                    <a:pt x="25888" y="52179"/>
                    <a:pt x="19050" y="19050"/>
                  </a:cubicBezTo>
                  <a:cubicBezTo>
                    <a:pt x="174631" y="-17870"/>
                    <a:pt x="304189" y="38168"/>
                    <a:pt x="381000" y="19050"/>
                  </a:cubicBezTo>
                  <a:cubicBezTo>
                    <a:pt x="457811" y="-68"/>
                    <a:pt x="605912" y="48223"/>
                    <a:pt x="74295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498960035">
                    <a:custGeom>
                      <a:avLst/>
                      <a:gdLst>
                        <a:gd name="connsiteX0" fmla="*/ 0 w 762000"/>
                        <a:gd name="connsiteY0" fmla="*/ 590550 h 590550"/>
                        <a:gd name="connsiteX1" fmla="*/ 762000 w 762000"/>
                        <a:gd name="connsiteY1" fmla="*/ 590550 h 590550"/>
                        <a:gd name="connsiteX2" fmla="*/ 762000 w 762000"/>
                        <a:gd name="connsiteY2" fmla="*/ 0 h 590550"/>
                        <a:gd name="connsiteX3" fmla="*/ 0 w 762000"/>
                        <a:gd name="connsiteY3" fmla="*/ 0 h 590550"/>
                        <a:gd name="connsiteX4" fmla="*/ 19050 w 762000"/>
                        <a:gd name="connsiteY4" fmla="*/ 571500 h 590550"/>
                        <a:gd name="connsiteX5" fmla="*/ 19050 w 762000"/>
                        <a:gd name="connsiteY5" fmla="*/ 152400 h 590550"/>
                        <a:gd name="connsiteX6" fmla="*/ 742950 w 762000"/>
                        <a:gd name="connsiteY6" fmla="*/ 152400 h 590550"/>
                        <a:gd name="connsiteX7" fmla="*/ 742950 w 762000"/>
                        <a:gd name="connsiteY7" fmla="*/ 571500 h 590550"/>
                        <a:gd name="connsiteX8" fmla="*/ 742950 w 762000"/>
                        <a:gd name="connsiteY8" fmla="*/ 19050 h 590550"/>
                        <a:gd name="connsiteX9" fmla="*/ 742950 w 762000"/>
                        <a:gd name="connsiteY9" fmla="*/ 133350 h 590550"/>
                        <a:gd name="connsiteX10" fmla="*/ 19050 w 762000"/>
                        <a:gd name="connsiteY10" fmla="*/ 133350 h 590550"/>
                        <a:gd name="connsiteX11" fmla="*/ 19050 w 762000"/>
                        <a:gd name="connsiteY11" fmla="*/ 19050 h 5905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</a:cxnLst>
                      <a:rect l="l" t="t" r="r" b="b"/>
                      <a:pathLst>
                        <a:path w="762000" h="590550">
                          <a:moveTo>
                            <a:pt x="0" y="590550"/>
                          </a:moveTo>
                          <a:lnTo>
                            <a:pt x="762000" y="590550"/>
                          </a:lnTo>
                          <a:lnTo>
                            <a:pt x="762000" y="0"/>
                          </a:lnTo>
                          <a:lnTo>
                            <a:pt x="0" y="0"/>
                          </a:lnTo>
                          <a:close/>
                          <a:moveTo>
                            <a:pt x="19050" y="571500"/>
                          </a:moveTo>
                          <a:lnTo>
                            <a:pt x="19050" y="152400"/>
                          </a:lnTo>
                          <a:lnTo>
                            <a:pt x="742950" y="152400"/>
                          </a:lnTo>
                          <a:lnTo>
                            <a:pt x="742950" y="571500"/>
                          </a:lnTo>
                          <a:close/>
                          <a:moveTo>
                            <a:pt x="742950" y="19050"/>
                          </a:moveTo>
                          <a:lnTo>
                            <a:pt x="742950" y="133350"/>
                          </a:lnTo>
                          <a:lnTo>
                            <a:pt x="19050" y="133350"/>
                          </a:lnTo>
                          <a:lnTo>
                            <a:pt x="1905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30"/>
            <p:cNvSpPr/>
            <p:nvPr/>
          </p:nvSpPr>
          <p:spPr>
            <a:xfrm>
              <a:off x="621982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6668" y="31495"/>
                    <a:pt x="28642" y="37612"/>
                    <a:pt x="19050" y="38100"/>
                  </a:cubicBezTo>
                  <a:cubicBezTo>
                    <a:pt x="9830" y="38864"/>
                    <a:pt x="-602" y="29313"/>
                    <a:pt x="0" y="19050"/>
                  </a:cubicBezTo>
                  <a:cubicBezTo>
                    <a:pt x="71" y="8241"/>
                    <a:pt x="8755" y="-475"/>
                    <a:pt x="19050" y="0"/>
                  </a:cubicBezTo>
                  <a:cubicBezTo>
                    <a:pt x="30529" y="2953"/>
                    <a:pt x="37016" y="9222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9774" y="26900"/>
                    <a:pt x="28299" y="37085"/>
                    <a:pt x="19050" y="38100"/>
                  </a:cubicBezTo>
                  <a:cubicBezTo>
                    <a:pt x="9810" y="38297"/>
                    <a:pt x="-1109" y="32155"/>
                    <a:pt x="0" y="19050"/>
                  </a:cubicBezTo>
                  <a:cubicBezTo>
                    <a:pt x="1618" y="8508"/>
                    <a:pt x="8531" y="231"/>
                    <a:pt x="19050" y="0"/>
                  </a:cubicBezTo>
                  <a:cubicBezTo>
                    <a:pt x="30465" y="-1109"/>
                    <a:pt x="38645" y="8775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801459907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31"/>
            <p:cNvSpPr/>
            <p:nvPr/>
          </p:nvSpPr>
          <p:spPr>
            <a:xfrm>
              <a:off x="6286500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7148" y="27866"/>
                    <a:pt x="31150" y="39814"/>
                    <a:pt x="19050" y="38100"/>
                  </a:cubicBezTo>
                  <a:cubicBezTo>
                    <a:pt x="8503" y="40197"/>
                    <a:pt x="446" y="30213"/>
                    <a:pt x="0" y="19050"/>
                  </a:cubicBezTo>
                  <a:cubicBezTo>
                    <a:pt x="2158" y="9554"/>
                    <a:pt x="6247" y="174"/>
                    <a:pt x="19050" y="0"/>
                  </a:cubicBezTo>
                  <a:cubicBezTo>
                    <a:pt x="31189" y="123"/>
                    <a:pt x="40255" y="9425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6702" y="28517"/>
                    <a:pt x="30289" y="38205"/>
                    <a:pt x="19050" y="38100"/>
                  </a:cubicBezTo>
                  <a:cubicBezTo>
                    <a:pt x="8050" y="37989"/>
                    <a:pt x="2019" y="31677"/>
                    <a:pt x="0" y="19050"/>
                  </a:cubicBezTo>
                  <a:cubicBezTo>
                    <a:pt x="352" y="9041"/>
                    <a:pt x="7961" y="-1347"/>
                    <a:pt x="19050" y="0"/>
                  </a:cubicBezTo>
                  <a:cubicBezTo>
                    <a:pt x="28406" y="-1785"/>
                    <a:pt x="37107" y="7113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741904289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32"/>
            <p:cNvSpPr/>
            <p:nvPr/>
          </p:nvSpPr>
          <p:spPr>
            <a:xfrm>
              <a:off x="635317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40484" y="27911"/>
                    <a:pt x="28318" y="38040"/>
                    <a:pt x="19050" y="38100"/>
                  </a:cubicBezTo>
                  <a:cubicBezTo>
                    <a:pt x="6219" y="37740"/>
                    <a:pt x="1168" y="27565"/>
                    <a:pt x="0" y="19050"/>
                  </a:cubicBezTo>
                  <a:cubicBezTo>
                    <a:pt x="-1210" y="9994"/>
                    <a:pt x="10441" y="-1791"/>
                    <a:pt x="19050" y="0"/>
                  </a:cubicBezTo>
                  <a:cubicBezTo>
                    <a:pt x="28904" y="1053"/>
                    <a:pt x="37238" y="6479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8795" y="29284"/>
                    <a:pt x="26912" y="37258"/>
                    <a:pt x="19050" y="38100"/>
                  </a:cubicBezTo>
                  <a:cubicBezTo>
                    <a:pt x="10193" y="38587"/>
                    <a:pt x="-2503" y="29971"/>
                    <a:pt x="0" y="19050"/>
                  </a:cubicBezTo>
                  <a:cubicBezTo>
                    <a:pt x="-9" y="8962"/>
                    <a:pt x="9807" y="15"/>
                    <a:pt x="19050" y="0"/>
                  </a:cubicBezTo>
                  <a:cubicBezTo>
                    <a:pt x="29850" y="-183"/>
                    <a:pt x="39296" y="8072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078833563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6" name="Screen label"/>
          <p:cNvSpPr txBox="1"/>
          <p:nvPr/>
        </p:nvSpPr>
        <p:spPr>
          <a:xfrm>
            <a:off x="8732520" y="5029200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Hiker's Screen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</a:p>
        </p:txBody>
      </p:sp>
      <p:cxnSp>
        <p:nvCxnSpPr>
          <p:cNvPr id="127" name="App-Model2"/>
          <p:cNvCxnSpPr/>
          <p:nvPr/>
        </p:nvCxnSpPr>
        <p:spPr>
          <a:xfrm>
            <a:off x="7440610" y="4118267"/>
            <a:ext cx="1775406" cy="63373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28" name="Graphic 62" descr="Artificial Intelligence outline"/>
          <p:cNvGrpSpPr/>
          <p:nvPr/>
        </p:nvGrpSpPr>
        <p:grpSpPr>
          <a:xfrm>
            <a:off x="9309806" y="4368578"/>
            <a:ext cx="647797" cy="768143"/>
            <a:chOff x="6096473" y="4106117"/>
            <a:chExt cx="647797" cy="768143"/>
          </a:xfrm>
          <a:noFill/>
        </p:grpSpPr>
        <p:sp>
          <p:nvSpPr>
            <p:cNvPr id="12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3" name="Model label"/>
          <p:cNvSpPr txBox="1"/>
          <p:nvPr/>
        </p:nvSpPr>
        <p:spPr>
          <a:xfrm>
            <a:off x="8627864" y="5164153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gpt-4.1</a:t>
            </a:r>
          </a:p>
        </p:txBody>
      </p:sp>
      <p:sp>
        <p:nvSpPr>
          <p:cNvPr id="134" name="Same prompt"/>
          <p:cNvSpPr txBox="1"/>
          <p:nvPr/>
        </p:nvSpPr>
        <p:spPr>
          <a:xfrm>
            <a:off x="7726680" y="385876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same prompt</a:t>
            </a:r>
          </a:p>
        </p:txBody>
      </p:sp>
      <p:sp>
        <p:nvSpPr>
          <p:cNvPr id="135" name="Reply 2"/>
          <p:cNvSpPr txBox="1"/>
          <p:nvPr/>
        </p:nvSpPr>
        <p:spPr>
          <a:xfrm>
            <a:off x="7315200" y="47091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"mixed"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</a:p>
        </p:txBody>
      </p:sp>
      <p:cxnSp>
        <p:nvCxnSpPr>
          <p:cNvPr id="127" name="App-Model2"/>
          <p:cNvCxnSpPr/>
          <p:nvPr/>
        </p:nvCxnSpPr>
        <p:spPr>
          <a:xfrm>
            <a:off x="7440610" y="4118267"/>
            <a:ext cx="1775406" cy="63373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28" name="Graphic 62" descr="Artificial Intelligence outline"/>
          <p:cNvGrpSpPr/>
          <p:nvPr/>
        </p:nvGrpSpPr>
        <p:grpSpPr>
          <a:xfrm>
            <a:off x="9309806" y="4368578"/>
            <a:ext cx="647797" cy="768143"/>
            <a:chOff x="6096473" y="4106117"/>
            <a:chExt cx="647797" cy="768143"/>
          </a:xfrm>
          <a:noFill/>
        </p:grpSpPr>
        <p:sp>
          <p:nvSpPr>
            <p:cNvPr id="12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3" name="Model label"/>
          <p:cNvSpPr txBox="1"/>
          <p:nvPr/>
        </p:nvSpPr>
        <p:spPr>
          <a:xfrm>
            <a:off x="8627864" y="5164153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gpt-4.1</a:t>
            </a:r>
          </a:p>
        </p:txBody>
      </p:sp>
      <p:sp>
        <p:nvSpPr>
          <p:cNvPr id="134" name="Same prompt"/>
          <p:cNvSpPr txBox="1"/>
          <p:nvPr/>
        </p:nvSpPr>
        <p:spPr>
          <a:xfrm>
            <a:off x="7726680" y="385876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same prompt</a:t>
            </a:r>
          </a:p>
        </p:txBody>
      </p:sp>
      <p:sp>
        <p:nvSpPr>
          <p:cNvPr id="135" name="Reply 2"/>
          <p:cNvSpPr txBox="1"/>
          <p:nvPr/>
        </p:nvSpPr>
        <p:spPr>
          <a:xfrm>
            <a:off x="7315200" y="47091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"mixed"</a:t>
            </a:r>
          </a:p>
        </p:txBody>
      </p:sp>
      <p:cxnSp>
        <p:nvCxnSpPr>
          <p:cNvPr id="136" name="Labels-App"/>
          <p:cNvCxnSpPr/>
          <p:nvPr/>
        </p:nvCxnSpPr>
        <p:spPr>
          <a:xfrm flipV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38" name="Hand labels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39" name="Hand labels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Hand labels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7991"/>
                    <a:pt x="68667" y="38586"/>
                    <a:pt x="62000" y="38000"/>
                  </a:cubicBezTo>
                  <a:cubicBezTo>
                    <a:pt x="61861" y="34000"/>
                    <a:pt x="61428" y="30000"/>
                    <a:pt x="62000" y="26000"/>
                  </a:cubicBezTo>
                  <a:cubicBezTo>
                    <a:pt x="68667" y="26290"/>
                    <a:pt x="75333" y="26630"/>
                    <a:pt x="82000" y="26000"/>
                  </a:cubicBezTo>
                  <a:cubicBezTo>
                    <a:pt x="81765" y="30000"/>
                    <a:pt x="81954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290"/>
                    <a:pt x="68667" y="53079"/>
                    <a:pt x="62000" y="54000"/>
                  </a:cubicBezTo>
                  <a:cubicBezTo>
                    <a:pt x="61478" y="50000"/>
                    <a:pt x="61463" y="46000"/>
                    <a:pt x="62000" y="42000"/>
                  </a:cubicBezTo>
                  <a:cubicBezTo>
                    <a:pt x="68667" y="41921"/>
                    <a:pt x="75333" y="41303"/>
                    <a:pt x="82000" y="42000"/>
                  </a:cubicBezTo>
                  <a:cubicBezTo>
                    <a:pt x="81653" y="46000"/>
                    <a:pt x="8245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48"/>
                    <a:pt x="68667" y="70816"/>
                    <a:pt x="62000" y="70000"/>
                  </a:cubicBezTo>
                  <a:cubicBezTo>
                    <a:pt x="62274" y="66000"/>
                    <a:pt x="61489" y="62000"/>
                    <a:pt x="62000" y="58000"/>
                  </a:cubicBezTo>
                  <a:cubicBezTo>
                    <a:pt x="68667" y="58617"/>
                    <a:pt x="75333" y="57392"/>
                    <a:pt x="82000" y="58000"/>
                  </a:cubicBezTo>
                  <a:cubicBezTo>
                    <a:pt x="82631" y="62000"/>
                    <a:pt x="82213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8111" y="66000"/>
                    <a:pt x="38315" y="62000"/>
                    <a:pt x="38000" y="58000"/>
                  </a:cubicBezTo>
                  <a:cubicBezTo>
                    <a:pt x="44667" y="58722"/>
                    <a:pt x="51333" y="57185"/>
                    <a:pt x="58000" y="58000"/>
                  </a:cubicBezTo>
                  <a:cubicBezTo>
                    <a:pt x="58292" y="62000"/>
                    <a:pt x="57539" y="66000"/>
                    <a:pt x="58000" y="70000"/>
                  </a:cubicBezTo>
                  <a:cubicBezTo>
                    <a:pt x="51333" y="71098"/>
                    <a:pt x="44667" y="70483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466" y="66000"/>
                    <a:pt x="13499" y="62000"/>
                    <a:pt x="14000" y="58000"/>
                  </a:cubicBezTo>
                  <a:cubicBezTo>
                    <a:pt x="20667" y="58445"/>
                    <a:pt x="27333" y="58549"/>
                    <a:pt x="34000" y="58000"/>
                  </a:cubicBezTo>
                  <a:cubicBezTo>
                    <a:pt x="33940" y="62000"/>
                    <a:pt x="33359" y="66000"/>
                    <a:pt x="34000" y="70000"/>
                  </a:cubicBezTo>
                  <a:cubicBezTo>
                    <a:pt x="27333" y="71026"/>
                    <a:pt x="20667" y="69075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0922"/>
                    <a:pt x="27333" y="41171"/>
                    <a:pt x="34000" y="42000"/>
                  </a:cubicBezTo>
                  <a:cubicBezTo>
                    <a:pt x="34078" y="46000"/>
                    <a:pt x="34148" y="50000"/>
                    <a:pt x="34000" y="54000"/>
                  </a:cubicBezTo>
                  <a:cubicBezTo>
                    <a:pt x="27333" y="53205"/>
                    <a:pt x="20667" y="54419"/>
                    <a:pt x="14000" y="54000"/>
                  </a:cubicBezTo>
                  <a:cubicBezTo>
                    <a:pt x="13721" y="50000"/>
                    <a:pt x="14075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7069"/>
                    <a:pt x="27333" y="25017"/>
                    <a:pt x="34000" y="26000"/>
                  </a:cubicBezTo>
                  <a:cubicBezTo>
                    <a:pt x="34532" y="30000"/>
                    <a:pt x="33802" y="34000"/>
                    <a:pt x="34000" y="38000"/>
                  </a:cubicBezTo>
                  <a:cubicBezTo>
                    <a:pt x="27333" y="37180"/>
                    <a:pt x="20667" y="36866"/>
                    <a:pt x="14000" y="38000"/>
                  </a:cubicBezTo>
                  <a:cubicBezTo>
                    <a:pt x="13551" y="34000"/>
                    <a:pt x="13303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8231" y="46000"/>
                    <a:pt x="57661" y="50000"/>
                    <a:pt x="58000" y="54000"/>
                  </a:cubicBezTo>
                  <a:cubicBezTo>
                    <a:pt x="51333" y="53062"/>
                    <a:pt x="44667" y="54777"/>
                    <a:pt x="38000" y="54000"/>
                  </a:cubicBezTo>
                  <a:cubicBezTo>
                    <a:pt x="37611" y="50000"/>
                    <a:pt x="38552" y="46000"/>
                    <a:pt x="38000" y="42000"/>
                  </a:cubicBezTo>
                  <a:cubicBezTo>
                    <a:pt x="44667" y="41715"/>
                    <a:pt x="51333" y="40898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7857" y="30000"/>
                    <a:pt x="57887" y="34000"/>
                    <a:pt x="58000" y="38000"/>
                  </a:cubicBezTo>
                  <a:cubicBezTo>
                    <a:pt x="51333" y="38409"/>
                    <a:pt x="44667" y="38584"/>
                    <a:pt x="38000" y="38000"/>
                  </a:cubicBezTo>
                  <a:cubicBezTo>
                    <a:pt x="37502" y="34000"/>
                    <a:pt x="38148" y="30000"/>
                    <a:pt x="38000" y="26000"/>
                  </a:cubicBezTo>
                  <a:cubicBezTo>
                    <a:pt x="44667" y="27027"/>
                    <a:pt x="51333" y="26692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7337" y="26222"/>
                    <a:pt x="7569" y="32444"/>
                    <a:pt x="8000" y="38667"/>
                  </a:cubicBezTo>
                  <a:cubicBezTo>
                    <a:pt x="9016" y="44889"/>
                    <a:pt x="7362" y="51111"/>
                    <a:pt x="8000" y="57333"/>
                  </a:cubicBezTo>
                  <a:cubicBezTo>
                    <a:pt x="8440" y="63556"/>
                    <a:pt x="7292" y="69778"/>
                    <a:pt x="8000" y="76000"/>
                  </a:cubicBezTo>
                  <a:cubicBezTo>
                    <a:pt x="14667" y="75280"/>
                    <a:pt x="21333" y="76179"/>
                    <a:pt x="28000" y="76000"/>
                  </a:cubicBezTo>
                  <a:cubicBezTo>
                    <a:pt x="34667" y="76608"/>
                    <a:pt x="41333" y="76935"/>
                    <a:pt x="48000" y="76000"/>
                  </a:cubicBezTo>
                  <a:cubicBezTo>
                    <a:pt x="54667" y="75803"/>
                    <a:pt x="61333" y="75678"/>
                    <a:pt x="68000" y="76000"/>
                  </a:cubicBezTo>
                  <a:cubicBezTo>
                    <a:pt x="74667" y="76763"/>
                    <a:pt x="81333" y="77094"/>
                    <a:pt x="88000" y="76000"/>
                  </a:cubicBezTo>
                  <a:cubicBezTo>
                    <a:pt x="88504" y="69778"/>
                    <a:pt x="88381" y="63556"/>
                    <a:pt x="88000" y="57333"/>
                  </a:cubicBezTo>
                  <a:cubicBezTo>
                    <a:pt x="88233" y="51111"/>
                    <a:pt x="87469" y="44889"/>
                    <a:pt x="88000" y="38667"/>
                  </a:cubicBezTo>
                  <a:cubicBezTo>
                    <a:pt x="88572" y="32444"/>
                    <a:pt x="88256" y="26222"/>
                    <a:pt x="88000" y="20000"/>
                  </a:cubicBezTo>
                  <a:cubicBezTo>
                    <a:pt x="81333" y="20928"/>
                    <a:pt x="74667" y="21020"/>
                    <a:pt x="68000" y="20000"/>
                  </a:cubicBezTo>
                  <a:cubicBezTo>
                    <a:pt x="61333" y="19735"/>
                    <a:pt x="54667" y="19382"/>
                    <a:pt x="48000" y="20000"/>
                  </a:cubicBezTo>
                  <a:cubicBezTo>
                    <a:pt x="41333" y="19190"/>
                    <a:pt x="34667" y="19056"/>
                    <a:pt x="28000" y="20000"/>
                  </a:cubicBezTo>
                  <a:cubicBezTo>
                    <a:pt x="21333" y="20390"/>
                    <a:pt x="14667" y="20054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6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7991"/>
                            <a:pt x="68667" y="38586"/>
                            <a:pt x="62000" y="38000"/>
                          </a:cubicBezTo>
                          <a:cubicBezTo>
                            <a:pt x="61861" y="34000"/>
                            <a:pt x="61428" y="30000"/>
                            <a:pt x="62000" y="26000"/>
                          </a:cubicBezTo>
                          <a:cubicBezTo>
                            <a:pt x="68667" y="26290"/>
                            <a:pt x="75333" y="26630"/>
                            <a:pt x="82000" y="26000"/>
                          </a:cubicBezTo>
                          <a:cubicBezTo>
                            <a:pt x="81765" y="30000"/>
                            <a:pt x="81954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290"/>
                            <a:pt x="68667" y="53079"/>
                            <a:pt x="62000" y="54000"/>
                          </a:cubicBezTo>
                          <a:cubicBezTo>
                            <a:pt x="61478" y="50000"/>
                            <a:pt x="61463" y="46000"/>
                            <a:pt x="62000" y="42000"/>
                          </a:cubicBezTo>
                          <a:cubicBezTo>
                            <a:pt x="68667" y="41921"/>
                            <a:pt x="75333" y="41303"/>
                            <a:pt x="82000" y="42000"/>
                          </a:cubicBezTo>
                          <a:cubicBezTo>
                            <a:pt x="81653" y="46000"/>
                            <a:pt x="8245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48"/>
                            <a:pt x="68667" y="70816"/>
                            <a:pt x="62000" y="70000"/>
                          </a:cubicBezTo>
                          <a:cubicBezTo>
                            <a:pt x="62274" y="66000"/>
                            <a:pt x="61489" y="62000"/>
                            <a:pt x="62000" y="58000"/>
                          </a:cubicBezTo>
                          <a:cubicBezTo>
                            <a:pt x="68667" y="58617"/>
                            <a:pt x="75333" y="57392"/>
                            <a:pt x="82000" y="58000"/>
                          </a:cubicBezTo>
                          <a:cubicBezTo>
                            <a:pt x="82631" y="62000"/>
                            <a:pt x="82213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8111" y="66000"/>
                            <a:pt x="38315" y="62000"/>
                            <a:pt x="38000" y="58000"/>
                          </a:cubicBezTo>
                          <a:cubicBezTo>
                            <a:pt x="44667" y="58722"/>
                            <a:pt x="51333" y="57185"/>
                            <a:pt x="58000" y="58000"/>
                          </a:cubicBezTo>
                          <a:cubicBezTo>
                            <a:pt x="58292" y="62000"/>
                            <a:pt x="57539" y="66000"/>
                            <a:pt x="58000" y="70000"/>
                          </a:cubicBezTo>
                          <a:cubicBezTo>
                            <a:pt x="51333" y="71098"/>
                            <a:pt x="44667" y="70483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466" y="66000"/>
                            <a:pt x="13499" y="62000"/>
                            <a:pt x="14000" y="58000"/>
                          </a:cubicBezTo>
                          <a:cubicBezTo>
                            <a:pt x="20667" y="58445"/>
                            <a:pt x="27333" y="58549"/>
                            <a:pt x="34000" y="58000"/>
                          </a:cubicBezTo>
                          <a:cubicBezTo>
                            <a:pt x="33940" y="62000"/>
                            <a:pt x="33359" y="66000"/>
                            <a:pt x="34000" y="70000"/>
                          </a:cubicBezTo>
                          <a:cubicBezTo>
                            <a:pt x="27333" y="71026"/>
                            <a:pt x="20667" y="69075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0922"/>
                            <a:pt x="27333" y="41171"/>
                            <a:pt x="34000" y="42000"/>
                          </a:cubicBezTo>
                          <a:cubicBezTo>
                            <a:pt x="34078" y="46000"/>
                            <a:pt x="34148" y="50000"/>
                            <a:pt x="34000" y="54000"/>
                          </a:cubicBezTo>
                          <a:cubicBezTo>
                            <a:pt x="27333" y="53205"/>
                            <a:pt x="20667" y="54419"/>
                            <a:pt x="14000" y="54000"/>
                          </a:cubicBezTo>
                          <a:cubicBezTo>
                            <a:pt x="13721" y="50000"/>
                            <a:pt x="14075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7069"/>
                            <a:pt x="27333" y="25017"/>
                            <a:pt x="34000" y="26000"/>
                          </a:cubicBezTo>
                          <a:cubicBezTo>
                            <a:pt x="34532" y="30000"/>
                            <a:pt x="33802" y="34000"/>
                            <a:pt x="34000" y="38000"/>
                          </a:cubicBezTo>
                          <a:cubicBezTo>
                            <a:pt x="27333" y="37180"/>
                            <a:pt x="20667" y="36866"/>
                            <a:pt x="14000" y="38000"/>
                          </a:cubicBezTo>
                          <a:cubicBezTo>
                            <a:pt x="13551" y="34000"/>
                            <a:pt x="13303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8231" y="46000"/>
                            <a:pt x="57661" y="50000"/>
                            <a:pt x="58000" y="54000"/>
                          </a:cubicBezTo>
                          <a:cubicBezTo>
                            <a:pt x="51333" y="53062"/>
                            <a:pt x="44667" y="54777"/>
                            <a:pt x="38000" y="54000"/>
                          </a:cubicBezTo>
                          <a:cubicBezTo>
                            <a:pt x="37611" y="50000"/>
                            <a:pt x="38552" y="46000"/>
                            <a:pt x="38000" y="42000"/>
                          </a:cubicBezTo>
                          <a:cubicBezTo>
                            <a:pt x="44667" y="41715"/>
                            <a:pt x="51333" y="40898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7857" y="30000"/>
                            <a:pt x="57887" y="34000"/>
                            <a:pt x="58000" y="38000"/>
                          </a:cubicBezTo>
                          <a:cubicBezTo>
                            <a:pt x="51333" y="38409"/>
                            <a:pt x="44667" y="38584"/>
                            <a:pt x="38000" y="38000"/>
                          </a:cubicBezTo>
                          <a:cubicBezTo>
                            <a:pt x="37502" y="34000"/>
                            <a:pt x="38148" y="30000"/>
                            <a:pt x="38000" y="26000"/>
                          </a:cubicBezTo>
                          <a:cubicBezTo>
                            <a:pt x="44667" y="27027"/>
                            <a:pt x="51333" y="26692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7337" y="26222"/>
                            <a:pt x="7569" y="32444"/>
                            <a:pt x="8000" y="38667"/>
                          </a:cubicBezTo>
                          <a:cubicBezTo>
                            <a:pt x="9016" y="44889"/>
                            <a:pt x="7362" y="51111"/>
                            <a:pt x="8000" y="57333"/>
                          </a:cubicBezTo>
                          <a:cubicBezTo>
                            <a:pt x="8440" y="63556"/>
                            <a:pt x="7292" y="69778"/>
                            <a:pt x="8000" y="76000"/>
                          </a:cubicBezTo>
                          <a:cubicBezTo>
                            <a:pt x="14667" y="75280"/>
                            <a:pt x="21333" y="76179"/>
                            <a:pt x="28000" y="76000"/>
                          </a:cubicBezTo>
                          <a:cubicBezTo>
                            <a:pt x="34667" y="76608"/>
                            <a:pt x="41333" y="76935"/>
                            <a:pt x="48000" y="76000"/>
                          </a:cubicBezTo>
                          <a:cubicBezTo>
                            <a:pt x="54667" y="75803"/>
                            <a:pt x="61333" y="75678"/>
                            <a:pt x="68000" y="76000"/>
                          </a:cubicBezTo>
                          <a:cubicBezTo>
                            <a:pt x="74667" y="76763"/>
                            <a:pt x="81333" y="77094"/>
                            <a:pt x="88000" y="76000"/>
                          </a:cubicBezTo>
                          <a:cubicBezTo>
                            <a:pt x="88504" y="69778"/>
                            <a:pt x="88381" y="63556"/>
                            <a:pt x="88000" y="57333"/>
                          </a:cubicBezTo>
                          <a:cubicBezTo>
                            <a:pt x="88233" y="51111"/>
                            <a:pt x="87469" y="44889"/>
                            <a:pt x="88000" y="38667"/>
                          </a:cubicBezTo>
                          <a:cubicBezTo>
                            <a:pt x="88572" y="32444"/>
                            <a:pt x="88256" y="26222"/>
                            <a:pt x="88000" y="20000"/>
                          </a:cubicBezTo>
                          <a:cubicBezTo>
                            <a:pt x="81333" y="20928"/>
                            <a:pt x="74667" y="21020"/>
                            <a:pt x="68000" y="20000"/>
                          </a:cubicBezTo>
                          <a:cubicBezTo>
                            <a:pt x="61333" y="19735"/>
                            <a:pt x="54667" y="19382"/>
                            <a:pt x="48000" y="20000"/>
                          </a:cubicBezTo>
                          <a:cubicBezTo>
                            <a:pt x="41333" y="19190"/>
                            <a:pt x="34667" y="19056"/>
                            <a:pt x="28000" y="20000"/>
                          </a:cubicBezTo>
                          <a:cubicBezTo>
                            <a:pt x="21333" y="20390"/>
                            <a:pt x="14667" y="20054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0" name="Labels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Hand Labels</a:t>
            </a:r>
          </a:p>
        </p:txBody>
      </p:sp>
      <p:sp>
        <p:nvSpPr>
          <p:cNvPr id="141" name="Label value"/>
          <p:cNvSpPr txBox="1"/>
          <p:nvPr/>
        </p:nvSpPr>
        <p:spPr>
          <a:xfrm>
            <a:off x="1005840" y="61264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gr-0004: mixed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  <a:r>
              <a:rPr lang="en-US" sz="12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✗</a:t>
            </a:r>
          </a:p>
        </p:txBody>
      </p:sp>
      <p:cxnSp>
        <p:nvCxnSpPr>
          <p:cNvPr id="127" name="App-Model2"/>
          <p:cNvCxnSpPr/>
          <p:nvPr/>
        </p:nvCxnSpPr>
        <p:spPr>
          <a:xfrm>
            <a:off x="7440610" y="4118267"/>
            <a:ext cx="1775406" cy="63373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28" name="Graphic 62" descr="Artificial Intelligence outline"/>
          <p:cNvGrpSpPr/>
          <p:nvPr/>
        </p:nvGrpSpPr>
        <p:grpSpPr>
          <a:xfrm>
            <a:off x="9309806" y="4368578"/>
            <a:ext cx="647797" cy="768143"/>
            <a:chOff x="6096473" y="4106117"/>
            <a:chExt cx="647797" cy="768143"/>
          </a:xfrm>
          <a:noFill/>
        </p:grpSpPr>
        <p:sp>
          <p:nvSpPr>
            <p:cNvPr id="12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3" name="Model label"/>
          <p:cNvSpPr txBox="1"/>
          <p:nvPr/>
        </p:nvSpPr>
        <p:spPr>
          <a:xfrm>
            <a:off x="8627864" y="5164153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gpt-4.1</a:t>
            </a:r>
          </a:p>
        </p:txBody>
      </p:sp>
      <p:sp>
        <p:nvSpPr>
          <p:cNvPr id="134" name="Same prompt"/>
          <p:cNvSpPr txBox="1"/>
          <p:nvPr/>
        </p:nvSpPr>
        <p:spPr>
          <a:xfrm>
            <a:off x="7726680" y="385876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same prompt</a:t>
            </a:r>
          </a:p>
        </p:txBody>
      </p:sp>
      <p:sp>
        <p:nvSpPr>
          <p:cNvPr id="135" name="Reply 2"/>
          <p:cNvSpPr txBox="1"/>
          <p:nvPr/>
        </p:nvSpPr>
        <p:spPr>
          <a:xfrm>
            <a:off x="7315200" y="47091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2E7D3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"mixed"</a:t>
            </a:r>
            <a:r>
              <a:rPr lang="en-US" sz="1200" dirty="0">
                <a:solidFill>
                  <a:srgbClr val="2E7D3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✓</a:t>
            </a:r>
          </a:p>
        </p:txBody>
      </p:sp>
      <p:cxnSp>
        <p:nvCxnSpPr>
          <p:cNvPr id="136" name="Labels-App"/>
          <p:cNvCxnSpPr/>
          <p:nvPr/>
        </p:nvCxnSpPr>
        <p:spPr>
          <a:xfrm flipV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38" name="Hand labels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39" name="Hand labels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Hand labels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7991"/>
                    <a:pt x="68667" y="38586"/>
                    <a:pt x="62000" y="38000"/>
                  </a:cubicBezTo>
                  <a:cubicBezTo>
                    <a:pt x="61861" y="34000"/>
                    <a:pt x="61428" y="30000"/>
                    <a:pt x="62000" y="26000"/>
                  </a:cubicBezTo>
                  <a:cubicBezTo>
                    <a:pt x="68667" y="26290"/>
                    <a:pt x="75333" y="26630"/>
                    <a:pt x="82000" y="26000"/>
                  </a:cubicBezTo>
                  <a:cubicBezTo>
                    <a:pt x="81765" y="30000"/>
                    <a:pt x="81954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290"/>
                    <a:pt x="68667" y="53079"/>
                    <a:pt x="62000" y="54000"/>
                  </a:cubicBezTo>
                  <a:cubicBezTo>
                    <a:pt x="61478" y="50000"/>
                    <a:pt x="61463" y="46000"/>
                    <a:pt x="62000" y="42000"/>
                  </a:cubicBezTo>
                  <a:cubicBezTo>
                    <a:pt x="68667" y="41921"/>
                    <a:pt x="75333" y="41303"/>
                    <a:pt x="82000" y="42000"/>
                  </a:cubicBezTo>
                  <a:cubicBezTo>
                    <a:pt x="81653" y="46000"/>
                    <a:pt x="8245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48"/>
                    <a:pt x="68667" y="70816"/>
                    <a:pt x="62000" y="70000"/>
                  </a:cubicBezTo>
                  <a:cubicBezTo>
                    <a:pt x="62274" y="66000"/>
                    <a:pt x="61489" y="62000"/>
                    <a:pt x="62000" y="58000"/>
                  </a:cubicBezTo>
                  <a:cubicBezTo>
                    <a:pt x="68667" y="58617"/>
                    <a:pt x="75333" y="57392"/>
                    <a:pt x="82000" y="58000"/>
                  </a:cubicBezTo>
                  <a:cubicBezTo>
                    <a:pt x="82631" y="62000"/>
                    <a:pt x="82213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8111" y="66000"/>
                    <a:pt x="38315" y="62000"/>
                    <a:pt x="38000" y="58000"/>
                  </a:cubicBezTo>
                  <a:cubicBezTo>
                    <a:pt x="44667" y="58722"/>
                    <a:pt x="51333" y="57185"/>
                    <a:pt x="58000" y="58000"/>
                  </a:cubicBezTo>
                  <a:cubicBezTo>
                    <a:pt x="58292" y="62000"/>
                    <a:pt x="57539" y="66000"/>
                    <a:pt x="58000" y="70000"/>
                  </a:cubicBezTo>
                  <a:cubicBezTo>
                    <a:pt x="51333" y="71098"/>
                    <a:pt x="44667" y="70483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466" y="66000"/>
                    <a:pt x="13499" y="62000"/>
                    <a:pt x="14000" y="58000"/>
                  </a:cubicBezTo>
                  <a:cubicBezTo>
                    <a:pt x="20667" y="58445"/>
                    <a:pt x="27333" y="58549"/>
                    <a:pt x="34000" y="58000"/>
                  </a:cubicBezTo>
                  <a:cubicBezTo>
                    <a:pt x="33940" y="62000"/>
                    <a:pt x="33359" y="66000"/>
                    <a:pt x="34000" y="70000"/>
                  </a:cubicBezTo>
                  <a:cubicBezTo>
                    <a:pt x="27333" y="71026"/>
                    <a:pt x="20667" y="69075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0922"/>
                    <a:pt x="27333" y="41171"/>
                    <a:pt x="34000" y="42000"/>
                  </a:cubicBezTo>
                  <a:cubicBezTo>
                    <a:pt x="34078" y="46000"/>
                    <a:pt x="34148" y="50000"/>
                    <a:pt x="34000" y="54000"/>
                  </a:cubicBezTo>
                  <a:cubicBezTo>
                    <a:pt x="27333" y="53205"/>
                    <a:pt x="20667" y="54419"/>
                    <a:pt x="14000" y="54000"/>
                  </a:cubicBezTo>
                  <a:cubicBezTo>
                    <a:pt x="13721" y="50000"/>
                    <a:pt x="14075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7069"/>
                    <a:pt x="27333" y="25017"/>
                    <a:pt x="34000" y="26000"/>
                  </a:cubicBezTo>
                  <a:cubicBezTo>
                    <a:pt x="34532" y="30000"/>
                    <a:pt x="33802" y="34000"/>
                    <a:pt x="34000" y="38000"/>
                  </a:cubicBezTo>
                  <a:cubicBezTo>
                    <a:pt x="27333" y="37180"/>
                    <a:pt x="20667" y="36866"/>
                    <a:pt x="14000" y="38000"/>
                  </a:cubicBezTo>
                  <a:cubicBezTo>
                    <a:pt x="13551" y="34000"/>
                    <a:pt x="13303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8231" y="46000"/>
                    <a:pt x="57661" y="50000"/>
                    <a:pt x="58000" y="54000"/>
                  </a:cubicBezTo>
                  <a:cubicBezTo>
                    <a:pt x="51333" y="53062"/>
                    <a:pt x="44667" y="54777"/>
                    <a:pt x="38000" y="54000"/>
                  </a:cubicBezTo>
                  <a:cubicBezTo>
                    <a:pt x="37611" y="50000"/>
                    <a:pt x="38552" y="46000"/>
                    <a:pt x="38000" y="42000"/>
                  </a:cubicBezTo>
                  <a:cubicBezTo>
                    <a:pt x="44667" y="41715"/>
                    <a:pt x="51333" y="40898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7857" y="30000"/>
                    <a:pt x="57887" y="34000"/>
                    <a:pt x="58000" y="38000"/>
                  </a:cubicBezTo>
                  <a:cubicBezTo>
                    <a:pt x="51333" y="38409"/>
                    <a:pt x="44667" y="38584"/>
                    <a:pt x="38000" y="38000"/>
                  </a:cubicBezTo>
                  <a:cubicBezTo>
                    <a:pt x="37502" y="34000"/>
                    <a:pt x="38148" y="30000"/>
                    <a:pt x="38000" y="26000"/>
                  </a:cubicBezTo>
                  <a:cubicBezTo>
                    <a:pt x="44667" y="27027"/>
                    <a:pt x="51333" y="26692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7337" y="26222"/>
                    <a:pt x="7569" y="32444"/>
                    <a:pt x="8000" y="38667"/>
                  </a:cubicBezTo>
                  <a:cubicBezTo>
                    <a:pt x="9016" y="44889"/>
                    <a:pt x="7362" y="51111"/>
                    <a:pt x="8000" y="57333"/>
                  </a:cubicBezTo>
                  <a:cubicBezTo>
                    <a:pt x="8440" y="63556"/>
                    <a:pt x="7292" y="69778"/>
                    <a:pt x="8000" y="76000"/>
                  </a:cubicBezTo>
                  <a:cubicBezTo>
                    <a:pt x="14667" y="75280"/>
                    <a:pt x="21333" y="76179"/>
                    <a:pt x="28000" y="76000"/>
                  </a:cubicBezTo>
                  <a:cubicBezTo>
                    <a:pt x="34667" y="76608"/>
                    <a:pt x="41333" y="76935"/>
                    <a:pt x="48000" y="76000"/>
                  </a:cubicBezTo>
                  <a:cubicBezTo>
                    <a:pt x="54667" y="75803"/>
                    <a:pt x="61333" y="75678"/>
                    <a:pt x="68000" y="76000"/>
                  </a:cubicBezTo>
                  <a:cubicBezTo>
                    <a:pt x="74667" y="76763"/>
                    <a:pt x="81333" y="77094"/>
                    <a:pt x="88000" y="76000"/>
                  </a:cubicBezTo>
                  <a:cubicBezTo>
                    <a:pt x="88504" y="69778"/>
                    <a:pt x="88381" y="63556"/>
                    <a:pt x="88000" y="57333"/>
                  </a:cubicBezTo>
                  <a:cubicBezTo>
                    <a:pt x="88233" y="51111"/>
                    <a:pt x="87469" y="44889"/>
                    <a:pt x="88000" y="38667"/>
                  </a:cubicBezTo>
                  <a:cubicBezTo>
                    <a:pt x="88572" y="32444"/>
                    <a:pt x="88256" y="26222"/>
                    <a:pt x="88000" y="20000"/>
                  </a:cubicBezTo>
                  <a:cubicBezTo>
                    <a:pt x="81333" y="20928"/>
                    <a:pt x="74667" y="21020"/>
                    <a:pt x="68000" y="20000"/>
                  </a:cubicBezTo>
                  <a:cubicBezTo>
                    <a:pt x="61333" y="19735"/>
                    <a:pt x="54667" y="19382"/>
                    <a:pt x="48000" y="20000"/>
                  </a:cubicBezTo>
                  <a:cubicBezTo>
                    <a:pt x="41333" y="19190"/>
                    <a:pt x="34667" y="19056"/>
                    <a:pt x="28000" y="20000"/>
                  </a:cubicBezTo>
                  <a:cubicBezTo>
                    <a:pt x="21333" y="20390"/>
                    <a:pt x="14667" y="20054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6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7991"/>
                            <a:pt x="68667" y="38586"/>
                            <a:pt x="62000" y="38000"/>
                          </a:cubicBezTo>
                          <a:cubicBezTo>
                            <a:pt x="61861" y="34000"/>
                            <a:pt x="61428" y="30000"/>
                            <a:pt x="62000" y="26000"/>
                          </a:cubicBezTo>
                          <a:cubicBezTo>
                            <a:pt x="68667" y="26290"/>
                            <a:pt x="75333" y="26630"/>
                            <a:pt x="82000" y="26000"/>
                          </a:cubicBezTo>
                          <a:cubicBezTo>
                            <a:pt x="81765" y="30000"/>
                            <a:pt x="81954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290"/>
                            <a:pt x="68667" y="53079"/>
                            <a:pt x="62000" y="54000"/>
                          </a:cubicBezTo>
                          <a:cubicBezTo>
                            <a:pt x="61478" y="50000"/>
                            <a:pt x="61463" y="46000"/>
                            <a:pt x="62000" y="42000"/>
                          </a:cubicBezTo>
                          <a:cubicBezTo>
                            <a:pt x="68667" y="41921"/>
                            <a:pt x="75333" y="41303"/>
                            <a:pt x="82000" y="42000"/>
                          </a:cubicBezTo>
                          <a:cubicBezTo>
                            <a:pt x="81653" y="46000"/>
                            <a:pt x="8245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48"/>
                            <a:pt x="68667" y="70816"/>
                            <a:pt x="62000" y="70000"/>
                          </a:cubicBezTo>
                          <a:cubicBezTo>
                            <a:pt x="62274" y="66000"/>
                            <a:pt x="61489" y="62000"/>
                            <a:pt x="62000" y="58000"/>
                          </a:cubicBezTo>
                          <a:cubicBezTo>
                            <a:pt x="68667" y="58617"/>
                            <a:pt x="75333" y="57392"/>
                            <a:pt x="82000" y="58000"/>
                          </a:cubicBezTo>
                          <a:cubicBezTo>
                            <a:pt x="82631" y="62000"/>
                            <a:pt x="82213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8111" y="66000"/>
                            <a:pt x="38315" y="62000"/>
                            <a:pt x="38000" y="58000"/>
                          </a:cubicBezTo>
                          <a:cubicBezTo>
                            <a:pt x="44667" y="58722"/>
                            <a:pt x="51333" y="57185"/>
                            <a:pt x="58000" y="58000"/>
                          </a:cubicBezTo>
                          <a:cubicBezTo>
                            <a:pt x="58292" y="62000"/>
                            <a:pt x="57539" y="66000"/>
                            <a:pt x="58000" y="70000"/>
                          </a:cubicBezTo>
                          <a:cubicBezTo>
                            <a:pt x="51333" y="71098"/>
                            <a:pt x="44667" y="70483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466" y="66000"/>
                            <a:pt x="13499" y="62000"/>
                            <a:pt x="14000" y="58000"/>
                          </a:cubicBezTo>
                          <a:cubicBezTo>
                            <a:pt x="20667" y="58445"/>
                            <a:pt x="27333" y="58549"/>
                            <a:pt x="34000" y="58000"/>
                          </a:cubicBezTo>
                          <a:cubicBezTo>
                            <a:pt x="33940" y="62000"/>
                            <a:pt x="33359" y="66000"/>
                            <a:pt x="34000" y="70000"/>
                          </a:cubicBezTo>
                          <a:cubicBezTo>
                            <a:pt x="27333" y="71026"/>
                            <a:pt x="20667" y="69075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0922"/>
                            <a:pt x="27333" y="41171"/>
                            <a:pt x="34000" y="42000"/>
                          </a:cubicBezTo>
                          <a:cubicBezTo>
                            <a:pt x="34078" y="46000"/>
                            <a:pt x="34148" y="50000"/>
                            <a:pt x="34000" y="54000"/>
                          </a:cubicBezTo>
                          <a:cubicBezTo>
                            <a:pt x="27333" y="53205"/>
                            <a:pt x="20667" y="54419"/>
                            <a:pt x="14000" y="54000"/>
                          </a:cubicBezTo>
                          <a:cubicBezTo>
                            <a:pt x="13721" y="50000"/>
                            <a:pt x="14075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7069"/>
                            <a:pt x="27333" y="25017"/>
                            <a:pt x="34000" y="26000"/>
                          </a:cubicBezTo>
                          <a:cubicBezTo>
                            <a:pt x="34532" y="30000"/>
                            <a:pt x="33802" y="34000"/>
                            <a:pt x="34000" y="38000"/>
                          </a:cubicBezTo>
                          <a:cubicBezTo>
                            <a:pt x="27333" y="37180"/>
                            <a:pt x="20667" y="36866"/>
                            <a:pt x="14000" y="38000"/>
                          </a:cubicBezTo>
                          <a:cubicBezTo>
                            <a:pt x="13551" y="34000"/>
                            <a:pt x="13303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8231" y="46000"/>
                            <a:pt x="57661" y="50000"/>
                            <a:pt x="58000" y="54000"/>
                          </a:cubicBezTo>
                          <a:cubicBezTo>
                            <a:pt x="51333" y="53062"/>
                            <a:pt x="44667" y="54777"/>
                            <a:pt x="38000" y="54000"/>
                          </a:cubicBezTo>
                          <a:cubicBezTo>
                            <a:pt x="37611" y="50000"/>
                            <a:pt x="38552" y="46000"/>
                            <a:pt x="38000" y="42000"/>
                          </a:cubicBezTo>
                          <a:cubicBezTo>
                            <a:pt x="44667" y="41715"/>
                            <a:pt x="51333" y="40898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7857" y="30000"/>
                            <a:pt x="57887" y="34000"/>
                            <a:pt x="58000" y="38000"/>
                          </a:cubicBezTo>
                          <a:cubicBezTo>
                            <a:pt x="51333" y="38409"/>
                            <a:pt x="44667" y="38584"/>
                            <a:pt x="38000" y="38000"/>
                          </a:cubicBezTo>
                          <a:cubicBezTo>
                            <a:pt x="37502" y="34000"/>
                            <a:pt x="38148" y="30000"/>
                            <a:pt x="38000" y="26000"/>
                          </a:cubicBezTo>
                          <a:cubicBezTo>
                            <a:pt x="44667" y="27027"/>
                            <a:pt x="51333" y="26692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7337" y="26222"/>
                            <a:pt x="7569" y="32444"/>
                            <a:pt x="8000" y="38667"/>
                          </a:cubicBezTo>
                          <a:cubicBezTo>
                            <a:pt x="9016" y="44889"/>
                            <a:pt x="7362" y="51111"/>
                            <a:pt x="8000" y="57333"/>
                          </a:cubicBezTo>
                          <a:cubicBezTo>
                            <a:pt x="8440" y="63556"/>
                            <a:pt x="7292" y="69778"/>
                            <a:pt x="8000" y="76000"/>
                          </a:cubicBezTo>
                          <a:cubicBezTo>
                            <a:pt x="14667" y="75280"/>
                            <a:pt x="21333" y="76179"/>
                            <a:pt x="28000" y="76000"/>
                          </a:cubicBezTo>
                          <a:cubicBezTo>
                            <a:pt x="34667" y="76608"/>
                            <a:pt x="41333" y="76935"/>
                            <a:pt x="48000" y="76000"/>
                          </a:cubicBezTo>
                          <a:cubicBezTo>
                            <a:pt x="54667" y="75803"/>
                            <a:pt x="61333" y="75678"/>
                            <a:pt x="68000" y="76000"/>
                          </a:cubicBezTo>
                          <a:cubicBezTo>
                            <a:pt x="74667" y="76763"/>
                            <a:pt x="81333" y="77094"/>
                            <a:pt x="88000" y="76000"/>
                          </a:cubicBezTo>
                          <a:cubicBezTo>
                            <a:pt x="88504" y="69778"/>
                            <a:pt x="88381" y="63556"/>
                            <a:pt x="88000" y="57333"/>
                          </a:cubicBezTo>
                          <a:cubicBezTo>
                            <a:pt x="88233" y="51111"/>
                            <a:pt x="87469" y="44889"/>
                            <a:pt x="88000" y="38667"/>
                          </a:cubicBezTo>
                          <a:cubicBezTo>
                            <a:pt x="88572" y="32444"/>
                            <a:pt x="88256" y="26222"/>
                            <a:pt x="88000" y="20000"/>
                          </a:cubicBezTo>
                          <a:cubicBezTo>
                            <a:pt x="81333" y="20928"/>
                            <a:pt x="74667" y="21020"/>
                            <a:pt x="68000" y="20000"/>
                          </a:cubicBezTo>
                          <a:cubicBezTo>
                            <a:pt x="61333" y="19735"/>
                            <a:pt x="54667" y="19382"/>
                            <a:pt x="48000" y="20000"/>
                          </a:cubicBezTo>
                          <a:cubicBezTo>
                            <a:pt x="41333" y="19190"/>
                            <a:pt x="34667" y="19056"/>
                            <a:pt x="28000" y="20000"/>
                          </a:cubicBezTo>
                          <a:cubicBezTo>
                            <a:pt x="21333" y="20390"/>
                            <a:pt x="14667" y="20054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0" name="Labels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Hand Labels</a:t>
            </a:r>
          </a:p>
        </p:txBody>
      </p:sp>
      <p:sp>
        <p:nvSpPr>
          <p:cNvPr id="141" name="Label value"/>
          <p:cNvSpPr txBox="1"/>
          <p:nvPr/>
        </p:nvSpPr>
        <p:spPr>
          <a:xfrm>
            <a:off x="1005840" y="61264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gr-0004: mixed</a:t>
            </a:r>
          </a:p>
        </p:txBody>
      </p:sp>
      <p:sp>
        <p:nvSpPr>
          <p:cNvPr id="142" name="Scores"/>
          <p:cNvSpPr txBox="1"/>
          <p:nvPr/>
        </p:nvSpPr>
        <p:spPr>
          <a:xfrm>
            <a:off x="4878638" y="3569482"/>
            <a:ext cx="2367419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hard set</a:t>
            </a:r>
          </a:p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phi3      7/10</a:t>
            </a:r>
          </a:p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gpt-4.1 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98576</TotalTime>
  <Words>2508</Words>
  <Application>Microsoft Macintosh PowerPoint</Application>
  <PresentationFormat>Widescreen</PresentationFormat>
  <Paragraphs>192</Paragraphs>
  <Slides>35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 Light</vt:lpstr>
      <vt:lpstr>Consolas</vt:lpstr>
      <vt:lpstr>Calibri</vt:lpstr>
      <vt:lpstr>Segoe UI</vt:lpstr>
      <vt:lpstr>Metropolitan</vt:lpstr>
      <vt:lpstr>Building Pragmatic AI</vt:lpstr>
      <vt:lpstr>This Module</vt:lpstr>
      <vt:lpstr>This Module</vt:lpstr>
      <vt:lpstr>This Module</vt:lpstr>
      <vt:lpstr>F01 · Summarization</vt:lpstr>
      <vt:lpstr>PowerPoint Presentation</vt:lpstr>
      <vt:lpstr>PowerPoint Presentation</vt:lpstr>
      <vt:lpstr>F01 · Summarization · Demo: What to Watch</vt:lpstr>
      <vt:lpstr>F01 · Summarization · Leadership Card</vt:lpstr>
      <vt:lpstr>F01 · Summarization · Leadership Card</vt:lpstr>
      <vt:lpstr>F01 · Summarization · Leadership Card</vt:lpstr>
      <vt:lpstr>F02 · Extraction</vt:lpstr>
      <vt:lpstr>PowerPoint Presentation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PowerPoint Presentation</vt:lpstr>
      <vt:lpstr>F02 · Extraction · Demo: What to Watch</vt:lpstr>
      <vt:lpstr>F02 · Extraction · Leadership Card</vt:lpstr>
      <vt:lpstr>F02 · Extraction · Leadership Card</vt:lpstr>
      <vt:lpstr>F02 · Extraction · Leadership Card</vt:lpstr>
      <vt:lpstr>F03 · Sentiment</vt:lpstr>
      <vt:lpstr>PowerPoint Presentation</vt:lpstr>
      <vt:lpstr>PowerPoint Presentation</vt:lpstr>
      <vt:lpstr>F03 · Sentiment · Demo: What to Watch</vt:lpstr>
      <vt:lpstr>F03 · Sentiment · Leadership Card</vt:lpstr>
      <vt:lpstr>F03 · Sentiment · Leadership Card</vt:lpstr>
      <vt:lpstr>F03 · Sentiment · Leadership Card</vt:lpstr>
      <vt:lpstr>Lab 1: ~60 Minutes</vt:lpstr>
      <vt:lpstr>Lab 1: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2026-09-17T11:47:18Z</dcterms:modified>
  <cp:category/>
</cp:coreProperties>
</file>