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13"/>
  </p:notesMasterIdLst>
  <p:sldIdLst>
    <p:sldId id="576" r:id="rId2"/>
    <p:sldId id="577" r:id="rId3"/>
    <p:sldId id="578" r:id="rId4"/>
    <p:sldId id="588" r:id="rId5"/>
    <p:sldId id="595" r:id="rId6"/>
    <p:sldId id="596" r:id="rId7"/>
    <p:sldId id="599" r:id="rId8"/>
    <p:sldId id="601" r:id="rId9"/>
    <p:sldId id="605" r:id="rId10"/>
    <p:sldId id="607" r:id="rId11"/>
    <p:sldId id="305" r:id="rId12"/>
  </p:sldIdLst>
  <p:sldSz cx="12192000" cy="6858000"/>
  <p:notesSz cx="6858000" cy="9144000"/>
  <p:embeddedFontLst>
    <p:embeddedFont>
      <p:font typeface="Segoe UI" panose="020B0502040204020203" pitchFamily="34" charset="0"/>
      <p:regular r:id="rId14"/>
      <p:bold r:id="rId15"/>
      <p:italic r:id="rId16"/>
      <p:boldItalic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61" autoAdjust="0"/>
    <p:restoredTop sz="66805" autoAdjust="0"/>
  </p:normalViewPr>
  <p:slideViewPr>
    <p:cSldViewPr snapToGrid="0">
      <p:cViewPr varScale="1">
        <p:scale>
          <a:sx n="77" d="100"/>
          <a:sy n="77" d="100"/>
        </p:scale>
        <p:origin x="2104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9-23T23:28:57.107" v="1568" actId="5793"/>
      <pc:docMkLst>
        <pc:docMk/>
      </pc:docMkLst>
      <pc:sldChg chg="addSp delSp modSp add mod">
        <pc:chgData name="J. Tower" userId="9d06de10716639e5" providerId="LiveId" clId="{F8931099-75CA-5660-A155-55881DF68D84}" dt="2026-09-21T22:03:30.108" v="1015" actId="20577"/>
        <pc:sldMkLst>
          <pc:docMk/>
          <pc:sldMk cId="2588151616" sldId="305"/>
        </pc:sldMkLst>
        <pc:spChg chg="mod">
          <ac:chgData name="J. Tower" userId="9d06de10716639e5" providerId="LiveId" clId="{F8931099-75CA-5660-A155-55881DF68D84}" dt="2026-09-21T22:03:30.108" v="1015" actId="20577"/>
          <ac:spMkLst>
            <pc:docMk/>
            <pc:sldMk cId="2588151616" sldId="305"/>
            <ac:spMk id="3" creationId="{00000000-0000-0000-0000-000000000000}"/>
          </ac:spMkLst>
        </pc:spChg>
        <pc:spChg chg="add mod">
          <ac:chgData name="J. Tower" userId="9d06de10716639e5" providerId="LiveId" clId="{F8931099-75CA-5660-A155-55881DF68D84}" dt="2026-09-21T22:02:49.307" v="994" actId="207"/>
          <ac:spMkLst>
            <pc:docMk/>
            <pc:sldMk cId="2588151616" sldId="305"/>
            <ac:spMk id="6" creationId="{AE6963CF-EE52-0F1E-6DE8-AAD1013F2522}"/>
          </ac:spMkLst>
        </pc:spChg>
        <pc:spChg chg="mod">
          <ac:chgData name="J. Tower" userId="9d06de10716639e5" providerId="LiveId" clId="{F8931099-75CA-5660-A155-55881DF68D84}" dt="2026-09-21T22:03:23.496" v="997" actId="167"/>
          <ac:spMkLst>
            <pc:docMk/>
            <pc:sldMk cId="2588151616" sldId="305"/>
            <ac:spMk id="10" creationId="{879C7D46-B427-B1BB-7A1F-392BCB232898}"/>
          </ac:spMkLst>
        </pc:spChg>
      </pc:sldChg>
      <pc:sldChg chg="modSp mod">
        <pc:chgData name="J. Tower" userId="9d06de10716639e5" providerId="LiveId" clId="{F8931099-75CA-5660-A155-55881DF68D84}" dt="2026-09-01T20:37:28.584" v="981" actId="27636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01T20:37:28.584" v="981" actId="27636"/>
          <ac:spMkLst>
            <pc:docMk/>
            <pc:sldMk cId="0" sldId="57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23T23:22:21.606" v="1026" actId="403"/>
        <pc:sldMkLst>
          <pc:docMk/>
          <pc:sldMk cId="0" sldId="577"/>
        </pc:sldMkLst>
        <pc:spChg chg="mod">
          <ac:chgData name="J. Tower" userId="9d06de10716639e5" providerId="LiveId" clId="{F8931099-75CA-5660-A155-55881DF68D84}" dt="2026-09-23T23:22:21.606" v="1026" actId="403"/>
          <ac:spMkLst>
            <pc:docMk/>
            <pc:sldMk cId="0" sldId="577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23T23:22:16.547" v="1025" actId="403"/>
        <pc:sldMkLst>
          <pc:docMk/>
          <pc:sldMk cId="0" sldId="578"/>
        </pc:sldMkLst>
        <pc:spChg chg="mod">
          <ac:chgData name="J. Tower" userId="9d06de10716639e5" providerId="LiveId" clId="{F8931099-75CA-5660-A155-55881DF68D84}" dt="2026-09-23T23:22:16.547" v="1025" actId="403"/>
          <ac:spMkLst>
            <pc:docMk/>
            <pc:sldMk cId="0" sldId="578"/>
            <ac:spMk id="3" creationId="{00000000-0000-0000-0000-000000000000}"/>
          </ac:spMkLst>
        </pc:spChg>
      </pc:sldChg>
      <pc:sldChg chg="del">
        <pc:chgData name="J. Tower" userId="9d06de10716639e5" providerId="LiveId" clId="{F8931099-75CA-5660-A155-55881DF68D84}" dt="2026-09-23T23:21:19.252" v="1016" actId="2696"/>
        <pc:sldMkLst>
          <pc:docMk/>
          <pc:sldMk cId="0" sldId="579"/>
        </pc:sldMkLst>
      </pc:sldChg>
      <pc:sldChg chg="del">
        <pc:chgData name="J. Tower" userId="9d06de10716639e5" providerId="LiveId" clId="{F8931099-75CA-5660-A155-55881DF68D84}" dt="2026-09-23T23:21:19.254" v="1017" actId="2696"/>
        <pc:sldMkLst>
          <pc:docMk/>
          <pc:sldMk cId="0" sldId="580"/>
        </pc:sldMkLst>
      </pc:sldChg>
      <pc:sldChg chg="del">
        <pc:chgData name="J. Tower" userId="9d06de10716639e5" providerId="LiveId" clId="{F8931099-75CA-5660-A155-55881DF68D84}" dt="2026-09-23T23:21:19.256" v="1018" actId="2696"/>
        <pc:sldMkLst>
          <pc:docMk/>
          <pc:sldMk cId="0" sldId="581"/>
        </pc:sldMkLst>
      </pc:sldChg>
      <pc:sldChg chg="del">
        <pc:chgData name="J. Tower" userId="9d06de10716639e5" providerId="LiveId" clId="{F8931099-75CA-5660-A155-55881DF68D84}" dt="2026-09-23T23:21:19.258" v="1019" actId="2696"/>
        <pc:sldMkLst>
          <pc:docMk/>
          <pc:sldMk cId="0" sldId="582"/>
        </pc:sldMkLst>
      </pc:sldChg>
      <pc:sldChg chg="del">
        <pc:chgData name="J. Tower" userId="9d06de10716639e5" providerId="LiveId" clId="{F8931099-75CA-5660-A155-55881DF68D84}" dt="2026-09-23T23:21:19.260" v="1020" actId="2696"/>
        <pc:sldMkLst>
          <pc:docMk/>
          <pc:sldMk cId="0" sldId="583"/>
        </pc:sldMkLst>
      </pc:sldChg>
      <pc:sldChg chg="del">
        <pc:chgData name="J. Tower" userId="9d06de10716639e5" providerId="LiveId" clId="{F8931099-75CA-5660-A155-55881DF68D84}" dt="2026-09-23T23:21:19.263" v="1021" actId="2696"/>
        <pc:sldMkLst>
          <pc:docMk/>
          <pc:sldMk cId="0" sldId="584"/>
        </pc:sldMkLst>
      </pc:sldChg>
      <pc:sldChg chg="del">
        <pc:chgData name="J. Tower" userId="9d06de10716639e5" providerId="LiveId" clId="{F8931099-75CA-5660-A155-55881DF68D84}" dt="2026-09-23T23:21:19.265" v="1022" actId="2696"/>
        <pc:sldMkLst>
          <pc:docMk/>
          <pc:sldMk cId="0" sldId="585"/>
        </pc:sldMkLst>
      </pc:sldChg>
      <pc:sldChg chg="modSp del">
        <pc:chgData name="J. Tower" userId="9d06de10716639e5" providerId="LiveId" clId="{F8931099-75CA-5660-A155-55881DF68D84}" dt="2026-09-23T23:21:19.268" v="1023" actId="2696"/>
        <pc:sldMkLst>
          <pc:docMk/>
          <pc:sldMk cId="0" sldId="586"/>
        </pc:sldMkLst>
      </pc:sldChg>
      <pc:sldChg chg="modSp del">
        <pc:chgData name="J. Tower" userId="9d06de10716639e5" providerId="LiveId" clId="{F8931099-75CA-5660-A155-55881DF68D84}" dt="2026-09-23T23:21:19.271" v="1024" actId="2696"/>
        <pc:sldMkLst>
          <pc:docMk/>
          <pc:sldMk cId="0" sldId="587"/>
        </pc:sldMkLst>
      </pc:sldChg>
      <pc:sldChg chg="modSp mod">
        <pc:chgData name="J. Tower" userId="9d06de10716639e5" providerId="LiveId" clId="{F8931099-75CA-5660-A155-55881DF68D84}" dt="2026-09-23T23:23:48.217" v="1095" actId="20577"/>
        <pc:sldMkLst>
          <pc:docMk/>
          <pc:sldMk cId="0" sldId="588"/>
        </pc:sldMkLst>
        <pc:spChg chg="mod">
          <ac:chgData name="J. Tower" userId="9d06de10716639e5" providerId="LiveId" clId="{F8931099-75CA-5660-A155-55881DF68D84}" dt="2026-09-23T23:23:48.217" v="1095" actId="20577"/>
          <ac:spMkLst>
            <pc:docMk/>
            <pc:sldMk cId="0" sldId="588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23T23:22:30.837" v="1036" actId="1036"/>
          <ac:spMkLst>
            <pc:docMk/>
            <pc:sldMk cId="0" sldId="588"/>
            <ac:spMk id="4" creationId="{00000000-0000-0000-0000-000000000000}"/>
          </ac:spMkLst>
        </pc:spChg>
        <pc:spChg chg="mod">
          <ac:chgData name="J. Tower" userId="9d06de10716639e5" providerId="LiveId" clId="{F8931099-75CA-5660-A155-55881DF68D84}" dt="2026-09-23T23:22:30.837" v="1036" actId="1036"/>
          <ac:spMkLst>
            <pc:docMk/>
            <pc:sldMk cId="0" sldId="588"/>
            <ac:spMk id="6" creationId="{00000000-0000-0000-0000-000000000000}"/>
          </ac:spMkLst>
        </pc:spChg>
        <pc:spChg chg="mod">
          <ac:chgData name="J. Tower" userId="9d06de10716639e5" providerId="LiveId" clId="{F8931099-75CA-5660-A155-55881DF68D84}" dt="2026-09-23T23:22:30.837" v="1036" actId="1036"/>
          <ac:spMkLst>
            <pc:docMk/>
            <pc:sldMk cId="0" sldId="588"/>
            <ac:spMk id="8" creationId="{00000000-0000-0000-0000-000000000000}"/>
          </ac:spMkLst>
        </pc:spChg>
        <pc:spChg chg="mod">
          <ac:chgData name="J. Tower" userId="9d06de10716639e5" providerId="LiveId" clId="{F8931099-75CA-5660-A155-55881DF68D84}" dt="2026-09-23T23:22:30.837" v="1036" actId="1036"/>
          <ac:spMkLst>
            <pc:docMk/>
            <pc:sldMk cId="0" sldId="588"/>
            <ac:spMk id="10" creationId="{00000000-0000-0000-0000-000000000000}"/>
          </ac:spMkLst>
        </pc:spChg>
        <pc:spChg chg="mod">
          <ac:chgData name="J. Tower" userId="9d06de10716639e5" providerId="LiveId" clId="{F8931099-75CA-5660-A155-55881DF68D84}" dt="2026-09-23T23:22:30.837" v="1036" actId="1036"/>
          <ac:spMkLst>
            <pc:docMk/>
            <pc:sldMk cId="0" sldId="588"/>
            <ac:spMk id="12" creationId="{00000000-0000-0000-0000-000000000000}"/>
          </ac:spMkLst>
        </pc:spChg>
        <pc:spChg chg="mod">
          <ac:chgData name="J. Tower" userId="9d06de10716639e5" providerId="LiveId" clId="{F8931099-75CA-5660-A155-55881DF68D84}" dt="2026-09-23T23:22:30.837" v="1036" actId="1036"/>
          <ac:spMkLst>
            <pc:docMk/>
            <pc:sldMk cId="0" sldId="588"/>
            <ac:spMk id="14" creationId="{00000000-0000-0000-0000-000000000000}"/>
          </ac:spMkLst>
        </pc:spChg>
        <pc:spChg chg="mod">
          <ac:chgData name="J. Tower" userId="9d06de10716639e5" providerId="LiveId" clId="{F8931099-75CA-5660-A155-55881DF68D84}" dt="2026-09-23T23:22:30.837" v="1036" actId="1036"/>
          <ac:spMkLst>
            <pc:docMk/>
            <pc:sldMk cId="0" sldId="588"/>
            <ac:spMk id="16" creationId="{00000000-0000-0000-0000-000000000000}"/>
          </ac:spMkLst>
        </pc:spChg>
        <pc:spChg chg="mod">
          <ac:chgData name="J. Tower" userId="9d06de10716639e5" providerId="LiveId" clId="{F8931099-75CA-5660-A155-55881DF68D84}" dt="2026-09-23T23:22:30.837" v="1036" actId="1036"/>
          <ac:spMkLst>
            <pc:docMk/>
            <pc:sldMk cId="0" sldId="588"/>
            <ac:spMk id="18" creationId="{00000000-0000-0000-0000-000000000000}"/>
          </ac:spMkLst>
        </pc:spChg>
        <pc:spChg chg="mod">
          <ac:chgData name="J. Tower" userId="9d06de10716639e5" providerId="LiveId" clId="{F8931099-75CA-5660-A155-55881DF68D84}" dt="2026-09-23T23:22:30.837" v="1036" actId="1036"/>
          <ac:spMkLst>
            <pc:docMk/>
            <pc:sldMk cId="0" sldId="588"/>
            <ac:spMk id="20" creationId="{00000000-0000-0000-0000-000000000000}"/>
          </ac:spMkLst>
        </pc:spChg>
        <pc:spChg chg="mod">
          <ac:chgData name="J. Tower" userId="9d06de10716639e5" providerId="LiveId" clId="{F8931099-75CA-5660-A155-55881DF68D84}" dt="2026-09-23T23:22:30.837" v="1036" actId="1036"/>
          <ac:spMkLst>
            <pc:docMk/>
            <pc:sldMk cId="0" sldId="588"/>
            <ac:spMk id="22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23T23:24:19.286" v="1173" actId="2696"/>
        <pc:sldMkLst>
          <pc:docMk/>
          <pc:sldMk cId="0" sldId="589"/>
        </pc:sldMkLst>
        <pc:spChg chg="mod">
          <ac:chgData name="J. Tower" userId="9d06de10716639e5" providerId="LiveId" clId="{F8931099-75CA-5660-A155-55881DF68D84}" dt="2026-09-23T23:23:55.015" v="1098" actId="20577"/>
          <ac:spMkLst>
            <pc:docMk/>
            <pc:sldMk cId="0" sldId="589"/>
            <ac:spMk id="2" creationId="{00000000-0000-0000-0000-000000000000}"/>
          </ac:spMkLst>
        </pc:spChg>
      </pc:sldChg>
      <pc:sldChg chg="del modNotesTx">
        <pc:chgData name="J. Tower" userId="9d06de10716639e5" providerId="LiveId" clId="{F8931099-75CA-5660-A155-55881DF68D84}" dt="2026-09-23T23:23:17.421" v="1041" actId="2696"/>
        <pc:sldMkLst>
          <pc:docMk/>
          <pc:sldMk cId="0" sldId="590"/>
        </pc:sldMkLst>
      </pc:sldChg>
      <pc:sldChg chg="del modNotesTx">
        <pc:chgData name="J. Tower" userId="9d06de10716639e5" providerId="LiveId" clId="{F8931099-75CA-5660-A155-55881DF68D84}" dt="2026-09-23T23:23:17.420" v="1040" actId="2696"/>
        <pc:sldMkLst>
          <pc:docMk/>
          <pc:sldMk cId="0" sldId="591"/>
        </pc:sldMkLst>
      </pc:sldChg>
      <pc:sldChg chg="del modNotesTx">
        <pc:chgData name="J. Tower" userId="9d06de10716639e5" providerId="LiveId" clId="{F8931099-75CA-5660-A155-55881DF68D84}" dt="2026-09-23T23:23:17.420" v="1039" actId="2696"/>
        <pc:sldMkLst>
          <pc:docMk/>
          <pc:sldMk cId="0" sldId="592"/>
        </pc:sldMkLst>
      </pc:sldChg>
      <pc:sldChg chg="del">
        <pc:chgData name="J. Tower" userId="9d06de10716639e5" providerId="LiveId" clId="{F8931099-75CA-5660-A155-55881DF68D84}" dt="2026-09-23T23:23:17.419" v="1038" actId="2696"/>
        <pc:sldMkLst>
          <pc:docMk/>
          <pc:sldMk cId="0" sldId="593"/>
        </pc:sldMkLst>
      </pc:sldChg>
      <pc:sldChg chg="del">
        <pc:chgData name="J. Tower" userId="9d06de10716639e5" providerId="LiveId" clId="{F8931099-75CA-5660-A155-55881DF68D84}" dt="2026-09-23T23:23:17.418" v="1037" actId="2696"/>
        <pc:sldMkLst>
          <pc:docMk/>
          <pc:sldMk cId="0" sldId="594"/>
        </pc:sldMkLst>
      </pc:sldChg>
      <pc:sldChg chg="modSp mod">
        <pc:chgData name="J. Tower" userId="9d06de10716639e5" providerId="LiveId" clId="{F8931099-75CA-5660-A155-55881DF68D84}" dt="2026-09-23T23:24:41.546" v="1180" actId="20577"/>
        <pc:sldMkLst>
          <pc:docMk/>
          <pc:sldMk cId="0" sldId="595"/>
        </pc:sldMkLst>
        <pc:spChg chg="mod">
          <ac:chgData name="J. Tower" userId="9d06de10716639e5" providerId="LiveId" clId="{F8931099-75CA-5660-A155-55881DF68D84}" dt="2026-09-23T23:24:41.546" v="1180" actId="20577"/>
          <ac:spMkLst>
            <pc:docMk/>
            <pc:sldMk cId="0" sldId="59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23T23:26:40.999" v="1340" actId="20577"/>
        <pc:sldMkLst>
          <pc:docMk/>
          <pc:sldMk cId="0" sldId="596"/>
        </pc:sldMkLst>
        <pc:spChg chg="mod">
          <ac:chgData name="J. Tower" userId="9d06de10716639e5" providerId="LiveId" clId="{F8931099-75CA-5660-A155-55881DF68D84}" dt="2026-09-23T23:26:28.474" v="1310" actId="20577"/>
          <ac:spMkLst>
            <pc:docMk/>
            <pc:sldMk cId="0" sldId="596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23T23:26:40.999" v="1340" actId="20577"/>
          <ac:spMkLst>
            <pc:docMk/>
            <pc:sldMk cId="0" sldId="596"/>
            <ac:spMk id="3" creationId="{00000000-0000-0000-0000-000000000000}"/>
          </ac:spMkLst>
        </pc:spChg>
      </pc:sldChg>
      <pc:sldChg chg="del">
        <pc:chgData name="J. Tower" userId="9d06de10716639e5" providerId="LiveId" clId="{F8931099-75CA-5660-A155-55881DF68D84}" dt="2026-09-23T23:26:46.676" v="1341" actId="2696"/>
        <pc:sldMkLst>
          <pc:docMk/>
          <pc:sldMk cId="0" sldId="597"/>
        </pc:sldMkLst>
      </pc:sldChg>
      <pc:sldChg chg="del">
        <pc:chgData name="J. Tower" userId="9d06de10716639e5" providerId="LiveId" clId="{F8931099-75CA-5660-A155-55881DF68D84}" dt="2026-09-23T23:26:48.375" v="1342" actId="2696"/>
        <pc:sldMkLst>
          <pc:docMk/>
          <pc:sldMk cId="0" sldId="598"/>
        </pc:sldMkLst>
      </pc:sldChg>
      <pc:sldChg chg="modSp mod">
        <pc:chgData name="J. Tower" userId="9d06de10716639e5" providerId="LiveId" clId="{F8931099-75CA-5660-A155-55881DF68D84}" dt="2026-09-23T23:27:23.662" v="1457" actId="20577"/>
        <pc:sldMkLst>
          <pc:docMk/>
          <pc:sldMk cId="0" sldId="599"/>
        </pc:sldMkLst>
        <pc:spChg chg="mod">
          <ac:chgData name="J. Tower" userId="9d06de10716639e5" providerId="LiveId" clId="{F8931099-75CA-5660-A155-55881DF68D84}" dt="2026-09-23T23:26:58.690" v="1364" actId="20577"/>
          <ac:spMkLst>
            <pc:docMk/>
            <pc:sldMk cId="0" sldId="599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23T23:27:23.662" v="1457" actId="20577"/>
          <ac:spMkLst>
            <pc:docMk/>
            <pc:sldMk cId="0" sldId="599"/>
            <ac:spMk id="3" creationId="{00000000-0000-0000-0000-000000000000}"/>
          </ac:spMkLst>
        </pc:spChg>
      </pc:sldChg>
      <pc:sldChg chg="del">
        <pc:chgData name="J. Tower" userId="9d06de10716639e5" providerId="LiveId" clId="{F8931099-75CA-5660-A155-55881DF68D84}" dt="2026-09-23T23:27:29.760" v="1458" actId="2696"/>
        <pc:sldMkLst>
          <pc:docMk/>
          <pc:sldMk cId="0" sldId="600"/>
        </pc:sldMkLst>
      </pc:sldChg>
      <pc:sldChg chg="modSp mod">
        <pc:chgData name="J. Tower" userId="9d06de10716639e5" providerId="LiveId" clId="{F8931099-75CA-5660-A155-55881DF68D84}" dt="2026-09-23T23:27:44.062" v="1465" actId="20577"/>
        <pc:sldMkLst>
          <pc:docMk/>
          <pc:sldMk cId="0" sldId="601"/>
        </pc:sldMkLst>
        <pc:spChg chg="mod">
          <ac:chgData name="J. Tower" userId="9d06de10716639e5" providerId="LiveId" clId="{F8931099-75CA-5660-A155-55881DF68D84}" dt="2026-09-23T23:25:50.124" v="1249" actId="20577"/>
          <ac:spMkLst>
            <pc:docMk/>
            <pc:sldMk cId="0" sldId="601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23T23:27:44.062" v="1465" actId="20577"/>
          <ac:spMkLst>
            <pc:docMk/>
            <pc:sldMk cId="0" sldId="601"/>
            <ac:spMk id="3" creationId="{00000000-0000-0000-0000-000000000000}"/>
          </ac:spMkLst>
        </pc:spChg>
      </pc:sldChg>
      <pc:sldChg chg="del">
        <pc:chgData name="J. Tower" userId="9d06de10716639e5" providerId="LiveId" clId="{F8931099-75CA-5660-A155-55881DF68D84}" dt="2026-09-23T23:27:50.228" v="1466" actId="2696"/>
        <pc:sldMkLst>
          <pc:docMk/>
          <pc:sldMk cId="0" sldId="602"/>
        </pc:sldMkLst>
      </pc:sldChg>
      <pc:sldChg chg="del">
        <pc:chgData name="J. Tower" userId="9d06de10716639e5" providerId="LiveId" clId="{F8931099-75CA-5660-A155-55881DF68D84}" dt="2026-09-23T23:27:57.746" v="1467" actId="2696"/>
        <pc:sldMkLst>
          <pc:docMk/>
          <pc:sldMk cId="0" sldId="603"/>
        </pc:sldMkLst>
      </pc:sldChg>
      <pc:sldChg chg="del">
        <pc:chgData name="J. Tower" userId="9d06de10716639e5" providerId="LiveId" clId="{F8931099-75CA-5660-A155-55881DF68D84}" dt="2026-09-23T23:28:00.405" v="1468" actId="2696"/>
        <pc:sldMkLst>
          <pc:docMk/>
          <pc:sldMk cId="0" sldId="604"/>
        </pc:sldMkLst>
      </pc:sldChg>
      <pc:sldChg chg="modSp mod">
        <pc:chgData name="J. Tower" userId="9d06de10716639e5" providerId="LiveId" clId="{F8931099-75CA-5660-A155-55881DF68D84}" dt="2026-09-23T23:28:25.693" v="1535" actId="20577"/>
        <pc:sldMkLst>
          <pc:docMk/>
          <pc:sldMk cId="0" sldId="605"/>
        </pc:sldMkLst>
        <pc:spChg chg="mod">
          <ac:chgData name="J. Tower" userId="9d06de10716639e5" providerId="LiveId" clId="{F8931099-75CA-5660-A155-55881DF68D84}" dt="2026-09-23T23:28:17.459" v="1507" actId="20577"/>
          <ac:spMkLst>
            <pc:docMk/>
            <pc:sldMk cId="0" sldId="605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23T23:28:25.693" v="1535" actId="20577"/>
          <ac:spMkLst>
            <pc:docMk/>
            <pc:sldMk cId="0" sldId="605"/>
            <ac:spMk id="3" creationId="{00000000-0000-0000-0000-000000000000}"/>
          </ac:spMkLst>
        </pc:spChg>
      </pc:sldChg>
      <pc:sldChg chg="del">
        <pc:chgData name="J. Tower" userId="9d06de10716639e5" providerId="LiveId" clId="{F8931099-75CA-5660-A155-55881DF68D84}" dt="2026-09-23T23:28:32.567" v="1536" actId="2696"/>
        <pc:sldMkLst>
          <pc:docMk/>
          <pc:sldMk cId="0" sldId="606"/>
        </pc:sldMkLst>
      </pc:sldChg>
      <pc:sldChg chg="modSp mod">
        <pc:chgData name="J. Tower" userId="9d06de10716639e5" providerId="LiveId" clId="{F8931099-75CA-5660-A155-55881DF68D84}" dt="2026-09-23T23:28:57.107" v="1568" actId="5793"/>
        <pc:sldMkLst>
          <pc:docMk/>
          <pc:sldMk cId="0" sldId="607"/>
        </pc:sldMkLst>
        <pc:spChg chg="mod">
          <ac:chgData name="J. Tower" userId="9d06de10716639e5" providerId="LiveId" clId="{F8931099-75CA-5660-A155-55881DF68D84}" dt="2026-09-23T23:28:47.251" v="1556" actId="20577"/>
          <ac:spMkLst>
            <pc:docMk/>
            <pc:sldMk cId="0" sldId="607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23T23:28:57.107" v="1568" actId="5793"/>
          <ac:spMkLst>
            <pc:docMk/>
            <pc:sldMk cId="0" sldId="607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Ten features, ten cards, one table: docs/decision-</a:t>
            </a:r>
            <a:r>
              <a:rPr dirty="0" err="1"/>
              <a:t>framework.md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Where we started this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Every feature today started with a stuck user, and the AI showed up as the answer rather than the premise.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Agent: the loop that planned the trip and checked the bridge.</a:t>
            </a:r>
          </a:p>
          <a:p>
            <a:r>
              <a:rPr dirty="0"/>
              <a:t>The full table lives in decision-</a:t>
            </a:r>
            <a:r>
              <a:rPr dirty="0" err="1"/>
              <a:t>framework.md</a:t>
            </a:r>
            <a:r>
              <a:rPr dirty="0"/>
              <a:t>: # · Feature · When · Think · Difficulty, the same three fields as every card today. (Paste the real table over this slide, or demo it from the repo.)</a:t>
            </a:r>
          </a:p>
          <a:p>
            <a:r>
              <a:rPr dirty="0"/>
              <a:t>Don't read it. Let it sit on screen while you explain how to use it, which is the next section. It's dense on purpose; it's a reference, and they have it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recap is actions, not topics. Four moves, each one slide, each something they can do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Go down the "when"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Sort your marked rows by the difficulty column, easiest first; the top of that list is the first feature, and the Think column is how you pitch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Row 9 de-risks the rest. Leading with the human-in-the-loop design is usually what gets the other rows 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Say how you'll measure it: the labeled sample and the error you're tuning never to make. Reference feature 03's recipe: labeled sample, run both, count disagreements, price the errors. It generalizes.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B40B87-443D-4E3D-A216-6700B651FC5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4972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9/23/26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trailheadtechnology/10-ai-features-workshop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t>Closing: The Thing You Take Back to Work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Back to the First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❌ "Where can we add AI?"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Back to the First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❌ "Where can we add AI?"</a:t>
            </a:r>
          </a:p>
          <a:p>
            <a:r>
              <a:rPr sz="3200" dirty="0"/>
              <a:t>✅ "What problems can AI best solve for our users?"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10 Common AI Features Users Actually Want</a:t>
            </a:r>
            <a:endParaRPr dirty="0"/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04492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305991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204492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305991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2044928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305991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980" y="2044928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00900" y="305991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11" name="Picture 10" descr="ques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40" y="2044928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81160" y="305991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F05 RAG</a:t>
            </a:r>
          </a:p>
        </p:txBody>
      </p:sp>
      <p:pic>
        <p:nvPicPr>
          <p:cNvPr id="13" name="Picture 12" descr="rou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0200" y="4148048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516303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F06 Recommend</a:t>
            </a:r>
          </a:p>
        </p:txBody>
      </p:sp>
      <p:pic>
        <p:nvPicPr>
          <p:cNvPr id="15" name="Picture 14" descr="bran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0460" y="4148048"/>
            <a:ext cx="868680" cy="868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040380" y="516303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17" name="Picture 16" descr="scatt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0720" y="4148048"/>
            <a:ext cx="868680" cy="868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120640" y="516303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19" name="Picture 18" descr="shield-chec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40980" y="4148048"/>
            <a:ext cx="868680" cy="8686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200900" y="516303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F09 Approve</a:t>
            </a:r>
          </a:p>
        </p:txBody>
      </p:sp>
      <p:pic>
        <p:nvPicPr>
          <p:cNvPr id="21" name="Picture 20" descr="robo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21240" y="4148048"/>
            <a:ext cx="868680" cy="8686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281160" y="516303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F10 Agent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6880" y="6205448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Your Move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You’ve Seen the Patterns, Apply it To Your Systems</a:t>
            </a:r>
            <a:endParaRPr dirty="0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Look For Overlap of Pain and AI Ability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lang="en-US" sz="2800" dirty="0"/>
              <a:t>Venn Diagram for the win</a:t>
            </a:r>
            <a:endParaRPr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Start Small and Easy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lang="en-US" sz="2800" dirty="0"/>
              <a:t>Don’t try to do too much at once</a:t>
            </a:r>
          </a:p>
          <a:p>
            <a:r>
              <a:rPr lang="en-US" sz="2800" dirty="0"/>
              <a:t>Start with the easiest and most obvious problem</a:t>
            </a:r>
            <a:endParaRPr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Safety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lang="en-US" sz="2800" dirty="0"/>
              <a:t>Keep a human in the loop until it’s trustworthy</a:t>
            </a:r>
          </a:p>
          <a:p>
            <a:r>
              <a:rPr lang="en-US" sz="2800" dirty="0"/>
              <a:t>Test!</a:t>
            </a:r>
            <a:endParaRPr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Local vs Cloud Models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lang="en-US" sz="2800" dirty="0"/>
              <a:t>Cost vs Accuracy</a:t>
            </a:r>
            <a:endParaRPr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Keep Trying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lang="en-US" sz="2800" dirty="0">
                <a:hlinkClick r:id="rId2"/>
              </a:rPr>
              <a:t>https://</a:t>
            </a:r>
            <a:r>
              <a:rPr lang="en-US" sz="2800" dirty="0" err="1">
                <a:hlinkClick r:id="rId2"/>
              </a:rPr>
              <a:t>github.com</a:t>
            </a:r>
            <a:r>
              <a:rPr lang="en-US" sz="2800" dirty="0">
                <a:hlinkClick r:id="rId2"/>
              </a:rPr>
              <a:t>/</a:t>
            </a:r>
            <a:r>
              <a:rPr lang="en-US" sz="2800" dirty="0" err="1">
                <a:hlinkClick r:id="rId2"/>
              </a:rPr>
              <a:t>trailheadtechnology</a:t>
            </a:r>
            <a:r>
              <a:rPr lang="en-US" sz="2800" dirty="0">
                <a:hlinkClick r:id="rId2"/>
              </a:rPr>
              <a:t>/10-ai-features-workshop</a:t>
            </a:r>
            <a:endParaRPr lang="en-US" sz="2800" dirty="0"/>
          </a:p>
          <a:p>
            <a:pPr marL="0" indent="0">
              <a:buNone/>
            </a:pPr>
            <a:endParaRPr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79C7D46-B427-B1BB-7A1F-392BCB232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09" y="2776166"/>
            <a:ext cx="10772775" cy="1658198"/>
          </a:xfrm>
        </p:spPr>
        <p:txBody>
          <a:bodyPr/>
          <a:lstStyle/>
          <a:p>
            <a:r>
              <a:rPr lang="en-US" sz="4400" dirty="0">
                <a:solidFill>
                  <a:schemeClr val="tx1"/>
                </a:solidFill>
              </a:rPr>
              <a:t>Jonathan "J." Tower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3180" y="4005394"/>
            <a:ext cx="4981194" cy="4566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800" dirty="0"/>
              <a:t>Founding Partner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5422206-0EEA-0ED9-B408-CC3FB282F987}"/>
              </a:ext>
            </a:extLst>
          </p:cNvPr>
          <p:cNvSpPr txBox="1">
            <a:spLocks/>
          </p:cNvSpPr>
          <p:nvPr/>
        </p:nvSpPr>
        <p:spPr>
          <a:xfrm>
            <a:off x="1505728" y="4419847"/>
            <a:ext cx="3444002" cy="125180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13x Microsoft MVP in .NET &amp; AI</a:t>
            </a:r>
          </a:p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VP of .NET Foundation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Blue Blazes podcast host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C7CF00E-0AEA-5733-E1CC-FB07798EAE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42806" y="4429345"/>
            <a:ext cx="229751" cy="20422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0FDDDAC-FE53-8DB3-53AD-52C0E1F47D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55718">
            <a:off x="1281096" y="5031795"/>
            <a:ext cx="153168" cy="204223"/>
          </a:xfrm>
          <a:prstGeom prst="rect">
            <a:avLst/>
          </a:prstGeom>
        </p:spPr>
      </p:pic>
      <p:pic>
        <p:nvPicPr>
          <p:cNvPr id="19" name="Graphic 18" descr="Board Of Directors with solid fill">
            <a:extLst>
              <a:ext uri="{FF2B5EF4-FFF2-40B4-BE49-F238E27FC236}">
                <a16:creationId xmlns:a16="http://schemas.microsoft.com/office/drawing/2014/main" id="{A3D1BE89-6E9F-C651-0148-6A603AE633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255570" y="4727557"/>
            <a:ext cx="204223" cy="2042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F84612-AE50-D33D-355E-6155EE7C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4348" y="1134602"/>
            <a:ext cx="4588796" cy="4588796"/>
          </a:xfrm>
          <a:prstGeom prst="rect">
            <a:avLst/>
          </a:prstGeom>
        </p:spPr>
      </p:pic>
      <p:sp>
        <p:nvSpPr>
          <p:cNvPr id="6" name="Title 9">
            <a:extLst>
              <a:ext uri="{FF2B5EF4-FFF2-40B4-BE49-F238E27FC236}">
                <a16:creationId xmlns:a16="http://schemas.microsoft.com/office/drawing/2014/main" id="{AE6963CF-EE52-0F1E-6DE8-AAD1013F2522}"/>
              </a:ext>
            </a:extLst>
          </p:cNvPr>
          <p:cNvSpPr txBox="1">
            <a:spLocks/>
          </p:cNvSpPr>
          <p:nvPr/>
        </p:nvSpPr>
        <p:spPr>
          <a:xfrm>
            <a:off x="1103309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50" kern="1200" spc="-90" baseline="0">
                <a:solidFill>
                  <a:srgbClr val="0070C0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</a:lstStyle>
          <a:p>
            <a:r>
              <a:rPr lang="en-US" sz="4400" dirty="0">
                <a:solidFill>
                  <a:srgbClr val="017AB4"/>
                </a:solidFill>
              </a:rPr>
              <a:t>Thanks! Questions?</a:t>
            </a:r>
            <a:endParaRPr lang="en-US" dirty="0">
              <a:solidFill>
                <a:srgbClr val="017AB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8151616"/>
      </p:ext>
    </p:extLst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98574</TotalTime>
  <Words>442</Words>
  <Application>Microsoft Macintosh PowerPoint</Application>
  <PresentationFormat>Widescreen</PresentationFormat>
  <Paragraphs>50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 Light</vt:lpstr>
      <vt:lpstr>Segoe UI</vt:lpstr>
      <vt:lpstr>Calibri</vt:lpstr>
      <vt:lpstr>Metropolitan</vt:lpstr>
      <vt:lpstr>Building Pragmatic AI</vt:lpstr>
      <vt:lpstr>Back to the First Slide</vt:lpstr>
      <vt:lpstr>Back to the First Slide</vt:lpstr>
      <vt:lpstr>10 Common AI Features Users Actually Want</vt:lpstr>
      <vt:lpstr>Your Move</vt:lpstr>
      <vt:lpstr>Look For Overlap of Pain and AI Ability</vt:lpstr>
      <vt:lpstr>Start Small and Easy</vt:lpstr>
      <vt:lpstr>Safety</vt:lpstr>
      <vt:lpstr>Local vs Cloud Models</vt:lpstr>
      <vt:lpstr>Keep Trying</vt:lpstr>
      <vt:lpstr>Jonathan "J." Tower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2026-09-23T23:37:21Z</dcterms:modified>
  <cp:category/>
</cp:coreProperties>
</file>